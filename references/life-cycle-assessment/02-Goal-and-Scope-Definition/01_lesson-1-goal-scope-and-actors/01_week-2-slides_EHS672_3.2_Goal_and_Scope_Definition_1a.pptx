
<file path=[Content_Types].xml><?xml version="1.0" encoding="utf-8"?>
<Types xmlns="http://schemas.openxmlformats.org/package/2006/content-types">
  <Default Extension="png" ContentType="image/png"/>
  <Default Extension="jpeg" ContentType="image/jpeg"/>
  <Default Extension="emf" ContentType="image/x-emf"/>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slideLayouts/slideLayout3.xml" ContentType="application/vnd.openxmlformats-officedocument.presentationml.slideLayout+xml"/>
  <Override PartName="/ppt/theme/theme3.xml" ContentType="application/vnd.openxmlformats-officedocument.theme+xml"/>
  <Override PartName="/ppt/slideLayouts/slideLayout4.xml" ContentType="application/vnd.openxmlformats-officedocument.presentationml.slideLayout+xml"/>
  <Override PartName="/ppt/theme/theme4.xml" ContentType="application/vnd.openxmlformats-officedocument.theme+xml"/>
  <Override PartName="/ppt/slideLayouts/slideLayout5.xml" ContentType="application/vnd.openxmlformats-officedocument.presentationml.slideLayout+xml"/>
  <Override PartName="/ppt/theme/theme5.xml" ContentType="application/vnd.openxmlformats-officedocument.theme+xml"/>
  <Override PartName="/ppt/theme/theme6.xml" ContentType="application/vnd.openxmlformats-officedocument.theme+xml"/>
  <Override PartName="/ppt/theme/theme7.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67" r:id="rId1"/>
    <p:sldMasterId id="2147483785" r:id="rId2"/>
    <p:sldMasterId id="2147483806" r:id="rId3"/>
    <p:sldMasterId id="2147483808" r:id="rId4"/>
    <p:sldMasterId id="2147483796" r:id="rId5"/>
  </p:sldMasterIdLst>
  <p:notesMasterIdLst>
    <p:notesMasterId r:id="rId80"/>
  </p:notesMasterIdLst>
  <p:handoutMasterIdLst>
    <p:handoutMasterId r:id="rId81"/>
  </p:handoutMasterIdLst>
  <p:sldIdLst>
    <p:sldId id="267" r:id="rId6"/>
    <p:sldId id="547" r:id="rId7"/>
    <p:sldId id="552" r:id="rId8"/>
    <p:sldId id="274" r:id="rId9"/>
    <p:sldId id="534" r:id="rId10"/>
    <p:sldId id="538" r:id="rId11"/>
    <p:sldId id="614" r:id="rId12"/>
    <p:sldId id="519" r:id="rId13"/>
    <p:sldId id="546" r:id="rId14"/>
    <p:sldId id="542" r:id="rId15"/>
    <p:sldId id="543" r:id="rId16"/>
    <p:sldId id="545" r:id="rId17"/>
    <p:sldId id="524" r:id="rId18"/>
    <p:sldId id="615" r:id="rId19"/>
    <p:sldId id="548" r:id="rId20"/>
    <p:sldId id="553" r:id="rId21"/>
    <p:sldId id="554" r:id="rId22"/>
    <p:sldId id="555" r:id="rId23"/>
    <p:sldId id="557" r:id="rId24"/>
    <p:sldId id="616" r:id="rId25"/>
    <p:sldId id="617" r:id="rId26"/>
    <p:sldId id="618" r:id="rId27"/>
    <p:sldId id="562" r:id="rId28"/>
    <p:sldId id="563" r:id="rId29"/>
    <p:sldId id="564" r:id="rId30"/>
    <p:sldId id="568" r:id="rId31"/>
    <p:sldId id="569" r:id="rId32"/>
    <p:sldId id="619" r:id="rId33"/>
    <p:sldId id="549" r:id="rId34"/>
    <p:sldId id="570" r:id="rId35"/>
    <p:sldId id="571" r:id="rId36"/>
    <p:sldId id="572" r:id="rId37"/>
    <p:sldId id="573" r:id="rId38"/>
    <p:sldId id="574" r:id="rId39"/>
    <p:sldId id="575" r:id="rId40"/>
    <p:sldId id="576" r:id="rId41"/>
    <p:sldId id="577" r:id="rId42"/>
    <p:sldId id="578" r:id="rId43"/>
    <p:sldId id="579" r:id="rId44"/>
    <p:sldId id="580" r:id="rId45"/>
    <p:sldId id="581" r:id="rId46"/>
    <p:sldId id="582" r:id="rId47"/>
    <p:sldId id="583" r:id="rId48"/>
    <p:sldId id="584" r:id="rId49"/>
    <p:sldId id="585" r:id="rId50"/>
    <p:sldId id="586" r:id="rId51"/>
    <p:sldId id="587" r:id="rId52"/>
    <p:sldId id="588" r:id="rId53"/>
    <p:sldId id="589" r:id="rId54"/>
    <p:sldId id="590" r:id="rId55"/>
    <p:sldId id="591" r:id="rId56"/>
    <p:sldId id="592" r:id="rId57"/>
    <p:sldId id="593" r:id="rId58"/>
    <p:sldId id="594" r:id="rId59"/>
    <p:sldId id="595" r:id="rId60"/>
    <p:sldId id="596" r:id="rId61"/>
    <p:sldId id="597" r:id="rId62"/>
    <p:sldId id="598" r:id="rId63"/>
    <p:sldId id="599" r:id="rId64"/>
    <p:sldId id="550" r:id="rId65"/>
    <p:sldId id="600" r:id="rId66"/>
    <p:sldId id="601" r:id="rId67"/>
    <p:sldId id="602" r:id="rId68"/>
    <p:sldId id="603" r:id="rId69"/>
    <p:sldId id="604" r:id="rId70"/>
    <p:sldId id="605" r:id="rId71"/>
    <p:sldId id="606" r:id="rId72"/>
    <p:sldId id="607" r:id="rId73"/>
    <p:sldId id="608" r:id="rId74"/>
    <p:sldId id="609" r:id="rId75"/>
    <p:sldId id="610" r:id="rId76"/>
    <p:sldId id="611" r:id="rId77"/>
    <p:sldId id="612" r:id="rId78"/>
    <p:sldId id="613" r:id="rId79"/>
  </p:sldIdLst>
  <p:sldSz cx="16257588" cy="9144000"/>
  <p:notesSz cx="6858000" cy="9144000"/>
  <p:defaultTextStyle>
    <a:defPPr>
      <a:defRPr lang="en-US"/>
    </a:defPPr>
    <a:lvl1pPr marL="0" algn="l" defTabSz="812810" rtl="0" eaLnBrk="1" latinLnBrk="0" hangingPunct="1">
      <a:defRPr sz="3200" kern="1200">
        <a:solidFill>
          <a:schemeClr val="tx1"/>
        </a:solidFill>
        <a:latin typeface="+mn-lt"/>
        <a:ea typeface="+mn-ea"/>
        <a:cs typeface="+mn-cs"/>
      </a:defRPr>
    </a:lvl1pPr>
    <a:lvl2pPr marL="812810" algn="l" defTabSz="812810" rtl="0" eaLnBrk="1" latinLnBrk="0" hangingPunct="1">
      <a:defRPr sz="3200" kern="1200">
        <a:solidFill>
          <a:schemeClr val="tx1"/>
        </a:solidFill>
        <a:latin typeface="+mn-lt"/>
        <a:ea typeface="+mn-ea"/>
        <a:cs typeface="+mn-cs"/>
      </a:defRPr>
    </a:lvl2pPr>
    <a:lvl3pPr marL="1625620" algn="l" defTabSz="812810" rtl="0" eaLnBrk="1" latinLnBrk="0" hangingPunct="1">
      <a:defRPr sz="3200" kern="1200">
        <a:solidFill>
          <a:schemeClr val="tx1"/>
        </a:solidFill>
        <a:latin typeface="+mn-lt"/>
        <a:ea typeface="+mn-ea"/>
        <a:cs typeface="+mn-cs"/>
      </a:defRPr>
    </a:lvl3pPr>
    <a:lvl4pPr marL="2438430" algn="l" defTabSz="812810" rtl="0" eaLnBrk="1" latinLnBrk="0" hangingPunct="1">
      <a:defRPr sz="3200" kern="1200">
        <a:solidFill>
          <a:schemeClr val="tx1"/>
        </a:solidFill>
        <a:latin typeface="+mn-lt"/>
        <a:ea typeface="+mn-ea"/>
        <a:cs typeface="+mn-cs"/>
      </a:defRPr>
    </a:lvl4pPr>
    <a:lvl5pPr marL="3251241" algn="l" defTabSz="812810" rtl="0" eaLnBrk="1" latinLnBrk="0" hangingPunct="1">
      <a:defRPr sz="3200" kern="1200">
        <a:solidFill>
          <a:schemeClr val="tx1"/>
        </a:solidFill>
        <a:latin typeface="+mn-lt"/>
        <a:ea typeface="+mn-ea"/>
        <a:cs typeface="+mn-cs"/>
      </a:defRPr>
    </a:lvl5pPr>
    <a:lvl6pPr marL="4064051" algn="l" defTabSz="812810" rtl="0" eaLnBrk="1" latinLnBrk="0" hangingPunct="1">
      <a:defRPr sz="3200" kern="1200">
        <a:solidFill>
          <a:schemeClr val="tx1"/>
        </a:solidFill>
        <a:latin typeface="+mn-lt"/>
        <a:ea typeface="+mn-ea"/>
        <a:cs typeface="+mn-cs"/>
      </a:defRPr>
    </a:lvl6pPr>
    <a:lvl7pPr marL="4876861" algn="l" defTabSz="812810" rtl="0" eaLnBrk="1" latinLnBrk="0" hangingPunct="1">
      <a:defRPr sz="3200" kern="1200">
        <a:solidFill>
          <a:schemeClr val="tx1"/>
        </a:solidFill>
        <a:latin typeface="+mn-lt"/>
        <a:ea typeface="+mn-ea"/>
        <a:cs typeface="+mn-cs"/>
      </a:defRPr>
    </a:lvl7pPr>
    <a:lvl8pPr marL="5689671" algn="l" defTabSz="812810" rtl="0" eaLnBrk="1" latinLnBrk="0" hangingPunct="1">
      <a:defRPr sz="3200" kern="1200">
        <a:solidFill>
          <a:schemeClr val="tx1"/>
        </a:solidFill>
        <a:latin typeface="+mn-lt"/>
        <a:ea typeface="+mn-ea"/>
        <a:cs typeface="+mn-cs"/>
      </a:defRPr>
    </a:lvl8pPr>
    <a:lvl9pPr marL="6502481" algn="l" defTabSz="812810" rtl="0" eaLnBrk="1" latinLnBrk="0" hangingPunct="1">
      <a:defRPr sz="3200" kern="1200">
        <a:solidFill>
          <a:schemeClr val="tx1"/>
        </a:solidFill>
        <a:latin typeface="+mn-lt"/>
        <a:ea typeface="+mn-ea"/>
        <a:cs typeface="+mn-cs"/>
      </a:defRPr>
    </a:lvl9pPr>
  </p:defaultTextStyle>
  <p:extLst>
    <p:ext uri="{521415D9-36F7-43E2-AB2F-B90AF26B5E84}">
      <p14:sectionLst xmlns:p14="http://schemas.microsoft.com/office/powerpoint/2010/main">
        <p14:section name="Lecture slides" id="{C7F91DBA-90A9-5343-8B43-F0D96459C604}">
          <p14:sldIdLst>
            <p14:sldId id="267"/>
            <p14:sldId id="547"/>
            <p14:sldId id="552"/>
            <p14:sldId id="274"/>
            <p14:sldId id="534"/>
            <p14:sldId id="538"/>
            <p14:sldId id="614"/>
            <p14:sldId id="519"/>
            <p14:sldId id="546"/>
            <p14:sldId id="542"/>
            <p14:sldId id="543"/>
            <p14:sldId id="545"/>
            <p14:sldId id="524"/>
            <p14:sldId id="615"/>
            <p14:sldId id="548"/>
            <p14:sldId id="553"/>
            <p14:sldId id="554"/>
            <p14:sldId id="555"/>
            <p14:sldId id="557"/>
            <p14:sldId id="616"/>
            <p14:sldId id="617"/>
            <p14:sldId id="618"/>
            <p14:sldId id="562"/>
            <p14:sldId id="563"/>
            <p14:sldId id="564"/>
            <p14:sldId id="568"/>
            <p14:sldId id="569"/>
            <p14:sldId id="619"/>
            <p14:sldId id="549"/>
            <p14:sldId id="570"/>
            <p14:sldId id="571"/>
            <p14:sldId id="572"/>
            <p14:sldId id="573"/>
            <p14:sldId id="574"/>
            <p14:sldId id="575"/>
            <p14:sldId id="576"/>
            <p14:sldId id="577"/>
            <p14:sldId id="578"/>
            <p14:sldId id="579"/>
            <p14:sldId id="580"/>
            <p14:sldId id="581"/>
            <p14:sldId id="582"/>
            <p14:sldId id="583"/>
            <p14:sldId id="584"/>
            <p14:sldId id="585"/>
            <p14:sldId id="586"/>
            <p14:sldId id="587"/>
            <p14:sldId id="588"/>
            <p14:sldId id="589"/>
            <p14:sldId id="590"/>
            <p14:sldId id="591"/>
            <p14:sldId id="592"/>
            <p14:sldId id="593"/>
            <p14:sldId id="594"/>
            <p14:sldId id="595"/>
            <p14:sldId id="596"/>
            <p14:sldId id="597"/>
            <p14:sldId id="598"/>
            <p14:sldId id="599"/>
            <p14:sldId id="550"/>
            <p14:sldId id="600"/>
            <p14:sldId id="601"/>
            <p14:sldId id="602"/>
            <p14:sldId id="603"/>
            <p14:sldId id="604"/>
            <p14:sldId id="605"/>
            <p14:sldId id="606"/>
            <p14:sldId id="607"/>
            <p14:sldId id="608"/>
            <p14:sldId id="609"/>
            <p14:sldId id="610"/>
            <p14:sldId id="611"/>
            <p14:sldId id="612"/>
            <p14:sldId id="613"/>
          </p14:sldIdLst>
        </p14:section>
      </p14:sectionLst>
    </p:ext>
    <p:ext uri="{EFAFB233-063F-42B5-8137-9DF3F51BA10A}">
      <p15:sldGuideLst xmlns:p15="http://schemas.microsoft.com/office/powerpoint/2012/main">
        <p15:guide id="1" orient="horz" pos="3216" userDrawn="1">
          <p15:clr>
            <a:srgbClr val="A4A3A4"/>
          </p15:clr>
        </p15:guide>
        <p15:guide id="2" pos="512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2F92"/>
    <a:srgbClr val="00274C"/>
    <a:srgbClr val="E4E1DF"/>
    <a:srgbClr val="B5B5B5"/>
    <a:srgbClr val="050909"/>
    <a:srgbClr val="FFCB05"/>
    <a:srgbClr val="EA6A20"/>
    <a:srgbClr val="06090A"/>
    <a:srgbClr val="090B0B"/>
    <a:srgbClr val="EBEBEB"/>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30130"/>
    <p:restoredTop sz="80958"/>
  </p:normalViewPr>
  <p:slideViewPr>
    <p:cSldViewPr snapToGrid="0">
      <p:cViewPr varScale="1">
        <p:scale>
          <a:sx n="39" d="100"/>
          <a:sy n="39" d="100"/>
        </p:scale>
        <p:origin x="691" y="48"/>
      </p:cViewPr>
      <p:guideLst>
        <p:guide orient="horz" pos="3216"/>
        <p:guide pos="5120"/>
      </p:guideLst>
    </p:cSldViewPr>
  </p:slideViewPr>
  <p:notesTextViewPr>
    <p:cViewPr>
      <p:scale>
        <a:sx n="114" d="100"/>
        <a:sy n="114" d="100"/>
      </p:scale>
      <p:origin x="0" y="0"/>
    </p:cViewPr>
  </p:notesTextViewPr>
  <p:sorterViewPr>
    <p:cViewPr>
      <p:scale>
        <a:sx n="100" d="100"/>
        <a:sy n="100" d="100"/>
      </p:scale>
      <p:origin x="0" y="-14770"/>
    </p:cViewPr>
  </p:sorterViewPr>
  <p:notesViewPr>
    <p:cSldViewPr snapToGrid="0">
      <p:cViewPr varScale="1">
        <p:scale>
          <a:sx n="131" d="100"/>
          <a:sy n="131" d="100"/>
        </p:scale>
        <p:origin x="5152" y="184"/>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8.xml"/><Relationship Id="rId18" Type="http://schemas.openxmlformats.org/officeDocument/2006/relationships/slide" Target="slides/slide13.xml"/><Relationship Id="rId26" Type="http://schemas.openxmlformats.org/officeDocument/2006/relationships/slide" Target="slides/slide21.xml"/><Relationship Id="rId39" Type="http://schemas.openxmlformats.org/officeDocument/2006/relationships/slide" Target="slides/slide34.xml"/><Relationship Id="rId21" Type="http://schemas.openxmlformats.org/officeDocument/2006/relationships/slide" Target="slides/slide16.xml"/><Relationship Id="rId34" Type="http://schemas.openxmlformats.org/officeDocument/2006/relationships/slide" Target="slides/slide29.xml"/><Relationship Id="rId42" Type="http://schemas.openxmlformats.org/officeDocument/2006/relationships/slide" Target="slides/slide37.xml"/><Relationship Id="rId47" Type="http://schemas.openxmlformats.org/officeDocument/2006/relationships/slide" Target="slides/slide42.xml"/><Relationship Id="rId50" Type="http://schemas.openxmlformats.org/officeDocument/2006/relationships/slide" Target="slides/slide45.xml"/><Relationship Id="rId55" Type="http://schemas.openxmlformats.org/officeDocument/2006/relationships/slide" Target="slides/slide50.xml"/><Relationship Id="rId63" Type="http://schemas.openxmlformats.org/officeDocument/2006/relationships/slide" Target="slides/slide58.xml"/><Relationship Id="rId68" Type="http://schemas.openxmlformats.org/officeDocument/2006/relationships/slide" Target="slides/slide63.xml"/><Relationship Id="rId76" Type="http://schemas.openxmlformats.org/officeDocument/2006/relationships/slide" Target="slides/slide71.xml"/><Relationship Id="rId84" Type="http://schemas.openxmlformats.org/officeDocument/2006/relationships/theme" Target="theme/theme1.xml"/><Relationship Id="rId7" Type="http://schemas.openxmlformats.org/officeDocument/2006/relationships/slide" Target="slides/slide2.xml"/><Relationship Id="rId71" Type="http://schemas.openxmlformats.org/officeDocument/2006/relationships/slide" Target="slides/slide66.xml"/><Relationship Id="rId2" Type="http://schemas.openxmlformats.org/officeDocument/2006/relationships/slideMaster" Target="slideMasters/slideMaster2.xml"/><Relationship Id="rId16" Type="http://schemas.openxmlformats.org/officeDocument/2006/relationships/slide" Target="slides/slide11.xml"/><Relationship Id="rId29" Type="http://schemas.openxmlformats.org/officeDocument/2006/relationships/slide" Target="slides/slide24.xml"/><Relationship Id="rId11" Type="http://schemas.openxmlformats.org/officeDocument/2006/relationships/slide" Target="slides/slide6.xml"/><Relationship Id="rId24" Type="http://schemas.openxmlformats.org/officeDocument/2006/relationships/slide" Target="slides/slide19.xml"/><Relationship Id="rId32" Type="http://schemas.openxmlformats.org/officeDocument/2006/relationships/slide" Target="slides/slide27.xml"/><Relationship Id="rId37" Type="http://schemas.openxmlformats.org/officeDocument/2006/relationships/slide" Target="slides/slide32.xml"/><Relationship Id="rId40" Type="http://schemas.openxmlformats.org/officeDocument/2006/relationships/slide" Target="slides/slide35.xml"/><Relationship Id="rId45" Type="http://schemas.openxmlformats.org/officeDocument/2006/relationships/slide" Target="slides/slide40.xml"/><Relationship Id="rId53" Type="http://schemas.openxmlformats.org/officeDocument/2006/relationships/slide" Target="slides/slide48.xml"/><Relationship Id="rId58" Type="http://schemas.openxmlformats.org/officeDocument/2006/relationships/slide" Target="slides/slide53.xml"/><Relationship Id="rId66" Type="http://schemas.openxmlformats.org/officeDocument/2006/relationships/slide" Target="slides/slide61.xml"/><Relationship Id="rId74" Type="http://schemas.openxmlformats.org/officeDocument/2006/relationships/slide" Target="slides/slide69.xml"/><Relationship Id="rId79" Type="http://schemas.openxmlformats.org/officeDocument/2006/relationships/slide" Target="slides/slide74.xml"/><Relationship Id="rId5" Type="http://schemas.openxmlformats.org/officeDocument/2006/relationships/slideMaster" Target="slideMasters/slideMaster5.xml"/><Relationship Id="rId61" Type="http://schemas.openxmlformats.org/officeDocument/2006/relationships/slide" Target="slides/slide56.xml"/><Relationship Id="rId82" Type="http://schemas.openxmlformats.org/officeDocument/2006/relationships/presProps" Target="presProps.xml"/><Relationship Id="rId19" Type="http://schemas.openxmlformats.org/officeDocument/2006/relationships/slide" Target="slides/slide14.xml"/><Relationship Id="rId4" Type="http://schemas.openxmlformats.org/officeDocument/2006/relationships/slideMaster" Target="slideMasters/slideMaster4.xml"/><Relationship Id="rId9" Type="http://schemas.openxmlformats.org/officeDocument/2006/relationships/slide" Target="slides/slide4.xml"/><Relationship Id="rId14" Type="http://schemas.openxmlformats.org/officeDocument/2006/relationships/slide" Target="slides/slide9.xml"/><Relationship Id="rId22" Type="http://schemas.openxmlformats.org/officeDocument/2006/relationships/slide" Target="slides/slide17.xml"/><Relationship Id="rId27" Type="http://schemas.openxmlformats.org/officeDocument/2006/relationships/slide" Target="slides/slide22.xml"/><Relationship Id="rId30" Type="http://schemas.openxmlformats.org/officeDocument/2006/relationships/slide" Target="slides/slide25.xml"/><Relationship Id="rId35" Type="http://schemas.openxmlformats.org/officeDocument/2006/relationships/slide" Target="slides/slide30.xml"/><Relationship Id="rId43" Type="http://schemas.openxmlformats.org/officeDocument/2006/relationships/slide" Target="slides/slide38.xml"/><Relationship Id="rId48" Type="http://schemas.openxmlformats.org/officeDocument/2006/relationships/slide" Target="slides/slide43.xml"/><Relationship Id="rId56" Type="http://schemas.openxmlformats.org/officeDocument/2006/relationships/slide" Target="slides/slide51.xml"/><Relationship Id="rId64" Type="http://schemas.openxmlformats.org/officeDocument/2006/relationships/slide" Target="slides/slide59.xml"/><Relationship Id="rId69" Type="http://schemas.openxmlformats.org/officeDocument/2006/relationships/slide" Target="slides/slide64.xml"/><Relationship Id="rId77" Type="http://schemas.openxmlformats.org/officeDocument/2006/relationships/slide" Target="slides/slide72.xml"/><Relationship Id="rId8" Type="http://schemas.openxmlformats.org/officeDocument/2006/relationships/slide" Target="slides/slide3.xml"/><Relationship Id="rId51" Type="http://schemas.openxmlformats.org/officeDocument/2006/relationships/slide" Target="slides/slide46.xml"/><Relationship Id="rId72" Type="http://schemas.openxmlformats.org/officeDocument/2006/relationships/slide" Target="slides/slide67.xml"/><Relationship Id="rId80" Type="http://schemas.openxmlformats.org/officeDocument/2006/relationships/notesMaster" Target="notesMasters/notesMaster1.xml"/><Relationship Id="rId85" Type="http://schemas.openxmlformats.org/officeDocument/2006/relationships/tableStyles" Target="tableStyles.xml"/><Relationship Id="rId3" Type="http://schemas.openxmlformats.org/officeDocument/2006/relationships/slideMaster" Target="slideMasters/slideMaster3.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slide" Target="slides/slide20.xml"/><Relationship Id="rId33" Type="http://schemas.openxmlformats.org/officeDocument/2006/relationships/slide" Target="slides/slide28.xml"/><Relationship Id="rId38" Type="http://schemas.openxmlformats.org/officeDocument/2006/relationships/slide" Target="slides/slide33.xml"/><Relationship Id="rId46" Type="http://schemas.openxmlformats.org/officeDocument/2006/relationships/slide" Target="slides/slide41.xml"/><Relationship Id="rId59" Type="http://schemas.openxmlformats.org/officeDocument/2006/relationships/slide" Target="slides/slide54.xml"/><Relationship Id="rId67" Type="http://schemas.openxmlformats.org/officeDocument/2006/relationships/slide" Target="slides/slide62.xml"/><Relationship Id="rId20" Type="http://schemas.openxmlformats.org/officeDocument/2006/relationships/slide" Target="slides/slide15.xml"/><Relationship Id="rId41" Type="http://schemas.openxmlformats.org/officeDocument/2006/relationships/slide" Target="slides/slide36.xml"/><Relationship Id="rId54" Type="http://schemas.openxmlformats.org/officeDocument/2006/relationships/slide" Target="slides/slide49.xml"/><Relationship Id="rId62" Type="http://schemas.openxmlformats.org/officeDocument/2006/relationships/slide" Target="slides/slide57.xml"/><Relationship Id="rId70" Type="http://schemas.openxmlformats.org/officeDocument/2006/relationships/slide" Target="slides/slide65.xml"/><Relationship Id="rId75" Type="http://schemas.openxmlformats.org/officeDocument/2006/relationships/slide" Target="slides/slide70.xml"/><Relationship Id="rId83"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1.xml"/><Relationship Id="rId15" Type="http://schemas.openxmlformats.org/officeDocument/2006/relationships/slide" Target="slides/slide10.xml"/><Relationship Id="rId23" Type="http://schemas.openxmlformats.org/officeDocument/2006/relationships/slide" Target="slides/slide18.xml"/><Relationship Id="rId28" Type="http://schemas.openxmlformats.org/officeDocument/2006/relationships/slide" Target="slides/slide23.xml"/><Relationship Id="rId36" Type="http://schemas.openxmlformats.org/officeDocument/2006/relationships/slide" Target="slides/slide31.xml"/><Relationship Id="rId49" Type="http://schemas.openxmlformats.org/officeDocument/2006/relationships/slide" Target="slides/slide44.xml"/><Relationship Id="rId57" Type="http://schemas.openxmlformats.org/officeDocument/2006/relationships/slide" Target="slides/slide52.xml"/><Relationship Id="rId10" Type="http://schemas.openxmlformats.org/officeDocument/2006/relationships/slide" Target="slides/slide5.xml"/><Relationship Id="rId31" Type="http://schemas.openxmlformats.org/officeDocument/2006/relationships/slide" Target="slides/slide26.xml"/><Relationship Id="rId44" Type="http://schemas.openxmlformats.org/officeDocument/2006/relationships/slide" Target="slides/slide39.xml"/><Relationship Id="rId52" Type="http://schemas.openxmlformats.org/officeDocument/2006/relationships/slide" Target="slides/slide47.xml"/><Relationship Id="rId60" Type="http://schemas.openxmlformats.org/officeDocument/2006/relationships/slide" Target="slides/slide55.xml"/><Relationship Id="rId65" Type="http://schemas.openxmlformats.org/officeDocument/2006/relationships/slide" Target="slides/slide60.xml"/><Relationship Id="rId73" Type="http://schemas.openxmlformats.org/officeDocument/2006/relationships/slide" Target="slides/slide68.xml"/><Relationship Id="rId78" Type="http://schemas.openxmlformats.org/officeDocument/2006/relationships/slide" Target="slides/slide73.xml"/><Relationship Id="rId81" Type="http://schemas.openxmlformats.org/officeDocument/2006/relationships/handoutMaster" Target="handoutMasters/handout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7.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CD32C488-5493-244C-B1EB-F7CF3662E070}"/>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71AD1453-9CD9-5640-A3F8-C0F3421BFA02}"/>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6D5623C7-AC5F-3A41-B4CB-88972659BBB1}" type="datetimeFigureOut">
              <a:rPr lang="en-US" smtClean="0"/>
              <a:t>9/30/2021</a:t>
            </a:fld>
            <a:endParaRPr lang="en-US"/>
          </a:p>
        </p:txBody>
      </p:sp>
      <p:sp>
        <p:nvSpPr>
          <p:cNvPr id="4" name="Footer Placeholder 3">
            <a:extLst>
              <a:ext uri="{FF2B5EF4-FFF2-40B4-BE49-F238E27FC236}">
                <a16:creationId xmlns:a16="http://schemas.microsoft.com/office/drawing/2014/main" id="{514A9942-DAC7-014E-98D2-7E2678599FFA}"/>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701CB1E6-A261-2741-AFAE-436A65E0D583}"/>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40EC83E3-4C2A-B644-AB75-B8266C440FBE}" type="slidenum">
              <a:rPr lang="en-US" smtClean="0"/>
              <a:t>‹#›</a:t>
            </a:fld>
            <a:endParaRPr lang="en-US"/>
          </a:p>
        </p:txBody>
      </p:sp>
    </p:spTree>
    <p:extLst>
      <p:ext uri="{BB962C8B-B14F-4D97-AF65-F5344CB8AC3E}">
        <p14:creationId xmlns:p14="http://schemas.microsoft.com/office/powerpoint/2010/main" val="317216174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6.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9733527-EF9E-5940-92CE-307645268EE1}" type="datetimeFigureOut">
              <a:rPr lang="en-US" smtClean="0"/>
              <a:t>9/30/2021</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773DB68-E51C-0443-B8CE-2997CF470B35}" type="slidenum">
              <a:rPr lang="en-US" smtClean="0"/>
              <a:t>‹#›</a:t>
            </a:fld>
            <a:endParaRPr lang="en-US"/>
          </a:p>
        </p:txBody>
      </p:sp>
    </p:spTree>
    <p:extLst>
      <p:ext uri="{BB962C8B-B14F-4D97-AF65-F5344CB8AC3E}">
        <p14:creationId xmlns:p14="http://schemas.microsoft.com/office/powerpoint/2010/main" val="72069327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b="0" u="none" dirty="0"/>
          </a:p>
        </p:txBody>
      </p:sp>
      <p:sp>
        <p:nvSpPr>
          <p:cNvPr id="4" name="Slide Number Placeholder 3"/>
          <p:cNvSpPr>
            <a:spLocks noGrp="1"/>
          </p:cNvSpPr>
          <p:nvPr>
            <p:ph type="sldNum" sz="quarter" idx="5"/>
          </p:nvPr>
        </p:nvSpPr>
        <p:spPr/>
        <p:txBody>
          <a:bodyPr/>
          <a:lstStyle/>
          <a:p>
            <a:fld id="{C773DB68-E51C-0443-B8CE-2997CF470B35}" type="slidenum">
              <a:rPr lang="en-US" smtClean="0"/>
              <a:t>1</a:t>
            </a:fld>
            <a:endParaRPr lang="en-US"/>
          </a:p>
        </p:txBody>
      </p:sp>
    </p:spTree>
    <p:extLst>
      <p:ext uri="{BB962C8B-B14F-4D97-AF65-F5344CB8AC3E}">
        <p14:creationId xmlns:p14="http://schemas.microsoft.com/office/powerpoint/2010/main" val="58991794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b="0" u="none" dirty="0"/>
          </a:p>
        </p:txBody>
      </p:sp>
      <p:sp>
        <p:nvSpPr>
          <p:cNvPr id="4" name="Slide Number Placeholder 3"/>
          <p:cNvSpPr>
            <a:spLocks noGrp="1"/>
          </p:cNvSpPr>
          <p:nvPr>
            <p:ph type="sldNum" sz="quarter" idx="5"/>
          </p:nvPr>
        </p:nvSpPr>
        <p:spPr/>
        <p:txBody>
          <a:bodyPr/>
          <a:lstStyle/>
          <a:p>
            <a:fld id="{C773DB68-E51C-0443-B8CE-2997CF470B35}" type="slidenum">
              <a:rPr lang="en-US" smtClean="0"/>
              <a:t>3</a:t>
            </a:fld>
            <a:endParaRPr lang="en-US"/>
          </a:p>
        </p:txBody>
      </p:sp>
    </p:spTree>
    <p:extLst>
      <p:ext uri="{BB962C8B-B14F-4D97-AF65-F5344CB8AC3E}">
        <p14:creationId xmlns:p14="http://schemas.microsoft.com/office/powerpoint/2010/main" val="47833414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773DB68-E51C-0443-B8CE-2997CF470B35}" type="slidenum">
              <a:rPr lang="en-US" smtClean="0"/>
              <a:t>4</a:t>
            </a:fld>
            <a:endParaRPr lang="en-US"/>
          </a:p>
        </p:txBody>
      </p:sp>
    </p:spTree>
    <p:extLst>
      <p:ext uri="{BB962C8B-B14F-4D97-AF65-F5344CB8AC3E}">
        <p14:creationId xmlns:p14="http://schemas.microsoft.com/office/powerpoint/2010/main" val="273838350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773DB68-E51C-0443-B8CE-2997CF470B35}" type="slidenum">
              <a:rPr lang="en-US" smtClean="0"/>
              <a:t>5</a:t>
            </a:fld>
            <a:endParaRPr lang="en-US"/>
          </a:p>
        </p:txBody>
      </p:sp>
    </p:spTree>
    <p:extLst>
      <p:ext uri="{BB962C8B-B14F-4D97-AF65-F5344CB8AC3E}">
        <p14:creationId xmlns:p14="http://schemas.microsoft.com/office/powerpoint/2010/main" val="126946184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773DB68-E51C-0443-B8CE-2997CF470B35}" type="slidenum">
              <a:rPr lang="en-US" smtClean="0"/>
              <a:t>6</a:t>
            </a:fld>
            <a:endParaRPr lang="en-US"/>
          </a:p>
        </p:txBody>
      </p:sp>
    </p:spTree>
    <p:extLst>
      <p:ext uri="{BB962C8B-B14F-4D97-AF65-F5344CB8AC3E}">
        <p14:creationId xmlns:p14="http://schemas.microsoft.com/office/powerpoint/2010/main" val="290927363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773DB68-E51C-0443-B8CE-2997CF470B35}" type="slidenum">
              <a:rPr lang="en-US" smtClean="0"/>
              <a:t>7</a:t>
            </a:fld>
            <a:endParaRPr lang="en-US"/>
          </a:p>
        </p:txBody>
      </p:sp>
    </p:spTree>
    <p:extLst>
      <p:ext uri="{BB962C8B-B14F-4D97-AF65-F5344CB8AC3E}">
        <p14:creationId xmlns:p14="http://schemas.microsoft.com/office/powerpoint/2010/main" val="153962644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773DB68-E51C-0443-B8CE-2997CF470B35}" type="slidenum">
              <a:rPr lang="en-US" smtClean="0"/>
              <a:t>8</a:t>
            </a:fld>
            <a:endParaRPr lang="en-US"/>
          </a:p>
        </p:txBody>
      </p:sp>
    </p:spTree>
    <p:extLst>
      <p:ext uri="{BB962C8B-B14F-4D97-AF65-F5344CB8AC3E}">
        <p14:creationId xmlns:p14="http://schemas.microsoft.com/office/powerpoint/2010/main" val="150163282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b="0" u="none" dirty="0"/>
          </a:p>
        </p:txBody>
      </p:sp>
      <p:sp>
        <p:nvSpPr>
          <p:cNvPr id="4" name="Slide Number Placeholder 3"/>
          <p:cNvSpPr>
            <a:spLocks noGrp="1"/>
          </p:cNvSpPr>
          <p:nvPr>
            <p:ph type="sldNum" sz="quarter" idx="5"/>
          </p:nvPr>
        </p:nvSpPr>
        <p:spPr/>
        <p:txBody>
          <a:bodyPr/>
          <a:lstStyle/>
          <a:p>
            <a:fld id="{C773DB68-E51C-0443-B8CE-2997CF470B35}" type="slidenum">
              <a:rPr lang="en-US" smtClean="0"/>
              <a:t>9</a:t>
            </a:fld>
            <a:endParaRPr lang="en-US"/>
          </a:p>
        </p:txBody>
      </p:sp>
    </p:spTree>
    <p:extLst>
      <p:ext uri="{BB962C8B-B14F-4D97-AF65-F5344CB8AC3E}">
        <p14:creationId xmlns:p14="http://schemas.microsoft.com/office/powerpoint/2010/main" val="380716721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773DB68-E51C-0443-B8CE-2997CF470B35}" type="slidenum">
              <a:rPr lang="en-US" smtClean="0"/>
              <a:t>10</a:t>
            </a:fld>
            <a:endParaRPr lang="en-US"/>
          </a:p>
        </p:txBody>
      </p:sp>
    </p:spTree>
    <p:extLst>
      <p:ext uri="{BB962C8B-B14F-4D97-AF65-F5344CB8AC3E}">
        <p14:creationId xmlns:p14="http://schemas.microsoft.com/office/powerpoint/2010/main" val="109771470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endParaRPr lang="en-US" sz="1200" b="0" kern="1200" baseline="0" dirty="0">
              <a:solidFill>
                <a:schemeClr val="tx1"/>
              </a:solidFill>
              <a:effectLst/>
              <a:latin typeface="Arial" charset="0"/>
              <a:ea typeface="+mn-ea"/>
              <a:cs typeface="+mn-cs"/>
            </a:endParaRPr>
          </a:p>
        </p:txBody>
      </p:sp>
      <p:sp>
        <p:nvSpPr>
          <p:cNvPr id="4" name="Slide Number Placeholder 3"/>
          <p:cNvSpPr>
            <a:spLocks noGrp="1"/>
          </p:cNvSpPr>
          <p:nvPr>
            <p:ph type="sldNum" sz="quarter" idx="5"/>
          </p:nvPr>
        </p:nvSpPr>
        <p:spPr/>
        <p:txBody>
          <a:bodyPr/>
          <a:lstStyle/>
          <a:p>
            <a:fld id="{C773DB68-E51C-0443-B8CE-2997CF470B35}" type="slidenum">
              <a:rPr lang="en-US" smtClean="0"/>
              <a:t>11</a:t>
            </a:fld>
            <a:endParaRPr lang="en-US"/>
          </a:p>
        </p:txBody>
      </p:sp>
    </p:spTree>
    <p:extLst>
      <p:ext uri="{BB962C8B-B14F-4D97-AF65-F5344CB8AC3E}">
        <p14:creationId xmlns:p14="http://schemas.microsoft.com/office/powerpoint/2010/main" val="115475989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773DB68-E51C-0443-B8CE-2997CF470B35}" type="slidenum">
              <a:rPr lang="en-US" smtClean="0"/>
              <a:t>12</a:t>
            </a:fld>
            <a:endParaRPr lang="en-US"/>
          </a:p>
        </p:txBody>
      </p:sp>
    </p:spTree>
    <p:extLst>
      <p:ext uri="{BB962C8B-B14F-4D97-AF65-F5344CB8AC3E}">
        <p14:creationId xmlns:p14="http://schemas.microsoft.com/office/powerpoint/2010/main" val="282822043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773DB68-E51C-0443-B8CE-2997CF470B35}" type="slidenum">
              <a:rPr lang="en-US" smtClean="0"/>
              <a:t>13</a:t>
            </a:fld>
            <a:endParaRPr lang="en-US"/>
          </a:p>
        </p:txBody>
      </p:sp>
    </p:spTree>
    <p:extLst>
      <p:ext uri="{BB962C8B-B14F-4D97-AF65-F5344CB8AC3E}">
        <p14:creationId xmlns:p14="http://schemas.microsoft.com/office/powerpoint/2010/main" val="405253417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773DB68-E51C-0443-B8CE-2997CF470B35}" type="slidenum">
              <a:rPr lang="en-US" smtClean="0"/>
              <a:t>14</a:t>
            </a:fld>
            <a:endParaRPr lang="en-US"/>
          </a:p>
        </p:txBody>
      </p:sp>
    </p:spTree>
    <p:extLst>
      <p:ext uri="{BB962C8B-B14F-4D97-AF65-F5344CB8AC3E}">
        <p14:creationId xmlns:p14="http://schemas.microsoft.com/office/powerpoint/2010/main" val="184610959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b="0" u="none" dirty="0"/>
          </a:p>
        </p:txBody>
      </p:sp>
      <p:sp>
        <p:nvSpPr>
          <p:cNvPr id="4" name="Slide Number Placeholder 3"/>
          <p:cNvSpPr>
            <a:spLocks noGrp="1"/>
          </p:cNvSpPr>
          <p:nvPr>
            <p:ph type="sldNum" sz="quarter" idx="5"/>
          </p:nvPr>
        </p:nvSpPr>
        <p:spPr/>
        <p:txBody>
          <a:bodyPr/>
          <a:lstStyle/>
          <a:p>
            <a:pPr marL="0" marR="0" lvl="0" indent="0" algn="r" defTabSz="812810" rtl="0" eaLnBrk="1" fontAlgn="auto" latinLnBrk="0" hangingPunct="1">
              <a:lnSpc>
                <a:spcPct val="100000"/>
              </a:lnSpc>
              <a:spcBef>
                <a:spcPts val="0"/>
              </a:spcBef>
              <a:spcAft>
                <a:spcPts val="0"/>
              </a:spcAft>
              <a:buClrTx/>
              <a:buSzTx/>
              <a:buFontTx/>
              <a:buNone/>
              <a:tabLst/>
              <a:defRPr/>
            </a:pPr>
            <a:fld id="{C773DB68-E51C-0443-B8CE-2997CF470B35}"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812810" rtl="0" eaLnBrk="1" fontAlgn="auto" latinLnBrk="0" hangingPunct="1">
                <a:lnSpc>
                  <a:spcPct val="100000"/>
                </a:lnSpc>
                <a:spcBef>
                  <a:spcPts val="0"/>
                </a:spcBef>
                <a:spcAft>
                  <a:spcPts val="0"/>
                </a:spcAft>
                <a:buClrTx/>
                <a:buSzTx/>
                <a:buFontTx/>
                <a:buNone/>
                <a:tabLst/>
                <a:defRPr/>
              </a:pPr>
              <a:t>16</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8436892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812810" rtl="0" eaLnBrk="1" fontAlgn="auto" latinLnBrk="0" hangingPunct="1">
              <a:lnSpc>
                <a:spcPct val="100000"/>
              </a:lnSpc>
              <a:spcBef>
                <a:spcPts val="0"/>
              </a:spcBef>
              <a:spcAft>
                <a:spcPts val="0"/>
              </a:spcAft>
              <a:buClrTx/>
              <a:buSzTx/>
              <a:buFontTx/>
              <a:buNone/>
              <a:tabLst/>
              <a:defRPr/>
            </a:pPr>
            <a:fld id="{C773DB68-E51C-0443-B8CE-2997CF470B35}"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812810" rtl="0" eaLnBrk="1" fontAlgn="auto" latinLnBrk="0" hangingPunct="1">
                <a:lnSpc>
                  <a:spcPct val="100000"/>
                </a:lnSpc>
                <a:spcBef>
                  <a:spcPts val="0"/>
                </a:spcBef>
                <a:spcAft>
                  <a:spcPts val="0"/>
                </a:spcAft>
                <a:buClrTx/>
                <a:buSzTx/>
                <a:buFontTx/>
                <a:buNone/>
                <a:tabLst/>
                <a:defRPr/>
              </a:pPr>
              <a:t>17</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45705942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812810" rtl="0" eaLnBrk="1" fontAlgn="auto" latinLnBrk="0" hangingPunct="1">
              <a:lnSpc>
                <a:spcPct val="100000"/>
              </a:lnSpc>
              <a:spcBef>
                <a:spcPts val="0"/>
              </a:spcBef>
              <a:spcAft>
                <a:spcPts val="0"/>
              </a:spcAft>
              <a:buClrTx/>
              <a:buSzTx/>
              <a:buFontTx/>
              <a:buNone/>
              <a:tabLst/>
              <a:defRPr/>
            </a:pPr>
            <a:fld id="{C773DB68-E51C-0443-B8CE-2997CF470B35}"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812810" rtl="0" eaLnBrk="1" fontAlgn="auto" latinLnBrk="0" hangingPunct="1">
                <a:lnSpc>
                  <a:spcPct val="100000"/>
                </a:lnSpc>
                <a:spcBef>
                  <a:spcPts val="0"/>
                </a:spcBef>
                <a:spcAft>
                  <a:spcPts val="0"/>
                </a:spcAft>
                <a:buClrTx/>
                <a:buSzTx/>
                <a:buFontTx/>
                <a:buNone/>
                <a:tabLst/>
                <a:defRPr/>
              </a:pPr>
              <a:t>18</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18847425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b="0" u="none" dirty="0"/>
          </a:p>
        </p:txBody>
      </p:sp>
      <p:sp>
        <p:nvSpPr>
          <p:cNvPr id="4" name="Slide Number Placeholder 3"/>
          <p:cNvSpPr>
            <a:spLocks noGrp="1"/>
          </p:cNvSpPr>
          <p:nvPr>
            <p:ph type="sldNum" sz="quarter" idx="5"/>
          </p:nvPr>
        </p:nvSpPr>
        <p:spPr/>
        <p:txBody>
          <a:bodyPr/>
          <a:lstStyle/>
          <a:p>
            <a:pPr marL="0" marR="0" lvl="0" indent="0" algn="r" defTabSz="812810" rtl="0" eaLnBrk="1" fontAlgn="auto" latinLnBrk="0" hangingPunct="1">
              <a:lnSpc>
                <a:spcPct val="100000"/>
              </a:lnSpc>
              <a:spcBef>
                <a:spcPts val="0"/>
              </a:spcBef>
              <a:spcAft>
                <a:spcPts val="0"/>
              </a:spcAft>
              <a:buClrTx/>
              <a:buSzTx/>
              <a:buFontTx/>
              <a:buNone/>
              <a:tabLst/>
              <a:defRPr/>
            </a:pPr>
            <a:fld id="{C773DB68-E51C-0443-B8CE-2997CF470B35}"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812810" rtl="0" eaLnBrk="1" fontAlgn="auto" latinLnBrk="0" hangingPunct="1">
                <a:lnSpc>
                  <a:spcPct val="100000"/>
                </a:lnSpc>
                <a:spcBef>
                  <a:spcPts val="0"/>
                </a:spcBef>
                <a:spcAft>
                  <a:spcPts val="0"/>
                </a:spcAft>
                <a:buClrTx/>
                <a:buSzTx/>
                <a:buFontTx/>
                <a:buNone/>
                <a:tabLst/>
                <a:defRPr/>
              </a:pPr>
              <a:t>19</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811250609"/>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u="sng" dirty="0"/>
              <a:t>Faculty Note:</a:t>
            </a:r>
          </a:p>
          <a:p>
            <a:endParaRPr lang="en-US" b="0" u="none" dirty="0"/>
          </a:p>
          <a:p>
            <a:r>
              <a:rPr lang="en-US" b="0" u="none" dirty="0"/>
              <a:t>Please use this area to provide notes to our design team about the content contained on the slide. Notes can include instructions on how content will be presented; types of imagery needed or desired; plan on how to describe visuals; etc.</a:t>
            </a:r>
          </a:p>
          <a:p>
            <a:endParaRPr lang="en-US" b="0" u="none" dirty="0"/>
          </a:p>
          <a:p>
            <a:r>
              <a:rPr lang="en-US" b="0" u="none" dirty="0"/>
              <a:t>Content slides come in two options depending upon what is needed – Content slide with title / Content slide without title. All content slides have a faded line and light gradient at the bottom of the slide which is meant to be empty space to display subtitles and the Michigan logo. Please keep all information out of this bottom gradient area.</a:t>
            </a:r>
          </a:p>
          <a:p>
            <a:endParaRPr lang="en-US" dirty="0"/>
          </a:p>
        </p:txBody>
      </p:sp>
      <p:sp>
        <p:nvSpPr>
          <p:cNvPr id="4" name="Slide Number Placeholder 3"/>
          <p:cNvSpPr>
            <a:spLocks noGrp="1"/>
          </p:cNvSpPr>
          <p:nvPr>
            <p:ph type="sldNum" sz="quarter" idx="5"/>
          </p:nvPr>
        </p:nvSpPr>
        <p:spPr/>
        <p:txBody>
          <a:bodyPr/>
          <a:lstStyle/>
          <a:p>
            <a:fld id="{C773DB68-E51C-0443-B8CE-2997CF470B35}" type="slidenum">
              <a:rPr lang="en-US" smtClean="0"/>
              <a:t>20</a:t>
            </a:fld>
            <a:endParaRPr lang="en-US"/>
          </a:p>
        </p:txBody>
      </p:sp>
    </p:spTree>
    <p:extLst>
      <p:ext uri="{BB962C8B-B14F-4D97-AF65-F5344CB8AC3E}">
        <p14:creationId xmlns:p14="http://schemas.microsoft.com/office/powerpoint/2010/main" val="3031399800"/>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endParaRPr lang="en-US" sz="1200" b="0" kern="1200" baseline="0" dirty="0">
              <a:solidFill>
                <a:schemeClr val="tx1"/>
              </a:solidFill>
              <a:effectLst/>
              <a:latin typeface="Arial" charset="0"/>
              <a:ea typeface="+mn-ea"/>
              <a:cs typeface="+mn-cs"/>
            </a:endParaRPr>
          </a:p>
        </p:txBody>
      </p:sp>
      <p:sp>
        <p:nvSpPr>
          <p:cNvPr id="4" name="Slide Number Placeholder 3"/>
          <p:cNvSpPr>
            <a:spLocks noGrp="1"/>
          </p:cNvSpPr>
          <p:nvPr>
            <p:ph type="sldNum" sz="quarter" idx="5"/>
          </p:nvPr>
        </p:nvSpPr>
        <p:spPr/>
        <p:txBody>
          <a:bodyPr/>
          <a:lstStyle/>
          <a:p>
            <a:pPr marL="0" marR="0" lvl="0" indent="0" algn="r" defTabSz="812810" rtl="0" eaLnBrk="1" fontAlgn="auto" latinLnBrk="0" hangingPunct="1">
              <a:lnSpc>
                <a:spcPct val="100000"/>
              </a:lnSpc>
              <a:spcBef>
                <a:spcPts val="0"/>
              </a:spcBef>
              <a:spcAft>
                <a:spcPts val="0"/>
              </a:spcAft>
              <a:buClrTx/>
              <a:buSzTx/>
              <a:buFontTx/>
              <a:buNone/>
              <a:tabLst/>
              <a:defRPr/>
            </a:pPr>
            <a:fld id="{C773DB68-E51C-0443-B8CE-2997CF470B35}"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812810" rtl="0" eaLnBrk="1" fontAlgn="auto" latinLnBrk="0" hangingPunct="1">
                <a:lnSpc>
                  <a:spcPct val="100000"/>
                </a:lnSpc>
                <a:spcBef>
                  <a:spcPts val="0"/>
                </a:spcBef>
                <a:spcAft>
                  <a:spcPts val="0"/>
                </a:spcAft>
                <a:buClrTx/>
                <a:buSzTx/>
                <a:buFontTx/>
                <a:buNone/>
                <a:tabLst/>
                <a:defRPr/>
              </a:pPr>
              <a:t>23</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337866374"/>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b="0" u="none" dirty="0"/>
          </a:p>
        </p:txBody>
      </p:sp>
      <p:sp>
        <p:nvSpPr>
          <p:cNvPr id="4" name="Slide Number Placeholder 3"/>
          <p:cNvSpPr>
            <a:spLocks noGrp="1"/>
          </p:cNvSpPr>
          <p:nvPr>
            <p:ph type="sldNum" sz="quarter" idx="5"/>
          </p:nvPr>
        </p:nvSpPr>
        <p:spPr/>
        <p:txBody>
          <a:bodyPr/>
          <a:lstStyle/>
          <a:p>
            <a:pPr marL="0" marR="0" lvl="0" indent="0" algn="r" defTabSz="812810" rtl="0" eaLnBrk="1" fontAlgn="auto" latinLnBrk="0" hangingPunct="1">
              <a:lnSpc>
                <a:spcPct val="100000"/>
              </a:lnSpc>
              <a:spcBef>
                <a:spcPts val="0"/>
              </a:spcBef>
              <a:spcAft>
                <a:spcPts val="0"/>
              </a:spcAft>
              <a:buClrTx/>
              <a:buSzTx/>
              <a:buFontTx/>
              <a:buNone/>
              <a:tabLst/>
              <a:defRPr/>
            </a:pPr>
            <a:fld id="{C773DB68-E51C-0443-B8CE-2997CF470B35}"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812810" rtl="0" eaLnBrk="1" fontAlgn="auto" latinLnBrk="0" hangingPunct="1">
                <a:lnSpc>
                  <a:spcPct val="100000"/>
                </a:lnSpc>
                <a:spcBef>
                  <a:spcPts val="0"/>
                </a:spcBef>
                <a:spcAft>
                  <a:spcPts val="0"/>
                </a:spcAft>
                <a:buClrTx/>
                <a:buSzTx/>
                <a:buFontTx/>
                <a:buNone/>
                <a:tabLst/>
                <a:defRPr/>
              </a:pPr>
              <a:t>24</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141273976"/>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endParaRPr lang="en-US" sz="1200" b="0" kern="1200" baseline="0" dirty="0">
              <a:solidFill>
                <a:schemeClr val="tx1"/>
              </a:solidFill>
              <a:effectLst/>
              <a:latin typeface="Arial" charset="0"/>
              <a:ea typeface="+mn-ea"/>
              <a:cs typeface="+mn-cs"/>
            </a:endParaRPr>
          </a:p>
        </p:txBody>
      </p:sp>
      <p:sp>
        <p:nvSpPr>
          <p:cNvPr id="4" name="Slide Number Placeholder 3"/>
          <p:cNvSpPr>
            <a:spLocks noGrp="1"/>
          </p:cNvSpPr>
          <p:nvPr>
            <p:ph type="sldNum" sz="quarter" idx="5"/>
          </p:nvPr>
        </p:nvSpPr>
        <p:spPr/>
        <p:txBody>
          <a:bodyPr/>
          <a:lstStyle/>
          <a:p>
            <a:pPr marL="0" marR="0" lvl="0" indent="0" algn="r" defTabSz="812810" rtl="0" eaLnBrk="1" fontAlgn="auto" latinLnBrk="0" hangingPunct="1">
              <a:lnSpc>
                <a:spcPct val="100000"/>
              </a:lnSpc>
              <a:spcBef>
                <a:spcPts val="0"/>
              </a:spcBef>
              <a:spcAft>
                <a:spcPts val="0"/>
              </a:spcAft>
              <a:buClrTx/>
              <a:buSzTx/>
              <a:buFontTx/>
              <a:buNone/>
              <a:tabLst/>
              <a:defRPr/>
            </a:pPr>
            <a:fld id="{C773DB68-E51C-0443-B8CE-2997CF470B35}"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812810" rtl="0" eaLnBrk="1" fontAlgn="auto" latinLnBrk="0" hangingPunct="1">
                <a:lnSpc>
                  <a:spcPct val="100000"/>
                </a:lnSpc>
                <a:spcBef>
                  <a:spcPts val="0"/>
                </a:spcBef>
                <a:spcAft>
                  <a:spcPts val="0"/>
                </a:spcAft>
                <a:buClrTx/>
                <a:buSzTx/>
                <a:buFontTx/>
                <a:buNone/>
                <a:tabLst/>
                <a:defRPr/>
              </a:pPr>
              <a:t>25</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794863113"/>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endParaRPr lang="en-US" sz="1200" b="0" kern="1200" baseline="0" dirty="0">
              <a:solidFill>
                <a:schemeClr val="tx1"/>
              </a:solidFill>
              <a:effectLst/>
              <a:latin typeface="Arial" charset="0"/>
              <a:ea typeface="+mn-ea"/>
              <a:cs typeface="+mn-cs"/>
            </a:endParaRPr>
          </a:p>
        </p:txBody>
      </p:sp>
      <p:sp>
        <p:nvSpPr>
          <p:cNvPr id="4" name="Slide Number Placeholder 3"/>
          <p:cNvSpPr>
            <a:spLocks noGrp="1"/>
          </p:cNvSpPr>
          <p:nvPr>
            <p:ph type="sldNum" sz="quarter" idx="5"/>
          </p:nvPr>
        </p:nvSpPr>
        <p:spPr/>
        <p:txBody>
          <a:bodyPr/>
          <a:lstStyle/>
          <a:p>
            <a:pPr marL="0" marR="0" lvl="0" indent="0" algn="r" defTabSz="812810" rtl="0" eaLnBrk="1" fontAlgn="auto" latinLnBrk="0" hangingPunct="1">
              <a:lnSpc>
                <a:spcPct val="100000"/>
              </a:lnSpc>
              <a:spcBef>
                <a:spcPts val="0"/>
              </a:spcBef>
              <a:spcAft>
                <a:spcPts val="0"/>
              </a:spcAft>
              <a:buClrTx/>
              <a:buSzTx/>
              <a:buFontTx/>
              <a:buNone/>
              <a:tabLst/>
              <a:defRPr/>
            </a:pPr>
            <a:fld id="{C773DB68-E51C-0443-B8CE-2997CF470B35}"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812810" rtl="0" eaLnBrk="1" fontAlgn="auto" latinLnBrk="0" hangingPunct="1">
                <a:lnSpc>
                  <a:spcPct val="100000"/>
                </a:lnSpc>
                <a:spcBef>
                  <a:spcPts val="0"/>
                </a:spcBef>
                <a:spcAft>
                  <a:spcPts val="0"/>
                </a:spcAft>
                <a:buClrTx/>
                <a:buSzTx/>
                <a:buFontTx/>
                <a:buNone/>
                <a:tabLst/>
                <a:defRPr/>
              </a:pPr>
              <a:t>28</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30341694"/>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b="0" u="none" dirty="0"/>
          </a:p>
        </p:txBody>
      </p:sp>
      <p:sp>
        <p:nvSpPr>
          <p:cNvPr id="4" name="Slide Number Placeholder 3"/>
          <p:cNvSpPr>
            <a:spLocks noGrp="1"/>
          </p:cNvSpPr>
          <p:nvPr>
            <p:ph type="sldNum" sz="quarter" idx="5"/>
          </p:nvPr>
        </p:nvSpPr>
        <p:spPr/>
        <p:txBody>
          <a:bodyPr/>
          <a:lstStyle/>
          <a:p>
            <a:pPr marL="0" marR="0" lvl="0" indent="0" algn="r" defTabSz="812810" rtl="0" eaLnBrk="1" fontAlgn="auto" latinLnBrk="0" hangingPunct="1">
              <a:lnSpc>
                <a:spcPct val="100000"/>
              </a:lnSpc>
              <a:spcBef>
                <a:spcPts val="0"/>
              </a:spcBef>
              <a:spcAft>
                <a:spcPts val="0"/>
              </a:spcAft>
              <a:buClrTx/>
              <a:buSzTx/>
              <a:buFontTx/>
              <a:buNone/>
              <a:tabLst/>
              <a:defRPr/>
            </a:pPr>
            <a:fld id="{C773DB68-E51C-0443-B8CE-2997CF470B35}"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812810" rtl="0" eaLnBrk="1" fontAlgn="auto" latinLnBrk="0" hangingPunct="1">
                <a:lnSpc>
                  <a:spcPct val="100000"/>
                </a:lnSpc>
                <a:spcBef>
                  <a:spcPts val="0"/>
                </a:spcBef>
                <a:spcAft>
                  <a:spcPts val="0"/>
                </a:spcAft>
                <a:buClrTx/>
                <a:buSzTx/>
                <a:buFontTx/>
                <a:buNone/>
                <a:tabLst/>
                <a:defRPr/>
              </a:pPr>
              <a:t>30</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406589863"/>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812810" rtl="0" eaLnBrk="1" fontAlgn="auto" latinLnBrk="0" hangingPunct="1">
              <a:lnSpc>
                <a:spcPct val="100000"/>
              </a:lnSpc>
              <a:spcBef>
                <a:spcPts val="0"/>
              </a:spcBef>
              <a:spcAft>
                <a:spcPts val="0"/>
              </a:spcAft>
              <a:buClrTx/>
              <a:buSzTx/>
              <a:buFontTx/>
              <a:buNone/>
              <a:tabLst/>
              <a:defRPr/>
            </a:pPr>
            <a:fld id="{C773DB68-E51C-0443-B8CE-2997CF470B35}"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812810" rtl="0" eaLnBrk="1" fontAlgn="auto" latinLnBrk="0" hangingPunct="1">
                <a:lnSpc>
                  <a:spcPct val="100000"/>
                </a:lnSpc>
                <a:spcBef>
                  <a:spcPts val="0"/>
                </a:spcBef>
                <a:spcAft>
                  <a:spcPts val="0"/>
                </a:spcAft>
                <a:buClrTx/>
                <a:buSzTx/>
                <a:buFontTx/>
                <a:buNone/>
                <a:tabLst/>
                <a:defRPr/>
              </a:pPr>
              <a:t>31</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319797880"/>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endParaRPr lang="en-US" sz="1200" kern="1200" baseline="0" dirty="0">
              <a:solidFill>
                <a:schemeClr val="tx1"/>
              </a:solidFill>
              <a:effectLst/>
              <a:latin typeface="Arial" charset="0"/>
              <a:ea typeface="+mn-ea"/>
              <a:cs typeface="+mn-cs"/>
            </a:endParaRPr>
          </a:p>
        </p:txBody>
      </p:sp>
      <p:sp>
        <p:nvSpPr>
          <p:cNvPr id="4" name="Slide Number Placeholder 3"/>
          <p:cNvSpPr>
            <a:spLocks noGrp="1"/>
          </p:cNvSpPr>
          <p:nvPr>
            <p:ph type="sldNum" sz="quarter" idx="5"/>
          </p:nvPr>
        </p:nvSpPr>
        <p:spPr/>
        <p:txBody>
          <a:bodyPr/>
          <a:lstStyle/>
          <a:p>
            <a:pPr marL="0" marR="0" lvl="0" indent="0" algn="r" defTabSz="812810" rtl="0" eaLnBrk="1" fontAlgn="auto" latinLnBrk="0" hangingPunct="1">
              <a:lnSpc>
                <a:spcPct val="100000"/>
              </a:lnSpc>
              <a:spcBef>
                <a:spcPts val="0"/>
              </a:spcBef>
              <a:spcAft>
                <a:spcPts val="0"/>
              </a:spcAft>
              <a:buClrTx/>
              <a:buSzTx/>
              <a:buFontTx/>
              <a:buNone/>
              <a:tabLst/>
              <a:defRPr/>
            </a:pPr>
            <a:fld id="{C773DB68-E51C-0443-B8CE-2997CF470B35}"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812810" rtl="0" eaLnBrk="1" fontAlgn="auto" latinLnBrk="0" hangingPunct="1">
                <a:lnSpc>
                  <a:spcPct val="100000"/>
                </a:lnSpc>
                <a:spcBef>
                  <a:spcPts val="0"/>
                </a:spcBef>
                <a:spcAft>
                  <a:spcPts val="0"/>
                </a:spcAft>
                <a:buClrTx/>
                <a:buSzTx/>
                <a:buFontTx/>
                <a:buNone/>
                <a:tabLst/>
                <a:defRPr/>
              </a:pPr>
              <a:t>32</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027525803"/>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812810" rtl="0" eaLnBrk="1" fontAlgn="auto" latinLnBrk="0" hangingPunct="1">
              <a:lnSpc>
                <a:spcPct val="100000"/>
              </a:lnSpc>
              <a:spcBef>
                <a:spcPts val="0"/>
              </a:spcBef>
              <a:spcAft>
                <a:spcPts val="0"/>
              </a:spcAft>
              <a:buClrTx/>
              <a:buSzTx/>
              <a:buFontTx/>
              <a:buNone/>
              <a:tabLst/>
              <a:defRPr/>
            </a:pPr>
            <a:fld id="{C773DB68-E51C-0443-B8CE-2997CF470B35}"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812810" rtl="0" eaLnBrk="1" fontAlgn="auto" latinLnBrk="0" hangingPunct="1">
                <a:lnSpc>
                  <a:spcPct val="100000"/>
                </a:lnSpc>
                <a:spcBef>
                  <a:spcPts val="0"/>
                </a:spcBef>
                <a:spcAft>
                  <a:spcPts val="0"/>
                </a:spcAft>
                <a:buClrTx/>
                <a:buSzTx/>
                <a:buFontTx/>
                <a:buNone/>
                <a:tabLst/>
                <a:defRPr/>
              </a:pPr>
              <a:t>33</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146398660"/>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812810" rtl="0" eaLnBrk="1" fontAlgn="auto" latinLnBrk="0" hangingPunct="1">
              <a:lnSpc>
                <a:spcPct val="100000"/>
              </a:lnSpc>
              <a:spcBef>
                <a:spcPts val="0"/>
              </a:spcBef>
              <a:spcAft>
                <a:spcPts val="0"/>
              </a:spcAft>
              <a:buClrTx/>
              <a:buSzTx/>
              <a:buFontTx/>
              <a:buNone/>
              <a:tabLst/>
              <a:defRPr/>
            </a:pPr>
            <a:fld id="{C773DB68-E51C-0443-B8CE-2997CF470B35}"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812810" rtl="0" eaLnBrk="1" fontAlgn="auto" latinLnBrk="0" hangingPunct="1">
                <a:lnSpc>
                  <a:spcPct val="100000"/>
                </a:lnSpc>
                <a:spcBef>
                  <a:spcPts val="0"/>
                </a:spcBef>
                <a:spcAft>
                  <a:spcPts val="0"/>
                </a:spcAft>
                <a:buClrTx/>
                <a:buSzTx/>
                <a:buFontTx/>
                <a:buNone/>
                <a:tabLst/>
                <a:defRPr/>
              </a:pPr>
              <a:t>34</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859719864"/>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endParaRPr lang="en-US" sz="1200" b="0" kern="1200" baseline="0" dirty="0">
              <a:solidFill>
                <a:schemeClr val="tx1"/>
              </a:solidFill>
              <a:effectLst/>
              <a:latin typeface="Arial" charset="0"/>
              <a:ea typeface="+mn-ea"/>
              <a:cs typeface="+mn-cs"/>
            </a:endParaRPr>
          </a:p>
        </p:txBody>
      </p:sp>
      <p:sp>
        <p:nvSpPr>
          <p:cNvPr id="4" name="Slide Number Placeholder 3"/>
          <p:cNvSpPr>
            <a:spLocks noGrp="1"/>
          </p:cNvSpPr>
          <p:nvPr>
            <p:ph type="sldNum" sz="quarter" idx="5"/>
          </p:nvPr>
        </p:nvSpPr>
        <p:spPr/>
        <p:txBody>
          <a:bodyPr/>
          <a:lstStyle/>
          <a:p>
            <a:pPr marL="0" marR="0" lvl="0" indent="0" algn="r" defTabSz="812810" rtl="0" eaLnBrk="1" fontAlgn="auto" latinLnBrk="0" hangingPunct="1">
              <a:lnSpc>
                <a:spcPct val="100000"/>
              </a:lnSpc>
              <a:spcBef>
                <a:spcPts val="0"/>
              </a:spcBef>
              <a:spcAft>
                <a:spcPts val="0"/>
              </a:spcAft>
              <a:buClrTx/>
              <a:buSzTx/>
              <a:buFontTx/>
              <a:buNone/>
              <a:tabLst/>
              <a:defRPr/>
            </a:pPr>
            <a:fld id="{C773DB68-E51C-0443-B8CE-2997CF470B35}"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812810" rtl="0" eaLnBrk="1" fontAlgn="auto" latinLnBrk="0" hangingPunct="1">
                <a:lnSpc>
                  <a:spcPct val="100000"/>
                </a:lnSpc>
                <a:spcBef>
                  <a:spcPts val="0"/>
                </a:spcBef>
                <a:spcAft>
                  <a:spcPts val="0"/>
                </a:spcAft>
                <a:buClrTx/>
                <a:buSzTx/>
                <a:buFontTx/>
                <a:buNone/>
                <a:tabLst/>
                <a:defRPr/>
              </a:pPr>
              <a:t>35</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952209578"/>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endParaRPr lang="en-US" sz="1200" kern="1200" baseline="0" dirty="0">
              <a:solidFill>
                <a:schemeClr val="tx1"/>
              </a:solidFill>
              <a:effectLst/>
              <a:latin typeface="Arial" charset="0"/>
              <a:ea typeface="+mn-ea"/>
              <a:cs typeface="+mn-cs"/>
            </a:endParaRPr>
          </a:p>
        </p:txBody>
      </p:sp>
      <p:sp>
        <p:nvSpPr>
          <p:cNvPr id="4" name="Slide Number Placeholder 3"/>
          <p:cNvSpPr>
            <a:spLocks noGrp="1"/>
          </p:cNvSpPr>
          <p:nvPr>
            <p:ph type="sldNum" sz="quarter" idx="5"/>
          </p:nvPr>
        </p:nvSpPr>
        <p:spPr/>
        <p:txBody>
          <a:bodyPr/>
          <a:lstStyle/>
          <a:p>
            <a:pPr marL="0" marR="0" lvl="0" indent="0" algn="r" defTabSz="812810" rtl="0" eaLnBrk="1" fontAlgn="auto" latinLnBrk="0" hangingPunct="1">
              <a:lnSpc>
                <a:spcPct val="100000"/>
              </a:lnSpc>
              <a:spcBef>
                <a:spcPts val="0"/>
              </a:spcBef>
              <a:spcAft>
                <a:spcPts val="0"/>
              </a:spcAft>
              <a:buClrTx/>
              <a:buSzTx/>
              <a:buFontTx/>
              <a:buNone/>
              <a:tabLst/>
              <a:defRPr/>
            </a:pPr>
            <a:fld id="{C773DB68-E51C-0443-B8CE-2997CF470B35}"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812810" rtl="0" eaLnBrk="1" fontAlgn="auto" latinLnBrk="0" hangingPunct="1">
                <a:lnSpc>
                  <a:spcPct val="100000"/>
                </a:lnSpc>
                <a:spcBef>
                  <a:spcPts val="0"/>
                </a:spcBef>
                <a:spcAft>
                  <a:spcPts val="0"/>
                </a:spcAft>
                <a:buClrTx/>
                <a:buSzTx/>
                <a:buFontTx/>
                <a:buNone/>
                <a:tabLst/>
                <a:defRPr/>
              </a:pPr>
              <a:t>36</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769077494"/>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812810" rtl="0" eaLnBrk="1" fontAlgn="auto" latinLnBrk="0" hangingPunct="1">
              <a:lnSpc>
                <a:spcPct val="100000"/>
              </a:lnSpc>
              <a:spcBef>
                <a:spcPts val="0"/>
              </a:spcBef>
              <a:spcAft>
                <a:spcPts val="0"/>
              </a:spcAft>
              <a:buClrTx/>
              <a:buSzTx/>
              <a:buFontTx/>
              <a:buNone/>
              <a:tabLst/>
              <a:defRPr/>
            </a:pPr>
            <a:fld id="{C773DB68-E51C-0443-B8CE-2997CF470B35}"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812810" rtl="0" eaLnBrk="1" fontAlgn="auto" latinLnBrk="0" hangingPunct="1">
                <a:lnSpc>
                  <a:spcPct val="100000"/>
                </a:lnSpc>
                <a:spcBef>
                  <a:spcPts val="0"/>
                </a:spcBef>
                <a:spcAft>
                  <a:spcPts val="0"/>
                </a:spcAft>
                <a:buClrTx/>
                <a:buSzTx/>
                <a:buFontTx/>
                <a:buNone/>
                <a:tabLst/>
                <a:defRPr/>
              </a:pPr>
              <a:t>37</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943773163"/>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b="0" u="none" dirty="0"/>
          </a:p>
        </p:txBody>
      </p:sp>
      <p:sp>
        <p:nvSpPr>
          <p:cNvPr id="4" name="Slide Number Placeholder 3"/>
          <p:cNvSpPr>
            <a:spLocks noGrp="1"/>
          </p:cNvSpPr>
          <p:nvPr>
            <p:ph type="sldNum" sz="quarter" idx="5"/>
          </p:nvPr>
        </p:nvSpPr>
        <p:spPr/>
        <p:txBody>
          <a:bodyPr/>
          <a:lstStyle/>
          <a:p>
            <a:pPr marL="0" marR="0" lvl="0" indent="0" algn="r" defTabSz="812810" rtl="0" eaLnBrk="1" fontAlgn="auto" latinLnBrk="0" hangingPunct="1">
              <a:lnSpc>
                <a:spcPct val="100000"/>
              </a:lnSpc>
              <a:spcBef>
                <a:spcPts val="0"/>
              </a:spcBef>
              <a:spcAft>
                <a:spcPts val="0"/>
              </a:spcAft>
              <a:buClrTx/>
              <a:buSzTx/>
              <a:buFontTx/>
              <a:buNone/>
              <a:tabLst/>
              <a:defRPr/>
            </a:pPr>
            <a:fld id="{C773DB68-E51C-0443-B8CE-2997CF470B35}"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812810" rtl="0" eaLnBrk="1" fontAlgn="auto" latinLnBrk="0" hangingPunct="1">
                <a:lnSpc>
                  <a:spcPct val="100000"/>
                </a:lnSpc>
                <a:spcBef>
                  <a:spcPts val="0"/>
                </a:spcBef>
                <a:spcAft>
                  <a:spcPts val="0"/>
                </a:spcAft>
                <a:buClrTx/>
                <a:buSzTx/>
                <a:buFontTx/>
                <a:buNone/>
                <a:tabLst/>
                <a:defRPr/>
              </a:pPr>
              <a:t>38</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486829823"/>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eaLnBrk="1" hangingPunct="1">
              <a:spcBef>
                <a:spcPct val="0"/>
              </a:spcBef>
              <a:buClrTx/>
              <a:buFontTx/>
              <a:buNone/>
            </a:pPr>
            <a:endParaRPr lang="en-US" altLang="en-US" sz="1200" dirty="0">
              <a:solidFill>
                <a:schemeClr val="tx1"/>
              </a:solidFill>
            </a:endParaRPr>
          </a:p>
        </p:txBody>
      </p:sp>
      <p:sp>
        <p:nvSpPr>
          <p:cNvPr id="4" name="Slide Number Placeholder 3"/>
          <p:cNvSpPr>
            <a:spLocks noGrp="1"/>
          </p:cNvSpPr>
          <p:nvPr>
            <p:ph type="sldNum" sz="quarter" idx="5"/>
          </p:nvPr>
        </p:nvSpPr>
        <p:spPr/>
        <p:txBody>
          <a:bodyPr/>
          <a:lstStyle/>
          <a:p>
            <a:pPr marL="0" marR="0" lvl="0" indent="0" algn="r" defTabSz="812810" rtl="0" eaLnBrk="1" fontAlgn="auto" latinLnBrk="0" hangingPunct="1">
              <a:lnSpc>
                <a:spcPct val="100000"/>
              </a:lnSpc>
              <a:spcBef>
                <a:spcPts val="0"/>
              </a:spcBef>
              <a:spcAft>
                <a:spcPts val="0"/>
              </a:spcAft>
              <a:buClrTx/>
              <a:buSzTx/>
              <a:buFontTx/>
              <a:buNone/>
              <a:tabLst/>
              <a:defRPr/>
            </a:pPr>
            <a:fld id="{C773DB68-E51C-0443-B8CE-2997CF470B35}"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812810" rtl="0" eaLnBrk="1" fontAlgn="auto" latinLnBrk="0" hangingPunct="1">
                <a:lnSpc>
                  <a:spcPct val="100000"/>
                </a:lnSpc>
                <a:spcBef>
                  <a:spcPts val="0"/>
                </a:spcBef>
                <a:spcAft>
                  <a:spcPts val="0"/>
                </a:spcAft>
                <a:buClrTx/>
                <a:buSzTx/>
                <a:buFontTx/>
                <a:buNone/>
                <a:tabLst/>
                <a:defRPr/>
              </a:pPr>
              <a:t>39</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201433389"/>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812810" rtl="0" eaLnBrk="1" fontAlgn="auto" latinLnBrk="0" hangingPunct="1">
              <a:lnSpc>
                <a:spcPct val="100000"/>
              </a:lnSpc>
              <a:spcBef>
                <a:spcPts val="0"/>
              </a:spcBef>
              <a:spcAft>
                <a:spcPts val="0"/>
              </a:spcAft>
              <a:buClrTx/>
              <a:buSzTx/>
              <a:buFontTx/>
              <a:buNone/>
              <a:tabLst/>
              <a:defRPr/>
            </a:pPr>
            <a:fld id="{C773DB68-E51C-0443-B8CE-2997CF470B35}"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812810" rtl="0" eaLnBrk="1" fontAlgn="auto" latinLnBrk="0" hangingPunct="1">
                <a:lnSpc>
                  <a:spcPct val="100000"/>
                </a:lnSpc>
                <a:spcBef>
                  <a:spcPts val="0"/>
                </a:spcBef>
                <a:spcAft>
                  <a:spcPts val="0"/>
                </a:spcAft>
                <a:buClrTx/>
                <a:buSzTx/>
                <a:buFontTx/>
                <a:buNone/>
                <a:tabLst/>
                <a:defRPr/>
              </a:pPr>
              <a:t>40</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256463524"/>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812810" rtl="0" eaLnBrk="1" fontAlgn="auto" latinLnBrk="0" hangingPunct="1">
              <a:lnSpc>
                <a:spcPct val="100000"/>
              </a:lnSpc>
              <a:spcBef>
                <a:spcPts val="0"/>
              </a:spcBef>
              <a:spcAft>
                <a:spcPts val="0"/>
              </a:spcAft>
              <a:buClrTx/>
              <a:buSzTx/>
              <a:buFontTx/>
              <a:buNone/>
              <a:tabLst/>
              <a:defRPr/>
            </a:pPr>
            <a:fld id="{C773DB68-E51C-0443-B8CE-2997CF470B35}"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812810" rtl="0" eaLnBrk="1" fontAlgn="auto" latinLnBrk="0" hangingPunct="1">
                <a:lnSpc>
                  <a:spcPct val="100000"/>
                </a:lnSpc>
                <a:spcBef>
                  <a:spcPts val="0"/>
                </a:spcBef>
                <a:spcAft>
                  <a:spcPts val="0"/>
                </a:spcAft>
                <a:buClrTx/>
                <a:buSzTx/>
                <a:buFontTx/>
                <a:buNone/>
                <a:tabLst/>
                <a:defRPr/>
              </a:pPr>
              <a:t>41</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333269062"/>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812810" rtl="0" eaLnBrk="1" fontAlgn="auto" latinLnBrk="0" hangingPunct="1">
              <a:lnSpc>
                <a:spcPct val="100000"/>
              </a:lnSpc>
              <a:spcBef>
                <a:spcPts val="0"/>
              </a:spcBef>
              <a:spcAft>
                <a:spcPts val="0"/>
              </a:spcAft>
              <a:buClrTx/>
              <a:buSzTx/>
              <a:buFontTx/>
              <a:buNone/>
              <a:tabLst/>
              <a:defRPr/>
            </a:pPr>
            <a:fld id="{C773DB68-E51C-0443-B8CE-2997CF470B35}"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812810" rtl="0" eaLnBrk="1" fontAlgn="auto" latinLnBrk="0" hangingPunct="1">
                <a:lnSpc>
                  <a:spcPct val="100000"/>
                </a:lnSpc>
                <a:spcBef>
                  <a:spcPts val="0"/>
                </a:spcBef>
                <a:spcAft>
                  <a:spcPts val="0"/>
                </a:spcAft>
                <a:buClrTx/>
                <a:buSzTx/>
                <a:buFontTx/>
                <a:buNone/>
                <a:tabLst/>
                <a:defRPr/>
              </a:pPr>
              <a:t>42</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190913402"/>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812810" rtl="0" eaLnBrk="1" fontAlgn="auto" latinLnBrk="0" hangingPunct="1">
              <a:lnSpc>
                <a:spcPct val="100000"/>
              </a:lnSpc>
              <a:spcBef>
                <a:spcPts val="0"/>
              </a:spcBef>
              <a:spcAft>
                <a:spcPts val="0"/>
              </a:spcAft>
              <a:buClrTx/>
              <a:buSzTx/>
              <a:buFontTx/>
              <a:buNone/>
              <a:tabLst/>
              <a:defRPr/>
            </a:pPr>
            <a:fld id="{C773DB68-E51C-0443-B8CE-2997CF470B35}"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812810" rtl="0" eaLnBrk="1" fontAlgn="auto" latinLnBrk="0" hangingPunct="1">
                <a:lnSpc>
                  <a:spcPct val="100000"/>
                </a:lnSpc>
                <a:spcBef>
                  <a:spcPts val="0"/>
                </a:spcBef>
                <a:spcAft>
                  <a:spcPts val="0"/>
                </a:spcAft>
                <a:buClrTx/>
                <a:buSzTx/>
                <a:buFontTx/>
                <a:buNone/>
                <a:tabLst/>
                <a:defRPr/>
              </a:pPr>
              <a:t>43</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794144948"/>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812810" rtl="0" eaLnBrk="1" fontAlgn="auto" latinLnBrk="0" hangingPunct="1">
              <a:lnSpc>
                <a:spcPct val="100000"/>
              </a:lnSpc>
              <a:spcBef>
                <a:spcPts val="0"/>
              </a:spcBef>
              <a:spcAft>
                <a:spcPts val="0"/>
              </a:spcAft>
              <a:buClrTx/>
              <a:buSzTx/>
              <a:buFontTx/>
              <a:buNone/>
              <a:tabLst/>
              <a:defRPr/>
            </a:pPr>
            <a:fld id="{C773DB68-E51C-0443-B8CE-2997CF470B35}"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812810" rtl="0" eaLnBrk="1" fontAlgn="auto" latinLnBrk="0" hangingPunct="1">
                <a:lnSpc>
                  <a:spcPct val="100000"/>
                </a:lnSpc>
                <a:spcBef>
                  <a:spcPts val="0"/>
                </a:spcBef>
                <a:spcAft>
                  <a:spcPts val="0"/>
                </a:spcAft>
                <a:buClrTx/>
                <a:buSzTx/>
                <a:buFontTx/>
                <a:buNone/>
                <a:tabLst/>
                <a:defRPr/>
              </a:pPr>
              <a:t>48</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483679156"/>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b="0" u="none" dirty="0"/>
          </a:p>
        </p:txBody>
      </p:sp>
      <p:sp>
        <p:nvSpPr>
          <p:cNvPr id="4" name="Slide Number Placeholder 3"/>
          <p:cNvSpPr>
            <a:spLocks noGrp="1"/>
          </p:cNvSpPr>
          <p:nvPr>
            <p:ph type="sldNum" sz="quarter" idx="5"/>
          </p:nvPr>
        </p:nvSpPr>
        <p:spPr/>
        <p:txBody>
          <a:bodyPr/>
          <a:lstStyle/>
          <a:p>
            <a:pPr marL="0" marR="0" lvl="0" indent="0" algn="r" defTabSz="812810" rtl="0" eaLnBrk="1" fontAlgn="auto" latinLnBrk="0" hangingPunct="1">
              <a:lnSpc>
                <a:spcPct val="100000"/>
              </a:lnSpc>
              <a:spcBef>
                <a:spcPts val="0"/>
              </a:spcBef>
              <a:spcAft>
                <a:spcPts val="0"/>
              </a:spcAft>
              <a:buClrTx/>
              <a:buSzTx/>
              <a:buFontTx/>
              <a:buNone/>
              <a:tabLst/>
              <a:defRPr/>
            </a:pPr>
            <a:fld id="{C773DB68-E51C-0443-B8CE-2997CF470B35}"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812810" rtl="0" eaLnBrk="1" fontAlgn="auto" latinLnBrk="0" hangingPunct="1">
                <a:lnSpc>
                  <a:spcPct val="100000"/>
                </a:lnSpc>
                <a:spcBef>
                  <a:spcPts val="0"/>
                </a:spcBef>
                <a:spcAft>
                  <a:spcPts val="0"/>
                </a:spcAft>
                <a:buClrTx/>
                <a:buSzTx/>
                <a:buFontTx/>
                <a:buNone/>
                <a:tabLst/>
                <a:defRPr/>
              </a:pPr>
              <a:t>49</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159167057"/>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812810" rtl="0" eaLnBrk="1" fontAlgn="auto" latinLnBrk="0" hangingPunct="1">
              <a:lnSpc>
                <a:spcPct val="100000"/>
              </a:lnSpc>
              <a:spcBef>
                <a:spcPts val="0"/>
              </a:spcBef>
              <a:spcAft>
                <a:spcPts val="0"/>
              </a:spcAft>
              <a:buClrTx/>
              <a:buSzTx/>
              <a:buFontTx/>
              <a:buNone/>
              <a:tabLst/>
              <a:defRPr/>
            </a:pPr>
            <a:fld id="{C773DB68-E51C-0443-B8CE-2997CF470B35}"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812810" rtl="0" eaLnBrk="1" fontAlgn="auto" latinLnBrk="0" hangingPunct="1">
                <a:lnSpc>
                  <a:spcPct val="100000"/>
                </a:lnSpc>
                <a:spcBef>
                  <a:spcPts val="0"/>
                </a:spcBef>
                <a:spcAft>
                  <a:spcPts val="0"/>
                </a:spcAft>
                <a:buClrTx/>
                <a:buSzTx/>
                <a:buFontTx/>
                <a:buNone/>
                <a:tabLst/>
                <a:defRPr/>
              </a:pPr>
              <a:t>50</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30125812"/>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eaLnBrk="1" hangingPunct="1">
              <a:spcBef>
                <a:spcPct val="0"/>
              </a:spcBef>
              <a:buClrTx/>
              <a:buFontTx/>
              <a:buNone/>
            </a:pPr>
            <a:endParaRPr lang="en-US" altLang="en-US" sz="1200" dirty="0">
              <a:solidFill>
                <a:schemeClr val="tx1"/>
              </a:solidFill>
            </a:endParaRPr>
          </a:p>
        </p:txBody>
      </p:sp>
      <p:sp>
        <p:nvSpPr>
          <p:cNvPr id="4" name="Slide Number Placeholder 3"/>
          <p:cNvSpPr>
            <a:spLocks noGrp="1"/>
          </p:cNvSpPr>
          <p:nvPr>
            <p:ph type="sldNum" sz="quarter" idx="5"/>
          </p:nvPr>
        </p:nvSpPr>
        <p:spPr/>
        <p:txBody>
          <a:bodyPr/>
          <a:lstStyle/>
          <a:p>
            <a:pPr marL="0" marR="0" lvl="0" indent="0" algn="r" defTabSz="812810" rtl="0" eaLnBrk="1" fontAlgn="auto" latinLnBrk="0" hangingPunct="1">
              <a:lnSpc>
                <a:spcPct val="100000"/>
              </a:lnSpc>
              <a:spcBef>
                <a:spcPts val="0"/>
              </a:spcBef>
              <a:spcAft>
                <a:spcPts val="0"/>
              </a:spcAft>
              <a:buClrTx/>
              <a:buSzTx/>
              <a:buFontTx/>
              <a:buNone/>
              <a:tabLst/>
              <a:defRPr/>
            </a:pPr>
            <a:fld id="{C773DB68-E51C-0443-B8CE-2997CF470B35}"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812810" rtl="0" eaLnBrk="1" fontAlgn="auto" latinLnBrk="0" hangingPunct="1">
                <a:lnSpc>
                  <a:spcPct val="100000"/>
                </a:lnSpc>
                <a:spcBef>
                  <a:spcPts val="0"/>
                </a:spcBef>
                <a:spcAft>
                  <a:spcPts val="0"/>
                </a:spcAft>
                <a:buClrTx/>
                <a:buSzTx/>
                <a:buFontTx/>
                <a:buNone/>
                <a:tabLst/>
                <a:defRPr/>
              </a:pPr>
              <a:t>51</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08806463"/>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endParaRPr lang="en-US" sz="1200" kern="1200" baseline="0" dirty="0">
              <a:solidFill>
                <a:schemeClr val="tx1"/>
              </a:solidFill>
              <a:effectLst/>
              <a:latin typeface="Arial" charset="0"/>
              <a:ea typeface="+mn-ea"/>
              <a:cs typeface="+mn-cs"/>
            </a:endParaRPr>
          </a:p>
        </p:txBody>
      </p:sp>
      <p:sp>
        <p:nvSpPr>
          <p:cNvPr id="4" name="Slide Number Placeholder 3"/>
          <p:cNvSpPr>
            <a:spLocks noGrp="1"/>
          </p:cNvSpPr>
          <p:nvPr>
            <p:ph type="sldNum" sz="quarter" idx="5"/>
          </p:nvPr>
        </p:nvSpPr>
        <p:spPr/>
        <p:txBody>
          <a:bodyPr/>
          <a:lstStyle/>
          <a:p>
            <a:pPr marL="0" marR="0" lvl="0" indent="0" algn="r" defTabSz="812810" rtl="0" eaLnBrk="1" fontAlgn="auto" latinLnBrk="0" hangingPunct="1">
              <a:lnSpc>
                <a:spcPct val="100000"/>
              </a:lnSpc>
              <a:spcBef>
                <a:spcPts val="0"/>
              </a:spcBef>
              <a:spcAft>
                <a:spcPts val="0"/>
              </a:spcAft>
              <a:buClrTx/>
              <a:buSzTx/>
              <a:buFontTx/>
              <a:buNone/>
              <a:tabLst/>
              <a:defRPr/>
            </a:pPr>
            <a:fld id="{C773DB68-E51C-0443-B8CE-2997CF470B35}"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812810" rtl="0" eaLnBrk="1" fontAlgn="auto" latinLnBrk="0" hangingPunct="1">
                <a:lnSpc>
                  <a:spcPct val="100000"/>
                </a:lnSpc>
                <a:spcBef>
                  <a:spcPts val="0"/>
                </a:spcBef>
                <a:spcAft>
                  <a:spcPts val="0"/>
                </a:spcAft>
                <a:buClrTx/>
                <a:buSzTx/>
                <a:buFontTx/>
                <a:buNone/>
                <a:tabLst/>
                <a:defRPr/>
              </a:pPr>
              <a:t>52</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889574890"/>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812810" rtl="0" eaLnBrk="1" fontAlgn="auto" latinLnBrk="0" hangingPunct="1">
              <a:lnSpc>
                <a:spcPct val="100000"/>
              </a:lnSpc>
              <a:spcBef>
                <a:spcPts val="0"/>
              </a:spcBef>
              <a:spcAft>
                <a:spcPts val="0"/>
              </a:spcAft>
              <a:buClrTx/>
              <a:buSzTx/>
              <a:buFontTx/>
              <a:buNone/>
              <a:tabLst/>
              <a:defRPr/>
            </a:pPr>
            <a:fld id="{C773DB68-E51C-0443-B8CE-2997CF470B35}"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812810" rtl="0" eaLnBrk="1" fontAlgn="auto" latinLnBrk="0" hangingPunct="1">
                <a:lnSpc>
                  <a:spcPct val="100000"/>
                </a:lnSpc>
                <a:spcBef>
                  <a:spcPts val="0"/>
                </a:spcBef>
                <a:spcAft>
                  <a:spcPts val="0"/>
                </a:spcAft>
                <a:buClrTx/>
                <a:buSzTx/>
                <a:buFontTx/>
                <a:buNone/>
                <a:tabLst/>
                <a:defRPr/>
              </a:pPr>
              <a:t>53</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815838796"/>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812810" rtl="0" eaLnBrk="1" fontAlgn="auto" latinLnBrk="0" hangingPunct="1">
              <a:lnSpc>
                <a:spcPct val="100000"/>
              </a:lnSpc>
              <a:spcBef>
                <a:spcPts val="0"/>
              </a:spcBef>
              <a:spcAft>
                <a:spcPts val="0"/>
              </a:spcAft>
              <a:buClrTx/>
              <a:buSzTx/>
              <a:buFontTx/>
              <a:buNone/>
              <a:tabLst/>
              <a:defRPr/>
            </a:pPr>
            <a:fld id="{C773DB68-E51C-0443-B8CE-2997CF470B35}"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812810" rtl="0" eaLnBrk="1" fontAlgn="auto" latinLnBrk="0" hangingPunct="1">
                <a:lnSpc>
                  <a:spcPct val="100000"/>
                </a:lnSpc>
                <a:spcBef>
                  <a:spcPts val="0"/>
                </a:spcBef>
                <a:spcAft>
                  <a:spcPts val="0"/>
                </a:spcAft>
                <a:buClrTx/>
                <a:buSzTx/>
                <a:buFontTx/>
                <a:buNone/>
                <a:tabLst/>
                <a:defRPr/>
              </a:pPr>
              <a:t>54</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148972562"/>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endParaRPr lang="en-US" sz="1200" b="0" kern="1200" baseline="0" dirty="0">
              <a:solidFill>
                <a:schemeClr val="tx1"/>
              </a:solidFill>
              <a:effectLst/>
              <a:latin typeface="Arial" charset="0"/>
              <a:ea typeface="+mn-ea"/>
              <a:cs typeface="+mn-cs"/>
            </a:endParaRPr>
          </a:p>
        </p:txBody>
      </p:sp>
      <p:sp>
        <p:nvSpPr>
          <p:cNvPr id="4" name="Slide Number Placeholder 3"/>
          <p:cNvSpPr>
            <a:spLocks noGrp="1"/>
          </p:cNvSpPr>
          <p:nvPr>
            <p:ph type="sldNum" sz="quarter" idx="5"/>
          </p:nvPr>
        </p:nvSpPr>
        <p:spPr/>
        <p:txBody>
          <a:bodyPr/>
          <a:lstStyle/>
          <a:p>
            <a:pPr marL="0" marR="0" lvl="0" indent="0" algn="r" defTabSz="812810" rtl="0" eaLnBrk="1" fontAlgn="auto" latinLnBrk="0" hangingPunct="1">
              <a:lnSpc>
                <a:spcPct val="100000"/>
              </a:lnSpc>
              <a:spcBef>
                <a:spcPts val="0"/>
              </a:spcBef>
              <a:spcAft>
                <a:spcPts val="0"/>
              </a:spcAft>
              <a:buClrTx/>
              <a:buSzTx/>
              <a:buFontTx/>
              <a:buNone/>
              <a:tabLst/>
              <a:defRPr/>
            </a:pPr>
            <a:fld id="{C773DB68-E51C-0443-B8CE-2997CF470B35}"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812810" rtl="0" eaLnBrk="1" fontAlgn="auto" latinLnBrk="0" hangingPunct="1">
                <a:lnSpc>
                  <a:spcPct val="100000"/>
                </a:lnSpc>
                <a:spcBef>
                  <a:spcPts val="0"/>
                </a:spcBef>
                <a:spcAft>
                  <a:spcPts val="0"/>
                </a:spcAft>
                <a:buClrTx/>
                <a:buSzTx/>
                <a:buFontTx/>
                <a:buNone/>
                <a:tabLst/>
                <a:defRPr/>
              </a:pPr>
              <a:t>55</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195591180"/>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endParaRPr lang="en-US" sz="1200" b="0" kern="1200" baseline="0" dirty="0">
              <a:solidFill>
                <a:schemeClr val="tx1"/>
              </a:solidFill>
              <a:effectLst/>
              <a:latin typeface="Arial" charset="0"/>
              <a:ea typeface="+mn-ea"/>
              <a:cs typeface="+mn-cs"/>
            </a:endParaRPr>
          </a:p>
        </p:txBody>
      </p:sp>
      <p:sp>
        <p:nvSpPr>
          <p:cNvPr id="4" name="Slide Number Placeholder 3"/>
          <p:cNvSpPr>
            <a:spLocks noGrp="1"/>
          </p:cNvSpPr>
          <p:nvPr>
            <p:ph type="sldNum" sz="quarter" idx="5"/>
          </p:nvPr>
        </p:nvSpPr>
        <p:spPr/>
        <p:txBody>
          <a:bodyPr/>
          <a:lstStyle/>
          <a:p>
            <a:pPr marL="0" marR="0" lvl="0" indent="0" algn="r" defTabSz="812810" rtl="0" eaLnBrk="1" fontAlgn="auto" latinLnBrk="0" hangingPunct="1">
              <a:lnSpc>
                <a:spcPct val="100000"/>
              </a:lnSpc>
              <a:spcBef>
                <a:spcPts val="0"/>
              </a:spcBef>
              <a:spcAft>
                <a:spcPts val="0"/>
              </a:spcAft>
              <a:buClrTx/>
              <a:buSzTx/>
              <a:buFontTx/>
              <a:buNone/>
              <a:tabLst/>
              <a:defRPr/>
            </a:pPr>
            <a:fld id="{C773DB68-E51C-0443-B8CE-2997CF470B35}"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812810" rtl="0" eaLnBrk="1" fontAlgn="auto" latinLnBrk="0" hangingPunct="1">
                <a:lnSpc>
                  <a:spcPct val="100000"/>
                </a:lnSpc>
                <a:spcBef>
                  <a:spcPts val="0"/>
                </a:spcBef>
                <a:spcAft>
                  <a:spcPts val="0"/>
                </a:spcAft>
                <a:buClrTx/>
                <a:buSzTx/>
                <a:buFontTx/>
                <a:buNone/>
                <a:tabLst/>
                <a:defRPr/>
              </a:pPr>
              <a:t>56</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39718035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endParaRPr lang="en-US" sz="1200" kern="1200" baseline="0" dirty="0">
              <a:solidFill>
                <a:schemeClr val="tx1"/>
              </a:solidFill>
              <a:effectLst/>
              <a:latin typeface="Arial" charset="0"/>
              <a:ea typeface="+mn-ea"/>
              <a:cs typeface="+mn-cs"/>
            </a:endParaRPr>
          </a:p>
        </p:txBody>
      </p:sp>
      <p:sp>
        <p:nvSpPr>
          <p:cNvPr id="4" name="Slide Number Placeholder 3"/>
          <p:cNvSpPr>
            <a:spLocks noGrp="1"/>
          </p:cNvSpPr>
          <p:nvPr>
            <p:ph type="sldNum" sz="quarter" idx="5"/>
          </p:nvPr>
        </p:nvSpPr>
        <p:spPr/>
        <p:txBody>
          <a:bodyPr/>
          <a:lstStyle/>
          <a:p>
            <a:pPr marL="0" marR="0" lvl="0" indent="0" algn="r" defTabSz="812810" rtl="0" eaLnBrk="1" fontAlgn="auto" latinLnBrk="0" hangingPunct="1">
              <a:lnSpc>
                <a:spcPct val="100000"/>
              </a:lnSpc>
              <a:spcBef>
                <a:spcPts val="0"/>
              </a:spcBef>
              <a:spcAft>
                <a:spcPts val="0"/>
              </a:spcAft>
              <a:buClrTx/>
              <a:buSzTx/>
              <a:buFontTx/>
              <a:buNone/>
              <a:tabLst/>
              <a:defRPr/>
            </a:pPr>
            <a:fld id="{C773DB68-E51C-0443-B8CE-2997CF470B35}"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812810" rtl="0" eaLnBrk="1" fontAlgn="auto" latinLnBrk="0" hangingPunct="1">
                <a:lnSpc>
                  <a:spcPct val="100000"/>
                </a:lnSpc>
                <a:spcBef>
                  <a:spcPts val="0"/>
                </a:spcBef>
                <a:spcAft>
                  <a:spcPts val="0"/>
                </a:spcAft>
                <a:buClrTx/>
                <a:buSzTx/>
                <a:buFontTx/>
                <a:buNone/>
                <a:tabLst/>
                <a:defRPr/>
              </a:pPr>
              <a:t>57</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403033453"/>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endParaRPr lang="en-US" sz="1200" kern="1200" baseline="0" dirty="0">
              <a:solidFill>
                <a:schemeClr val="tx1"/>
              </a:solidFill>
              <a:effectLst/>
              <a:latin typeface="Arial" charset="0"/>
              <a:ea typeface="+mn-ea"/>
              <a:cs typeface="+mn-cs"/>
            </a:endParaRPr>
          </a:p>
        </p:txBody>
      </p:sp>
      <p:sp>
        <p:nvSpPr>
          <p:cNvPr id="4" name="Slide Number Placeholder 3"/>
          <p:cNvSpPr>
            <a:spLocks noGrp="1"/>
          </p:cNvSpPr>
          <p:nvPr>
            <p:ph type="sldNum" sz="quarter" idx="5"/>
          </p:nvPr>
        </p:nvSpPr>
        <p:spPr/>
        <p:txBody>
          <a:bodyPr/>
          <a:lstStyle/>
          <a:p>
            <a:pPr marL="0" marR="0" lvl="0" indent="0" algn="r" defTabSz="812810" rtl="0" eaLnBrk="1" fontAlgn="auto" latinLnBrk="0" hangingPunct="1">
              <a:lnSpc>
                <a:spcPct val="100000"/>
              </a:lnSpc>
              <a:spcBef>
                <a:spcPts val="0"/>
              </a:spcBef>
              <a:spcAft>
                <a:spcPts val="0"/>
              </a:spcAft>
              <a:buClrTx/>
              <a:buSzTx/>
              <a:buFontTx/>
              <a:buNone/>
              <a:tabLst/>
              <a:defRPr/>
            </a:pPr>
            <a:fld id="{C773DB68-E51C-0443-B8CE-2997CF470B35}"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812810" rtl="0" eaLnBrk="1" fontAlgn="auto" latinLnBrk="0" hangingPunct="1">
                <a:lnSpc>
                  <a:spcPct val="100000"/>
                </a:lnSpc>
                <a:spcBef>
                  <a:spcPts val="0"/>
                </a:spcBef>
                <a:spcAft>
                  <a:spcPts val="0"/>
                </a:spcAft>
                <a:buClrTx/>
                <a:buSzTx/>
                <a:buFontTx/>
                <a:buNone/>
                <a:tabLst/>
                <a:defRPr/>
              </a:pPr>
              <a:t>58</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300002283"/>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812810" rtl="0" eaLnBrk="1" fontAlgn="auto" latinLnBrk="0" hangingPunct="1">
              <a:lnSpc>
                <a:spcPct val="100000"/>
              </a:lnSpc>
              <a:spcBef>
                <a:spcPts val="0"/>
              </a:spcBef>
              <a:spcAft>
                <a:spcPts val="0"/>
              </a:spcAft>
              <a:buClrTx/>
              <a:buSzTx/>
              <a:buFontTx/>
              <a:buNone/>
              <a:tabLst/>
              <a:defRPr/>
            </a:pPr>
            <a:fld id="{C773DB68-E51C-0443-B8CE-2997CF470B35}"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812810" rtl="0" eaLnBrk="1" fontAlgn="auto" latinLnBrk="0" hangingPunct="1">
                <a:lnSpc>
                  <a:spcPct val="100000"/>
                </a:lnSpc>
                <a:spcBef>
                  <a:spcPts val="0"/>
                </a:spcBef>
                <a:spcAft>
                  <a:spcPts val="0"/>
                </a:spcAft>
                <a:buClrTx/>
                <a:buSzTx/>
                <a:buFontTx/>
                <a:buNone/>
                <a:tabLst/>
                <a:defRPr/>
              </a:pPr>
              <a:t>59</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416839976"/>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b="0" u="none" dirty="0"/>
          </a:p>
        </p:txBody>
      </p:sp>
      <p:sp>
        <p:nvSpPr>
          <p:cNvPr id="4" name="Slide Number Placeholder 3"/>
          <p:cNvSpPr>
            <a:spLocks noGrp="1"/>
          </p:cNvSpPr>
          <p:nvPr>
            <p:ph type="sldNum" sz="quarter" idx="5"/>
          </p:nvPr>
        </p:nvSpPr>
        <p:spPr/>
        <p:txBody>
          <a:bodyPr/>
          <a:lstStyle/>
          <a:p>
            <a:pPr marL="0" marR="0" lvl="0" indent="0" algn="r" defTabSz="812810" rtl="0" eaLnBrk="1" fontAlgn="auto" latinLnBrk="0" hangingPunct="1">
              <a:lnSpc>
                <a:spcPct val="100000"/>
              </a:lnSpc>
              <a:spcBef>
                <a:spcPts val="0"/>
              </a:spcBef>
              <a:spcAft>
                <a:spcPts val="0"/>
              </a:spcAft>
              <a:buClrTx/>
              <a:buSzTx/>
              <a:buFontTx/>
              <a:buNone/>
              <a:tabLst/>
              <a:defRPr/>
            </a:pPr>
            <a:fld id="{C773DB68-E51C-0443-B8CE-2997CF470B35}"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812810" rtl="0" eaLnBrk="1" fontAlgn="auto" latinLnBrk="0" hangingPunct="1">
                <a:lnSpc>
                  <a:spcPct val="100000"/>
                </a:lnSpc>
                <a:spcBef>
                  <a:spcPts val="0"/>
                </a:spcBef>
                <a:spcAft>
                  <a:spcPts val="0"/>
                </a:spcAft>
                <a:buClrTx/>
                <a:buSzTx/>
                <a:buFontTx/>
                <a:buNone/>
                <a:tabLst/>
                <a:defRPr/>
              </a:pPr>
              <a:t>61</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438129792"/>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812810" rtl="0" eaLnBrk="1" fontAlgn="auto" latinLnBrk="0" hangingPunct="1">
              <a:lnSpc>
                <a:spcPct val="100000"/>
              </a:lnSpc>
              <a:spcBef>
                <a:spcPts val="0"/>
              </a:spcBef>
              <a:spcAft>
                <a:spcPts val="0"/>
              </a:spcAft>
              <a:buClrTx/>
              <a:buSzTx/>
              <a:buFontTx/>
              <a:buNone/>
              <a:tabLst/>
              <a:defRPr/>
            </a:pPr>
            <a:fld id="{C773DB68-E51C-0443-B8CE-2997CF470B35}"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812810" rtl="0" eaLnBrk="1" fontAlgn="auto" latinLnBrk="0" hangingPunct="1">
                <a:lnSpc>
                  <a:spcPct val="100000"/>
                </a:lnSpc>
                <a:spcBef>
                  <a:spcPts val="0"/>
                </a:spcBef>
                <a:spcAft>
                  <a:spcPts val="0"/>
                </a:spcAft>
                <a:buClrTx/>
                <a:buSzTx/>
                <a:buFontTx/>
                <a:buNone/>
                <a:tabLst/>
                <a:defRPr/>
              </a:pPr>
              <a:t>62</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678205032"/>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eaLnBrk="1" hangingPunct="1">
              <a:spcBef>
                <a:spcPct val="0"/>
              </a:spcBef>
              <a:buClrTx/>
              <a:buFontTx/>
              <a:buNone/>
            </a:pPr>
            <a:endParaRPr lang="en-US" altLang="en-US" sz="1200" dirty="0">
              <a:solidFill>
                <a:schemeClr val="tx1"/>
              </a:solidFill>
            </a:endParaRPr>
          </a:p>
        </p:txBody>
      </p:sp>
      <p:sp>
        <p:nvSpPr>
          <p:cNvPr id="4" name="Slide Number Placeholder 3"/>
          <p:cNvSpPr>
            <a:spLocks noGrp="1"/>
          </p:cNvSpPr>
          <p:nvPr>
            <p:ph type="sldNum" sz="quarter" idx="5"/>
          </p:nvPr>
        </p:nvSpPr>
        <p:spPr/>
        <p:txBody>
          <a:bodyPr/>
          <a:lstStyle/>
          <a:p>
            <a:pPr marL="0" marR="0" lvl="0" indent="0" algn="r" defTabSz="812810" rtl="0" eaLnBrk="1" fontAlgn="auto" latinLnBrk="0" hangingPunct="1">
              <a:lnSpc>
                <a:spcPct val="100000"/>
              </a:lnSpc>
              <a:spcBef>
                <a:spcPts val="0"/>
              </a:spcBef>
              <a:spcAft>
                <a:spcPts val="0"/>
              </a:spcAft>
              <a:buClrTx/>
              <a:buSzTx/>
              <a:buFontTx/>
              <a:buNone/>
              <a:tabLst/>
              <a:defRPr/>
            </a:pPr>
            <a:fld id="{C773DB68-E51C-0443-B8CE-2997CF470B35}"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812810" rtl="0" eaLnBrk="1" fontAlgn="auto" latinLnBrk="0" hangingPunct="1">
                <a:lnSpc>
                  <a:spcPct val="100000"/>
                </a:lnSpc>
                <a:spcBef>
                  <a:spcPts val="0"/>
                </a:spcBef>
                <a:spcAft>
                  <a:spcPts val="0"/>
                </a:spcAft>
                <a:buClrTx/>
                <a:buSzTx/>
                <a:buFontTx/>
                <a:buNone/>
                <a:tabLst/>
                <a:defRPr/>
              </a:pPr>
              <a:t>63</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818085979"/>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endParaRPr lang="en-US" sz="1200" kern="1200" baseline="0" dirty="0">
              <a:solidFill>
                <a:schemeClr val="tx1"/>
              </a:solidFill>
              <a:effectLst/>
              <a:latin typeface="Arial" charset="0"/>
              <a:ea typeface="+mn-ea"/>
              <a:cs typeface="+mn-cs"/>
            </a:endParaRPr>
          </a:p>
        </p:txBody>
      </p:sp>
      <p:sp>
        <p:nvSpPr>
          <p:cNvPr id="4" name="Slide Number Placeholder 3"/>
          <p:cNvSpPr>
            <a:spLocks noGrp="1"/>
          </p:cNvSpPr>
          <p:nvPr>
            <p:ph type="sldNum" sz="quarter" idx="5"/>
          </p:nvPr>
        </p:nvSpPr>
        <p:spPr/>
        <p:txBody>
          <a:bodyPr/>
          <a:lstStyle/>
          <a:p>
            <a:pPr marL="0" marR="0" lvl="0" indent="0" algn="r" defTabSz="812810" rtl="0" eaLnBrk="1" fontAlgn="auto" latinLnBrk="0" hangingPunct="1">
              <a:lnSpc>
                <a:spcPct val="100000"/>
              </a:lnSpc>
              <a:spcBef>
                <a:spcPts val="0"/>
              </a:spcBef>
              <a:spcAft>
                <a:spcPts val="0"/>
              </a:spcAft>
              <a:buClrTx/>
              <a:buSzTx/>
              <a:buFontTx/>
              <a:buNone/>
              <a:tabLst/>
              <a:defRPr/>
            </a:pPr>
            <a:fld id="{C773DB68-E51C-0443-B8CE-2997CF470B35}"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812810" rtl="0" eaLnBrk="1" fontAlgn="auto" latinLnBrk="0" hangingPunct="1">
                <a:lnSpc>
                  <a:spcPct val="100000"/>
                </a:lnSpc>
                <a:spcBef>
                  <a:spcPts val="0"/>
                </a:spcBef>
                <a:spcAft>
                  <a:spcPts val="0"/>
                </a:spcAft>
                <a:buClrTx/>
                <a:buSzTx/>
                <a:buFontTx/>
                <a:buNone/>
                <a:tabLst/>
                <a:defRPr/>
              </a:pPr>
              <a:t>64</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058113539"/>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812810" rtl="0" eaLnBrk="1" fontAlgn="auto" latinLnBrk="0" hangingPunct="1">
              <a:lnSpc>
                <a:spcPct val="100000"/>
              </a:lnSpc>
              <a:spcBef>
                <a:spcPts val="0"/>
              </a:spcBef>
              <a:spcAft>
                <a:spcPts val="0"/>
              </a:spcAft>
              <a:buClrTx/>
              <a:buSzTx/>
              <a:buFontTx/>
              <a:buNone/>
              <a:tabLst/>
              <a:defRPr/>
            </a:pPr>
            <a:fld id="{C773DB68-E51C-0443-B8CE-2997CF470B35}"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812810" rtl="0" eaLnBrk="1" fontAlgn="auto" latinLnBrk="0" hangingPunct="1">
                <a:lnSpc>
                  <a:spcPct val="100000"/>
                </a:lnSpc>
                <a:spcBef>
                  <a:spcPts val="0"/>
                </a:spcBef>
                <a:spcAft>
                  <a:spcPts val="0"/>
                </a:spcAft>
                <a:buClrTx/>
                <a:buSzTx/>
                <a:buFontTx/>
                <a:buNone/>
                <a:tabLst/>
                <a:defRPr/>
              </a:pPr>
              <a:t>65</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246403889"/>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812810" rtl="0" eaLnBrk="1" fontAlgn="auto" latinLnBrk="0" hangingPunct="1">
              <a:lnSpc>
                <a:spcPct val="100000"/>
              </a:lnSpc>
              <a:spcBef>
                <a:spcPts val="0"/>
              </a:spcBef>
              <a:spcAft>
                <a:spcPts val="0"/>
              </a:spcAft>
              <a:buClrTx/>
              <a:buSzTx/>
              <a:buFontTx/>
              <a:buNone/>
              <a:tabLst/>
              <a:defRPr/>
            </a:pPr>
            <a:fld id="{C773DB68-E51C-0443-B8CE-2997CF470B35}"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812810" rtl="0" eaLnBrk="1" fontAlgn="auto" latinLnBrk="0" hangingPunct="1">
                <a:lnSpc>
                  <a:spcPct val="100000"/>
                </a:lnSpc>
                <a:spcBef>
                  <a:spcPts val="0"/>
                </a:spcBef>
                <a:spcAft>
                  <a:spcPts val="0"/>
                </a:spcAft>
                <a:buClrTx/>
                <a:buSzTx/>
                <a:buFontTx/>
                <a:buNone/>
                <a:tabLst/>
                <a:defRPr/>
              </a:pPr>
              <a:t>66</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797726825"/>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endParaRPr lang="en-US" sz="1200" b="0" kern="1200" baseline="0" dirty="0">
              <a:solidFill>
                <a:schemeClr val="tx1"/>
              </a:solidFill>
              <a:effectLst/>
              <a:latin typeface="Arial" charset="0"/>
              <a:ea typeface="+mn-ea"/>
              <a:cs typeface="+mn-cs"/>
            </a:endParaRPr>
          </a:p>
        </p:txBody>
      </p:sp>
      <p:sp>
        <p:nvSpPr>
          <p:cNvPr id="4" name="Slide Number Placeholder 3"/>
          <p:cNvSpPr>
            <a:spLocks noGrp="1"/>
          </p:cNvSpPr>
          <p:nvPr>
            <p:ph type="sldNum" sz="quarter" idx="5"/>
          </p:nvPr>
        </p:nvSpPr>
        <p:spPr/>
        <p:txBody>
          <a:bodyPr/>
          <a:lstStyle/>
          <a:p>
            <a:pPr marL="0" marR="0" lvl="0" indent="0" algn="r" defTabSz="812810" rtl="0" eaLnBrk="1" fontAlgn="auto" latinLnBrk="0" hangingPunct="1">
              <a:lnSpc>
                <a:spcPct val="100000"/>
              </a:lnSpc>
              <a:spcBef>
                <a:spcPts val="0"/>
              </a:spcBef>
              <a:spcAft>
                <a:spcPts val="0"/>
              </a:spcAft>
              <a:buClrTx/>
              <a:buSzTx/>
              <a:buFontTx/>
              <a:buNone/>
              <a:tabLst/>
              <a:defRPr/>
            </a:pPr>
            <a:fld id="{C773DB68-E51C-0443-B8CE-2997CF470B35}"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812810" rtl="0" eaLnBrk="1" fontAlgn="auto" latinLnBrk="0" hangingPunct="1">
                <a:lnSpc>
                  <a:spcPct val="100000"/>
                </a:lnSpc>
                <a:spcBef>
                  <a:spcPts val="0"/>
                </a:spcBef>
                <a:spcAft>
                  <a:spcPts val="0"/>
                </a:spcAft>
                <a:buClrTx/>
                <a:buSzTx/>
                <a:buFontTx/>
                <a:buNone/>
                <a:tabLst/>
                <a:defRPr/>
              </a:pPr>
              <a:t>67</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082600629"/>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b="0" u="none" dirty="0"/>
          </a:p>
        </p:txBody>
      </p:sp>
      <p:sp>
        <p:nvSpPr>
          <p:cNvPr id="4" name="Slide Number Placeholder 3"/>
          <p:cNvSpPr>
            <a:spLocks noGrp="1"/>
          </p:cNvSpPr>
          <p:nvPr>
            <p:ph type="sldNum" sz="quarter" idx="5"/>
          </p:nvPr>
        </p:nvSpPr>
        <p:spPr/>
        <p:txBody>
          <a:bodyPr/>
          <a:lstStyle/>
          <a:p>
            <a:pPr marL="0" marR="0" lvl="0" indent="0" algn="r" defTabSz="812810" rtl="0" eaLnBrk="1" fontAlgn="auto" latinLnBrk="0" hangingPunct="1">
              <a:lnSpc>
                <a:spcPct val="100000"/>
              </a:lnSpc>
              <a:spcBef>
                <a:spcPts val="0"/>
              </a:spcBef>
              <a:spcAft>
                <a:spcPts val="0"/>
              </a:spcAft>
              <a:buClrTx/>
              <a:buSzTx/>
              <a:buFontTx/>
              <a:buNone/>
              <a:tabLst/>
              <a:defRPr/>
            </a:pPr>
            <a:fld id="{C773DB68-E51C-0443-B8CE-2997CF470B35}"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812810" rtl="0" eaLnBrk="1" fontAlgn="auto" latinLnBrk="0" hangingPunct="1">
                <a:lnSpc>
                  <a:spcPct val="100000"/>
                </a:lnSpc>
                <a:spcBef>
                  <a:spcPts val="0"/>
                </a:spcBef>
                <a:spcAft>
                  <a:spcPts val="0"/>
                </a:spcAft>
                <a:buClrTx/>
                <a:buSzTx/>
                <a:buFontTx/>
                <a:buNone/>
                <a:tabLst/>
                <a:defRPr/>
              </a:pPr>
              <a:t>68</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048756065"/>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endParaRPr lang="en-US" sz="1200" kern="1200" baseline="0" dirty="0">
              <a:solidFill>
                <a:schemeClr val="tx1"/>
              </a:solidFill>
              <a:effectLst/>
              <a:latin typeface="Arial" charset="0"/>
              <a:ea typeface="+mn-ea"/>
              <a:cs typeface="+mn-cs"/>
            </a:endParaRPr>
          </a:p>
        </p:txBody>
      </p:sp>
      <p:sp>
        <p:nvSpPr>
          <p:cNvPr id="4" name="Slide Number Placeholder 3"/>
          <p:cNvSpPr>
            <a:spLocks noGrp="1"/>
          </p:cNvSpPr>
          <p:nvPr>
            <p:ph type="sldNum" sz="quarter" idx="5"/>
          </p:nvPr>
        </p:nvSpPr>
        <p:spPr/>
        <p:txBody>
          <a:bodyPr/>
          <a:lstStyle/>
          <a:p>
            <a:pPr marL="0" marR="0" lvl="0" indent="0" algn="r" defTabSz="812810" rtl="0" eaLnBrk="1" fontAlgn="auto" latinLnBrk="0" hangingPunct="1">
              <a:lnSpc>
                <a:spcPct val="100000"/>
              </a:lnSpc>
              <a:spcBef>
                <a:spcPts val="0"/>
              </a:spcBef>
              <a:spcAft>
                <a:spcPts val="0"/>
              </a:spcAft>
              <a:buClrTx/>
              <a:buSzTx/>
              <a:buFontTx/>
              <a:buNone/>
              <a:tabLst/>
              <a:defRPr/>
            </a:pPr>
            <a:fld id="{C773DB68-E51C-0443-B8CE-2997CF470B35}"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812810" rtl="0" eaLnBrk="1" fontAlgn="auto" latinLnBrk="0" hangingPunct="1">
                <a:lnSpc>
                  <a:spcPct val="100000"/>
                </a:lnSpc>
                <a:spcBef>
                  <a:spcPts val="0"/>
                </a:spcBef>
                <a:spcAft>
                  <a:spcPts val="0"/>
                </a:spcAft>
                <a:buClrTx/>
                <a:buSzTx/>
                <a:buFontTx/>
                <a:buNone/>
                <a:tabLst/>
                <a:defRPr/>
              </a:pPr>
              <a:t>69</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695661655"/>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812810" rtl="0" eaLnBrk="1" fontAlgn="auto" latinLnBrk="0" hangingPunct="1">
              <a:lnSpc>
                <a:spcPct val="100000"/>
              </a:lnSpc>
              <a:spcBef>
                <a:spcPts val="0"/>
              </a:spcBef>
              <a:spcAft>
                <a:spcPts val="0"/>
              </a:spcAft>
              <a:buClrTx/>
              <a:buSzTx/>
              <a:buFontTx/>
              <a:buNone/>
              <a:tabLst/>
              <a:defRPr/>
            </a:pPr>
            <a:fld id="{C773DB68-E51C-0443-B8CE-2997CF470B35}"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812810" rtl="0" eaLnBrk="1" fontAlgn="auto" latinLnBrk="0" hangingPunct="1">
                <a:lnSpc>
                  <a:spcPct val="100000"/>
                </a:lnSpc>
                <a:spcBef>
                  <a:spcPts val="0"/>
                </a:spcBef>
                <a:spcAft>
                  <a:spcPts val="0"/>
                </a:spcAft>
                <a:buClrTx/>
                <a:buSzTx/>
                <a:buFontTx/>
                <a:buNone/>
                <a:tabLst/>
                <a:defRPr/>
              </a:pPr>
              <a:t>70</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62565644"/>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812810" rtl="0" eaLnBrk="1" fontAlgn="auto" latinLnBrk="0" hangingPunct="1">
              <a:lnSpc>
                <a:spcPct val="100000"/>
              </a:lnSpc>
              <a:spcBef>
                <a:spcPts val="0"/>
              </a:spcBef>
              <a:spcAft>
                <a:spcPts val="0"/>
              </a:spcAft>
              <a:buClrTx/>
              <a:buSzTx/>
              <a:buFontTx/>
              <a:buNone/>
              <a:tabLst/>
              <a:defRPr/>
            </a:pPr>
            <a:fld id="{C773DB68-E51C-0443-B8CE-2997CF470B35}"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812810" rtl="0" eaLnBrk="1" fontAlgn="auto" latinLnBrk="0" hangingPunct="1">
                <a:lnSpc>
                  <a:spcPct val="100000"/>
                </a:lnSpc>
                <a:spcBef>
                  <a:spcPts val="0"/>
                </a:spcBef>
                <a:spcAft>
                  <a:spcPts val="0"/>
                </a:spcAft>
                <a:buClrTx/>
                <a:buSzTx/>
                <a:buFontTx/>
                <a:buNone/>
                <a:tabLst/>
                <a:defRPr/>
              </a:pPr>
              <a:t>71</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004316089"/>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812810" rtl="0" eaLnBrk="1" fontAlgn="auto" latinLnBrk="0" hangingPunct="1">
              <a:lnSpc>
                <a:spcPct val="100000"/>
              </a:lnSpc>
              <a:spcBef>
                <a:spcPts val="0"/>
              </a:spcBef>
              <a:spcAft>
                <a:spcPts val="0"/>
              </a:spcAft>
              <a:buClrTx/>
              <a:buSzTx/>
              <a:buFontTx/>
              <a:buNone/>
              <a:tabLst/>
              <a:defRPr/>
            </a:pPr>
            <a:fld id="{C773DB68-E51C-0443-B8CE-2997CF470B35}"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812810" rtl="0" eaLnBrk="1" fontAlgn="auto" latinLnBrk="0" hangingPunct="1">
                <a:lnSpc>
                  <a:spcPct val="100000"/>
                </a:lnSpc>
                <a:spcBef>
                  <a:spcPts val="0"/>
                </a:spcBef>
                <a:spcAft>
                  <a:spcPts val="0"/>
                </a:spcAft>
                <a:buClrTx/>
                <a:buSzTx/>
                <a:buFontTx/>
                <a:buNone/>
                <a:tabLst/>
                <a:defRPr/>
              </a:pPr>
              <a:t>74</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29094236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Tree>
    <p:extLst>
      <p:ext uri="{BB962C8B-B14F-4D97-AF65-F5344CB8AC3E}">
        <p14:creationId xmlns:p14="http://schemas.microsoft.com/office/powerpoint/2010/main" val="319762035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Content slide (shown in video)">
    <p:spTree>
      <p:nvGrpSpPr>
        <p:cNvPr id="1" name=""/>
        <p:cNvGrpSpPr/>
        <p:nvPr/>
      </p:nvGrpSpPr>
      <p:grpSpPr>
        <a:xfrm>
          <a:off x="0" y="0"/>
          <a:ext cx="0" cy="0"/>
          <a:chOff x="0" y="0"/>
          <a:chExt cx="0" cy="0"/>
        </a:xfrm>
      </p:grpSpPr>
      <p:sp>
        <p:nvSpPr>
          <p:cNvPr id="9" name="Title 8"/>
          <p:cNvSpPr>
            <a:spLocks noGrp="1"/>
          </p:cNvSpPr>
          <p:nvPr>
            <p:ph type="title"/>
          </p:nvPr>
        </p:nvSpPr>
        <p:spPr/>
        <p:txBody>
          <a:bodyPr/>
          <a:lstStyle/>
          <a:p>
            <a:r>
              <a:rPr lang="en-US"/>
              <a:t>Click to edit Master title style</a:t>
            </a:r>
          </a:p>
        </p:txBody>
      </p:sp>
      <p:sp>
        <p:nvSpPr>
          <p:cNvPr id="11" name="Text Placeholder 10"/>
          <p:cNvSpPr>
            <a:spLocks noGrp="1"/>
          </p:cNvSpPr>
          <p:nvPr>
            <p:ph type="body" sz="quarter" idx="10"/>
          </p:nvPr>
        </p:nvSpPr>
        <p:spPr>
          <a:xfrm>
            <a:off x="879475" y="1405719"/>
            <a:ext cx="14630400" cy="6373505"/>
          </a:xfrm>
        </p:spPr>
        <p:txBody>
          <a:bodyPr/>
          <a:lstStyle/>
          <a:p>
            <a:pPr lvl="0"/>
            <a:r>
              <a:rPr lang="en-US" dirty="0"/>
              <a:t>Edit Master text styles</a:t>
            </a:r>
          </a:p>
        </p:txBody>
      </p:sp>
    </p:spTree>
    <p:extLst>
      <p:ext uri="{BB962C8B-B14F-4D97-AF65-F5344CB8AC3E}">
        <p14:creationId xmlns:p14="http://schemas.microsoft.com/office/powerpoint/2010/main" val="86959068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Content slide (shown in video)">
    <p:spTree>
      <p:nvGrpSpPr>
        <p:cNvPr id="1" name=""/>
        <p:cNvGrpSpPr/>
        <p:nvPr/>
      </p:nvGrpSpPr>
      <p:grpSpPr>
        <a:xfrm>
          <a:off x="0" y="0"/>
          <a:ext cx="0" cy="0"/>
          <a:chOff x="0" y="0"/>
          <a:chExt cx="0" cy="0"/>
        </a:xfrm>
      </p:grpSpPr>
      <p:sp>
        <p:nvSpPr>
          <p:cNvPr id="4" name="Text Placeholder 1">
            <a:extLst>
              <a:ext uri="{FF2B5EF4-FFF2-40B4-BE49-F238E27FC236}">
                <a16:creationId xmlns:a16="http://schemas.microsoft.com/office/drawing/2014/main" id="{B94A1462-55F6-494B-8554-951DED06E28A}"/>
              </a:ext>
            </a:extLst>
          </p:cNvPr>
          <p:cNvSpPr>
            <a:spLocks noGrp="1"/>
          </p:cNvSpPr>
          <p:nvPr>
            <p:ph idx="1"/>
          </p:nvPr>
        </p:nvSpPr>
        <p:spPr>
          <a:xfrm>
            <a:off x="878783" y="386862"/>
            <a:ext cx="14631828" cy="7389165"/>
          </a:xfrm>
          <a:prstGeom prst="rect">
            <a:avLst/>
          </a:prstGeom>
        </p:spPr>
        <p:txBody>
          <a:bodyPr vert="horz" lIns="91440" tIns="45720" rIns="91440" bIns="45720" rtlCol="0">
            <a:normAutofit/>
          </a:bodyPr>
          <a:lstStyle/>
          <a:p>
            <a:pPr lvl="0"/>
            <a:r>
              <a:rPr lang="en-US" dirty="0"/>
              <a:t>Edit Master text styles</a:t>
            </a:r>
          </a:p>
        </p:txBody>
      </p:sp>
    </p:spTree>
    <p:extLst>
      <p:ext uri="{BB962C8B-B14F-4D97-AF65-F5344CB8AC3E}">
        <p14:creationId xmlns:p14="http://schemas.microsoft.com/office/powerpoint/2010/main" val="360454432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Content slide (shown in video)">
    <p:spTree>
      <p:nvGrpSpPr>
        <p:cNvPr id="1" name=""/>
        <p:cNvGrpSpPr/>
        <p:nvPr/>
      </p:nvGrpSpPr>
      <p:grpSpPr>
        <a:xfrm>
          <a:off x="0" y="0"/>
          <a:ext cx="0" cy="0"/>
          <a:chOff x="0" y="0"/>
          <a:chExt cx="0" cy="0"/>
        </a:xfrm>
      </p:grpSpPr>
      <p:sp>
        <p:nvSpPr>
          <p:cNvPr id="9" name="Title 8"/>
          <p:cNvSpPr>
            <a:spLocks noGrp="1"/>
          </p:cNvSpPr>
          <p:nvPr>
            <p:ph type="title"/>
          </p:nvPr>
        </p:nvSpPr>
        <p:spPr/>
        <p:txBody>
          <a:bodyPr/>
          <a:lstStyle/>
          <a:p>
            <a:r>
              <a:rPr lang="en-US"/>
              <a:t>Click to edit Master title style</a:t>
            </a:r>
          </a:p>
        </p:txBody>
      </p:sp>
      <p:sp>
        <p:nvSpPr>
          <p:cNvPr id="11" name="Text Placeholder 10"/>
          <p:cNvSpPr>
            <a:spLocks noGrp="1"/>
          </p:cNvSpPr>
          <p:nvPr>
            <p:ph type="body" sz="quarter" idx="10"/>
          </p:nvPr>
        </p:nvSpPr>
        <p:spPr>
          <a:xfrm>
            <a:off x="879475" y="1405719"/>
            <a:ext cx="14630400" cy="6373505"/>
          </a:xfrm>
        </p:spPr>
        <p:txBody>
          <a:bodyPr/>
          <a:lstStyle/>
          <a:p>
            <a:pPr lvl="0"/>
            <a:r>
              <a:rPr lang="en-US" dirty="0"/>
              <a:t>Edit Master text styles</a:t>
            </a:r>
          </a:p>
        </p:txBody>
      </p:sp>
    </p:spTree>
    <p:extLst>
      <p:ext uri="{BB962C8B-B14F-4D97-AF65-F5344CB8AC3E}">
        <p14:creationId xmlns:p14="http://schemas.microsoft.com/office/powerpoint/2010/main" val="273880648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Presenter notes (not to be shown in video)">
    <p:spTree>
      <p:nvGrpSpPr>
        <p:cNvPr id="1" name=""/>
        <p:cNvGrpSpPr/>
        <p:nvPr/>
      </p:nvGrpSpPr>
      <p:grpSpPr>
        <a:xfrm>
          <a:off x="0" y="0"/>
          <a:ext cx="0" cy="0"/>
          <a:chOff x="0" y="0"/>
          <a:chExt cx="0" cy="0"/>
        </a:xfrm>
      </p:grpSpPr>
      <p:sp>
        <p:nvSpPr>
          <p:cNvPr id="4" name="Text Placeholder 3"/>
          <p:cNvSpPr>
            <a:spLocks noGrp="1"/>
          </p:cNvSpPr>
          <p:nvPr>
            <p:ph type="body" sz="quarter" idx="10"/>
          </p:nvPr>
        </p:nvSpPr>
        <p:spPr>
          <a:xfrm>
            <a:off x="1581665" y="1301578"/>
            <a:ext cx="13007546" cy="5807676"/>
          </a:xfrm>
        </p:spPr>
        <p:txBody>
          <a:bodyPr/>
          <a:lstStyle>
            <a:lvl1pPr marL="0" indent="0">
              <a:buNone/>
              <a:defRPr/>
            </a:lvl1pPr>
          </a:lstStyle>
          <a:p>
            <a:pPr lvl="0"/>
            <a:r>
              <a:rPr lang="en-US" dirty="0"/>
              <a:t>Edit Master text styles</a:t>
            </a:r>
          </a:p>
        </p:txBody>
      </p:sp>
    </p:spTree>
    <p:extLst>
      <p:ext uri="{BB962C8B-B14F-4D97-AF65-F5344CB8AC3E}">
        <p14:creationId xmlns:p14="http://schemas.microsoft.com/office/powerpoint/2010/main" val="1347414502"/>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theme" Target="../theme/theme1.xml"/><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2.png"/></Relationships>
</file>

<file path=ppt/slideMasters/_rels/slideMaster2.xml.rels><?xml version="1.0" encoding="UTF-8" standalone="yes"?>
<Relationships xmlns="http://schemas.openxmlformats.org/package/2006/relationships"><Relationship Id="rId2" Type="http://schemas.openxmlformats.org/officeDocument/2006/relationships/theme" Target="../theme/theme2.xml"/><Relationship Id="rId1" Type="http://schemas.openxmlformats.org/officeDocument/2006/relationships/slideLayout" Target="../slideLayouts/slideLayout2.xml"/></Relationships>
</file>

<file path=ppt/slideMasters/_rels/slideMaster3.xml.rels><?xml version="1.0" encoding="UTF-8" standalone="yes"?>
<Relationships xmlns="http://schemas.openxmlformats.org/package/2006/relationships"><Relationship Id="rId2" Type="http://schemas.openxmlformats.org/officeDocument/2006/relationships/theme" Target="../theme/theme3.xml"/><Relationship Id="rId1" Type="http://schemas.openxmlformats.org/officeDocument/2006/relationships/slideLayout" Target="../slideLayouts/slideLayout3.xml"/></Relationships>
</file>

<file path=ppt/slideMasters/_rels/slideMaster4.xml.rels><?xml version="1.0" encoding="UTF-8" standalone="yes"?>
<Relationships xmlns="http://schemas.openxmlformats.org/package/2006/relationships"><Relationship Id="rId2" Type="http://schemas.openxmlformats.org/officeDocument/2006/relationships/theme" Target="../theme/theme4.xml"/><Relationship Id="rId1" Type="http://schemas.openxmlformats.org/officeDocument/2006/relationships/slideLayout" Target="../slideLayouts/slideLayout4.xml"/></Relationships>
</file>

<file path=ppt/slideMasters/_rels/slideMaster5.xml.rels><?xml version="1.0" encoding="UTF-8" standalone="yes"?>
<Relationships xmlns="http://schemas.openxmlformats.org/package/2006/relationships"><Relationship Id="rId2" Type="http://schemas.openxmlformats.org/officeDocument/2006/relationships/theme" Target="../theme/theme5.xml"/><Relationship Id="rId1" Type="http://schemas.openxmlformats.org/officeDocument/2006/relationships/slideLayout" Target="../slideLayouts/slideLayout5.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gradFill flip="none" rotWithShape="1">
          <a:gsLst>
            <a:gs pos="27000">
              <a:srgbClr val="ECECEC"/>
            </a:gs>
            <a:gs pos="80000">
              <a:schemeClr val="bg1"/>
            </a:gs>
            <a:gs pos="2000">
              <a:schemeClr val="bg1">
                <a:lumMod val="50000"/>
              </a:schemeClr>
            </a:gs>
          </a:gsLst>
          <a:lin ang="16200000" scaled="0"/>
          <a:tileRect/>
        </a:gradFill>
        <a:effectLst/>
      </p:bgPr>
    </p:bg>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9F79A2DE-44A3-E846-BDE0-2432CDF19ED6}"/>
              </a:ext>
            </a:extLst>
          </p:cNvPr>
          <p:cNvPicPr>
            <a:picLocks noChangeAspect="1"/>
          </p:cNvPicPr>
          <p:nvPr userDrawn="1"/>
        </p:nvPicPr>
        <p:blipFill rotWithShape="1">
          <a:blip r:embed="rId3" cstate="screen">
            <a:extLst>
              <a:ext uri="{28A0092B-C50C-407E-A947-70E740481C1C}">
                <a14:useLocalDpi xmlns:a14="http://schemas.microsoft.com/office/drawing/2010/main"/>
              </a:ext>
            </a:extLst>
          </a:blip>
          <a:srcRect/>
          <a:stretch/>
        </p:blipFill>
        <p:spPr>
          <a:xfrm>
            <a:off x="-13957" y="0"/>
            <a:ext cx="16271545" cy="7776028"/>
          </a:xfrm>
          <a:prstGeom prst="rect">
            <a:avLst/>
          </a:prstGeom>
        </p:spPr>
      </p:pic>
      <p:sp>
        <p:nvSpPr>
          <p:cNvPr id="3" name="Rectangle 2"/>
          <p:cNvSpPr/>
          <p:nvPr userDrawn="1"/>
        </p:nvSpPr>
        <p:spPr>
          <a:xfrm>
            <a:off x="0" y="7674428"/>
            <a:ext cx="16257588" cy="1469571"/>
          </a:xfrm>
          <a:prstGeom prst="rect">
            <a:avLst/>
          </a:prstGeom>
          <a:solidFill>
            <a:srgbClr val="00274C"/>
          </a:solidFill>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pic>
        <p:nvPicPr>
          <p:cNvPr id="4" name="Picture 3" descr="M_SchoolPublicHealth_logo_white.png"/>
          <p:cNvPicPr>
            <a:picLocks noChangeAspect="1"/>
          </p:cNvPicPr>
          <p:nvPr userDrawn="1"/>
        </p:nvPicPr>
        <p:blipFill>
          <a:blip r:embed="rId4" cstate="screen">
            <a:extLst>
              <a:ext uri="{28A0092B-C50C-407E-A947-70E740481C1C}">
                <a14:useLocalDpi xmlns:a14="http://schemas.microsoft.com/office/drawing/2010/main"/>
              </a:ext>
            </a:extLst>
          </a:blip>
          <a:stretch>
            <a:fillRect/>
          </a:stretch>
        </p:blipFill>
        <p:spPr>
          <a:xfrm>
            <a:off x="10759986" y="8007770"/>
            <a:ext cx="5372640" cy="767520"/>
          </a:xfrm>
          <a:prstGeom prst="rect">
            <a:avLst/>
          </a:prstGeom>
        </p:spPr>
      </p:pic>
      <p:sp>
        <p:nvSpPr>
          <p:cNvPr id="5" name="Rectangle 4"/>
          <p:cNvSpPr/>
          <p:nvPr userDrawn="1"/>
        </p:nvSpPr>
        <p:spPr>
          <a:xfrm>
            <a:off x="0" y="7623628"/>
            <a:ext cx="16257588" cy="152400"/>
          </a:xfrm>
          <a:prstGeom prst="rect">
            <a:avLst/>
          </a:prstGeom>
          <a:solidFill>
            <a:srgbClr val="FFCB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3" name="Rectangle 22">
            <a:extLst>
              <a:ext uri="{FF2B5EF4-FFF2-40B4-BE49-F238E27FC236}">
                <a16:creationId xmlns:a16="http://schemas.microsoft.com/office/drawing/2014/main" id="{4FA01CEF-1B1A-0A48-82FA-0DF2D06BC503}"/>
              </a:ext>
            </a:extLst>
          </p:cNvPr>
          <p:cNvSpPr/>
          <p:nvPr userDrawn="1"/>
        </p:nvSpPr>
        <p:spPr>
          <a:xfrm>
            <a:off x="0" y="4767944"/>
            <a:ext cx="16257588" cy="2846366"/>
          </a:xfrm>
          <a:prstGeom prst="rect">
            <a:avLst/>
          </a:prstGeom>
          <a:gradFill flip="none" rotWithShape="1">
            <a:gsLst>
              <a:gs pos="100000">
                <a:srgbClr val="587ABC">
                  <a:lumMod val="74000"/>
                  <a:alpha val="55000"/>
                </a:srgbClr>
              </a:gs>
              <a:gs pos="0">
                <a:schemeClr val="bg1">
                  <a:lumMod val="95000"/>
                </a:schemeClr>
              </a:gs>
              <a:gs pos="66000">
                <a:srgbClr val="EEEEEE"/>
              </a:gs>
            </a:gsLst>
            <a:lin ang="1200000" scaled="0"/>
            <a:tileRect/>
          </a:gradFill>
          <a:ln>
            <a:noFill/>
          </a:ln>
          <a:effectLst>
            <a:outerShdw blurRad="50800" dist="38100" dir="5400000" algn="t"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pic>
        <p:nvPicPr>
          <p:cNvPr id="15" name="Picture 14">
            <a:extLst>
              <a:ext uri="{FF2B5EF4-FFF2-40B4-BE49-F238E27FC236}">
                <a16:creationId xmlns:a16="http://schemas.microsoft.com/office/drawing/2014/main" id="{25F38555-B398-464F-9B4E-17CD4019591E}"/>
              </a:ext>
            </a:extLst>
          </p:cNvPr>
          <p:cNvPicPr>
            <a:picLocks noChangeAspect="1"/>
          </p:cNvPicPr>
          <p:nvPr userDrawn="1"/>
        </p:nvPicPr>
        <p:blipFill rotWithShape="1">
          <a:blip r:embed="rId5" cstate="hqprint">
            <a:alphaModFix amt="20000"/>
            <a:extLst>
              <a:ext uri="{28A0092B-C50C-407E-A947-70E740481C1C}">
                <a14:useLocalDpi xmlns:a14="http://schemas.microsoft.com/office/drawing/2010/main"/>
              </a:ext>
            </a:extLst>
          </a:blip>
          <a:srcRect/>
          <a:stretch/>
        </p:blipFill>
        <p:spPr>
          <a:xfrm>
            <a:off x="-13957" y="4757918"/>
            <a:ext cx="12192001" cy="2891110"/>
          </a:xfrm>
          <a:prstGeom prst="rect">
            <a:avLst/>
          </a:prstGeom>
        </p:spPr>
      </p:pic>
      <p:cxnSp>
        <p:nvCxnSpPr>
          <p:cNvPr id="18" name="Straight Connector 17">
            <a:extLst>
              <a:ext uri="{FF2B5EF4-FFF2-40B4-BE49-F238E27FC236}">
                <a16:creationId xmlns:a16="http://schemas.microsoft.com/office/drawing/2014/main" id="{33F0919A-AFA5-E147-95FD-08292D7FF4FB}"/>
              </a:ext>
            </a:extLst>
          </p:cNvPr>
          <p:cNvCxnSpPr>
            <a:cxnSpLocks/>
          </p:cNvCxnSpPr>
          <p:nvPr userDrawn="1"/>
        </p:nvCxnSpPr>
        <p:spPr>
          <a:xfrm>
            <a:off x="0" y="6607960"/>
            <a:ext cx="10140043" cy="0"/>
          </a:xfrm>
          <a:prstGeom prst="line">
            <a:avLst/>
          </a:prstGeom>
          <a:ln w="38100">
            <a:solidFill>
              <a:srgbClr val="00274C"/>
            </a:solidFill>
          </a:ln>
          <a:effectLst/>
        </p:spPr>
        <p:style>
          <a:lnRef idx="2">
            <a:schemeClr val="accent1"/>
          </a:lnRef>
          <a:fillRef idx="0">
            <a:schemeClr val="accent1"/>
          </a:fillRef>
          <a:effectRef idx="1">
            <a:schemeClr val="accent1"/>
          </a:effectRef>
          <a:fontRef idx="minor">
            <a:schemeClr val="tx1"/>
          </a:fontRef>
        </p:style>
      </p:cxnSp>
      <p:sp>
        <p:nvSpPr>
          <p:cNvPr id="26" name="Rectangle 25">
            <a:extLst>
              <a:ext uri="{FF2B5EF4-FFF2-40B4-BE49-F238E27FC236}">
                <a16:creationId xmlns:a16="http://schemas.microsoft.com/office/drawing/2014/main" id="{5ED9A923-5028-2F43-A7E3-007357342122}"/>
              </a:ext>
            </a:extLst>
          </p:cNvPr>
          <p:cNvSpPr/>
          <p:nvPr userDrawn="1"/>
        </p:nvSpPr>
        <p:spPr>
          <a:xfrm>
            <a:off x="0" y="4550950"/>
            <a:ext cx="16257588" cy="224918"/>
          </a:xfrm>
          <a:prstGeom prst="rect">
            <a:avLst/>
          </a:prstGeom>
          <a:gradFill>
            <a:gsLst>
              <a:gs pos="63000">
                <a:schemeClr val="bg1"/>
              </a:gs>
              <a:gs pos="0">
                <a:srgbClr val="587ABC"/>
              </a:gs>
            </a:gsLst>
            <a:lin ang="0" scaled="0"/>
          </a:gradFill>
          <a:ln>
            <a:noFill/>
          </a:ln>
          <a:effectLst>
            <a:outerShdw blurRad="50800" dist="38100" dir="5400000" algn="t"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453915076"/>
      </p:ext>
    </p:extLst>
  </p:cSld>
  <p:clrMap bg1="lt1" tx1="dk1" bg2="lt2" tx2="dk2" accent1="accent1" accent2="accent2" accent3="accent3" accent4="accent4" accent5="accent5" accent6="accent6" hlink="hlink" folHlink="folHlink"/>
  <p:sldLayoutIdLst>
    <p:sldLayoutId id="2147483771" r:id="rId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ext Placeholder 1"/>
          <p:cNvSpPr>
            <a:spLocks noGrp="1"/>
          </p:cNvSpPr>
          <p:nvPr>
            <p:ph type="body" idx="1"/>
          </p:nvPr>
        </p:nvSpPr>
        <p:spPr>
          <a:xfrm>
            <a:off x="878783" y="1405719"/>
            <a:ext cx="14631828" cy="6370308"/>
          </a:xfrm>
          <a:prstGeom prst="rect">
            <a:avLst/>
          </a:prstGeom>
        </p:spPr>
        <p:txBody>
          <a:bodyPr vert="horz" lIns="91440" tIns="45720" rIns="91440" bIns="45720" rtlCol="0">
            <a:normAutofit/>
          </a:bodyPr>
          <a:lstStyle/>
          <a:p>
            <a:pPr lvl="0"/>
            <a:r>
              <a:rPr lang="en-US" dirty="0"/>
              <a:t>Edit Master text styles</a:t>
            </a:r>
          </a:p>
        </p:txBody>
      </p:sp>
      <p:sp>
        <p:nvSpPr>
          <p:cNvPr id="3" name="Title Placeholder 2"/>
          <p:cNvSpPr>
            <a:spLocks noGrp="1"/>
          </p:cNvSpPr>
          <p:nvPr>
            <p:ph type="title"/>
          </p:nvPr>
        </p:nvSpPr>
        <p:spPr>
          <a:xfrm>
            <a:off x="878783" y="272169"/>
            <a:ext cx="14631828" cy="870385"/>
          </a:xfrm>
          <a:prstGeom prst="rect">
            <a:avLst/>
          </a:prstGeom>
        </p:spPr>
        <p:txBody>
          <a:bodyPr vert="horz" lIns="91440" tIns="45720" rIns="91440" bIns="45720" rtlCol="0" anchor="ctr">
            <a:noAutofit/>
          </a:bodyPr>
          <a:lstStyle/>
          <a:p>
            <a:r>
              <a:rPr lang="en-US" dirty="0"/>
              <a:t>Click to edit Master title style</a:t>
            </a:r>
          </a:p>
        </p:txBody>
      </p:sp>
      <p:sp>
        <p:nvSpPr>
          <p:cNvPr id="10" name="Rectangle 9">
            <a:extLst>
              <a:ext uri="{FF2B5EF4-FFF2-40B4-BE49-F238E27FC236}">
                <a16:creationId xmlns:a16="http://schemas.microsoft.com/office/drawing/2014/main" id="{E0D8E102-C795-3941-9125-C4D5BBD0193F}"/>
              </a:ext>
            </a:extLst>
          </p:cNvPr>
          <p:cNvSpPr/>
          <p:nvPr userDrawn="1"/>
        </p:nvSpPr>
        <p:spPr>
          <a:xfrm>
            <a:off x="0" y="0"/>
            <a:ext cx="16257588" cy="224918"/>
          </a:xfrm>
          <a:prstGeom prst="rect">
            <a:avLst/>
          </a:prstGeom>
          <a:gradFill>
            <a:gsLst>
              <a:gs pos="63000">
                <a:srgbClr val="00274C"/>
              </a:gs>
              <a:gs pos="0">
                <a:srgbClr val="587ABC"/>
              </a:gs>
            </a:gsLst>
            <a:lin ang="0" scaled="0"/>
          </a:gradFill>
          <a:ln>
            <a:noFill/>
          </a:ln>
          <a:effectLst>
            <a:outerShdw blurRad="50800" dist="38100" dir="5400000" algn="t"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cxnSp>
        <p:nvCxnSpPr>
          <p:cNvPr id="12" name="Straight Connector 11">
            <a:extLst>
              <a:ext uri="{FF2B5EF4-FFF2-40B4-BE49-F238E27FC236}">
                <a16:creationId xmlns:a16="http://schemas.microsoft.com/office/drawing/2014/main" id="{9BB45DA2-7C42-8445-AD00-272875B751FD}"/>
              </a:ext>
            </a:extLst>
          </p:cNvPr>
          <p:cNvCxnSpPr>
            <a:cxnSpLocks/>
          </p:cNvCxnSpPr>
          <p:nvPr userDrawn="1"/>
        </p:nvCxnSpPr>
        <p:spPr>
          <a:xfrm>
            <a:off x="1023582" y="1210794"/>
            <a:ext cx="14343797" cy="0"/>
          </a:xfrm>
          <a:prstGeom prst="line">
            <a:avLst/>
          </a:prstGeom>
          <a:ln w="38100">
            <a:solidFill>
              <a:schemeClr val="accent1"/>
            </a:solidFill>
          </a:ln>
          <a:effectLst/>
        </p:spPr>
        <p:style>
          <a:lnRef idx="2">
            <a:schemeClr val="accent1"/>
          </a:lnRef>
          <a:fillRef idx="0">
            <a:schemeClr val="accent1"/>
          </a:fillRef>
          <a:effectRef idx="1">
            <a:schemeClr val="accent1"/>
          </a:effectRef>
          <a:fontRef idx="minor">
            <a:schemeClr val="tx1"/>
          </a:fontRef>
        </p:style>
      </p:cxnSp>
      <p:sp>
        <p:nvSpPr>
          <p:cNvPr id="15" name="Rectangle 14">
            <a:extLst>
              <a:ext uri="{FF2B5EF4-FFF2-40B4-BE49-F238E27FC236}">
                <a16:creationId xmlns:a16="http://schemas.microsoft.com/office/drawing/2014/main" id="{BF1E5EF9-7466-AC4A-8B9B-8C26E6EB2668}"/>
              </a:ext>
            </a:extLst>
          </p:cNvPr>
          <p:cNvSpPr/>
          <p:nvPr userDrawn="1"/>
        </p:nvSpPr>
        <p:spPr>
          <a:xfrm>
            <a:off x="0" y="7776027"/>
            <a:ext cx="16257588" cy="1367973"/>
          </a:xfrm>
          <a:prstGeom prst="rect">
            <a:avLst/>
          </a:prstGeom>
          <a:gradFill>
            <a:gsLst>
              <a:gs pos="100000">
                <a:schemeClr val="bg1"/>
              </a:gs>
              <a:gs pos="8000">
                <a:srgbClr val="E4E1DF"/>
              </a:gs>
            </a:gsLst>
            <a:lin ang="1620000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cxnSp>
        <p:nvCxnSpPr>
          <p:cNvPr id="11" name="Straight Connector 10">
            <a:extLst>
              <a:ext uri="{FF2B5EF4-FFF2-40B4-BE49-F238E27FC236}">
                <a16:creationId xmlns:a16="http://schemas.microsoft.com/office/drawing/2014/main" id="{50E2D098-25F8-1B47-A897-734EE7598560}"/>
              </a:ext>
            </a:extLst>
          </p:cNvPr>
          <p:cNvCxnSpPr/>
          <p:nvPr userDrawn="1"/>
        </p:nvCxnSpPr>
        <p:spPr>
          <a:xfrm>
            <a:off x="0" y="7758806"/>
            <a:ext cx="16257588" cy="0"/>
          </a:xfrm>
          <a:prstGeom prst="line">
            <a:avLst/>
          </a:prstGeom>
          <a:ln w="9525">
            <a:solidFill>
              <a:srgbClr val="E4E1DF">
                <a:alpha val="30000"/>
              </a:srgb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526842840"/>
      </p:ext>
    </p:extLst>
  </p:cSld>
  <p:clrMap bg1="lt1" tx1="dk1" bg2="lt2" tx2="dk2" accent1="accent1" accent2="accent2" accent3="accent3" accent4="accent4" accent5="accent5" accent6="accent6" hlink="hlink" folHlink="folHlink"/>
  <p:sldLayoutIdLst>
    <p:sldLayoutId id="2147483791" r:id="rId1"/>
  </p:sldLayoutIdLst>
  <p:txStyles>
    <p:titleStyle>
      <a:lvl1pPr algn="l" defTabSz="457200" rtl="0" eaLnBrk="1" latinLnBrk="0" hangingPunct="1">
        <a:spcBef>
          <a:spcPct val="0"/>
        </a:spcBef>
        <a:buNone/>
        <a:defRPr sz="4400" kern="1200">
          <a:solidFill>
            <a:srgbClr val="00274C"/>
          </a:solidFill>
          <a:latin typeface="+mj-lt"/>
          <a:ea typeface="+mj-ea"/>
          <a:cs typeface="+mj-cs"/>
        </a:defRPr>
      </a:lvl1pPr>
    </p:titleStyle>
    <p:bodyStyle>
      <a:lvl1pPr marL="0" indent="0" algn="l" defTabSz="457200" rtl="0" eaLnBrk="1" latinLnBrk="0" hangingPunct="1">
        <a:spcBef>
          <a:spcPct val="20000"/>
        </a:spcBef>
        <a:buFont typeface="Arial"/>
        <a:buNone/>
        <a:defRPr sz="3200" kern="1200">
          <a:solidFill>
            <a:srgbClr val="00274C"/>
          </a:solidFill>
          <a:latin typeface="+mn-lt"/>
          <a:ea typeface="+mn-ea"/>
          <a:cs typeface="+mn-cs"/>
        </a:defRPr>
      </a:lvl1pPr>
      <a:lvl2pPr marL="457200" indent="0" algn="l" defTabSz="457200" rtl="0" eaLnBrk="1" latinLnBrk="0" hangingPunct="1">
        <a:spcBef>
          <a:spcPct val="20000"/>
        </a:spcBef>
        <a:buFont typeface="Arial"/>
        <a:buNone/>
        <a:defRPr sz="2800" kern="1200">
          <a:solidFill>
            <a:schemeClr val="tx1"/>
          </a:solidFill>
          <a:latin typeface="+mn-lt"/>
          <a:ea typeface="+mn-ea"/>
          <a:cs typeface="+mn-cs"/>
        </a:defRPr>
      </a:lvl2pPr>
      <a:lvl3pPr marL="914400" indent="0" algn="l" defTabSz="457200" rtl="0" eaLnBrk="1" latinLnBrk="0" hangingPunct="1">
        <a:spcBef>
          <a:spcPct val="20000"/>
        </a:spcBef>
        <a:buFont typeface="Arial"/>
        <a:buNone/>
        <a:defRPr sz="2400" kern="1200">
          <a:solidFill>
            <a:schemeClr val="tx1"/>
          </a:solidFill>
          <a:latin typeface="+mn-lt"/>
          <a:ea typeface="+mn-ea"/>
          <a:cs typeface="+mn-cs"/>
        </a:defRPr>
      </a:lvl3pPr>
      <a:lvl4pPr marL="1371600" indent="0" algn="l" defTabSz="457200" rtl="0" eaLnBrk="1" latinLnBrk="0" hangingPunct="1">
        <a:spcBef>
          <a:spcPct val="20000"/>
        </a:spcBef>
        <a:buFont typeface="Arial"/>
        <a:buNone/>
        <a:defRPr sz="2000" kern="1200">
          <a:solidFill>
            <a:schemeClr val="tx1"/>
          </a:solidFill>
          <a:latin typeface="+mn-lt"/>
          <a:ea typeface="+mn-ea"/>
          <a:cs typeface="+mn-cs"/>
        </a:defRPr>
      </a:lvl4pPr>
      <a:lvl5pPr marL="1828800" indent="0" algn="l" defTabSz="457200" rtl="0" eaLnBrk="1" latinLnBrk="0" hangingPunct="1">
        <a:spcBef>
          <a:spcPct val="20000"/>
        </a:spcBef>
        <a:buFont typeface="Arial"/>
        <a:buNone/>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24E75BEE-68E8-7E41-9537-113B0DA1B9A2}"/>
              </a:ext>
            </a:extLst>
          </p:cNvPr>
          <p:cNvSpPr/>
          <p:nvPr userDrawn="1"/>
        </p:nvSpPr>
        <p:spPr>
          <a:xfrm>
            <a:off x="0" y="7776027"/>
            <a:ext cx="16257588" cy="1367973"/>
          </a:xfrm>
          <a:prstGeom prst="rect">
            <a:avLst/>
          </a:prstGeom>
          <a:gradFill>
            <a:gsLst>
              <a:gs pos="100000">
                <a:schemeClr val="bg1"/>
              </a:gs>
              <a:gs pos="8000">
                <a:srgbClr val="E4E1DF"/>
              </a:gs>
            </a:gsLst>
            <a:lin ang="1620000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cxnSp>
        <p:nvCxnSpPr>
          <p:cNvPr id="9" name="Straight Connector 8">
            <a:extLst>
              <a:ext uri="{FF2B5EF4-FFF2-40B4-BE49-F238E27FC236}">
                <a16:creationId xmlns:a16="http://schemas.microsoft.com/office/drawing/2014/main" id="{AEABBCB0-652C-4D4B-9603-135F326E9486}"/>
              </a:ext>
            </a:extLst>
          </p:cNvPr>
          <p:cNvCxnSpPr/>
          <p:nvPr userDrawn="1"/>
        </p:nvCxnSpPr>
        <p:spPr>
          <a:xfrm>
            <a:off x="0" y="7758806"/>
            <a:ext cx="16257588" cy="0"/>
          </a:xfrm>
          <a:prstGeom prst="line">
            <a:avLst/>
          </a:prstGeom>
          <a:ln w="9525">
            <a:solidFill>
              <a:srgbClr val="E4E1DF">
                <a:alpha val="30000"/>
              </a:srgbClr>
            </a:solidFill>
          </a:ln>
        </p:spPr>
        <p:style>
          <a:lnRef idx="2">
            <a:schemeClr val="accent1"/>
          </a:lnRef>
          <a:fillRef idx="0">
            <a:schemeClr val="accent1"/>
          </a:fillRef>
          <a:effectRef idx="1">
            <a:schemeClr val="accent1"/>
          </a:effectRef>
          <a:fontRef idx="minor">
            <a:schemeClr val="tx1"/>
          </a:fontRef>
        </p:style>
      </p:cxnSp>
      <p:sp>
        <p:nvSpPr>
          <p:cNvPr id="6" name="Text Placeholder 1">
            <a:extLst>
              <a:ext uri="{FF2B5EF4-FFF2-40B4-BE49-F238E27FC236}">
                <a16:creationId xmlns:a16="http://schemas.microsoft.com/office/drawing/2014/main" id="{3FF513C8-0BD3-FA4B-8D9A-FB9C21ECBC36}"/>
              </a:ext>
            </a:extLst>
          </p:cNvPr>
          <p:cNvSpPr>
            <a:spLocks noGrp="1"/>
          </p:cNvSpPr>
          <p:nvPr>
            <p:ph type="body" idx="1"/>
          </p:nvPr>
        </p:nvSpPr>
        <p:spPr>
          <a:xfrm>
            <a:off x="878783" y="386862"/>
            <a:ext cx="14631828" cy="7389165"/>
          </a:xfrm>
          <a:prstGeom prst="rect">
            <a:avLst/>
          </a:prstGeom>
        </p:spPr>
        <p:txBody>
          <a:bodyPr vert="horz" lIns="91440" tIns="45720" rIns="91440" bIns="45720" rtlCol="0">
            <a:normAutofit/>
          </a:bodyPr>
          <a:lstStyle/>
          <a:p>
            <a:pPr lvl="0"/>
            <a:r>
              <a:rPr lang="en-US" dirty="0"/>
              <a:t>Edit Master text styles</a:t>
            </a:r>
          </a:p>
        </p:txBody>
      </p:sp>
    </p:spTree>
    <p:extLst>
      <p:ext uri="{BB962C8B-B14F-4D97-AF65-F5344CB8AC3E}">
        <p14:creationId xmlns:p14="http://schemas.microsoft.com/office/powerpoint/2010/main" val="1262599898"/>
      </p:ext>
    </p:extLst>
  </p:cSld>
  <p:clrMap bg1="lt1" tx1="dk1" bg2="lt2" tx2="dk2" accent1="accent1" accent2="accent2" accent3="accent3" accent4="accent4" accent5="accent5" accent6="accent6" hlink="hlink" folHlink="folHlink"/>
  <p:sldLayoutIdLst>
    <p:sldLayoutId id="2147483807" r:id="rId1"/>
  </p:sldLayoutIdLst>
  <p:txStyles>
    <p:titleStyle>
      <a:lvl1pPr algn="l" defTabSz="457200" rtl="0" eaLnBrk="1" latinLnBrk="0" hangingPunct="1">
        <a:spcBef>
          <a:spcPct val="0"/>
        </a:spcBef>
        <a:buNone/>
        <a:defRPr sz="4400" kern="1200">
          <a:solidFill>
            <a:srgbClr val="00274C"/>
          </a:solidFill>
          <a:latin typeface="+mj-lt"/>
          <a:ea typeface="+mj-ea"/>
          <a:cs typeface="+mj-cs"/>
        </a:defRPr>
      </a:lvl1pPr>
    </p:titleStyle>
    <p:bodyStyle>
      <a:lvl1pPr marL="0" indent="0" algn="l" defTabSz="457200" rtl="0" eaLnBrk="1" latinLnBrk="0" hangingPunct="1">
        <a:spcBef>
          <a:spcPct val="20000"/>
        </a:spcBef>
        <a:buFont typeface="Arial"/>
        <a:buNone/>
        <a:defRPr sz="3200" kern="1200">
          <a:solidFill>
            <a:srgbClr val="00274C"/>
          </a:solidFill>
          <a:latin typeface="+mn-lt"/>
          <a:ea typeface="+mn-ea"/>
          <a:cs typeface="+mn-cs"/>
        </a:defRPr>
      </a:lvl1pPr>
      <a:lvl2pPr marL="457200" indent="0" algn="l" defTabSz="457200" rtl="0" eaLnBrk="1" latinLnBrk="0" hangingPunct="1">
        <a:spcBef>
          <a:spcPct val="20000"/>
        </a:spcBef>
        <a:buFont typeface="Arial"/>
        <a:buNone/>
        <a:defRPr sz="2800" kern="1200">
          <a:solidFill>
            <a:schemeClr val="tx1"/>
          </a:solidFill>
          <a:latin typeface="+mn-lt"/>
          <a:ea typeface="+mn-ea"/>
          <a:cs typeface="+mn-cs"/>
        </a:defRPr>
      </a:lvl2pPr>
      <a:lvl3pPr marL="914400" indent="0" algn="l" defTabSz="457200" rtl="0" eaLnBrk="1" latinLnBrk="0" hangingPunct="1">
        <a:spcBef>
          <a:spcPct val="20000"/>
        </a:spcBef>
        <a:buFont typeface="Arial"/>
        <a:buNone/>
        <a:defRPr sz="2400" kern="1200">
          <a:solidFill>
            <a:schemeClr val="tx1"/>
          </a:solidFill>
          <a:latin typeface="+mn-lt"/>
          <a:ea typeface="+mn-ea"/>
          <a:cs typeface="+mn-cs"/>
        </a:defRPr>
      </a:lvl3pPr>
      <a:lvl4pPr marL="1371600" indent="0" algn="l" defTabSz="457200" rtl="0" eaLnBrk="1" latinLnBrk="0" hangingPunct="1">
        <a:spcBef>
          <a:spcPct val="20000"/>
        </a:spcBef>
        <a:buFont typeface="Arial"/>
        <a:buNone/>
        <a:defRPr sz="2000" kern="1200">
          <a:solidFill>
            <a:schemeClr val="tx1"/>
          </a:solidFill>
          <a:latin typeface="+mn-lt"/>
          <a:ea typeface="+mn-ea"/>
          <a:cs typeface="+mn-cs"/>
        </a:defRPr>
      </a:lvl4pPr>
      <a:lvl5pPr marL="1828800" indent="0" algn="l" defTabSz="457200" rtl="0" eaLnBrk="1" latinLnBrk="0" hangingPunct="1">
        <a:spcBef>
          <a:spcPct val="20000"/>
        </a:spcBef>
        <a:buFont typeface="Arial"/>
        <a:buNone/>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ext Placeholder 1"/>
          <p:cNvSpPr>
            <a:spLocks noGrp="1"/>
          </p:cNvSpPr>
          <p:nvPr>
            <p:ph type="body" idx="1"/>
          </p:nvPr>
        </p:nvSpPr>
        <p:spPr>
          <a:xfrm>
            <a:off x="878783" y="1405719"/>
            <a:ext cx="9489860" cy="6370308"/>
          </a:xfrm>
          <a:prstGeom prst="rect">
            <a:avLst/>
          </a:prstGeom>
        </p:spPr>
        <p:txBody>
          <a:bodyPr vert="horz" lIns="91440" tIns="45720" rIns="91440" bIns="45720" rtlCol="0">
            <a:normAutofit/>
          </a:bodyPr>
          <a:lstStyle/>
          <a:p>
            <a:pPr lvl="0"/>
            <a:r>
              <a:rPr lang="en-US" dirty="0"/>
              <a:t>Edit Master text styles</a:t>
            </a:r>
          </a:p>
        </p:txBody>
      </p:sp>
      <p:sp>
        <p:nvSpPr>
          <p:cNvPr id="3" name="Title Placeholder 2"/>
          <p:cNvSpPr>
            <a:spLocks noGrp="1"/>
          </p:cNvSpPr>
          <p:nvPr>
            <p:ph type="title"/>
          </p:nvPr>
        </p:nvSpPr>
        <p:spPr>
          <a:xfrm>
            <a:off x="878783" y="272169"/>
            <a:ext cx="9489860" cy="870385"/>
          </a:xfrm>
          <a:prstGeom prst="rect">
            <a:avLst/>
          </a:prstGeom>
        </p:spPr>
        <p:txBody>
          <a:bodyPr vert="horz" lIns="91440" tIns="45720" rIns="91440" bIns="45720" rtlCol="0" anchor="ctr">
            <a:noAutofit/>
          </a:bodyPr>
          <a:lstStyle/>
          <a:p>
            <a:r>
              <a:rPr lang="en-US" dirty="0"/>
              <a:t>Click to edit Master title style</a:t>
            </a:r>
          </a:p>
        </p:txBody>
      </p:sp>
      <p:sp>
        <p:nvSpPr>
          <p:cNvPr id="6" name="Rectangle 5">
            <a:extLst>
              <a:ext uri="{FF2B5EF4-FFF2-40B4-BE49-F238E27FC236}">
                <a16:creationId xmlns:a16="http://schemas.microsoft.com/office/drawing/2014/main" id="{22C5F1F8-1280-884E-8894-968C107F09E4}"/>
              </a:ext>
            </a:extLst>
          </p:cNvPr>
          <p:cNvSpPr/>
          <p:nvPr userDrawn="1"/>
        </p:nvSpPr>
        <p:spPr>
          <a:xfrm>
            <a:off x="0" y="7776027"/>
            <a:ext cx="16257588" cy="1367973"/>
          </a:xfrm>
          <a:prstGeom prst="rect">
            <a:avLst/>
          </a:prstGeom>
          <a:gradFill>
            <a:gsLst>
              <a:gs pos="100000">
                <a:schemeClr val="bg1"/>
              </a:gs>
              <a:gs pos="8000">
                <a:srgbClr val="E4E1DF"/>
              </a:gs>
            </a:gsLst>
            <a:lin ang="1620000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cxnSp>
        <p:nvCxnSpPr>
          <p:cNvPr id="7" name="Straight Connector 6">
            <a:extLst>
              <a:ext uri="{FF2B5EF4-FFF2-40B4-BE49-F238E27FC236}">
                <a16:creationId xmlns:a16="http://schemas.microsoft.com/office/drawing/2014/main" id="{1F80828F-C4E5-CD4A-8C1F-761E9B421162}"/>
              </a:ext>
            </a:extLst>
          </p:cNvPr>
          <p:cNvCxnSpPr/>
          <p:nvPr userDrawn="1"/>
        </p:nvCxnSpPr>
        <p:spPr>
          <a:xfrm>
            <a:off x="0" y="7758806"/>
            <a:ext cx="16257588" cy="0"/>
          </a:xfrm>
          <a:prstGeom prst="line">
            <a:avLst/>
          </a:prstGeom>
          <a:ln w="9525">
            <a:solidFill>
              <a:srgbClr val="E4E1DF">
                <a:alpha val="30000"/>
              </a:srgb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620462567"/>
      </p:ext>
    </p:extLst>
  </p:cSld>
  <p:clrMap bg1="lt1" tx1="dk1" bg2="lt2" tx2="dk2" accent1="accent1" accent2="accent2" accent3="accent3" accent4="accent4" accent5="accent5" accent6="accent6" hlink="hlink" folHlink="folHlink"/>
  <p:sldLayoutIdLst>
    <p:sldLayoutId id="2147483809" r:id="rId1"/>
  </p:sldLayoutIdLst>
  <p:txStyles>
    <p:titleStyle>
      <a:lvl1pPr algn="l" defTabSz="457200" rtl="0" eaLnBrk="1" latinLnBrk="0" hangingPunct="1">
        <a:spcBef>
          <a:spcPct val="0"/>
        </a:spcBef>
        <a:buNone/>
        <a:defRPr sz="4400" kern="1200">
          <a:solidFill>
            <a:srgbClr val="00274C"/>
          </a:solidFill>
          <a:latin typeface="+mj-lt"/>
          <a:ea typeface="+mj-ea"/>
          <a:cs typeface="+mj-cs"/>
        </a:defRPr>
      </a:lvl1pPr>
    </p:titleStyle>
    <p:bodyStyle>
      <a:lvl1pPr marL="0" indent="0" algn="l" defTabSz="457200" rtl="0" eaLnBrk="1" latinLnBrk="0" hangingPunct="1">
        <a:spcBef>
          <a:spcPct val="20000"/>
        </a:spcBef>
        <a:buFont typeface="Arial"/>
        <a:buNone/>
        <a:defRPr sz="3200" kern="1200">
          <a:solidFill>
            <a:srgbClr val="00274C"/>
          </a:solidFill>
          <a:latin typeface="+mn-lt"/>
          <a:ea typeface="+mn-ea"/>
          <a:cs typeface="+mn-cs"/>
        </a:defRPr>
      </a:lvl1pPr>
      <a:lvl2pPr marL="457200" indent="0" algn="l" defTabSz="457200" rtl="0" eaLnBrk="1" latinLnBrk="0" hangingPunct="1">
        <a:spcBef>
          <a:spcPct val="20000"/>
        </a:spcBef>
        <a:buFont typeface="Arial"/>
        <a:buNone/>
        <a:defRPr sz="2800" kern="1200">
          <a:solidFill>
            <a:schemeClr val="tx1"/>
          </a:solidFill>
          <a:latin typeface="+mn-lt"/>
          <a:ea typeface="+mn-ea"/>
          <a:cs typeface="+mn-cs"/>
        </a:defRPr>
      </a:lvl2pPr>
      <a:lvl3pPr marL="914400" indent="0" algn="l" defTabSz="457200" rtl="0" eaLnBrk="1" latinLnBrk="0" hangingPunct="1">
        <a:spcBef>
          <a:spcPct val="20000"/>
        </a:spcBef>
        <a:buFont typeface="Arial"/>
        <a:buNone/>
        <a:defRPr sz="2400" kern="1200">
          <a:solidFill>
            <a:schemeClr val="tx1"/>
          </a:solidFill>
          <a:latin typeface="+mn-lt"/>
          <a:ea typeface="+mn-ea"/>
          <a:cs typeface="+mn-cs"/>
        </a:defRPr>
      </a:lvl3pPr>
      <a:lvl4pPr marL="1371600" indent="0" algn="l" defTabSz="457200" rtl="0" eaLnBrk="1" latinLnBrk="0" hangingPunct="1">
        <a:spcBef>
          <a:spcPct val="20000"/>
        </a:spcBef>
        <a:buFont typeface="Arial"/>
        <a:buNone/>
        <a:defRPr sz="2000" kern="1200">
          <a:solidFill>
            <a:schemeClr val="tx1"/>
          </a:solidFill>
          <a:latin typeface="+mn-lt"/>
          <a:ea typeface="+mn-ea"/>
          <a:cs typeface="+mn-cs"/>
        </a:defRPr>
      </a:lvl4pPr>
      <a:lvl5pPr marL="1828800" indent="0" algn="l" defTabSz="457200" rtl="0" eaLnBrk="1" latinLnBrk="0" hangingPunct="1">
        <a:spcBef>
          <a:spcPct val="20000"/>
        </a:spcBef>
        <a:buFont typeface="Arial"/>
        <a:buNone/>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Pr>
        <a:solidFill>
          <a:schemeClr val="accent1">
            <a:lumMod val="20000"/>
            <a:lumOff val="80000"/>
          </a:schemeClr>
        </a:solidFill>
        <a:effectLst/>
      </p:bgPr>
    </p:bg>
    <p:spTree>
      <p:nvGrpSpPr>
        <p:cNvPr id="1" name=""/>
        <p:cNvGrpSpPr/>
        <p:nvPr/>
      </p:nvGrpSpPr>
      <p:grpSpPr>
        <a:xfrm>
          <a:off x="0" y="0"/>
          <a:ext cx="0" cy="0"/>
          <a:chOff x="0" y="0"/>
          <a:chExt cx="0" cy="0"/>
        </a:xfrm>
      </p:grpSpPr>
      <p:sp>
        <p:nvSpPr>
          <p:cNvPr id="7" name="Text Placeholder 6"/>
          <p:cNvSpPr>
            <a:spLocks noGrp="1"/>
          </p:cNvSpPr>
          <p:nvPr>
            <p:ph type="body" idx="1"/>
          </p:nvPr>
        </p:nvSpPr>
        <p:spPr>
          <a:xfrm>
            <a:off x="2084172" y="1066154"/>
            <a:ext cx="12002531" cy="5802312"/>
          </a:xfrm>
          <a:prstGeom prst="rect">
            <a:avLst/>
          </a:prstGeom>
        </p:spPr>
        <p:txBody>
          <a:bodyPr vert="horz" lIns="91440" tIns="45720" rIns="91440" bIns="45720" rtlCol="0">
            <a:normAutofit/>
          </a:bodyPr>
          <a:lstStyle/>
          <a:p>
            <a:pPr lvl="0"/>
            <a:r>
              <a:rPr lang="en-US" dirty="0"/>
              <a:t>Edit Master text styles</a:t>
            </a:r>
          </a:p>
          <a:p>
            <a:pPr lvl="1"/>
            <a:r>
              <a:rPr lang="en-US" dirty="0"/>
              <a:t>	Edit Master text styles</a:t>
            </a:r>
          </a:p>
          <a:p>
            <a:pPr lvl="2"/>
            <a:r>
              <a:rPr lang="en-US" dirty="0"/>
              <a:t>Edit Master Text styles</a:t>
            </a:r>
          </a:p>
        </p:txBody>
      </p:sp>
    </p:spTree>
    <p:extLst>
      <p:ext uri="{BB962C8B-B14F-4D97-AF65-F5344CB8AC3E}">
        <p14:creationId xmlns:p14="http://schemas.microsoft.com/office/powerpoint/2010/main" val="1365302262"/>
      </p:ext>
    </p:extLst>
  </p:cSld>
  <p:clrMap bg1="lt1" tx1="dk1" bg2="lt2" tx2="dk2" accent1="accent1" accent2="accent2" accent3="accent3" accent4="accent4" accent5="accent5" accent6="accent6" hlink="hlink" folHlink="folHlink"/>
  <p:sldLayoutIdLst>
    <p:sldLayoutId id="2147483797"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0" indent="0" algn="l" defTabSz="914400" rtl="0" eaLnBrk="1" latinLnBrk="0" hangingPunct="1">
        <a:lnSpc>
          <a:spcPct val="90000"/>
        </a:lnSpc>
        <a:spcBef>
          <a:spcPts val="1000"/>
        </a:spcBef>
        <a:buFont typeface="Arial" panose="020B0604020202020204" pitchFamily="34" charset="0"/>
        <a:buNone/>
        <a:defRPr sz="2800" kern="1200">
          <a:solidFill>
            <a:schemeClr val="tx1"/>
          </a:solidFill>
          <a:latin typeface="Arial" panose="020B0604020202020204" pitchFamily="34" charset="0"/>
          <a:ea typeface="+mn-ea"/>
          <a:cs typeface="Arial" panose="020B0604020202020204" pitchFamily="34" charset="0"/>
        </a:defRPr>
      </a:lvl1pPr>
      <a:lvl2pPr marL="457200" indent="0" algn="l" defTabSz="914400" rtl="0" eaLnBrk="1" latinLnBrk="0" hangingPunct="1">
        <a:lnSpc>
          <a:spcPct val="90000"/>
        </a:lnSpc>
        <a:spcBef>
          <a:spcPts val="500"/>
        </a:spcBef>
        <a:buFont typeface="Courier New" panose="02070309020205020404" pitchFamily="49" charset="0"/>
        <a:buNone/>
        <a:defRPr sz="2400" kern="1200">
          <a:solidFill>
            <a:schemeClr val="tx1"/>
          </a:solidFill>
          <a:latin typeface="Arial" panose="020B0604020202020204" pitchFamily="34" charset="0"/>
          <a:ea typeface="+mn-ea"/>
          <a:cs typeface="Arial" panose="020B0604020202020204" pitchFamily="34" charset="0"/>
        </a:defRPr>
      </a:lvl2pPr>
      <a:lvl3pPr marL="914400" indent="0" algn="l" defTabSz="914400" rtl="0" eaLnBrk="1" latinLnBrk="0" hangingPunct="1">
        <a:lnSpc>
          <a:spcPct val="90000"/>
        </a:lnSpc>
        <a:spcBef>
          <a:spcPts val="500"/>
        </a:spcBef>
        <a:buFont typeface="Wingdings" panose="05000000000000000000" pitchFamily="2" charset="2"/>
        <a:buNone/>
        <a:defRPr sz="2000" kern="1200" baseline="0">
          <a:solidFill>
            <a:schemeClr val="tx1"/>
          </a:solidFill>
          <a:latin typeface="Arial" panose="020B0604020202020204" pitchFamily="34" charset="0"/>
          <a:ea typeface="+mn-ea"/>
          <a:cs typeface="Arial" panose="020B0604020202020204" pitchFamily="34" charset="0"/>
        </a:defRPr>
      </a:lvl3pPr>
      <a:lvl4pPr marL="13716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Arial" panose="020B0604020202020204" pitchFamily="34" charset="0"/>
          <a:ea typeface="+mn-ea"/>
          <a:cs typeface="Arial" panose="020B0604020202020204" pitchFamily="34" charset="0"/>
        </a:defRPr>
      </a:lvl4pPr>
      <a:lvl5pPr marL="18288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4.jpeg"/><Relationship Id="rId1" Type="http://schemas.openxmlformats.org/officeDocument/2006/relationships/slideLayout" Target="../slideLayouts/slideLayout2.xml"/><Relationship Id="rId5" Type="http://schemas.openxmlformats.org/officeDocument/2006/relationships/image" Target="../media/image7.jpeg"/><Relationship Id="rId4" Type="http://schemas.openxmlformats.org/officeDocument/2006/relationships/image" Target="../media/image6.png"/></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9.emf"/><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10.emf"/></Relationships>
</file>

<file path=ppt/slides/_rels/slide8.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12.emf"/><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3.emf"/><Relationship Id="rId2" Type="http://schemas.openxmlformats.org/officeDocument/2006/relationships/notesSlide" Target="../notesSlides/notesSlide11.xml"/><Relationship Id="rId1" Type="http://schemas.openxmlformats.org/officeDocument/2006/relationships/slideLayout" Target="../slideLayouts/slideLayout2.xml"/><Relationship Id="rId4" Type="http://schemas.openxmlformats.org/officeDocument/2006/relationships/image" Target="../media/image14.emf"/></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9.emf"/><Relationship Id="rId2" Type="http://schemas.openxmlformats.org/officeDocument/2006/relationships/notesSlide" Target="../notesSlides/notesSlide13.xml"/><Relationship Id="rId1" Type="http://schemas.openxmlformats.org/officeDocument/2006/relationships/slideLayout" Target="../slideLayouts/slideLayout2.xml"/><Relationship Id="rId4" Type="http://schemas.openxmlformats.org/officeDocument/2006/relationships/image" Target="../media/image10.emf"/></Relationships>
</file>

<file path=ppt/slides/_rels/slide15.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4.jpeg"/><Relationship Id="rId1" Type="http://schemas.openxmlformats.org/officeDocument/2006/relationships/slideLayout" Target="../slideLayouts/slideLayout2.xml"/><Relationship Id="rId5" Type="http://schemas.openxmlformats.org/officeDocument/2006/relationships/image" Target="../media/image7.jpeg"/><Relationship Id="rId4" Type="http://schemas.openxmlformats.org/officeDocument/2006/relationships/image" Target="../media/image6.png"/></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notesSlide" Target="../notesSlides/notesSlide16.xml"/><Relationship Id="rId1" Type="http://schemas.openxmlformats.org/officeDocument/2006/relationships/slideLayout" Target="../slideLayouts/slideLayout2.xml"/><Relationship Id="rId4" Type="http://schemas.openxmlformats.org/officeDocument/2006/relationships/image" Target="../media/image16.jpeg"/></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image" Target="../media/image17.emf"/><Relationship Id="rId2" Type="http://schemas.openxmlformats.org/officeDocument/2006/relationships/notesSlide" Target="../notesSlides/notesSlide18.xml"/><Relationship Id="rId1" Type="http://schemas.openxmlformats.org/officeDocument/2006/relationships/slideLayout" Target="../slideLayouts/slideLayout2.xml"/><Relationship Id="rId4" Type="http://schemas.openxmlformats.org/officeDocument/2006/relationships/image" Target="../media/image18.emf"/></Relationships>
</file>

<file path=ppt/slides/_rels/slide21.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17.emf"/><Relationship Id="rId2" Type="http://schemas.openxmlformats.org/officeDocument/2006/relationships/notesSlide" Target="../notesSlides/notesSlide19.xml"/><Relationship Id="rId1" Type="http://schemas.openxmlformats.org/officeDocument/2006/relationships/slideLayout" Target="../slideLayouts/slideLayout2.xml"/><Relationship Id="rId4" Type="http://schemas.openxmlformats.org/officeDocument/2006/relationships/image" Target="../media/image18.emf"/></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3" Type="http://schemas.openxmlformats.org/officeDocument/2006/relationships/image" Target="../media/image17.emf"/><Relationship Id="rId2" Type="http://schemas.openxmlformats.org/officeDocument/2006/relationships/notesSlide" Target="../notesSlides/notesSlide21.xml"/><Relationship Id="rId1" Type="http://schemas.openxmlformats.org/officeDocument/2006/relationships/slideLayout" Target="../slideLayouts/slideLayout2.xml"/><Relationship Id="rId4" Type="http://schemas.openxmlformats.org/officeDocument/2006/relationships/image" Target="../media/image18.emf"/></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17.emf"/><Relationship Id="rId2" Type="http://schemas.openxmlformats.org/officeDocument/2006/relationships/notesSlide" Target="../notesSlides/notesSlide22.xml"/><Relationship Id="rId1" Type="http://schemas.openxmlformats.org/officeDocument/2006/relationships/slideLayout" Target="../slideLayouts/slideLayout2.xml"/><Relationship Id="rId4" Type="http://schemas.openxmlformats.org/officeDocument/2006/relationships/image" Target="../media/image18.emf"/></Relationships>
</file>

<file path=ppt/slides/_rels/slide29.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4.jpeg"/><Relationship Id="rId1" Type="http://schemas.openxmlformats.org/officeDocument/2006/relationships/slideLayout" Target="../slideLayouts/slideLayout2.xml"/><Relationship Id="rId5" Type="http://schemas.openxmlformats.org/officeDocument/2006/relationships/image" Target="../media/image7.jpeg"/><Relationship Id="rId4" Type="http://schemas.openxmlformats.org/officeDocument/2006/relationships/image" Target="../media/image6.png"/></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22.jpeg"/><Relationship Id="rId2" Type="http://schemas.openxmlformats.org/officeDocument/2006/relationships/notesSlide" Target="../notesSlides/notesSlide28.xml"/><Relationship Id="rId1" Type="http://schemas.openxmlformats.org/officeDocument/2006/relationships/slideLayout" Target="../slideLayouts/slideLayout2.xml"/><Relationship Id="rId4" Type="http://schemas.openxmlformats.org/officeDocument/2006/relationships/image" Target="../media/image23.png"/></Relationships>
</file>

<file path=ppt/slides/_rels/slide36.xml.rels><?xml version="1.0" encoding="UTF-8" standalone="yes"?>
<Relationships xmlns="http://schemas.openxmlformats.org/package/2006/relationships"><Relationship Id="rId3" Type="http://schemas.openxmlformats.org/officeDocument/2006/relationships/image" Target="../media/image22.jpeg"/><Relationship Id="rId2" Type="http://schemas.openxmlformats.org/officeDocument/2006/relationships/notesSlide" Target="../notesSlides/notesSlide29.xml"/><Relationship Id="rId1" Type="http://schemas.openxmlformats.org/officeDocument/2006/relationships/slideLayout" Target="../slideLayouts/slideLayout2.xml"/><Relationship Id="rId4" Type="http://schemas.openxmlformats.org/officeDocument/2006/relationships/image" Target="../media/image23.png"/></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22.jpeg"/><Relationship Id="rId2" Type="http://schemas.openxmlformats.org/officeDocument/2006/relationships/notesSlide" Target="../notesSlides/notesSlide33.xml"/><Relationship Id="rId1" Type="http://schemas.openxmlformats.org/officeDocument/2006/relationships/slideLayout" Target="../slideLayouts/slideLayout2.xml"/><Relationship Id="rId4" Type="http://schemas.openxmlformats.org/officeDocument/2006/relationships/image" Target="../media/image23.png"/></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35.xml"/><Relationship Id="rId1" Type="http://schemas.openxmlformats.org/officeDocument/2006/relationships/slideLayout" Target="../slideLayouts/slideLayout2.xml"/><Relationship Id="rId4" Type="http://schemas.openxmlformats.org/officeDocument/2006/relationships/image" Target="../media/image23.png"/></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5.jpe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1.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3" Type="http://schemas.openxmlformats.org/officeDocument/2006/relationships/image" Target="../media/image17.emf"/><Relationship Id="rId2" Type="http://schemas.openxmlformats.org/officeDocument/2006/relationships/notesSlide" Target="../notesSlides/notesSlide41.xml"/><Relationship Id="rId1" Type="http://schemas.openxmlformats.org/officeDocument/2006/relationships/slideLayout" Target="../slideLayouts/slideLayout2.xml"/><Relationship Id="rId4" Type="http://schemas.openxmlformats.org/officeDocument/2006/relationships/image" Target="../media/image26.jpeg"/></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3" Type="http://schemas.openxmlformats.org/officeDocument/2006/relationships/image" Target="../media/image27.jpeg"/><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4.jpeg"/><Relationship Id="rId1" Type="http://schemas.openxmlformats.org/officeDocument/2006/relationships/slideLayout" Target="../slideLayouts/slideLayout2.xml"/><Relationship Id="rId5" Type="http://schemas.openxmlformats.org/officeDocument/2006/relationships/image" Target="../media/image7.jpeg"/><Relationship Id="rId4" Type="http://schemas.openxmlformats.org/officeDocument/2006/relationships/image" Target="../media/image6.png"/></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1.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8" Type="http://schemas.openxmlformats.org/officeDocument/2006/relationships/image" Target="../media/image33.emf"/><Relationship Id="rId3" Type="http://schemas.openxmlformats.org/officeDocument/2006/relationships/image" Target="../media/image28.jpeg"/><Relationship Id="rId7" Type="http://schemas.openxmlformats.org/officeDocument/2006/relationships/image" Target="../media/image32.emf"/><Relationship Id="rId2" Type="http://schemas.openxmlformats.org/officeDocument/2006/relationships/notesSlide" Target="../notesSlides/notesSlide51.xml"/><Relationship Id="rId1" Type="http://schemas.openxmlformats.org/officeDocument/2006/relationships/slideLayout" Target="../slideLayouts/slideLayout2.xml"/><Relationship Id="rId6" Type="http://schemas.openxmlformats.org/officeDocument/2006/relationships/image" Target="../media/image31.emf"/><Relationship Id="rId5" Type="http://schemas.openxmlformats.org/officeDocument/2006/relationships/image" Target="../media/image30.jpeg"/><Relationship Id="rId10" Type="http://schemas.openxmlformats.org/officeDocument/2006/relationships/image" Target="../media/image35.jpeg"/><Relationship Id="rId4" Type="http://schemas.openxmlformats.org/officeDocument/2006/relationships/image" Target="../media/image29.jpeg"/><Relationship Id="rId9" Type="http://schemas.openxmlformats.org/officeDocument/2006/relationships/image" Target="../media/image34.jpeg"/></Relationships>
</file>

<file path=ppt/slides/_rels/slide64.xml.rels><?xml version="1.0" encoding="UTF-8" standalone="yes"?>
<Relationships xmlns="http://schemas.openxmlformats.org/package/2006/relationships"><Relationship Id="rId3" Type="http://schemas.openxmlformats.org/officeDocument/2006/relationships/image" Target="../media/image36.emf"/><Relationship Id="rId2" Type="http://schemas.openxmlformats.org/officeDocument/2006/relationships/notesSlide" Target="../notesSlides/notesSlide52.xml"/><Relationship Id="rId1" Type="http://schemas.openxmlformats.org/officeDocument/2006/relationships/slideLayout" Target="../slideLayouts/slideLayout2.xml"/><Relationship Id="rId5" Type="http://schemas.openxmlformats.org/officeDocument/2006/relationships/image" Target="../media/image38.emf"/><Relationship Id="rId4" Type="http://schemas.openxmlformats.org/officeDocument/2006/relationships/image" Target="../media/image37.emf"/></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3" Type="http://schemas.openxmlformats.org/officeDocument/2006/relationships/image" Target="../media/image39.emf"/><Relationship Id="rId2" Type="http://schemas.openxmlformats.org/officeDocument/2006/relationships/notesSlide" Target="../notesSlides/notesSlide55.xml"/><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1.xml"/></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3" Type="http://schemas.openxmlformats.org/officeDocument/2006/relationships/image" Target="../media/image40.emf"/><Relationship Id="rId2" Type="http://schemas.openxmlformats.org/officeDocument/2006/relationships/notesSlide" Target="../notesSlides/notesSlide58.xml"/><Relationship Id="rId1" Type="http://schemas.openxmlformats.org/officeDocument/2006/relationships/slideLayout" Target="../slideLayouts/slideLayout2.xml"/><Relationship Id="rId4" Type="http://schemas.openxmlformats.org/officeDocument/2006/relationships/image" Target="../media/image41.jpeg"/></Relationships>
</file>

<file path=ppt/slides/_rels/slide71.xml.rels><?xml version="1.0" encoding="UTF-8" standalone="yes"?>
<Relationships xmlns="http://schemas.openxmlformats.org/package/2006/relationships"><Relationship Id="rId3" Type="http://schemas.openxmlformats.org/officeDocument/2006/relationships/image" Target="../media/image41.jpeg"/><Relationship Id="rId2" Type="http://schemas.openxmlformats.org/officeDocument/2006/relationships/notesSlide" Target="../notesSlides/notesSlide59.xml"/><Relationship Id="rId1" Type="http://schemas.openxmlformats.org/officeDocument/2006/relationships/slideLayout" Target="../slideLayouts/slideLayout2.xml"/><Relationship Id="rId4" Type="http://schemas.openxmlformats.org/officeDocument/2006/relationships/image" Target="../media/image40.emf"/></Relationships>
</file>

<file path=ppt/slides/_rels/slide72.xml.rels><?xml version="1.0" encoding="UTF-8" standalone="yes"?>
<Relationships xmlns="http://schemas.openxmlformats.org/package/2006/relationships"><Relationship Id="rId2" Type="http://schemas.openxmlformats.org/officeDocument/2006/relationships/image" Target="../media/image42.emf"/><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2" Type="http://schemas.openxmlformats.org/officeDocument/2006/relationships/image" Target="../media/image42.emf"/><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7">
            <a:extLst>
              <a:ext uri="{FF2B5EF4-FFF2-40B4-BE49-F238E27FC236}">
                <a16:creationId xmlns:a16="http://schemas.microsoft.com/office/drawing/2014/main" id="{DCE93A83-2E66-F74F-A5CD-47D28E6C7BC3}"/>
              </a:ext>
            </a:extLst>
          </p:cNvPr>
          <p:cNvSpPr txBox="1">
            <a:spLocks/>
          </p:cNvSpPr>
          <p:nvPr/>
        </p:nvSpPr>
        <p:spPr>
          <a:xfrm>
            <a:off x="440871" y="4899648"/>
            <a:ext cx="14799129" cy="1718216"/>
          </a:xfrm>
          <a:prstGeom prst="rect">
            <a:avLst/>
          </a:prstGeom>
        </p:spPr>
        <p:txBody>
          <a:bodyPr anchor="t">
            <a:normAutofit/>
          </a:bodyPr>
          <a:lstStyle>
            <a:lvl1pPr algn="ctr" defTabSz="457200" rtl="0" eaLnBrk="1" latinLnBrk="0" hangingPunct="1">
              <a:spcBef>
                <a:spcPct val="0"/>
              </a:spcBef>
              <a:buNone/>
              <a:defRPr sz="4400" kern="1200">
                <a:solidFill>
                  <a:schemeClr val="tx1"/>
                </a:solidFill>
                <a:latin typeface="+mj-lt"/>
                <a:ea typeface="+mj-ea"/>
                <a:cs typeface="+mj-cs"/>
              </a:defRPr>
            </a:lvl1pPr>
          </a:lstStyle>
          <a:p>
            <a:pPr algn="l"/>
            <a:r>
              <a:rPr lang="en-US" sz="5400" b="1" dirty="0"/>
              <a:t>Goal and Scope </a:t>
            </a:r>
            <a:r>
              <a:rPr lang="en-US" sz="5400" b="1" dirty="0" smtClean="0"/>
              <a:t>Definition </a:t>
            </a:r>
            <a:r>
              <a:rPr lang="en-US" b="1" dirty="0"/>
              <a:t/>
            </a:r>
            <a:br>
              <a:rPr lang="en-US" b="1" dirty="0"/>
            </a:br>
            <a:endParaRPr lang="en-US" altLang="en-US" sz="3600" b="1" dirty="0">
              <a:solidFill>
                <a:schemeClr val="accent5"/>
              </a:solidFill>
            </a:endParaRPr>
          </a:p>
        </p:txBody>
      </p:sp>
      <p:sp>
        <p:nvSpPr>
          <p:cNvPr id="3" name="TextBox 2">
            <a:extLst>
              <a:ext uri="{FF2B5EF4-FFF2-40B4-BE49-F238E27FC236}">
                <a16:creationId xmlns:a16="http://schemas.microsoft.com/office/drawing/2014/main" id="{F70B5F09-AA9C-0C49-A705-E3ECF1BA7055}"/>
              </a:ext>
            </a:extLst>
          </p:cNvPr>
          <p:cNvSpPr txBox="1"/>
          <p:nvPr/>
        </p:nvSpPr>
        <p:spPr>
          <a:xfrm>
            <a:off x="440871" y="6790584"/>
            <a:ext cx="3021981" cy="477054"/>
          </a:xfrm>
          <a:prstGeom prst="rect">
            <a:avLst/>
          </a:prstGeom>
          <a:noFill/>
        </p:spPr>
        <p:txBody>
          <a:bodyPr wrap="none" rtlCol="0">
            <a:spAutoFit/>
          </a:bodyPr>
          <a:lstStyle/>
          <a:p>
            <a:r>
              <a:rPr lang="en-US" sz="2500" b="1" dirty="0"/>
              <a:t>Olivier Jolliet, PhD</a:t>
            </a:r>
            <a:endParaRPr lang="en-US" sz="2500" dirty="0"/>
          </a:p>
        </p:txBody>
      </p:sp>
    </p:spTree>
    <p:extLst>
      <p:ext uri="{BB962C8B-B14F-4D97-AF65-F5344CB8AC3E}">
        <p14:creationId xmlns:p14="http://schemas.microsoft.com/office/powerpoint/2010/main" val="353668449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5D65D693-B9A4-8B44-A6FE-E1004602640D}"/>
              </a:ext>
            </a:extLst>
          </p:cNvPr>
          <p:cNvSpPr/>
          <p:nvPr/>
        </p:nvSpPr>
        <p:spPr>
          <a:xfrm>
            <a:off x="3681817" y="1432562"/>
            <a:ext cx="11828794" cy="814574"/>
          </a:xfrm>
          <a:prstGeom prst="rect">
            <a:avLst/>
          </a:prstGeom>
          <a:solidFill>
            <a:schemeClr val="accent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4290088-7D08-AD44-B09D-E4C06BCEFBA7}"/>
              </a:ext>
            </a:extLst>
          </p:cNvPr>
          <p:cNvSpPr>
            <a:spLocks noGrp="1"/>
          </p:cNvSpPr>
          <p:nvPr>
            <p:ph type="title"/>
          </p:nvPr>
        </p:nvSpPr>
        <p:spPr/>
        <p:txBody>
          <a:bodyPr/>
          <a:lstStyle/>
          <a:p>
            <a:r>
              <a:rPr lang="en-US" altLang="en-US" dirty="0"/>
              <a:t>Healthy and Sustainable Foods and Products</a:t>
            </a:r>
            <a:endParaRPr lang="en-US" dirty="0"/>
          </a:p>
        </p:txBody>
      </p:sp>
      <p:sp>
        <p:nvSpPr>
          <p:cNvPr id="3" name="Text Placeholder 2">
            <a:extLst>
              <a:ext uri="{FF2B5EF4-FFF2-40B4-BE49-F238E27FC236}">
                <a16:creationId xmlns:a16="http://schemas.microsoft.com/office/drawing/2014/main" id="{40730F7C-857B-BF4B-BA5A-A23345B4853C}"/>
              </a:ext>
            </a:extLst>
          </p:cNvPr>
          <p:cNvSpPr>
            <a:spLocks noGrp="1"/>
          </p:cNvSpPr>
          <p:nvPr>
            <p:ph type="body" sz="quarter" idx="10"/>
          </p:nvPr>
        </p:nvSpPr>
        <p:spPr>
          <a:xfrm>
            <a:off x="4091552" y="1549992"/>
            <a:ext cx="10659642" cy="636441"/>
          </a:xfrm>
        </p:spPr>
        <p:txBody>
          <a:bodyPr/>
          <a:lstStyle/>
          <a:p>
            <a:r>
              <a:rPr lang="en-US" altLang="en-US" b="1" dirty="0">
                <a:solidFill>
                  <a:schemeClr val="bg1"/>
                </a:solidFill>
              </a:rPr>
              <a:t>Table of </a:t>
            </a:r>
            <a:r>
              <a:rPr lang="en-US" altLang="en-US" b="1" dirty="0" smtClean="0">
                <a:solidFill>
                  <a:schemeClr val="bg1"/>
                </a:solidFill>
              </a:rPr>
              <a:t>contents 3.2 Goal and scope </a:t>
            </a:r>
            <a:r>
              <a:rPr lang="en-US" altLang="en-US" b="1" dirty="0" err="1" smtClean="0">
                <a:solidFill>
                  <a:schemeClr val="bg1"/>
                </a:solidFill>
              </a:rPr>
              <a:t>defintion</a:t>
            </a:r>
            <a:endParaRPr lang="en-US" b="1" dirty="0">
              <a:solidFill>
                <a:schemeClr val="bg1"/>
              </a:solidFill>
            </a:endParaRPr>
          </a:p>
        </p:txBody>
      </p:sp>
      <p:sp>
        <p:nvSpPr>
          <p:cNvPr id="4" name="Rectangle 2">
            <a:extLst>
              <a:ext uri="{FF2B5EF4-FFF2-40B4-BE49-F238E27FC236}">
                <a16:creationId xmlns:a16="http://schemas.microsoft.com/office/drawing/2014/main" id="{3474DB9F-4BBA-B544-82D6-C55AE6A4BE16}"/>
              </a:ext>
            </a:extLst>
          </p:cNvPr>
          <p:cNvSpPr txBox="1">
            <a:spLocks noChangeArrowheads="1"/>
          </p:cNvSpPr>
          <p:nvPr/>
        </p:nvSpPr>
        <p:spPr bwMode="auto">
          <a:xfrm>
            <a:off x="3681817" y="2384742"/>
            <a:ext cx="11069377" cy="5189537"/>
          </a:xfrm>
          <a:prstGeom prst="rect">
            <a:avLst/>
          </a:prstGeom>
          <a:noFill/>
          <a:ln>
            <a:noFill/>
          </a:ln>
        </p:spPr>
        <p:txBody>
          <a:bodyPr/>
          <a:lstStyle>
            <a:lvl1pPr marL="342900" indent="-342900" algn="l" rtl="0" eaLnBrk="0" fontAlgn="base" hangingPunct="0">
              <a:spcBef>
                <a:spcPct val="20000"/>
              </a:spcBef>
              <a:spcAft>
                <a:spcPct val="0"/>
              </a:spcAft>
              <a:buClr>
                <a:srgbClr val="FF9900"/>
              </a:buClr>
              <a:buChar char="•"/>
              <a:defRPr sz="3200" b="1">
                <a:solidFill>
                  <a:srgbClr val="01035B"/>
                </a:solidFill>
                <a:latin typeface="+mn-lt"/>
                <a:ea typeface="+mn-ea"/>
                <a:cs typeface="+mn-cs"/>
              </a:defRPr>
            </a:lvl1pPr>
            <a:lvl2pPr marL="742950" indent="-285750" algn="l" rtl="0" eaLnBrk="0" fontAlgn="base" hangingPunct="0">
              <a:spcBef>
                <a:spcPct val="20000"/>
              </a:spcBef>
              <a:spcAft>
                <a:spcPct val="0"/>
              </a:spcAft>
              <a:buClr>
                <a:srgbClr val="FF9900"/>
              </a:buClr>
              <a:buChar char="–"/>
              <a:defRPr sz="2800" b="1">
                <a:solidFill>
                  <a:srgbClr val="01035B"/>
                </a:solidFill>
                <a:latin typeface="+mn-lt"/>
              </a:defRPr>
            </a:lvl2pPr>
            <a:lvl3pPr marL="1143000" indent="-228600" algn="l" rtl="0" eaLnBrk="0" fontAlgn="base" hangingPunct="0">
              <a:spcBef>
                <a:spcPct val="20000"/>
              </a:spcBef>
              <a:spcAft>
                <a:spcPct val="0"/>
              </a:spcAft>
              <a:buClr>
                <a:srgbClr val="FF9900"/>
              </a:buClr>
              <a:buChar char="•"/>
              <a:defRPr sz="2400" b="1">
                <a:solidFill>
                  <a:srgbClr val="01035B"/>
                </a:solidFill>
                <a:latin typeface="+mn-lt"/>
              </a:defRPr>
            </a:lvl3pPr>
            <a:lvl4pPr marL="1600200" indent="-228600" algn="l" rtl="0" eaLnBrk="0" fontAlgn="base" hangingPunct="0">
              <a:spcBef>
                <a:spcPct val="20000"/>
              </a:spcBef>
              <a:spcAft>
                <a:spcPct val="0"/>
              </a:spcAft>
              <a:buClr>
                <a:srgbClr val="FF9900"/>
              </a:buClr>
              <a:buChar char="–"/>
              <a:defRPr sz="2000" b="1">
                <a:solidFill>
                  <a:srgbClr val="01035B"/>
                </a:solidFill>
                <a:latin typeface="+mn-lt"/>
              </a:defRPr>
            </a:lvl4pPr>
            <a:lvl5pPr marL="2057400" indent="-228600" algn="l" rtl="0" eaLnBrk="0" fontAlgn="base" hangingPunct="0">
              <a:spcBef>
                <a:spcPct val="20000"/>
              </a:spcBef>
              <a:spcAft>
                <a:spcPct val="0"/>
              </a:spcAft>
              <a:buClr>
                <a:srgbClr val="FF9900"/>
              </a:buClr>
              <a:buChar char="»"/>
              <a:defRPr sz="2000" b="1">
                <a:solidFill>
                  <a:srgbClr val="01035B"/>
                </a:solidFill>
                <a:latin typeface="+mn-lt"/>
              </a:defRPr>
            </a:lvl5pPr>
            <a:lvl6pPr marL="2514600" indent="-228600" algn="l" rtl="0" fontAlgn="base">
              <a:spcBef>
                <a:spcPct val="20000"/>
              </a:spcBef>
              <a:spcAft>
                <a:spcPct val="0"/>
              </a:spcAft>
              <a:buClr>
                <a:srgbClr val="FF9900"/>
              </a:buClr>
              <a:buChar char="»"/>
              <a:defRPr sz="2000" b="1">
                <a:solidFill>
                  <a:srgbClr val="01035B"/>
                </a:solidFill>
                <a:latin typeface="+mn-lt"/>
              </a:defRPr>
            </a:lvl6pPr>
            <a:lvl7pPr marL="2971800" indent="-228600" algn="l" rtl="0" fontAlgn="base">
              <a:spcBef>
                <a:spcPct val="20000"/>
              </a:spcBef>
              <a:spcAft>
                <a:spcPct val="0"/>
              </a:spcAft>
              <a:buClr>
                <a:srgbClr val="FF9900"/>
              </a:buClr>
              <a:buChar char="»"/>
              <a:defRPr sz="2000" b="1">
                <a:solidFill>
                  <a:srgbClr val="01035B"/>
                </a:solidFill>
                <a:latin typeface="+mn-lt"/>
              </a:defRPr>
            </a:lvl7pPr>
            <a:lvl8pPr marL="3429000" indent="-228600" algn="l" rtl="0" fontAlgn="base">
              <a:spcBef>
                <a:spcPct val="20000"/>
              </a:spcBef>
              <a:spcAft>
                <a:spcPct val="0"/>
              </a:spcAft>
              <a:buClr>
                <a:srgbClr val="FF9900"/>
              </a:buClr>
              <a:buChar char="»"/>
              <a:defRPr sz="2000" b="1">
                <a:solidFill>
                  <a:srgbClr val="01035B"/>
                </a:solidFill>
                <a:latin typeface="+mn-lt"/>
              </a:defRPr>
            </a:lvl8pPr>
            <a:lvl9pPr marL="3886200" indent="-228600" algn="l" rtl="0" fontAlgn="base">
              <a:spcBef>
                <a:spcPct val="20000"/>
              </a:spcBef>
              <a:spcAft>
                <a:spcPct val="0"/>
              </a:spcAft>
              <a:buClr>
                <a:srgbClr val="FF9900"/>
              </a:buClr>
              <a:buChar char="»"/>
              <a:defRPr sz="2000" b="1">
                <a:solidFill>
                  <a:srgbClr val="01035B"/>
                </a:solidFill>
                <a:latin typeface="+mn-lt"/>
              </a:defRPr>
            </a:lvl9pPr>
          </a:lstStyle>
          <a:p>
            <a:pPr marL="514350" indent="-514350">
              <a:buAutoNum type="arabicPeriod"/>
              <a:defRPr/>
            </a:pPr>
            <a:r>
              <a:rPr lang="en-US" altLang="en-US" sz="2800" kern="0" dirty="0" smtClean="0"/>
              <a:t>MAIN </a:t>
            </a:r>
            <a:r>
              <a:rPr lang="en-US" altLang="en-US" sz="2800" kern="0" dirty="0"/>
              <a:t>FACTORS IMPACTING SUSTAINABILITY AND </a:t>
            </a:r>
            <a:r>
              <a:rPr lang="en-US" altLang="en-US" sz="2800" kern="0" dirty="0" smtClean="0"/>
              <a:t>HEALTH</a:t>
            </a:r>
            <a:endParaRPr lang="en-US" altLang="en-US" sz="2800" kern="0" dirty="0"/>
          </a:p>
          <a:p>
            <a:pPr marL="514350" indent="-514350">
              <a:buAutoNum type="arabicPeriod"/>
              <a:defRPr/>
            </a:pPr>
            <a:r>
              <a:rPr lang="en-US" altLang="en-US" sz="2800" kern="0" dirty="0" smtClean="0"/>
              <a:t>HEALTHY </a:t>
            </a:r>
            <a:r>
              <a:rPr lang="en-US" altLang="en-US" sz="2800" kern="0" dirty="0"/>
              <a:t>AND SUSTAINABLE </a:t>
            </a:r>
            <a:r>
              <a:rPr lang="en-US" altLang="en-US" sz="2800" kern="0" dirty="0" smtClean="0"/>
              <a:t>FOODS</a:t>
            </a:r>
          </a:p>
          <a:p>
            <a:pPr marL="514350" indent="-514350">
              <a:buAutoNum type="arabicPeriod"/>
              <a:defRPr/>
            </a:pPr>
            <a:r>
              <a:rPr lang="en-US" altLang="en-US" sz="2800" kern="0" dirty="0" smtClean="0"/>
              <a:t>LIFE </a:t>
            </a:r>
            <a:r>
              <a:rPr lang="en-US" altLang="en-US" sz="2800" kern="0" dirty="0"/>
              <a:t>CYCLE IMPACTS OF PRODUCTS (LCA)</a:t>
            </a:r>
          </a:p>
          <a:p>
            <a:pPr lvl="1">
              <a:buClr>
                <a:schemeClr val="accent5"/>
              </a:buClr>
              <a:buFont typeface="Wingdings" pitchFamily="2" charset="2"/>
              <a:buChar char="§"/>
              <a:defRPr/>
            </a:pPr>
            <a:r>
              <a:rPr lang="en-US" altLang="en-US" sz="2400" b="0" kern="0" dirty="0"/>
              <a:t>3.1 Introduction to LCA</a:t>
            </a:r>
          </a:p>
          <a:p>
            <a:pPr lvl="1">
              <a:buClr>
                <a:schemeClr val="accent5"/>
              </a:buClr>
              <a:buFont typeface="Wingdings" pitchFamily="2" charset="2"/>
              <a:buChar char="§"/>
              <a:defRPr/>
            </a:pPr>
            <a:r>
              <a:rPr lang="en-US" altLang="en-US" sz="2400" b="0" kern="0" dirty="0" smtClean="0">
                <a:solidFill>
                  <a:schemeClr val="accent5"/>
                </a:solidFill>
              </a:rPr>
              <a:t>3.2 Goal and scope definition</a:t>
            </a:r>
            <a:endParaRPr lang="en-US" altLang="en-US" sz="2400" b="0" kern="0" dirty="0">
              <a:solidFill>
                <a:schemeClr val="accent5"/>
              </a:solidFill>
            </a:endParaRPr>
          </a:p>
          <a:p>
            <a:pPr lvl="2">
              <a:buClr>
                <a:schemeClr val="accent5"/>
              </a:buClr>
              <a:buFont typeface="Wingdings" pitchFamily="2" charset="2"/>
              <a:buChar char="§"/>
              <a:defRPr/>
            </a:pPr>
            <a:r>
              <a:rPr lang="en-US" altLang="en-US" sz="2000" b="0" kern="0" dirty="0">
                <a:solidFill>
                  <a:schemeClr val="accent5"/>
                </a:solidFill>
              </a:rPr>
              <a:t>3.2.1 LCA goal definition</a:t>
            </a:r>
          </a:p>
          <a:p>
            <a:pPr lvl="2">
              <a:buClr>
                <a:schemeClr val="accent5"/>
              </a:buClr>
              <a:buFont typeface="Wingdings" pitchFamily="2" charset="2"/>
              <a:buChar char="§"/>
              <a:defRPr/>
            </a:pPr>
            <a:r>
              <a:rPr lang="en-US" altLang="en-US" sz="2000" b="0" kern="0" dirty="0"/>
              <a:t>3.2.2 Function and functional unit</a:t>
            </a:r>
          </a:p>
          <a:p>
            <a:pPr lvl="2">
              <a:buClr>
                <a:schemeClr val="accent5"/>
              </a:buClr>
              <a:buFont typeface="Wingdings" pitchFamily="2" charset="2"/>
              <a:buChar char="§"/>
              <a:defRPr/>
            </a:pPr>
            <a:r>
              <a:rPr lang="en-US" altLang="en-US" sz="2000" b="0" kern="0" dirty="0"/>
              <a:t>3.2.3 Building the product system and process tree</a:t>
            </a:r>
          </a:p>
          <a:p>
            <a:pPr lvl="2">
              <a:buClr>
                <a:schemeClr val="accent5"/>
              </a:buClr>
              <a:buFont typeface="Wingdings" pitchFamily="2" charset="2"/>
              <a:buChar char="§"/>
              <a:defRPr/>
            </a:pPr>
            <a:r>
              <a:rPr lang="en-US" altLang="en-US" sz="2000" b="0" kern="0" dirty="0"/>
              <a:t>3.2.4 </a:t>
            </a:r>
            <a:r>
              <a:rPr lang="en-US" altLang="en-US" sz="2000" b="0" kern="0" dirty="0" smtClean="0"/>
              <a:t>System boundaries</a:t>
            </a:r>
            <a:endParaRPr lang="en-US" altLang="en-US" sz="2000" b="0" kern="0" dirty="0"/>
          </a:p>
          <a:p>
            <a:pPr lvl="1">
              <a:buClr>
                <a:schemeClr val="accent5"/>
              </a:buClr>
              <a:buFont typeface="Wingdings" pitchFamily="2" charset="2"/>
              <a:buChar char="§"/>
              <a:defRPr/>
            </a:pPr>
            <a:r>
              <a:rPr lang="en-US" altLang="en-US" sz="2400" b="0" kern="0" dirty="0" smtClean="0"/>
              <a:t>3.3 Life </a:t>
            </a:r>
            <a:r>
              <a:rPr lang="en-US" altLang="en-US" sz="2400" b="0" kern="0" dirty="0"/>
              <a:t>cycle inventory</a:t>
            </a:r>
          </a:p>
          <a:p>
            <a:pPr lvl="1">
              <a:buClr>
                <a:schemeClr val="accent5"/>
              </a:buClr>
              <a:buFont typeface="Wingdings" pitchFamily="2" charset="2"/>
              <a:buChar char="§"/>
              <a:defRPr/>
            </a:pPr>
            <a:r>
              <a:rPr lang="en-US" altLang="en-US" sz="2400" b="0" kern="0" dirty="0" smtClean="0"/>
              <a:t>3.4 Life </a:t>
            </a:r>
            <a:r>
              <a:rPr lang="en-US" altLang="en-US" sz="2400" b="0" kern="0" dirty="0"/>
              <a:t>cycle impact assessment</a:t>
            </a:r>
          </a:p>
          <a:p>
            <a:pPr lvl="1">
              <a:buClr>
                <a:schemeClr val="accent5"/>
              </a:buClr>
              <a:buFont typeface="Wingdings" pitchFamily="2" charset="2"/>
              <a:buChar char="§"/>
              <a:defRPr/>
            </a:pPr>
            <a:r>
              <a:rPr lang="en-US" altLang="en-US" sz="2400" b="0" kern="0" dirty="0" smtClean="0"/>
              <a:t>3.5 Interpretation </a:t>
            </a:r>
            <a:endParaRPr lang="en-US" altLang="en-US" sz="2400" b="0" kern="0" dirty="0"/>
          </a:p>
          <a:p>
            <a:pPr lvl="1">
              <a:buClr>
                <a:schemeClr val="accent5"/>
              </a:buClr>
              <a:buFont typeface="Wingdings" pitchFamily="2" charset="2"/>
              <a:buChar char="§"/>
              <a:defRPr/>
            </a:pPr>
            <a:r>
              <a:rPr lang="en-US" altLang="en-US" sz="2400" b="0" kern="0" dirty="0" smtClean="0"/>
              <a:t>3.6 Impacts </a:t>
            </a:r>
            <a:r>
              <a:rPr lang="en-US" altLang="en-US" sz="2400" b="0" kern="0" dirty="0"/>
              <a:t>of fine particulate and chemicals in products</a:t>
            </a:r>
          </a:p>
          <a:p>
            <a:pPr marL="457200" lvl="1" indent="0">
              <a:buNone/>
              <a:defRPr/>
            </a:pPr>
            <a:endParaRPr lang="en-US" altLang="en-US" sz="600" b="0" kern="0" dirty="0"/>
          </a:p>
          <a:p>
            <a:pPr marL="0" indent="0">
              <a:buNone/>
              <a:defRPr/>
            </a:pPr>
            <a:r>
              <a:rPr lang="en-US" altLang="en-US" sz="2800" kern="0" dirty="0">
                <a:solidFill>
                  <a:schemeClr val="accent5"/>
                </a:solidFill>
              </a:rPr>
              <a:t>4. </a:t>
            </a:r>
            <a:r>
              <a:rPr lang="en-US" altLang="en-US" sz="2800" kern="0" dirty="0"/>
              <a:t>SUSTAINABLE </a:t>
            </a:r>
            <a:r>
              <a:rPr lang="en-US" altLang="en-US" sz="2800" kern="0" dirty="0" smtClean="0"/>
              <a:t>CONSUMPTION</a:t>
            </a:r>
            <a:endParaRPr lang="en-US" altLang="en-US" sz="2800" kern="0" dirty="0"/>
          </a:p>
        </p:txBody>
      </p:sp>
      <p:pic>
        <p:nvPicPr>
          <p:cNvPr id="6" name="Picture 5"/>
          <p:cNvPicPr>
            <a:picLocks noChangeAspect="1"/>
          </p:cNvPicPr>
          <p:nvPr/>
        </p:nvPicPr>
        <p:blipFill>
          <a:blip r:embed="rId2"/>
          <a:stretch>
            <a:fillRect/>
          </a:stretch>
        </p:blipFill>
        <p:spPr>
          <a:xfrm>
            <a:off x="1428077" y="3668969"/>
            <a:ext cx="1821180" cy="1150620"/>
          </a:xfrm>
          <a:prstGeom prst="rect">
            <a:avLst/>
          </a:prstGeom>
        </p:spPr>
      </p:pic>
      <p:pic>
        <p:nvPicPr>
          <p:cNvPr id="7" name="Picture 6"/>
          <p:cNvPicPr>
            <a:picLocks noChangeAspect="1"/>
          </p:cNvPicPr>
          <p:nvPr/>
        </p:nvPicPr>
        <p:blipFill>
          <a:blip r:embed="rId3"/>
          <a:stretch>
            <a:fillRect/>
          </a:stretch>
        </p:blipFill>
        <p:spPr>
          <a:xfrm>
            <a:off x="1458582" y="1901040"/>
            <a:ext cx="1859280" cy="1112520"/>
          </a:xfrm>
          <a:prstGeom prst="rect">
            <a:avLst/>
          </a:prstGeom>
        </p:spPr>
      </p:pic>
      <p:pic>
        <p:nvPicPr>
          <p:cNvPr id="8" name="Picture 7"/>
          <p:cNvPicPr>
            <a:picLocks noChangeAspect="1"/>
          </p:cNvPicPr>
          <p:nvPr/>
        </p:nvPicPr>
        <p:blipFill>
          <a:blip r:embed="rId4"/>
          <a:stretch>
            <a:fillRect/>
          </a:stretch>
        </p:blipFill>
        <p:spPr>
          <a:xfrm>
            <a:off x="1644837" y="5450869"/>
            <a:ext cx="1304657" cy="1280271"/>
          </a:xfrm>
          <a:prstGeom prst="rect">
            <a:avLst/>
          </a:prstGeom>
        </p:spPr>
      </p:pic>
      <p:pic>
        <p:nvPicPr>
          <p:cNvPr id="9" name="Picture 8"/>
          <p:cNvPicPr>
            <a:picLocks noChangeAspect="1"/>
          </p:cNvPicPr>
          <p:nvPr/>
        </p:nvPicPr>
        <p:blipFill>
          <a:blip r:embed="rId5"/>
          <a:stretch>
            <a:fillRect/>
          </a:stretch>
        </p:blipFill>
        <p:spPr>
          <a:xfrm>
            <a:off x="1622412" y="7362420"/>
            <a:ext cx="1531620" cy="1104900"/>
          </a:xfrm>
          <a:prstGeom prst="rect">
            <a:avLst/>
          </a:prstGeom>
        </p:spPr>
      </p:pic>
    </p:spTree>
    <p:extLst>
      <p:ext uri="{BB962C8B-B14F-4D97-AF65-F5344CB8AC3E}">
        <p14:creationId xmlns:p14="http://schemas.microsoft.com/office/powerpoint/2010/main" val="1602551919"/>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7">
            <a:extLst>
              <a:ext uri="{FF2B5EF4-FFF2-40B4-BE49-F238E27FC236}">
                <a16:creationId xmlns:a16="http://schemas.microsoft.com/office/drawing/2014/main" id="{DCE93A83-2E66-F74F-A5CD-47D28E6C7BC3}"/>
              </a:ext>
            </a:extLst>
          </p:cNvPr>
          <p:cNvSpPr txBox="1">
            <a:spLocks/>
          </p:cNvSpPr>
          <p:nvPr/>
        </p:nvSpPr>
        <p:spPr>
          <a:xfrm>
            <a:off x="440871" y="4899648"/>
            <a:ext cx="14799129" cy="1718216"/>
          </a:xfrm>
          <a:prstGeom prst="rect">
            <a:avLst/>
          </a:prstGeom>
        </p:spPr>
        <p:txBody>
          <a:bodyPr anchor="t">
            <a:normAutofit/>
          </a:bodyPr>
          <a:lstStyle>
            <a:lvl1pPr algn="ctr" defTabSz="457200" rtl="0" eaLnBrk="1" latinLnBrk="0" hangingPunct="1">
              <a:spcBef>
                <a:spcPct val="0"/>
              </a:spcBef>
              <a:buNone/>
              <a:defRPr sz="4400" kern="1200">
                <a:solidFill>
                  <a:schemeClr val="tx1"/>
                </a:solidFill>
                <a:latin typeface="+mj-lt"/>
                <a:ea typeface="+mj-ea"/>
                <a:cs typeface="+mj-cs"/>
              </a:defRPr>
            </a:lvl1pPr>
          </a:lstStyle>
          <a:p>
            <a:pPr algn="l"/>
            <a:r>
              <a:rPr lang="en-US" sz="5400" b="1" dirty="0"/>
              <a:t>Goal and Scope </a:t>
            </a:r>
            <a:r>
              <a:rPr lang="en-US" sz="5400" b="1" dirty="0" smtClean="0"/>
              <a:t>Definition </a:t>
            </a:r>
            <a:r>
              <a:rPr lang="en-US" b="1" dirty="0"/>
              <a:t/>
            </a:r>
            <a:br>
              <a:rPr lang="en-US" b="1" dirty="0"/>
            </a:br>
            <a:r>
              <a:rPr lang="en-US" altLang="en-US" sz="3600" b="1" dirty="0" smtClean="0">
                <a:solidFill>
                  <a:schemeClr val="accent5"/>
                </a:solidFill>
              </a:rPr>
              <a:t>Part A Defining </a:t>
            </a:r>
            <a:r>
              <a:rPr lang="en-US" altLang="en-US" sz="3600" b="1" dirty="0">
                <a:solidFill>
                  <a:schemeClr val="accent5"/>
                </a:solidFill>
              </a:rPr>
              <a:t>LCA goal and actors</a:t>
            </a:r>
          </a:p>
        </p:txBody>
      </p:sp>
      <p:sp>
        <p:nvSpPr>
          <p:cNvPr id="3" name="TextBox 2">
            <a:extLst>
              <a:ext uri="{FF2B5EF4-FFF2-40B4-BE49-F238E27FC236}">
                <a16:creationId xmlns:a16="http://schemas.microsoft.com/office/drawing/2014/main" id="{F70B5F09-AA9C-0C49-A705-E3ECF1BA7055}"/>
              </a:ext>
            </a:extLst>
          </p:cNvPr>
          <p:cNvSpPr txBox="1"/>
          <p:nvPr/>
        </p:nvSpPr>
        <p:spPr>
          <a:xfrm>
            <a:off x="440871" y="6790584"/>
            <a:ext cx="3021981" cy="477054"/>
          </a:xfrm>
          <a:prstGeom prst="rect">
            <a:avLst/>
          </a:prstGeom>
          <a:noFill/>
        </p:spPr>
        <p:txBody>
          <a:bodyPr wrap="none" rtlCol="0">
            <a:spAutoFit/>
          </a:bodyPr>
          <a:lstStyle/>
          <a:p>
            <a:r>
              <a:rPr lang="en-US" sz="2500" b="1" dirty="0"/>
              <a:t>Olivier Jolliet, PhD</a:t>
            </a:r>
            <a:endParaRPr lang="en-US" sz="2500" dirty="0"/>
          </a:p>
        </p:txBody>
      </p:sp>
    </p:spTree>
    <p:extLst>
      <p:ext uri="{BB962C8B-B14F-4D97-AF65-F5344CB8AC3E}">
        <p14:creationId xmlns:p14="http://schemas.microsoft.com/office/powerpoint/2010/main" val="338002953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8439A4-B037-4F4E-AFCE-96000C7C1237}"/>
              </a:ext>
            </a:extLst>
          </p:cNvPr>
          <p:cNvSpPr>
            <a:spLocks noGrp="1"/>
          </p:cNvSpPr>
          <p:nvPr>
            <p:ph type="title"/>
          </p:nvPr>
        </p:nvSpPr>
        <p:spPr/>
        <p:txBody>
          <a:bodyPr/>
          <a:lstStyle/>
          <a:p>
            <a:r>
              <a:rPr lang="en-US" dirty="0"/>
              <a:t>Goal and Scope Definition</a:t>
            </a:r>
          </a:p>
        </p:txBody>
      </p:sp>
      <p:sp>
        <p:nvSpPr>
          <p:cNvPr id="6" name="Rectangle 5">
            <a:extLst>
              <a:ext uri="{FF2B5EF4-FFF2-40B4-BE49-F238E27FC236}">
                <a16:creationId xmlns:a16="http://schemas.microsoft.com/office/drawing/2014/main" id="{0E6DD726-8A5E-FF47-9BCF-61F793E28418}"/>
              </a:ext>
            </a:extLst>
          </p:cNvPr>
          <p:cNvSpPr/>
          <p:nvPr/>
        </p:nvSpPr>
        <p:spPr>
          <a:xfrm>
            <a:off x="9408717" y="2048506"/>
            <a:ext cx="2981976" cy="4810389"/>
          </a:xfrm>
          <a:prstGeom prst="rect">
            <a:avLst/>
          </a:prstGeom>
          <a:noFill/>
          <a:ln w="38100">
            <a:solidFill>
              <a:schemeClr val="accent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7" name="Rectangle 6">
            <a:extLst>
              <a:ext uri="{FF2B5EF4-FFF2-40B4-BE49-F238E27FC236}">
                <a16:creationId xmlns:a16="http://schemas.microsoft.com/office/drawing/2014/main" id="{CD52469D-8024-1B41-ADD0-A9972B329730}"/>
              </a:ext>
            </a:extLst>
          </p:cNvPr>
          <p:cNvSpPr/>
          <p:nvPr/>
        </p:nvSpPr>
        <p:spPr>
          <a:xfrm>
            <a:off x="4183835" y="1988873"/>
            <a:ext cx="2779822" cy="1367286"/>
          </a:xfrm>
          <a:prstGeom prst="rect">
            <a:avLst/>
          </a:prstGeom>
          <a:solidFill>
            <a:schemeClr val="accent3"/>
          </a:solidFill>
          <a:ln w="38100">
            <a:solidFill>
              <a:schemeClr val="accent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70120904-2044-C449-B063-6624CDD0A883}"/>
              </a:ext>
            </a:extLst>
          </p:cNvPr>
          <p:cNvSpPr/>
          <p:nvPr/>
        </p:nvSpPr>
        <p:spPr>
          <a:xfrm>
            <a:off x="4183835" y="5492656"/>
            <a:ext cx="2779822" cy="1367286"/>
          </a:xfrm>
          <a:prstGeom prst="rect">
            <a:avLst/>
          </a:prstGeom>
          <a:noFill/>
          <a:ln w="38100">
            <a:solidFill>
              <a:schemeClr val="accent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1CA30AFB-E07B-9841-8415-86E198C3A883}"/>
              </a:ext>
            </a:extLst>
          </p:cNvPr>
          <p:cNvSpPr/>
          <p:nvPr/>
        </p:nvSpPr>
        <p:spPr>
          <a:xfrm>
            <a:off x="4183835" y="3743370"/>
            <a:ext cx="2779822" cy="1367286"/>
          </a:xfrm>
          <a:prstGeom prst="rect">
            <a:avLst/>
          </a:prstGeom>
          <a:noFill/>
          <a:ln w="38100">
            <a:solidFill>
              <a:schemeClr val="accent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92F2BCB4-D6B8-3D4E-9167-FE58EB03F033}"/>
              </a:ext>
            </a:extLst>
          </p:cNvPr>
          <p:cNvSpPr/>
          <p:nvPr/>
        </p:nvSpPr>
        <p:spPr>
          <a:xfrm>
            <a:off x="3655239" y="1531786"/>
            <a:ext cx="3837015" cy="5803292"/>
          </a:xfrm>
          <a:prstGeom prst="rect">
            <a:avLst/>
          </a:prstGeom>
          <a:noFill/>
          <a:ln w="38100">
            <a:solidFill>
              <a:schemeClr val="tx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1" name="TextBox 10">
            <a:extLst>
              <a:ext uri="{FF2B5EF4-FFF2-40B4-BE49-F238E27FC236}">
                <a16:creationId xmlns:a16="http://schemas.microsoft.com/office/drawing/2014/main" id="{47F951AC-A3D6-AA45-A69D-3FE25C82AD1F}"/>
              </a:ext>
            </a:extLst>
          </p:cNvPr>
          <p:cNvSpPr txBox="1"/>
          <p:nvPr/>
        </p:nvSpPr>
        <p:spPr>
          <a:xfrm>
            <a:off x="9420370" y="4017436"/>
            <a:ext cx="2970323" cy="461665"/>
          </a:xfrm>
          <a:prstGeom prst="rect">
            <a:avLst/>
          </a:prstGeom>
          <a:noFill/>
        </p:spPr>
        <p:txBody>
          <a:bodyPr wrap="square" rtlCol="0">
            <a:spAutoFit/>
          </a:bodyPr>
          <a:lstStyle/>
          <a:p>
            <a:pPr algn="ctr"/>
            <a:r>
              <a:rPr lang="en-US" sz="2400" b="1" dirty="0">
                <a:solidFill>
                  <a:schemeClr val="accent4"/>
                </a:solidFill>
              </a:rPr>
              <a:t>INTERPRETATION</a:t>
            </a:r>
          </a:p>
        </p:txBody>
      </p:sp>
      <p:sp>
        <p:nvSpPr>
          <p:cNvPr id="12" name="TextBox 11">
            <a:extLst>
              <a:ext uri="{FF2B5EF4-FFF2-40B4-BE49-F238E27FC236}">
                <a16:creationId xmlns:a16="http://schemas.microsoft.com/office/drawing/2014/main" id="{62D2C603-8AB1-4F4A-9BDD-9AC16E56B110}"/>
              </a:ext>
            </a:extLst>
          </p:cNvPr>
          <p:cNvSpPr txBox="1"/>
          <p:nvPr/>
        </p:nvSpPr>
        <p:spPr>
          <a:xfrm>
            <a:off x="4183835" y="5767564"/>
            <a:ext cx="2745904" cy="830997"/>
          </a:xfrm>
          <a:prstGeom prst="rect">
            <a:avLst/>
          </a:prstGeom>
          <a:noFill/>
        </p:spPr>
        <p:txBody>
          <a:bodyPr wrap="square" rtlCol="0">
            <a:spAutoFit/>
          </a:bodyPr>
          <a:lstStyle/>
          <a:p>
            <a:pPr algn="ctr"/>
            <a:r>
              <a:rPr lang="en-US" sz="2400" b="1" dirty="0">
                <a:solidFill>
                  <a:schemeClr val="accent6"/>
                </a:solidFill>
              </a:rPr>
              <a:t>IMPACT</a:t>
            </a:r>
            <a:br>
              <a:rPr lang="en-US" sz="2400" b="1" dirty="0">
                <a:solidFill>
                  <a:schemeClr val="accent6"/>
                </a:solidFill>
              </a:rPr>
            </a:br>
            <a:r>
              <a:rPr lang="en-US" sz="2400" b="1" dirty="0">
                <a:solidFill>
                  <a:schemeClr val="accent6"/>
                </a:solidFill>
              </a:rPr>
              <a:t>ASSESSMENT</a:t>
            </a:r>
          </a:p>
        </p:txBody>
      </p:sp>
      <p:sp>
        <p:nvSpPr>
          <p:cNvPr id="13" name="TextBox 12">
            <a:extLst>
              <a:ext uri="{FF2B5EF4-FFF2-40B4-BE49-F238E27FC236}">
                <a16:creationId xmlns:a16="http://schemas.microsoft.com/office/drawing/2014/main" id="{9DAC3969-E806-444E-B800-4FCC041D1C5A}"/>
              </a:ext>
            </a:extLst>
          </p:cNvPr>
          <p:cNvSpPr txBox="1"/>
          <p:nvPr/>
        </p:nvSpPr>
        <p:spPr>
          <a:xfrm>
            <a:off x="4183835" y="3819495"/>
            <a:ext cx="2745904" cy="1200329"/>
          </a:xfrm>
          <a:prstGeom prst="rect">
            <a:avLst/>
          </a:prstGeom>
          <a:noFill/>
        </p:spPr>
        <p:txBody>
          <a:bodyPr wrap="square" rtlCol="0">
            <a:spAutoFit/>
          </a:bodyPr>
          <a:lstStyle/>
          <a:p>
            <a:pPr algn="ctr"/>
            <a:r>
              <a:rPr lang="en-US" sz="2400" b="1" dirty="0">
                <a:solidFill>
                  <a:schemeClr val="accent5"/>
                </a:solidFill>
              </a:rPr>
              <a:t>INVENTORY OF</a:t>
            </a:r>
            <a:br>
              <a:rPr lang="en-US" sz="2400" b="1" dirty="0">
                <a:solidFill>
                  <a:schemeClr val="accent5"/>
                </a:solidFill>
              </a:rPr>
            </a:br>
            <a:r>
              <a:rPr lang="en-US" sz="2400" b="1" dirty="0">
                <a:solidFill>
                  <a:schemeClr val="accent5"/>
                </a:solidFill>
              </a:rPr>
              <a:t>EXTRACTIONS</a:t>
            </a:r>
            <a:br>
              <a:rPr lang="en-US" sz="2400" b="1" dirty="0">
                <a:solidFill>
                  <a:schemeClr val="accent5"/>
                </a:solidFill>
              </a:rPr>
            </a:br>
            <a:r>
              <a:rPr lang="en-US" sz="2400" b="1" dirty="0">
                <a:solidFill>
                  <a:schemeClr val="accent5"/>
                </a:solidFill>
              </a:rPr>
              <a:t>&amp; EMISSIONS</a:t>
            </a:r>
          </a:p>
        </p:txBody>
      </p:sp>
      <p:sp>
        <p:nvSpPr>
          <p:cNvPr id="14" name="TextBox 13">
            <a:extLst>
              <a:ext uri="{FF2B5EF4-FFF2-40B4-BE49-F238E27FC236}">
                <a16:creationId xmlns:a16="http://schemas.microsoft.com/office/drawing/2014/main" id="{AD579E0A-520F-E349-87EE-091186C1736C}"/>
              </a:ext>
            </a:extLst>
          </p:cNvPr>
          <p:cNvSpPr txBox="1"/>
          <p:nvPr/>
        </p:nvSpPr>
        <p:spPr>
          <a:xfrm>
            <a:off x="4183835" y="2253357"/>
            <a:ext cx="2745904" cy="830997"/>
          </a:xfrm>
          <a:prstGeom prst="rect">
            <a:avLst/>
          </a:prstGeom>
          <a:noFill/>
        </p:spPr>
        <p:txBody>
          <a:bodyPr wrap="square" rtlCol="0">
            <a:spAutoFit/>
          </a:bodyPr>
          <a:lstStyle/>
          <a:p>
            <a:pPr algn="ctr"/>
            <a:r>
              <a:rPr lang="en-US" sz="2400" b="1" dirty="0">
                <a:solidFill>
                  <a:schemeClr val="bg1"/>
                </a:solidFill>
              </a:rPr>
              <a:t>GOAL &amp; SCOPE</a:t>
            </a:r>
            <a:br>
              <a:rPr lang="en-US" sz="2400" b="1" dirty="0">
                <a:solidFill>
                  <a:schemeClr val="bg1"/>
                </a:solidFill>
              </a:rPr>
            </a:br>
            <a:r>
              <a:rPr lang="en-US" sz="2400" b="1" dirty="0">
                <a:solidFill>
                  <a:schemeClr val="bg1"/>
                </a:solidFill>
              </a:rPr>
              <a:t>DEFINITION</a:t>
            </a:r>
          </a:p>
        </p:txBody>
      </p:sp>
      <p:cxnSp>
        <p:nvCxnSpPr>
          <p:cNvPr id="15" name="Straight Arrow Connector 14">
            <a:extLst>
              <a:ext uri="{FF2B5EF4-FFF2-40B4-BE49-F238E27FC236}">
                <a16:creationId xmlns:a16="http://schemas.microsoft.com/office/drawing/2014/main" id="{C51DC6F9-9CCC-BC45-9E28-FF3B02397F97}"/>
              </a:ext>
            </a:extLst>
          </p:cNvPr>
          <p:cNvCxnSpPr/>
          <p:nvPr/>
        </p:nvCxnSpPr>
        <p:spPr>
          <a:xfrm>
            <a:off x="7174924" y="2449907"/>
            <a:ext cx="2067340" cy="0"/>
          </a:xfrm>
          <a:prstGeom prst="straightConnector1">
            <a:avLst/>
          </a:prstGeom>
          <a:ln w="44450">
            <a:tailEnd type="arrow"/>
          </a:ln>
          <a:effectLst/>
        </p:spPr>
        <p:style>
          <a:lnRef idx="2">
            <a:schemeClr val="accent1"/>
          </a:lnRef>
          <a:fillRef idx="0">
            <a:schemeClr val="accent1"/>
          </a:fillRef>
          <a:effectRef idx="1">
            <a:schemeClr val="accent1"/>
          </a:effectRef>
          <a:fontRef idx="minor">
            <a:schemeClr val="tx1"/>
          </a:fontRef>
        </p:style>
      </p:cxnSp>
      <p:cxnSp>
        <p:nvCxnSpPr>
          <p:cNvPr id="16" name="Straight Arrow Connector 15">
            <a:extLst>
              <a:ext uri="{FF2B5EF4-FFF2-40B4-BE49-F238E27FC236}">
                <a16:creationId xmlns:a16="http://schemas.microsoft.com/office/drawing/2014/main" id="{9C45E4D6-22C1-0D40-B967-DE52F514009D}"/>
              </a:ext>
            </a:extLst>
          </p:cNvPr>
          <p:cNvCxnSpPr/>
          <p:nvPr/>
        </p:nvCxnSpPr>
        <p:spPr>
          <a:xfrm>
            <a:off x="7174924" y="2820610"/>
            <a:ext cx="2067340" cy="0"/>
          </a:xfrm>
          <a:prstGeom prst="straightConnector1">
            <a:avLst/>
          </a:prstGeom>
          <a:ln w="44450">
            <a:headEnd type="arrow"/>
            <a:tailEnd type="none"/>
          </a:ln>
          <a:effectLst/>
        </p:spPr>
        <p:style>
          <a:lnRef idx="2">
            <a:schemeClr val="accent1"/>
          </a:lnRef>
          <a:fillRef idx="0">
            <a:schemeClr val="accent1"/>
          </a:fillRef>
          <a:effectRef idx="1">
            <a:schemeClr val="accent1"/>
          </a:effectRef>
          <a:fontRef idx="minor">
            <a:schemeClr val="tx1"/>
          </a:fontRef>
        </p:style>
      </p:cxnSp>
      <p:cxnSp>
        <p:nvCxnSpPr>
          <p:cNvPr id="17" name="Straight Arrow Connector 16">
            <a:extLst>
              <a:ext uri="{FF2B5EF4-FFF2-40B4-BE49-F238E27FC236}">
                <a16:creationId xmlns:a16="http://schemas.microsoft.com/office/drawing/2014/main" id="{1EA309B1-DF8D-9544-A2A4-F86C48076D9F}"/>
              </a:ext>
            </a:extLst>
          </p:cNvPr>
          <p:cNvCxnSpPr/>
          <p:nvPr/>
        </p:nvCxnSpPr>
        <p:spPr>
          <a:xfrm>
            <a:off x="7174924" y="4229280"/>
            <a:ext cx="2067340" cy="0"/>
          </a:xfrm>
          <a:prstGeom prst="straightConnector1">
            <a:avLst/>
          </a:prstGeom>
          <a:ln w="44450">
            <a:tailEnd type="arrow"/>
          </a:ln>
          <a:effectLst/>
        </p:spPr>
        <p:style>
          <a:lnRef idx="2">
            <a:schemeClr val="accent1"/>
          </a:lnRef>
          <a:fillRef idx="0">
            <a:schemeClr val="accent1"/>
          </a:fillRef>
          <a:effectRef idx="1">
            <a:schemeClr val="accent1"/>
          </a:effectRef>
          <a:fontRef idx="minor">
            <a:schemeClr val="tx1"/>
          </a:fontRef>
        </p:style>
      </p:cxnSp>
      <p:cxnSp>
        <p:nvCxnSpPr>
          <p:cNvPr id="18" name="Straight Arrow Connector 17">
            <a:extLst>
              <a:ext uri="{FF2B5EF4-FFF2-40B4-BE49-F238E27FC236}">
                <a16:creationId xmlns:a16="http://schemas.microsoft.com/office/drawing/2014/main" id="{C38A13FB-EA8C-8544-9EA0-506CC572A07F}"/>
              </a:ext>
            </a:extLst>
          </p:cNvPr>
          <p:cNvCxnSpPr/>
          <p:nvPr/>
        </p:nvCxnSpPr>
        <p:spPr>
          <a:xfrm>
            <a:off x="7174924" y="4599983"/>
            <a:ext cx="2067340" cy="0"/>
          </a:xfrm>
          <a:prstGeom prst="straightConnector1">
            <a:avLst/>
          </a:prstGeom>
          <a:ln w="44450">
            <a:headEnd type="arrow"/>
            <a:tailEnd type="none"/>
          </a:ln>
          <a:effectLst/>
        </p:spPr>
        <p:style>
          <a:lnRef idx="2">
            <a:schemeClr val="accent1"/>
          </a:lnRef>
          <a:fillRef idx="0">
            <a:schemeClr val="accent1"/>
          </a:fillRef>
          <a:effectRef idx="1">
            <a:schemeClr val="accent1"/>
          </a:effectRef>
          <a:fontRef idx="minor">
            <a:schemeClr val="tx1"/>
          </a:fontRef>
        </p:style>
      </p:cxnSp>
      <p:cxnSp>
        <p:nvCxnSpPr>
          <p:cNvPr id="19" name="Straight Arrow Connector 18">
            <a:extLst>
              <a:ext uri="{FF2B5EF4-FFF2-40B4-BE49-F238E27FC236}">
                <a16:creationId xmlns:a16="http://schemas.microsoft.com/office/drawing/2014/main" id="{F76F9F94-83CE-0744-A082-7624AFED722C}"/>
              </a:ext>
            </a:extLst>
          </p:cNvPr>
          <p:cNvCxnSpPr/>
          <p:nvPr/>
        </p:nvCxnSpPr>
        <p:spPr>
          <a:xfrm>
            <a:off x="7174924" y="5983939"/>
            <a:ext cx="2067340" cy="0"/>
          </a:xfrm>
          <a:prstGeom prst="straightConnector1">
            <a:avLst/>
          </a:prstGeom>
          <a:ln w="44450">
            <a:tailEnd type="arrow"/>
          </a:ln>
          <a:effectLst/>
        </p:spPr>
        <p:style>
          <a:lnRef idx="2">
            <a:schemeClr val="accent1"/>
          </a:lnRef>
          <a:fillRef idx="0">
            <a:schemeClr val="accent1"/>
          </a:fillRef>
          <a:effectRef idx="1">
            <a:schemeClr val="accent1"/>
          </a:effectRef>
          <a:fontRef idx="minor">
            <a:schemeClr val="tx1"/>
          </a:fontRef>
        </p:style>
      </p:cxnSp>
      <p:cxnSp>
        <p:nvCxnSpPr>
          <p:cNvPr id="20" name="Straight Arrow Connector 19">
            <a:extLst>
              <a:ext uri="{FF2B5EF4-FFF2-40B4-BE49-F238E27FC236}">
                <a16:creationId xmlns:a16="http://schemas.microsoft.com/office/drawing/2014/main" id="{CE5B3A4A-B62F-B342-A9AB-14A70D32826C}"/>
              </a:ext>
            </a:extLst>
          </p:cNvPr>
          <p:cNvCxnSpPr/>
          <p:nvPr/>
        </p:nvCxnSpPr>
        <p:spPr>
          <a:xfrm>
            <a:off x="7174924" y="6354642"/>
            <a:ext cx="2067340" cy="0"/>
          </a:xfrm>
          <a:prstGeom prst="straightConnector1">
            <a:avLst/>
          </a:prstGeom>
          <a:ln w="44450">
            <a:headEnd type="arrow"/>
            <a:tailEnd type="none"/>
          </a:ln>
          <a:effectLst/>
        </p:spPr>
        <p:style>
          <a:lnRef idx="2">
            <a:schemeClr val="accent1"/>
          </a:lnRef>
          <a:fillRef idx="0">
            <a:schemeClr val="accent1"/>
          </a:fillRef>
          <a:effectRef idx="1">
            <a:schemeClr val="accent1"/>
          </a:effectRef>
          <a:fontRef idx="minor">
            <a:schemeClr val="tx1"/>
          </a:fontRef>
        </p:style>
      </p:cxnSp>
      <p:sp>
        <p:nvSpPr>
          <p:cNvPr id="21" name="Right Arrow 20">
            <a:extLst>
              <a:ext uri="{FF2B5EF4-FFF2-40B4-BE49-F238E27FC236}">
                <a16:creationId xmlns:a16="http://schemas.microsoft.com/office/drawing/2014/main" id="{C2B0AA86-4E86-CD48-9CA4-11A08167BFE0}"/>
              </a:ext>
            </a:extLst>
          </p:cNvPr>
          <p:cNvSpPr/>
          <p:nvPr/>
        </p:nvSpPr>
        <p:spPr>
          <a:xfrm rot="5400000">
            <a:off x="5144116" y="3232443"/>
            <a:ext cx="691978" cy="585069"/>
          </a:xfrm>
          <a:prstGeom prst="rightArrow">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2" name="Right Arrow 21">
            <a:extLst>
              <a:ext uri="{FF2B5EF4-FFF2-40B4-BE49-F238E27FC236}">
                <a16:creationId xmlns:a16="http://schemas.microsoft.com/office/drawing/2014/main" id="{A684CDD1-FF4F-8749-A636-14572EED59D5}"/>
              </a:ext>
            </a:extLst>
          </p:cNvPr>
          <p:cNvSpPr/>
          <p:nvPr/>
        </p:nvSpPr>
        <p:spPr>
          <a:xfrm rot="5400000">
            <a:off x="5144116" y="5061243"/>
            <a:ext cx="691978" cy="585069"/>
          </a:xfrm>
          <a:prstGeom prst="rightArrow">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07740591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8439A4-B037-4F4E-AFCE-96000C7C1237}"/>
              </a:ext>
            </a:extLst>
          </p:cNvPr>
          <p:cNvSpPr>
            <a:spLocks noGrp="1"/>
          </p:cNvSpPr>
          <p:nvPr>
            <p:ph type="title"/>
          </p:nvPr>
        </p:nvSpPr>
        <p:spPr/>
        <p:txBody>
          <a:bodyPr/>
          <a:lstStyle/>
          <a:p>
            <a:r>
              <a:rPr lang="en-US" dirty="0"/>
              <a:t>Learning Objectives</a:t>
            </a:r>
          </a:p>
        </p:txBody>
      </p:sp>
      <p:sp>
        <p:nvSpPr>
          <p:cNvPr id="45" name="Text Placeholder 2">
            <a:extLst>
              <a:ext uri="{FF2B5EF4-FFF2-40B4-BE49-F238E27FC236}">
                <a16:creationId xmlns:a16="http://schemas.microsoft.com/office/drawing/2014/main" id="{1C63FD6C-8B55-0A4A-A3F9-421E18D7D835}"/>
              </a:ext>
            </a:extLst>
          </p:cNvPr>
          <p:cNvSpPr>
            <a:spLocks noGrp="1"/>
          </p:cNvSpPr>
          <p:nvPr>
            <p:ph type="body" sz="quarter" idx="10"/>
          </p:nvPr>
        </p:nvSpPr>
        <p:spPr>
          <a:xfrm>
            <a:off x="880211" y="1596325"/>
            <a:ext cx="14630400" cy="6183824"/>
          </a:xfrm>
        </p:spPr>
        <p:txBody>
          <a:bodyPr>
            <a:normAutofit/>
          </a:bodyPr>
          <a:lstStyle/>
          <a:p>
            <a:pPr marL="693738" indent="-681038">
              <a:spcAft>
                <a:spcPts val="1200"/>
              </a:spcAft>
              <a:buClr>
                <a:schemeClr val="accent1"/>
              </a:buClr>
              <a:buFont typeface="Arial Bold"/>
              <a:buChar char="►"/>
            </a:pPr>
            <a:r>
              <a:rPr lang="en-US" dirty="0"/>
              <a:t>Define the goal and scope of an LCA, in particular:</a:t>
            </a:r>
          </a:p>
          <a:p>
            <a:pPr marL="1150938" lvl="1" indent="-681038">
              <a:spcAft>
                <a:spcPts val="1200"/>
              </a:spcAft>
              <a:buClr>
                <a:schemeClr val="accent1"/>
              </a:buClr>
              <a:buFont typeface="Arial Bold"/>
              <a:buChar char="►"/>
            </a:pPr>
            <a:r>
              <a:rPr lang="en-US" dirty="0">
                <a:solidFill>
                  <a:schemeClr val="tx2"/>
                </a:solidFill>
              </a:rPr>
              <a:t>Identify the intended use and user of the LCA</a:t>
            </a:r>
          </a:p>
          <a:p>
            <a:pPr marL="1150938" lvl="1" indent="-681038">
              <a:spcAft>
                <a:spcPts val="1200"/>
              </a:spcAft>
              <a:buClr>
                <a:schemeClr val="accent1"/>
              </a:buClr>
              <a:buFont typeface="Arial Bold"/>
              <a:buChar char="►"/>
            </a:pPr>
            <a:r>
              <a:rPr lang="en-US" dirty="0">
                <a:solidFill>
                  <a:schemeClr val="tx2"/>
                </a:solidFill>
              </a:rPr>
              <a:t>Identify the decision context situation</a:t>
            </a:r>
          </a:p>
          <a:p>
            <a:pPr marL="1150938" lvl="1" indent="-681038">
              <a:spcAft>
                <a:spcPts val="3200"/>
              </a:spcAft>
              <a:buClr>
                <a:schemeClr val="accent1"/>
              </a:buClr>
              <a:buFont typeface="Arial Bold"/>
              <a:buChar char="►"/>
            </a:pPr>
            <a:r>
              <a:rPr lang="en-US" dirty="0">
                <a:solidFill>
                  <a:schemeClr val="tx2"/>
                </a:solidFill>
              </a:rPr>
              <a:t>Define the intended audience</a:t>
            </a:r>
          </a:p>
        </p:txBody>
      </p:sp>
    </p:spTree>
    <p:extLst>
      <p:ext uri="{BB962C8B-B14F-4D97-AF65-F5344CB8AC3E}">
        <p14:creationId xmlns:p14="http://schemas.microsoft.com/office/powerpoint/2010/main" val="170088916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8439A4-B037-4F4E-AFCE-96000C7C1237}"/>
              </a:ext>
            </a:extLst>
          </p:cNvPr>
          <p:cNvSpPr>
            <a:spLocks noGrp="1"/>
          </p:cNvSpPr>
          <p:nvPr>
            <p:ph type="title"/>
          </p:nvPr>
        </p:nvSpPr>
        <p:spPr>
          <a:xfrm>
            <a:off x="812880" y="279400"/>
            <a:ext cx="14631828" cy="870385"/>
          </a:xfrm>
        </p:spPr>
        <p:txBody>
          <a:bodyPr/>
          <a:lstStyle/>
          <a:p>
            <a:r>
              <a:rPr lang="en-US" altLang="en-US" sz="4000" dirty="0"/>
              <a:t>Goal: Type of Application, Intended Audience, and Stakeholders </a:t>
            </a:r>
            <a:endParaRPr lang="en-US" sz="4000" dirty="0">
              <a:solidFill>
                <a:schemeClr val="tx2"/>
              </a:solidFill>
            </a:endParaRPr>
          </a:p>
        </p:txBody>
      </p:sp>
      <p:sp>
        <p:nvSpPr>
          <p:cNvPr id="42" name="Content Placeholder 2">
            <a:extLst>
              <a:ext uri="{FF2B5EF4-FFF2-40B4-BE49-F238E27FC236}">
                <a16:creationId xmlns:a16="http://schemas.microsoft.com/office/drawing/2014/main" id="{75BCFCED-3ED4-0243-B80C-F2123958DA1B}"/>
              </a:ext>
            </a:extLst>
          </p:cNvPr>
          <p:cNvSpPr txBox="1">
            <a:spLocks/>
          </p:cNvSpPr>
          <p:nvPr/>
        </p:nvSpPr>
        <p:spPr>
          <a:xfrm>
            <a:off x="8005520" y="1910167"/>
            <a:ext cx="7439188" cy="4785102"/>
          </a:xfrm>
          <a:prstGeom prst="rect">
            <a:avLst/>
          </a:prstGeom>
        </p:spPr>
        <p:txBody>
          <a:bodyPr/>
          <a:lstStyle>
            <a:lvl1pPr marL="0" indent="0" algn="l" defTabSz="457200" rtl="0" eaLnBrk="1" latinLnBrk="0" hangingPunct="1">
              <a:spcBef>
                <a:spcPct val="20000"/>
              </a:spcBef>
              <a:buFont typeface="Arial"/>
              <a:buNone/>
              <a:defRPr sz="3200" kern="1200">
                <a:solidFill>
                  <a:srgbClr val="00274C"/>
                </a:solidFill>
                <a:latin typeface="+mn-lt"/>
                <a:ea typeface="+mn-ea"/>
                <a:cs typeface="+mn-cs"/>
              </a:defRPr>
            </a:lvl1pPr>
            <a:lvl2pPr marL="457200" indent="0" algn="l" defTabSz="457200" rtl="0" eaLnBrk="1" latinLnBrk="0" hangingPunct="1">
              <a:spcBef>
                <a:spcPct val="20000"/>
              </a:spcBef>
              <a:buFont typeface="Arial"/>
              <a:buNone/>
              <a:defRPr sz="2800" kern="1200">
                <a:solidFill>
                  <a:schemeClr val="tx1"/>
                </a:solidFill>
                <a:latin typeface="+mn-lt"/>
                <a:ea typeface="+mn-ea"/>
                <a:cs typeface="+mn-cs"/>
              </a:defRPr>
            </a:lvl2pPr>
            <a:lvl3pPr marL="914400" indent="0" algn="l" defTabSz="457200" rtl="0" eaLnBrk="1" latinLnBrk="0" hangingPunct="1">
              <a:spcBef>
                <a:spcPct val="20000"/>
              </a:spcBef>
              <a:buFont typeface="Arial"/>
              <a:buNone/>
              <a:defRPr sz="2400" kern="1200">
                <a:solidFill>
                  <a:schemeClr val="tx1"/>
                </a:solidFill>
                <a:latin typeface="+mn-lt"/>
                <a:ea typeface="+mn-ea"/>
                <a:cs typeface="+mn-cs"/>
              </a:defRPr>
            </a:lvl3pPr>
            <a:lvl4pPr marL="1371600" indent="0" algn="l" defTabSz="457200" rtl="0" eaLnBrk="1" latinLnBrk="0" hangingPunct="1">
              <a:spcBef>
                <a:spcPct val="20000"/>
              </a:spcBef>
              <a:buFont typeface="Arial"/>
              <a:buNone/>
              <a:defRPr sz="2000" kern="1200">
                <a:solidFill>
                  <a:schemeClr val="tx1"/>
                </a:solidFill>
                <a:latin typeface="+mn-lt"/>
                <a:ea typeface="+mn-ea"/>
                <a:cs typeface="+mn-cs"/>
              </a:defRPr>
            </a:lvl4pPr>
            <a:lvl5pPr marL="1828800" indent="0" algn="l" defTabSz="457200" rtl="0" eaLnBrk="1" latinLnBrk="0" hangingPunct="1">
              <a:spcBef>
                <a:spcPct val="20000"/>
              </a:spcBef>
              <a:buFont typeface="Arial"/>
              <a:buNone/>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a:spcAft>
                <a:spcPts val="1000"/>
              </a:spcAft>
              <a:buFontTx/>
              <a:buNone/>
              <a:defRPr/>
            </a:pPr>
            <a:r>
              <a:rPr lang="en-US" sz="2800" b="1" dirty="0">
                <a:solidFill>
                  <a:schemeClr val="accent3"/>
                </a:solidFill>
              </a:rPr>
              <a:t>According to ISO 14044 (section 4.2.2), </a:t>
            </a:r>
            <a:r>
              <a:rPr lang="en-US" sz="2800" dirty="0"/>
              <a:t/>
            </a:r>
            <a:br>
              <a:rPr lang="en-US" sz="2800" dirty="0"/>
            </a:br>
            <a:r>
              <a:rPr lang="en-US" sz="2800" dirty="0">
                <a:solidFill>
                  <a:schemeClr val="tx2"/>
                </a:solidFill>
              </a:rPr>
              <a:t>in defining the goal of an LCA, the following </a:t>
            </a:r>
            <a:br>
              <a:rPr lang="en-US" sz="2800" dirty="0">
                <a:solidFill>
                  <a:schemeClr val="tx2"/>
                </a:solidFill>
              </a:rPr>
            </a:br>
            <a:r>
              <a:rPr lang="en-US" sz="2800" dirty="0">
                <a:solidFill>
                  <a:schemeClr val="tx2"/>
                </a:solidFill>
              </a:rPr>
              <a:t>items shall be unambiguously stated: </a:t>
            </a:r>
          </a:p>
          <a:p>
            <a:pPr marL="457200" indent="-457200">
              <a:buClr>
                <a:schemeClr val="tx2"/>
              </a:buClr>
              <a:buFont typeface="Wingdings" pitchFamily="2" charset="2"/>
              <a:buChar char="§"/>
              <a:defRPr/>
            </a:pPr>
            <a:r>
              <a:rPr lang="en-US" sz="2400" b="1" dirty="0">
                <a:solidFill>
                  <a:schemeClr val="accent3"/>
                </a:solidFill>
              </a:rPr>
              <a:t>The intended application</a:t>
            </a:r>
            <a:r>
              <a:rPr lang="en-US" sz="2400" dirty="0">
                <a:solidFill>
                  <a:schemeClr val="accent3"/>
                </a:solidFill>
              </a:rPr>
              <a:t>, </a:t>
            </a:r>
          </a:p>
          <a:p>
            <a:pPr marL="457200" indent="-457200">
              <a:buClr>
                <a:schemeClr val="tx2"/>
              </a:buClr>
              <a:buFont typeface="Wingdings" pitchFamily="2" charset="2"/>
              <a:buChar char="§"/>
              <a:defRPr/>
            </a:pPr>
            <a:r>
              <a:rPr lang="en-US" sz="2400" b="1" dirty="0">
                <a:solidFill>
                  <a:schemeClr val="accent3"/>
                </a:solidFill>
              </a:rPr>
              <a:t>The reasons for carrying out the study</a:t>
            </a:r>
            <a:r>
              <a:rPr lang="en-US" sz="2400" dirty="0">
                <a:solidFill>
                  <a:schemeClr val="accent3"/>
                </a:solidFill>
              </a:rPr>
              <a:t>, </a:t>
            </a:r>
          </a:p>
          <a:p>
            <a:pPr marL="457200" indent="-457200">
              <a:buClr>
                <a:schemeClr val="tx2"/>
              </a:buClr>
              <a:buFont typeface="Wingdings" pitchFamily="2" charset="2"/>
              <a:buChar char="§"/>
              <a:defRPr/>
            </a:pPr>
            <a:r>
              <a:rPr lang="en-US" sz="2400" b="1" dirty="0">
                <a:solidFill>
                  <a:schemeClr val="accent3"/>
                </a:solidFill>
              </a:rPr>
              <a:t>The intended audience </a:t>
            </a:r>
            <a:r>
              <a:rPr lang="en-US" sz="2400" i="1" dirty="0">
                <a:solidFill>
                  <a:schemeClr val="accent3"/>
                </a:solidFill>
              </a:rPr>
              <a:t>i.e., to whom the results </a:t>
            </a:r>
            <a:br>
              <a:rPr lang="en-US" sz="2400" i="1" dirty="0">
                <a:solidFill>
                  <a:schemeClr val="accent3"/>
                </a:solidFill>
              </a:rPr>
            </a:br>
            <a:r>
              <a:rPr lang="en-US" sz="2400" i="1" dirty="0">
                <a:solidFill>
                  <a:schemeClr val="accent3"/>
                </a:solidFill>
              </a:rPr>
              <a:t>of the study are intended to be communicated</a:t>
            </a:r>
            <a:r>
              <a:rPr lang="en-US" sz="2400" dirty="0">
                <a:solidFill>
                  <a:schemeClr val="accent3"/>
                </a:solidFill>
              </a:rPr>
              <a:t>, </a:t>
            </a:r>
            <a:br>
              <a:rPr lang="en-US" sz="2400" dirty="0">
                <a:solidFill>
                  <a:schemeClr val="accent3"/>
                </a:solidFill>
              </a:rPr>
            </a:br>
            <a:r>
              <a:rPr lang="en-US" sz="2400" dirty="0">
                <a:solidFill>
                  <a:schemeClr val="accent3"/>
                </a:solidFill>
              </a:rPr>
              <a:t>and </a:t>
            </a:r>
          </a:p>
          <a:p>
            <a:pPr marL="457200" indent="-457200">
              <a:buClr>
                <a:schemeClr val="tx2"/>
              </a:buClr>
              <a:buFont typeface="Wingdings" pitchFamily="2" charset="2"/>
              <a:buChar char="§"/>
              <a:defRPr/>
            </a:pPr>
            <a:r>
              <a:rPr lang="en-US" sz="2400" dirty="0">
                <a:solidFill>
                  <a:schemeClr val="accent3"/>
                </a:solidFill>
              </a:rPr>
              <a:t>Whether the </a:t>
            </a:r>
            <a:r>
              <a:rPr lang="en-US" sz="2400" b="1" dirty="0">
                <a:solidFill>
                  <a:schemeClr val="accent3"/>
                </a:solidFill>
              </a:rPr>
              <a:t>results are intended to be used </a:t>
            </a:r>
            <a:r>
              <a:rPr lang="en-US" sz="2400" dirty="0">
                <a:solidFill>
                  <a:schemeClr val="accent3"/>
                </a:solidFill>
              </a:rPr>
              <a:t/>
            </a:r>
            <a:br>
              <a:rPr lang="en-US" sz="2400" dirty="0">
                <a:solidFill>
                  <a:schemeClr val="accent3"/>
                </a:solidFill>
              </a:rPr>
            </a:br>
            <a:r>
              <a:rPr lang="en-US" sz="2400" dirty="0">
                <a:solidFill>
                  <a:schemeClr val="accent3"/>
                </a:solidFill>
              </a:rPr>
              <a:t>in comparative assertions intended to be </a:t>
            </a:r>
            <a:br>
              <a:rPr lang="en-US" sz="2400" dirty="0">
                <a:solidFill>
                  <a:schemeClr val="accent3"/>
                </a:solidFill>
              </a:rPr>
            </a:br>
            <a:r>
              <a:rPr lang="en-US" sz="2400" dirty="0">
                <a:solidFill>
                  <a:schemeClr val="accent3"/>
                </a:solidFill>
              </a:rPr>
              <a:t>disclosed to the public. </a:t>
            </a:r>
          </a:p>
        </p:txBody>
      </p:sp>
      <p:pic>
        <p:nvPicPr>
          <p:cNvPr id="5" name="Picture 4">
            <a:extLst>
              <a:ext uri="{FF2B5EF4-FFF2-40B4-BE49-F238E27FC236}">
                <a16:creationId xmlns:a16="http://schemas.microsoft.com/office/drawing/2014/main" id="{13E75B21-E82B-1347-9636-BF68E37BA50B}"/>
              </a:ext>
            </a:extLst>
          </p:cNvPr>
          <p:cNvPicPr>
            <a:picLocks noChangeAspect="1"/>
          </p:cNvPicPr>
          <p:nvPr/>
        </p:nvPicPr>
        <p:blipFill rotWithShape="1">
          <a:blip r:embed="rId3" cstate="screen">
            <a:extLst>
              <a:ext uri="{28A0092B-C50C-407E-A947-70E740481C1C}">
                <a14:useLocalDpi xmlns:a14="http://schemas.microsoft.com/office/drawing/2010/main"/>
              </a:ext>
            </a:extLst>
          </a:blip>
          <a:srcRect/>
          <a:stretch/>
        </p:blipFill>
        <p:spPr>
          <a:xfrm>
            <a:off x="911573" y="1806103"/>
            <a:ext cx="6860827" cy="5356697"/>
          </a:xfrm>
          <a:prstGeom prst="rect">
            <a:avLst/>
          </a:prstGeom>
        </p:spPr>
      </p:pic>
    </p:spTree>
    <p:extLst>
      <p:ext uri="{BB962C8B-B14F-4D97-AF65-F5344CB8AC3E}">
        <p14:creationId xmlns:p14="http://schemas.microsoft.com/office/powerpoint/2010/main" val="43696463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8439A4-B037-4F4E-AFCE-96000C7C1237}"/>
              </a:ext>
            </a:extLst>
          </p:cNvPr>
          <p:cNvSpPr>
            <a:spLocks noGrp="1"/>
          </p:cNvSpPr>
          <p:nvPr>
            <p:ph type="title"/>
          </p:nvPr>
        </p:nvSpPr>
        <p:spPr>
          <a:xfrm>
            <a:off x="812880" y="279400"/>
            <a:ext cx="14631828" cy="870385"/>
          </a:xfrm>
        </p:spPr>
        <p:txBody>
          <a:bodyPr/>
          <a:lstStyle/>
          <a:p>
            <a:r>
              <a:rPr lang="en-US" dirty="0"/>
              <a:t>Goal definition</a:t>
            </a:r>
            <a:endParaRPr lang="en-US" dirty="0">
              <a:solidFill>
                <a:schemeClr val="tx2"/>
              </a:solidFill>
            </a:endParaRPr>
          </a:p>
        </p:txBody>
      </p:sp>
      <p:pic>
        <p:nvPicPr>
          <p:cNvPr id="6" name="Picture 5">
            <a:extLst>
              <a:ext uri="{FF2B5EF4-FFF2-40B4-BE49-F238E27FC236}">
                <a16:creationId xmlns:a16="http://schemas.microsoft.com/office/drawing/2014/main" id="{7218BA16-591F-A745-820D-DCAE6CC3C41E}"/>
              </a:ext>
            </a:extLst>
          </p:cNvP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1134457" y="1673815"/>
            <a:ext cx="1644606" cy="5687879"/>
          </a:xfrm>
          <a:prstGeom prst="rect">
            <a:avLst/>
          </a:prstGeom>
        </p:spPr>
      </p:pic>
      <p:pic>
        <p:nvPicPr>
          <p:cNvPr id="7" name="Picture 6">
            <a:extLst>
              <a:ext uri="{FF2B5EF4-FFF2-40B4-BE49-F238E27FC236}">
                <a16:creationId xmlns:a16="http://schemas.microsoft.com/office/drawing/2014/main" id="{B273E016-2939-9043-85BD-1B31FA993C9C}"/>
              </a:ext>
            </a:extLst>
          </p:cNvPr>
          <p:cNvPicPr>
            <a:picLocks noChangeAspect="1"/>
          </p:cNvPicPr>
          <p:nvPr/>
        </p:nvPicPr>
        <p:blipFill>
          <a:blip r:embed="rId4" cstate="email">
            <a:extLst>
              <a:ext uri="{28A0092B-C50C-407E-A947-70E740481C1C}">
                <a14:useLocalDpi xmlns:a14="http://schemas.microsoft.com/office/drawing/2010/main"/>
              </a:ext>
            </a:extLst>
          </a:blip>
          <a:stretch>
            <a:fillRect/>
          </a:stretch>
        </p:blipFill>
        <p:spPr>
          <a:xfrm>
            <a:off x="13630206" y="1673814"/>
            <a:ext cx="1628522" cy="5687879"/>
          </a:xfrm>
          <a:prstGeom prst="rect">
            <a:avLst/>
          </a:prstGeom>
        </p:spPr>
      </p:pic>
      <p:sp>
        <p:nvSpPr>
          <p:cNvPr id="26" name="Rectangle 25">
            <a:extLst>
              <a:ext uri="{FF2B5EF4-FFF2-40B4-BE49-F238E27FC236}">
                <a16:creationId xmlns:a16="http://schemas.microsoft.com/office/drawing/2014/main" id="{07B41A29-C8C9-CF4B-AE8A-1835D8CC31C9}"/>
              </a:ext>
            </a:extLst>
          </p:cNvPr>
          <p:cNvSpPr/>
          <p:nvPr/>
        </p:nvSpPr>
        <p:spPr>
          <a:xfrm>
            <a:off x="3992499" y="2008205"/>
            <a:ext cx="3392279" cy="331272"/>
          </a:xfrm>
          <a:prstGeom prst="rect">
            <a:avLst/>
          </a:prstGeom>
          <a:noFill/>
          <a:ln w="25400">
            <a:noFill/>
          </a:ln>
          <a:effectLst/>
        </p:spPr>
        <p:style>
          <a:lnRef idx="1">
            <a:schemeClr val="accent1"/>
          </a:lnRef>
          <a:fillRef idx="3">
            <a:schemeClr val="accent1"/>
          </a:fillRef>
          <a:effectRef idx="2">
            <a:schemeClr val="accent1"/>
          </a:effectRef>
          <a:fontRef idx="minor">
            <a:schemeClr val="lt1"/>
          </a:fontRef>
        </p:style>
        <p:txBody>
          <a:bodyPr rtlCol="0" anchor="t"/>
          <a:lstStyle/>
          <a:p>
            <a:pPr marL="45720"/>
            <a:r>
              <a:rPr lang="en-US" sz="2000" b="1" dirty="0">
                <a:solidFill>
                  <a:schemeClr val="tx2"/>
                </a:solidFill>
              </a:rPr>
              <a:t>INTENDED APPLICATION</a:t>
            </a:r>
          </a:p>
        </p:txBody>
      </p:sp>
      <p:sp>
        <p:nvSpPr>
          <p:cNvPr id="32" name="Rectangle 31">
            <a:extLst>
              <a:ext uri="{FF2B5EF4-FFF2-40B4-BE49-F238E27FC236}">
                <a16:creationId xmlns:a16="http://schemas.microsoft.com/office/drawing/2014/main" id="{31D9BCAD-7163-D34E-BA07-ED096EF49085}"/>
              </a:ext>
            </a:extLst>
          </p:cNvPr>
          <p:cNvSpPr/>
          <p:nvPr/>
        </p:nvSpPr>
        <p:spPr>
          <a:xfrm>
            <a:off x="9132978" y="1841547"/>
            <a:ext cx="2840205" cy="664588"/>
          </a:xfrm>
          <a:prstGeom prst="rect">
            <a:avLst/>
          </a:prstGeom>
          <a:noFill/>
          <a:ln w="25400">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45720"/>
            <a:r>
              <a:rPr lang="en-US" sz="2000" b="1" dirty="0">
                <a:solidFill>
                  <a:schemeClr val="tx2"/>
                </a:solidFill>
              </a:rPr>
              <a:t>DIFFERENT TYPES </a:t>
            </a:r>
            <a:br>
              <a:rPr lang="en-US" sz="2000" b="1" dirty="0">
                <a:solidFill>
                  <a:schemeClr val="tx2"/>
                </a:solidFill>
              </a:rPr>
            </a:br>
            <a:r>
              <a:rPr lang="en-US" sz="2000" b="1" dirty="0">
                <a:solidFill>
                  <a:schemeClr val="tx2"/>
                </a:solidFill>
              </a:rPr>
              <a:t>OF LIGHT BULBS</a:t>
            </a:r>
          </a:p>
        </p:txBody>
      </p:sp>
      <p:cxnSp>
        <p:nvCxnSpPr>
          <p:cNvPr id="39" name="Straight Connector 38">
            <a:extLst>
              <a:ext uri="{FF2B5EF4-FFF2-40B4-BE49-F238E27FC236}">
                <a16:creationId xmlns:a16="http://schemas.microsoft.com/office/drawing/2014/main" id="{41ED1DDE-AB23-244F-8097-78995FDA50A1}"/>
              </a:ext>
            </a:extLst>
          </p:cNvPr>
          <p:cNvCxnSpPr>
            <a:cxnSpLocks/>
          </p:cNvCxnSpPr>
          <p:nvPr/>
        </p:nvCxnSpPr>
        <p:spPr>
          <a:xfrm>
            <a:off x="3841126" y="2627726"/>
            <a:ext cx="8959192" cy="0"/>
          </a:xfrm>
          <a:prstGeom prst="line">
            <a:avLst/>
          </a:prstGeom>
          <a:ln w="38100">
            <a:solidFill>
              <a:schemeClr val="bg2">
                <a:lumMod val="90000"/>
              </a:schemeClr>
            </a:solidFill>
          </a:ln>
          <a:effectLst/>
        </p:spPr>
        <p:style>
          <a:lnRef idx="2">
            <a:schemeClr val="accent1"/>
          </a:lnRef>
          <a:fillRef idx="0">
            <a:schemeClr val="accent1"/>
          </a:fillRef>
          <a:effectRef idx="1">
            <a:schemeClr val="accent1"/>
          </a:effectRef>
          <a:fontRef idx="minor">
            <a:schemeClr val="tx1"/>
          </a:fontRef>
        </p:style>
      </p:cxnSp>
      <p:sp>
        <p:nvSpPr>
          <p:cNvPr id="41" name="Rectangle 40">
            <a:extLst>
              <a:ext uri="{FF2B5EF4-FFF2-40B4-BE49-F238E27FC236}">
                <a16:creationId xmlns:a16="http://schemas.microsoft.com/office/drawing/2014/main" id="{3B91261E-4C4A-3846-A20A-B38C1DC2DA02}"/>
              </a:ext>
            </a:extLst>
          </p:cNvPr>
          <p:cNvSpPr/>
          <p:nvPr/>
        </p:nvSpPr>
        <p:spPr>
          <a:xfrm>
            <a:off x="3992499" y="2904297"/>
            <a:ext cx="4176141" cy="898800"/>
          </a:xfrm>
          <a:prstGeom prst="rect">
            <a:avLst/>
          </a:prstGeom>
          <a:noFill/>
          <a:ln w="25400">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45720"/>
            <a:r>
              <a:rPr lang="en-US" sz="2000" b="1" dirty="0">
                <a:solidFill>
                  <a:schemeClr val="accent4"/>
                </a:solidFill>
              </a:rPr>
              <a:t>Overall objective/reason:</a:t>
            </a:r>
            <a:r>
              <a:rPr lang="en-US" sz="2000" b="1" dirty="0">
                <a:solidFill>
                  <a:schemeClr val="tx2"/>
                </a:solidFill>
              </a:rPr>
              <a:t/>
            </a:r>
            <a:br>
              <a:rPr lang="en-US" sz="2000" b="1" dirty="0">
                <a:solidFill>
                  <a:schemeClr val="tx2"/>
                </a:solidFill>
              </a:rPr>
            </a:br>
            <a:r>
              <a:rPr lang="en-US" sz="2000" dirty="0">
                <a:solidFill>
                  <a:schemeClr val="tx2"/>
                </a:solidFill>
              </a:rPr>
              <a:t>(product information/development, policy/strategy, regulation)</a:t>
            </a:r>
          </a:p>
        </p:txBody>
      </p:sp>
      <p:cxnSp>
        <p:nvCxnSpPr>
          <p:cNvPr id="53" name="Straight Connector 52">
            <a:extLst>
              <a:ext uri="{FF2B5EF4-FFF2-40B4-BE49-F238E27FC236}">
                <a16:creationId xmlns:a16="http://schemas.microsoft.com/office/drawing/2014/main" id="{F16C9A5D-9C98-D14E-A8A9-D28CD220A6D8}"/>
              </a:ext>
            </a:extLst>
          </p:cNvPr>
          <p:cNvCxnSpPr>
            <a:cxnSpLocks/>
          </p:cNvCxnSpPr>
          <p:nvPr/>
        </p:nvCxnSpPr>
        <p:spPr>
          <a:xfrm>
            <a:off x="3841126" y="4084566"/>
            <a:ext cx="8959192" cy="0"/>
          </a:xfrm>
          <a:prstGeom prst="line">
            <a:avLst/>
          </a:prstGeom>
          <a:ln w="38100">
            <a:solidFill>
              <a:schemeClr val="bg2">
                <a:lumMod val="90000"/>
              </a:schemeClr>
            </a:solidFill>
          </a:ln>
          <a:effectLst/>
        </p:spPr>
        <p:style>
          <a:lnRef idx="2">
            <a:schemeClr val="accent1"/>
          </a:lnRef>
          <a:fillRef idx="0">
            <a:schemeClr val="accent1"/>
          </a:fillRef>
          <a:effectRef idx="1">
            <a:schemeClr val="accent1"/>
          </a:effectRef>
          <a:fontRef idx="minor">
            <a:schemeClr val="tx1"/>
          </a:fontRef>
        </p:style>
      </p:cxnSp>
      <p:sp>
        <p:nvSpPr>
          <p:cNvPr id="55" name="Rectangle 54">
            <a:extLst>
              <a:ext uri="{FF2B5EF4-FFF2-40B4-BE49-F238E27FC236}">
                <a16:creationId xmlns:a16="http://schemas.microsoft.com/office/drawing/2014/main" id="{5EFBCEC7-4516-9F40-952B-027240BF9BBD}"/>
              </a:ext>
            </a:extLst>
          </p:cNvPr>
          <p:cNvSpPr/>
          <p:nvPr/>
        </p:nvSpPr>
        <p:spPr>
          <a:xfrm>
            <a:off x="3992499" y="4314646"/>
            <a:ext cx="3925853" cy="898800"/>
          </a:xfrm>
          <a:prstGeom prst="rect">
            <a:avLst/>
          </a:prstGeom>
          <a:noFill/>
          <a:ln w="25400">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45720"/>
            <a:r>
              <a:rPr lang="en-US" sz="2000" b="1" dirty="0">
                <a:solidFill>
                  <a:schemeClr val="accent4"/>
                </a:solidFill>
              </a:rPr>
              <a:t>Target audience:</a:t>
            </a:r>
            <a:r>
              <a:rPr lang="en-US" sz="2000" b="1" dirty="0">
                <a:solidFill>
                  <a:schemeClr val="tx2"/>
                </a:solidFill>
              </a:rPr>
              <a:t/>
            </a:r>
            <a:br>
              <a:rPr lang="en-US" sz="2000" b="1" dirty="0">
                <a:solidFill>
                  <a:schemeClr val="tx2"/>
                </a:solidFill>
              </a:rPr>
            </a:br>
            <a:r>
              <a:rPr lang="en-US" sz="2000" dirty="0">
                <a:solidFill>
                  <a:schemeClr val="tx2"/>
                </a:solidFill>
              </a:rPr>
              <a:t>(internal/consumer/</a:t>
            </a:r>
            <a:br>
              <a:rPr lang="en-US" sz="2000" dirty="0">
                <a:solidFill>
                  <a:schemeClr val="tx2"/>
                </a:solidFill>
              </a:rPr>
            </a:br>
            <a:r>
              <a:rPr lang="en-US" sz="2000" dirty="0">
                <a:solidFill>
                  <a:schemeClr val="tx2"/>
                </a:solidFill>
              </a:rPr>
              <a:t>governmental body)</a:t>
            </a:r>
          </a:p>
        </p:txBody>
      </p:sp>
      <p:cxnSp>
        <p:nvCxnSpPr>
          <p:cNvPr id="56" name="Straight Connector 55">
            <a:extLst>
              <a:ext uri="{FF2B5EF4-FFF2-40B4-BE49-F238E27FC236}">
                <a16:creationId xmlns:a16="http://schemas.microsoft.com/office/drawing/2014/main" id="{A9B8068C-0D59-2143-AD2C-37C8A8BECAB6}"/>
              </a:ext>
            </a:extLst>
          </p:cNvPr>
          <p:cNvCxnSpPr>
            <a:cxnSpLocks/>
          </p:cNvCxnSpPr>
          <p:nvPr/>
        </p:nvCxnSpPr>
        <p:spPr>
          <a:xfrm>
            <a:off x="3841126" y="5494915"/>
            <a:ext cx="8959192" cy="0"/>
          </a:xfrm>
          <a:prstGeom prst="line">
            <a:avLst/>
          </a:prstGeom>
          <a:ln w="38100">
            <a:solidFill>
              <a:schemeClr val="bg2">
                <a:lumMod val="90000"/>
              </a:schemeClr>
            </a:solidFill>
          </a:ln>
          <a:effectLst/>
        </p:spPr>
        <p:style>
          <a:lnRef idx="2">
            <a:schemeClr val="accent1"/>
          </a:lnRef>
          <a:fillRef idx="0">
            <a:schemeClr val="accent1"/>
          </a:fillRef>
          <a:effectRef idx="1">
            <a:schemeClr val="accent1"/>
          </a:effectRef>
          <a:fontRef idx="minor">
            <a:schemeClr val="tx1"/>
          </a:fontRef>
        </p:style>
      </p:cxnSp>
      <p:sp>
        <p:nvSpPr>
          <p:cNvPr id="58" name="Rectangle 57">
            <a:extLst>
              <a:ext uri="{FF2B5EF4-FFF2-40B4-BE49-F238E27FC236}">
                <a16:creationId xmlns:a16="http://schemas.microsoft.com/office/drawing/2014/main" id="{5D2F90B9-B894-D042-BC62-27A59D49D809}"/>
              </a:ext>
            </a:extLst>
          </p:cNvPr>
          <p:cNvSpPr/>
          <p:nvPr/>
        </p:nvSpPr>
        <p:spPr>
          <a:xfrm>
            <a:off x="3992499" y="5709497"/>
            <a:ext cx="4176141" cy="898800"/>
          </a:xfrm>
          <a:prstGeom prst="rect">
            <a:avLst/>
          </a:prstGeom>
          <a:noFill/>
          <a:ln w="25400">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45720"/>
            <a:r>
              <a:rPr lang="en-US" sz="2000" b="1" dirty="0">
                <a:solidFill>
                  <a:schemeClr val="accent4"/>
                </a:solidFill>
              </a:rPr>
              <a:t>Actors:</a:t>
            </a:r>
            <a:r>
              <a:rPr lang="en-US" sz="2000" b="1" dirty="0">
                <a:solidFill>
                  <a:schemeClr val="tx2"/>
                </a:solidFill>
              </a:rPr>
              <a:t/>
            </a:r>
            <a:br>
              <a:rPr lang="en-US" sz="2000" b="1" dirty="0">
                <a:solidFill>
                  <a:schemeClr val="tx2"/>
                </a:solidFill>
              </a:rPr>
            </a:br>
            <a:r>
              <a:rPr lang="en-US" sz="2000" dirty="0">
                <a:solidFill>
                  <a:schemeClr val="tx2"/>
                </a:solidFill>
              </a:rPr>
              <a:t>(sponsors, authors, advisory board &amp; stakeholders, peer reviewers)</a:t>
            </a:r>
          </a:p>
        </p:txBody>
      </p:sp>
      <p:cxnSp>
        <p:nvCxnSpPr>
          <p:cNvPr id="59" name="Straight Connector 58">
            <a:extLst>
              <a:ext uri="{FF2B5EF4-FFF2-40B4-BE49-F238E27FC236}">
                <a16:creationId xmlns:a16="http://schemas.microsoft.com/office/drawing/2014/main" id="{8180F347-F4A6-0141-BAC2-0F14E8F8A5EF}"/>
              </a:ext>
            </a:extLst>
          </p:cNvPr>
          <p:cNvCxnSpPr>
            <a:cxnSpLocks/>
          </p:cNvCxnSpPr>
          <p:nvPr/>
        </p:nvCxnSpPr>
        <p:spPr>
          <a:xfrm>
            <a:off x="3841126" y="6889766"/>
            <a:ext cx="8959192" cy="0"/>
          </a:xfrm>
          <a:prstGeom prst="line">
            <a:avLst/>
          </a:prstGeom>
          <a:ln w="38100">
            <a:solidFill>
              <a:schemeClr val="bg2">
                <a:lumMod val="90000"/>
              </a:schemeClr>
            </a:solidFill>
          </a:ln>
          <a:effectLst/>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11582107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57C84B35-9856-B943-9288-24B75F7AAB7C}"/>
              </a:ext>
            </a:extLst>
          </p:cNvPr>
          <p:cNvPicPr>
            <a:picLocks noChangeAspect="1"/>
          </p:cNvPicPr>
          <p:nvPr/>
        </p:nvPicPr>
        <p:blipFill rotWithShape="1">
          <a:blip r:embed="rId3" cstate="screen">
            <a:extLst>
              <a:ext uri="{28A0092B-C50C-407E-A947-70E740481C1C}">
                <a14:useLocalDpi xmlns:a14="http://schemas.microsoft.com/office/drawing/2010/main"/>
              </a:ext>
            </a:extLst>
          </a:blip>
          <a:srcRect/>
          <a:stretch/>
        </p:blipFill>
        <p:spPr>
          <a:xfrm>
            <a:off x="911573" y="2197708"/>
            <a:ext cx="5504725" cy="4340313"/>
          </a:xfrm>
          <a:prstGeom prst="rect">
            <a:avLst/>
          </a:prstGeom>
        </p:spPr>
      </p:pic>
      <p:sp>
        <p:nvSpPr>
          <p:cNvPr id="22" name="Rectangle 21">
            <a:extLst>
              <a:ext uri="{FF2B5EF4-FFF2-40B4-BE49-F238E27FC236}">
                <a16:creationId xmlns:a16="http://schemas.microsoft.com/office/drawing/2014/main" id="{8FC7B36D-5262-734C-9DFA-2A2CBA1D2E7E}"/>
              </a:ext>
            </a:extLst>
          </p:cNvPr>
          <p:cNvSpPr/>
          <p:nvPr/>
        </p:nvSpPr>
        <p:spPr>
          <a:xfrm>
            <a:off x="6866447" y="5589322"/>
            <a:ext cx="3760518" cy="456325"/>
          </a:xfrm>
          <a:prstGeom prst="rect">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1" name="Rectangle 20">
            <a:extLst>
              <a:ext uri="{FF2B5EF4-FFF2-40B4-BE49-F238E27FC236}">
                <a16:creationId xmlns:a16="http://schemas.microsoft.com/office/drawing/2014/main" id="{84905F62-FCC0-0741-9A9B-53C9061D4BDE}"/>
              </a:ext>
            </a:extLst>
          </p:cNvPr>
          <p:cNvSpPr/>
          <p:nvPr/>
        </p:nvSpPr>
        <p:spPr>
          <a:xfrm>
            <a:off x="6866447" y="3528047"/>
            <a:ext cx="3760518" cy="456325"/>
          </a:xfrm>
          <a:prstGeom prst="rect">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0" name="Rectangle 19">
            <a:extLst>
              <a:ext uri="{FF2B5EF4-FFF2-40B4-BE49-F238E27FC236}">
                <a16:creationId xmlns:a16="http://schemas.microsoft.com/office/drawing/2014/main" id="{24F7949B-AA41-5F44-96EF-BDC318549089}"/>
              </a:ext>
            </a:extLst>
          </p:cNvPr>
          <p:cNvSpPr/>
          <p:nvPr/>
        </p:nvSpPr>
        <p:spPr>
          <a:xfrm>
            <a:off x="6866447" y="2923613"/>
            <a:ext cx="3078591" cy="456325"/>
          </a:xfrm>
          <a:prstGeom prst="rect">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2BEE2A7C-6C78-7042-A37D-5A932C3DE329}"/>
              </a:ext>
            </a:extLst>
          </p:cNvPr>
          <p:cNvSpPr/>
          <p:nvPr/>
        </p:nvSpPr>
        <p:spPr>
          <a:xfrm>
            <a:off x="6866448" y="2350176"/>
            <a:ext cx="1683744" cy="456325"/>
          </a:xfrm>
          <a:prstGeom prst="rect">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D8439A4-B037-4F4E-AFCE-96000C7C1237}"/>
              </a:ext>
            </a:extLst>
          </p:cNvPr>
          <p:cNvSpPr>
            <a:spLocks noGrp="1"/>
          </p:cNvSpPr>
          <p:nvPr>
            <p:ph type="title"/>
          </p:nvPr>
        </p:nvSpPr>
        <p:spPr>
          <a:xfrm>
            <a:off x="812880" y="279400"/>
            <a:ext cx="14631828" cy="870385"/>
          </a:xfrm>
        </p:spPr>
        <p:txBody>
          <a:bodyPr/>
          <a:lstStyle/>
          <a:p>
            <a:r>
              <a:rPr lang="en-US" altLang="en-US" dirty="0"/>
              <a:t>LCA actors</a:t>
            </a:r>
            <a:endParaRPr lang="en-US" dirty="0">
              <a:solidFill>
                <a:schemeClr val="tx2"/>
              </a:solidFill>
            </a:endParaRPr>
          </a:p>
        </p:txBody>
      </p:sp>
      <p:sp>
        <p:nvSpPr>
          <p:cNvPr id="17" name="Content Placeholder 2">
            <a:extLst>
              <a:ext uri="{FF2B5EF4-FFF2-40B4-BE49-F238E27FC236}">
                <a16:creationId xmlns:a16="http://schemas.microsoft.com/office/drawing/2014/main" id="{9B28B6B9-C7FB-0141-9290-9035D37C3F00}"/>
              </a:ext>
            </a:extLst>
          </p:cNvPr>
          <p:cNvSpPr txBox="1">
            <a:spLocks/>
          </p:cNvSpPr>
          <p:nvPr/>
        </p:nvSpPr>
        <p:spPr>
          <a:xfrm>
            <a:off x="6866448" y="2334678"/>
            <a:ext cx="8805862" cy="4051932"/>
          </a:xfrm>
          <a:prstGeom prst="rect">
            <a:avLst/>
          </a:prstGeom>
        </p:spPr>
        <p:txBody>
          <a:bodyPr/>
          <a:lstStyle>
            <a:lvl1pPr marL="0" indent="0" algn="l" defTabSz="457200" rtl="0" eaLnBrk="1" latinLnBrk="0" hangingPunct="1">
              <a:spcBef>
                <a:spcPct val="20000"/>
              </a:spcBef>
              <a:buFont typeface="Arial"/>
              <a:buNone/>
              <a:defRPr sz="3200" kern="1200">
                <a:solidFill>
                  <a:srgbClr val="00274C"/>
                </a:solidFill>
                <a:latin typeface="+mn-lt"/>
                <a:ea typeface="+mn-ea"/>
                <a:cs typeface="+mn-cs"/>
              </a:defRPr>
            </a:lvl1pPr>
            <a:lvl2pPr marL="457200" indent="0" algn="l" defTabSz="457200" rtl="0" eaLnBrk="1" latinLnBrk="0" hangingPunct="1">
              <a:spcBef>
                <a:spcPct val="20000"/>
              </a:spcBef>
              <a:buFont typeface="Arial"/>
              <a:buNone/>
              <a:defRPr sz="2800" kern="1200">
                <a:solidFill>
                  <a:schemeClr val="tx1"/>
                </a:solidFill>
                <a:latin typeface="+mn-lt"/>
                <a:ea typeface="+mn-ea"/>
                <a:cs typeface="+mn-cs"/>
              </a:defRPr>
            </a:lvl2pPr>
            <a:lvl3pPr marL="914400" indent="0" algn="l" defTabSz="457200" rtl="0" eaLnBrk="1" latinLnBrk="0" hangingPunct="1">
              <a:spcBef>
                <a:spcPct val="20000"/>
              </a:spcBef>
              <a:buFont typeface="Arial"/>
              <a:buNone/>
              <a:defRPr sz="2400" kern="1200">
                <a:solidFill>
                  <a:schemeClr val="tx1"/>
                </a:solidFill>
                <a:latin typeface="+mn-lt"/>
                <a:ea typeface="+mn-ea"/>
                <a:cs typeface="+mn-cs"/>
              </a:defRPr>
            </a:lvl3pPr>
            <a:lvl4pPr marL="1371600" indent="0" algn="l" defTabSz="457200" rtl="0" eaLnBrk="1" latinLnBrk="0" hangingPunct="1">
              <a:spcBef>
                <a:spcPct val="20000"/>
              </a:spcBef>
              <a:buFont typeface="Arial"/>
              <a:buNone/>
              <a:defRPr sz="2000" kern="1200">
                <a:solidFill>
                  <a:schemeClr val="tx1"/>
                </a:solidFill>
                <a:latin typeface="+mn-lt"/>
                <a:ea typeface="+mn-ea"/>
                <a:cs typeface="+mn-cs"/>
              </a:defRPr>
            </a:lvl4pPr>
            <a:lvl5pPr marL="1828800" indent="0" algn="l" defTabSz="457200" rtl="0" eaLnBrk="1" latinLnBrk="0" hangingPunct="1">
              <a:spcBef>
                <a:spcPct val="20000"/>
              </a:spcBef>
              <a:buFont typeface="Arial"/>
              <a:buNone/>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a:spcAft>
                <a:spcPts val="1200"/>
              </a:spcAft>
              <a:defRPr/>
            </a:pPr>
            <a:r>
              <a:rPr lang="en-US" sz="2400" b="1" dirty="0">
                <a:solidFill>
                  <a:schemeClr val="bg1"/>
                </a:solidFill>
              </a:rPr>
              <a:t>Sponsors:  </a:t>
            </a:r>
            <a:r>
              <a:rPr lang="en-US" sz="2400" dirty="0">
                <a:solidFill>
                  <a:schemeClr val="tx2"/>
                </a:solidFill>
              </a:rPr>
              <a:t>e.g. consumer association</a:t>
            </a:r>
          </a:p>
          <a:p>
            <a:pPr>
              <a:spcAft>
                <a:spcPts val="1200"/>
              </a:spcAft>
              <a:defRPr/>
            </a:pPr>
            <a:r>
              <a:rPr lang="en-US" sz="2400" b="1" dirty="0">
                <a:solidFill>
                  <a:schemeClr val="bg1"/>
                </a:solidFill>
              </a:rPr>
              <a:t>Authors &amp; analysts:  </a:t>
            </a:r>
            <a:r>
              <a:rPr lang="en-US" sz="2400" dirty="0">
                <a:solidFill>
                  <a:schemeClr val="tx2"/>
                </a:solidFill>
              </a:rPr>
              <a:t>e.g. </a:t>
            </a:r>
            <a:r>
              <a:rPr lang="en-GB" sz="2400" dirty="0">
                <a:solidFill>
                  <a:schemeClr val="tx2"/>
                </a:solidFill>
                <a:latin typeface="Helvetica"/>
                <a:ea typeface="Times New Roman"/>
                <a:cs typeface="Times New Roman"/>
              </a:rPr>
              <a:t>EHS672 consultant</a:t>
            </a:r>
          </a:p>
          <a:p>
            <a:pPr>
              <a:spcAft>
                <a:spcPts val="1200"/>
              </a:spcAft>
              <a:defRPr/>
            </a:pPr>
            <a:r>
              <a:rPr lang="en-US" sz="2400" b="1" dirty="0">
                <a:solidFill>
                  <a:schemeClr val="bg1"/>
                </a:solidFill>
              </a:rPr>
              <a:t>Optional advisory board:  </a:t>
            </a:r>
            <a:r>
              <a:rPr lang="en-US" sz="2400" dirty="0">
                <a:solidFill>
                  <a:schemeClr val="tx2"/>
                </a:solidFill>
              </a:rPr>
              <a:t>a group of “knowledgeable and open-minded” experts representing the sponsor and the main stakeholders to provide advice on main choices and hypotheses as the LCA develops:  e.g. representatives from bulb manufacturer, electricity company, EPA and consumer</a:t>
            </a:r>
          </a:p>
          <a:p>
            <a:pPr>
              <a:spcAft>
                <a:spcPts val="1200"/>
              </a:spcAft>
              <a:defRPr/>
            </a:pPr>
            <a:r>
              <a:rPr lang="en-US" sz="2400" b="1" dirty="0">
                <a:solidFill>
                  <a:schemeClr val="bg1"/>
                </a:solidFill>
              </a:rPr>
              <a:t>Optional peer reviewers:  </a:t>
            </a:r>
            <a:r>
              <a:rPr lang="en-US" sz="2400" dirty="0">
                <a:solidFill>
                  <a:schemeClr val="tx2"/>
                </a:solidFill>
              </a:rPr>
              <a:t>independent LCA expert selected </a:t>
            </a:r>
            <a:br>
              <a:rPr lang="en-US" sz="2400" dirty="0">
                <a:solidFill>
                  <a:schemeClr val="tx2"/>
                </a:solidFill>
              </a:rPr>
            </a:br>
            <a:r>
              <a:rPr lang="en-US" sz="2400" dirty="0">
                <a:solidFill>
                  <a:schemeClr val="tx2"/>
                </a:solidFill>
              </a:rPr>
              <a:t>by the sponsor and the study authors</a:t>
            </a:r>
          </a:p>
          <a:p>
            <a:pPr>
              <a:defRPr/>
            </a:pPr>
            <a:endParaRPr lang="en-US" sz="2400" dirty="0"/>
          </a:p>
        </p:txBody>
      </p:sp>
      <p:sp>
        <p:nvSpPr>
          <p:cNvPr id="4" name="Rectangle 3">
            <a:extLst>
              <a:ext uri="{FF2B5EF4-FFF2-40B4-BE49-F238E27FC236}">
                <a16:creationId xmlns:a16="http://schemas.microsoft.com/office/drawing/2014/main" id="{56A06F2E-C93D-574B-A911-0B9B6E2917D9}"/>
              </a:ext>
            </a:extLst>
          </p:cNvPr>
          <p:cNvSpPr/>
          <p:nvPr/>
        </p:nvSpPr>
        <p:spPr>
          <a:xfrm>
            <a:off x="812880" y="1448971"/>
            <a:ext cx="11787727" cy="523220"/>
          </a:xfrm>
          <a:prstGeom prst="rect">
            <a:avLst/>
          </a:prstGeom>
        </p:spPr>
        <p:txBody>
          <a:bodyPr wrap="square">
            <a:spAutoFit/>
          </a:bodyPr>
          <a:lstStyle/>
          <a:p>
            <a:pPr>
              <a:buFontTx/>
              <a:buNone/>
              <a:defRPr/>
            </a:pPr>
            <a:r>
              <a:rPr lang="en-US" sz="2800" dirty="0">
                <a:solidFill>
                  <a:schemeClr val="accent4"/>
                </a:solidFill>
              </a:rPr>
              <a:t>The identity and addresses of the main stakeholders should be provided:</a:t>
            </a:r>
          </a:p>
        </p:txBody>
      </p:sp>
      <p:sp>
        <p:nvSpPr>
          <p:cNvPr id="6" name="Rectangle 5">
            <a:extLst>
              <a:ext uri="{FF2B5EF4-FFF2-40B4-BE49-F238E27FC236}">
                <a16:creationId xmlns:a16="http://schemas.microsoft.com/office/drawing/2014/main" id="{ED44794A-0BC9-4546-A0B1-80487283FA1E}"/>
              </a:ext>
            </a:extLst>
          </p:cNvPr>
          <p:cNvSpPr/>
          <p:nvPr/>
        </p:nvSpPr>
        <p:spPr>
          <a:xfrm>
            <a:off x="812880" y="6749098"/>
            <a:ext cx="14859430" cy="830997"/>
          </a:xfrm>
          <a:prstGeom prst="rect">
            <a:avLst/>
          </a:prstGeom>
        </p:spPr>
        <p:txBody>
          <a:bodyPr wrap="square">
            <a:spAutoFit/>
          </a:bodyPr>
          <a:lstStyle/>
          <a:p>
            <a:pPr>
              <a:defRPr/>
            </a:pPr>
            <a:r>
              <a:rPr lang="en-US" sz="2400" i="1" dirty="0">
                <a:solidFill>
                  <a:schemeClr val="accent4"/>
                </a:solidFill>
              </a:rPr>
              <a:t>If the intended audience is external, the credibility of the LCA is increased by having the LCA commissioners, analysts, and peer reviewers all be independent entities.</a:t>
            </a:r>
          </a:p>
        </p:txBody>
      </p:sp>
    </p:spTree>
    <p:extLst>
      <p:ext uri="{BB962C8B-B14F-4D97-AF65-F5344CB8AC3E}">
        <p14:creationId xmlns:p14="http://schemas.microsoft.com/office/powerpoint/2010/main" val="340798040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7">
            <a:extLst>
              <a:ext uri="{FF2B5EF4-FFF2-40B4-BE49-F238E27FC236}">
                <a16:creationId xmlns:a16="http://schemas.microsoft.com/office/drawing/2014/main" id="{DCE93A83-2E66-F74F-A5CD-47D28E6C7BC3}"/>
              </a:ext>
            </a:extLst>
          </p:cNvPr>
          <p:cNvSpPr txBox="1">
            <a:spLocks/>
          </p:cNvSpPr>
          <p:nvPr/>
        </p:nvSpPr>
        <p:spPr>
          <a:xfrm>
            <a:off x="440871" y="4899648"/>
            <a:ext cx="14799129" cy="1718216"/>
          </a:xfrm>
          <a:prstGeom prst="rect">
            <a:avLst/>
          </a:prstGeom>
        </p:spPr>
        <p:txBody>
          <a:bodyPr anchor="t">
            <a:normAutofit/>
          </a:bodyPr>
          <a:lstStyle>
            <a:lvl1pPr algn="ctr" defTabSz="457200" rtl="0" eaLnBrk="1" latinLnBrk="0" hangingPunct="1">
              <a:spcBef>
                <a:spcPct val="0"/>
              </a:spcBef>
              <a:buNone/>
              <a:defRPr sz="4400" kern="1200">
                <a:solidFill>
                  <a:schemeClr val="tx1"/>
                </a:solidFill>
                <a:latin typeface="+mj-lt"/>
                <a:ea typeface="+mj-ea"/>
                <a:cs typeface="+mj-cs"/>
              </a:defRPr>
            </a:lvl1pPr>
          </a:lstStyle>
          <a:p>
            <a:pPr algn="l"/>
            <a:r>
              <a:rPr lang="en-US" sz="5400" b="1" dirty="0"/>
              <a:t>Goal and Scope </a:t>
            </a:r>
            <a:r>
              <a:rPr lang="en-US" sz="5400" b="1" dirty="0" smtClean="0"/>
              <a:t>Definition </a:t>
            </a:r>
            <a:r>
              <a:rPr lang="en-US" b="1" dirty="0"/>
              <a:t/>
            </a:r>
            <a:br>
              <a:rPr lang="en-US" b="1" dirty="0"/>
            </a:br>
            <a:r>
              <a:rPr lang="en-US" altLang="en-US" sz="3600" b="1" dirty="0" smtClean="0">
                <a:solidFill>
                  <a:schemeClr val="accent5"/>
                </a:solidFill>
              </a:rPr>
              <a:t>Part </a:t>
            </a:r>
            <a:r>
              <a:rPr lang="en-US" altLang="en-US" sz="3600" b="1" dirty="0">
                <a:solidFill>
                  <a:schemeClr val="accent5"/>
                </a:solidFill>
              </a:rPr>
              <a:t>B  Peer </a:t>
            </a:r>
            <a:r>
              <a:rPr lang="en-US" altLang="en-US" sz="3600" b="1" dirty="0" smtClean="0">
                <a:solidFill>
                  <a:schemeClr val="accent5"/>
                </a:solidFill>
              </a:rPr>
              <a:t>review </a:t>
            </a:r>
            <a:r>
              <a:rPr lang="en-US" altLang="en-US" sz="3600" b="1" dirty="0">
                <a:solidFill>
                  <a:schemeClr val="accent5"/>
                </a:solidFill>
              </a:rPr>
              <a:t>and scope definition</a:t>
            </a:r>
          </a:p>
        </p:txBody>
      </p:sp>
      <p:sp>
        <p:nvSpPr>
          <p:cNvPr id="3" name="TextBox 2">
            <a:extLst>
              <a:ext uri="{FF2B5EF4-FFF2-40B4-BE49-F238E27FC236}">
                <a16:creationId xmlns:a16="http://schemas.microsoft.com/office/drawing/2014/main" id="{F70B5F09-AA9C-0C49-A705-E3ECF1BA7055}"/>
              </a:ext>
            </a:extLst>
          </p:cNvPr>
          <p:cNvSpPr txBox="1"/>
          <p:nvPr/>
        </p:nvSpPr>
        <p:spPr>
          <a:xfrm>
            <a:off x="440871" y="6790584"/>
            <a:ext cx="3021981" cy="477054"/>
          </a:xfrm>
          <a:prstGeom prst="rect">
            <a:avLst/>
          </a:prstGeom>
          <a:noFill/>
        </p:spPr>
        <p:txBody>
          <a:bodyPr wrap="none" rtlCol="0">
            <a:spAutoFit/>
          </a:bodyPr>
          <a:lstStyle/>
          <a:p>
            <a:r>
              <a:rPr lang="en-US" sz="2500" b="1" dirty="0"/>
              <a:t>Olivier Jolliet, PhD</a:t>
            </a:r>
            <a:endParaRPr lang="en-US" sz="2500" dirty="0"/>
          </a:p>
        </p:txBody>
      </p:sp>
    </p:spTree>
    <p:extLst>
      <p:ext uri="{BB962C8B-B14F-4D97-AF65-F5344CB8AC3E}">
        <p14:creationId xmlns:p14="http://schemas.microsoft.com/office/powerpoint/2010/main" val="101526844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8439A4-B037-4F4E-AFCE-96000C7C1237}"/>
              </a:ext>
            </a:extLst>
          </p:cNvPr>
          <p:cNvSpPr>
            <a:spLocks noGrp="1"/>
          </p:cNvSpPr>
          <p:nvPr>
            <p:ph type="title"/>
          </p:nvPr>
        </p:nvSpPr>
        <p:spPr>
          <a:xfrm>
            <a:off x="812880" y="279400"/>
            <a:ext cx="14631828" cy="870385"/>
          </a:xfrm>
        </p:spPr>
        <p:txBody>
          <a:bodyPr/>
          <a:lstStyle/>
          <a:p>
            <a:r>
              <a:rPr lang="en-US" altLang="en-US" dirty="0"/>
              <a:t>Peer review and peer reviewers</a:t>
            </a:r>
            <a:endParaRPr lang="en-US" dirty="0">
              <a:solidFill>
                <a:schemeClr val="tx2"/>
              </a:solidFill>
            </a:endParaRPr>
          </a:p>
        </p:txBody>
      </p:sp>
      <p:sp>
        <p:nvSpPr>
          <p:cNvPr id="7" name="Content Placeholder 2">
            <a:extLst>
              <a:ext uri="{FF2B5EF4-FFF2-40B4-BE49-F238E27FC236}">
                <a16:creationId xmlns:a16="http://schemas.microsoft.com/office/drawing/2014/main" id="{150425D8-3BAC-614E-ABE8-FBFD0DBF4846}"/>
              </a:ext>
            </a:extLst>
          </p:cNvPr>
          <p:cNvSpPr txBox="1">
            <a:spLocks/>
          </p:cNvSpPr>
          <p:nvPr/>
        </p:nvSpPr>
        <p:spPr>
          <a:xfrm>
            <a:off x="936866" y="1758181"/>
            <a:ext cx="7959161" cy="5705233"/>
          </a:xfrm>
          <a:prstGeom prst="rect">
            <a:avLst/>
          </a:prstGeom>
        </p:spPr>
        <p:txBody>
          <a:bodyPr/>
          <a:lstStyle>
            <a:lvl1pPr marL="0" indent="0" algn="l" defTabSz="457200" rtl="0" eaLnBrk="1" latinLnBrk="0" hangingPunct="1">
              <a:spcBef>
                <a:spcPct val="20000"/>
              </a:spcBef>
              <a:buFont typeface="Arial"/>
              <a:buNone/>
              <a:defRPr sz="3200" kern="1200">
                <a:solidFill>
                  <a:srgbClr val="00274C"/>
                </a:solidFill>
                <a:latin typeface="+mn-lt"/>
                <a:ea typeface="+mn-ea"/>
                <a:cs typeface="+mn-cs"/>
              </a:defRPr>
            </a:lvl1pPr>
            <a:lvl2pPr marL="457200" indent="0" algn="l" defTabSz="457200" rtl="0" eaLnBrk="1" latinLnBrk="0" hangingPunct="1">
              <a:spcBef>
                <a:spcPct val="20000"/>
              </a:spcBef>
              <a:buFont typeface="Arial"/>
              <a:buNone/>
              <a:defRPr sz="2800" kern="1200">
                <a:solidFill>
                  <a:schemeClr val="tx1"/>
                </a:solidFill>
                <a:latin typeface="+mn-lt"/>
                <a:ea typeface="+mn-ea"/>
                <a:cs typeface="+mn-cs"/>
              </a:defRPr>
            </a:lvl2pPr>
            <a:lvl3pPr marL="914400" indent="0" algn="l" defTabSz="457200" rtl="0" eaLnBrk="1" latinLnBrk="0" hangingPunct="1">
              <a:spcBef>
                <a:spcPct val="20000"/>
              </a:spcBef>
              <a:buFont typeface="Arial"/>
              <a:buNone/>
              <a:defRPr sz="2400" kern="1200">
                <a:solidFill>
                  <a:schemeClr val="tx1"/>
                </a:solidFill>
                <a:latin typeface="+mn-lt"/>
                <a:ea typeface="+mn-ea"/>
                <a:cs typeface="+mn-cs"/>
              </a:defRPr>
            </a:lvl3pPr>
            <a:lvl4pPr marL="1371600" indent="0" algn="l" defTabSz="457200" rtl="0" eaLnBrk="1" latinLnBrk="0" hangingPunct="1">
              <a:spcBef>
                <a:spcPct val="20000"/>
              </a:spcBef>
              <a:buFont typeface="Arial"/>
              <a:buNone/>
              <a:defRPr sz="2000" kern="1200">
                <a:solidFill>
                  <a:schemeClr val="tx1"/>
                </a:solidFill>
                <a:latin typeface="+mn-lt"/>
                <a:ea typeface="+mn-ea"/>
                <a:cs typeface="+mn-cs"/>
              </a:defRPr>
            </a:lvl4pPr>
            <a:lvl5pPr marL="1828800" indent="0" algn="l" defTabSz="457200" rtl="0" eaLnBrk="1" latinLnBrk="0" hangingPunct="1">
              <a:spcBef>
                <a:spcPct val="20000"/>
              </a:spcBef>
              <a:buFont typeface="Arial"/>
              <a:buNone/>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a:spcAft>
                <a:spcPts val="1200"/>
              </a:spcAft>
            </a:pPr>
            <a:r>
              <a:rPr lang="en-US" altLang="en-US" sz="2400" b="1" dirty="0">
                <a:solidFill>
                  <a:schemeClr val="accent4"/>
                </a:solidFill>
              </a:rPr>
              <a:t>The critical or peer review </a:t>
            </a:r>
            <a:r>
              <a:rPr lang="en-US" altLang="en-US" sz="2400" dirty="0">
                <a:solidFill>
                  <a:schemeClr val="tx2"/>
                </a:solidFill>
              </a:rPr>
              <a:t>ensures that the interpretations reflect the identified limitations and </a:t>
            </a:r>
            <a:br>
              <a:rPr lang="en-US" altLang="en-US" sz="2400" dirty="0">
                <a:solidFill>
                  <a:schemeClr val="tx2"/>
                </a:solidFill>
              </a:rPr>
            </a:br>
            <a:r>
              <a:rPr lang="en-US" altLang="en-US" sz="2400" dirty="0">
                <a:solidFill>
                  <a:schemeClr val="tx2"/>
                </a:solidFill>
              </a:rPr>
              <a:t>goals of the study and that the study report is </a:t>
            </a:r>
            <a:br>
              <a:rPr lang="en-US" altLang="en-US" sz="2400" dirty="0">
                <a:solidFill>
                  <a:schemeClr val="tx2"/>
                </a:solidFill>
              </a:rPr>
            </a:br>
            <a:r>
              <a:rPr lang="en-US" altLang="en-US" sz="2400" dirty="0">
                <a:solidFill>
                  <a:schemeClr val="tx2"/>
                </a:solidFill>
              </a:rPr>
              <a:t>transparent and consistent. </a:t>
            </a:r>
          </a:p>
          <a:p>
            <a:pPr>
              <a:spcAft>
                <a:spcPts val="1200"/>
              </a:spcAft>
            </a:pPr>
            <a:r>
              <a:rPr lang="en-US" altLang="en-US" sz="2400" i="1" dirty="0">
                <a:solidFill>
                  <a:schemeClr val="accent4"/>
                </a:solidFill>
              </a:rPr>
              <a:t>It is optional </a:t>
            </a:r>
            <a:r>
              <a:rPr lang="en-US" altLang="en-US" sz="2400" dirty="0">
                <a:solidFill>
                  <a:schemeClr val="tx2"/>
                </a:solidFill>
              </a:rPr>
              <a:t>but an </a:t>
            </a:r>
            <a:r>
              <a:rPr lang="en-US" altLang="en-US" sz="2400" b="1" dirty="0">
                <a:solidFill>
                  <a:schemeClr val="accent4"/>
                </a:solidFill>
              </a:rPr>
              <a:t>external review</a:t>
            </a:r>
            <a:r>
              <a:rPr lang="en-US" altLang="en-US" sz="2400" dirty="0">
                <a:solidFill>
                  <a:schemeClr val="accent4"/>
                </a:solidFill>
              </a:rPr>
              <a:t> </a:t>
            </a:r>
            <a:r>
              <a:rPr lang="en-US" altLang="en-US" sz="2400" dirty="0">
                <a:solidFill>
                  <a:schemeClr val="tx2"/>
                </a:solidFill>
              </a:rPr>
              <a:t>becomes necessary for an ISO-compatible study involving a comparative assertion.</a:t>
            </a:r>
          </a:p>
          <a:p>
            <a:pPr>
              <a:spcAft>
                <a:spcPts val="1200"/>
              </a:spcAft>
            </a:pPr>
            <a:r>
              <a:rPr lang="en-US" altLang="en-US" sz="2400" b="1" dirty="0">
                <a:solidFill>
                  <a:schemeClr val="accent4"/>
                </a:solidFill>
              </a:rPr>
              <a:t>Needs to be planned and budgeted from the start </a:t>
            </a:r>
            <a:r>
              <a:rPr lang="en-US" altLang="en-US" sz="2400" dirty="0">
                <a:solidFill>
                  <a:schemeClr val="accent4"/>
                </a:solidFill>
              </a:rPr>
              <a:t/>
            </a:r>
            <a:br>
              <a:rPr lang="en-US" altLang="en-US" sz="2400" dirty="0">
                <a:solidFill>
                  <a:schemeClr val="accent4"/>
                </a:solidFill>
              </a:rPr>
            </a:br>
            <a:r>
              <a:rPr lang="en-US" altLang="en-US" sz="2400" dirty="0">
                <a:solidFill>
                  <a:schemeClr val="accent4"/>
                </a:solidFill>
              </a:rPr>
              <a:t>(</a:t>
            </a:r>
            <a:r>
              <a:rPr lang="en-US" altLang="en-US" sz="2400" i="1" dirty="0">
                <a:solidFill>
                  <a:schemeClr val="accent4"/>
                </a:solidFill>
              </a:rPr>
              <a:t>5%–10% of the total LCA cost</a:t>
            </a:r>
            <a:r>
              <a:rPr lang="en-US" altLang="en-US" sz="2400" dirty="0">
                <a:solidFill>
                  <a:schemeClr val="accent4"/>
                </a:solidFill>
              </a:rPr>
              <a:t>).</a:t>
            </a:r>
          </a:p>
          <a:p>
            <a:pPr>
              <a:spcAft>
                <a:spcPts val="1200"/>
              </a:spcAft>
            </a:pPr>
            <a:r>
              <a:rPr lang="en-US" altLang="en-US" sz="2400" i="1" dirty="0">
                <a:solidFill>
                  <a:schemeClr val="accent4"/>
                </a:solidFill>
              </a:rPr>
              <a:t>It is preferable </a:t>
            </a:r>
            <a:r>
              <a:rPr lang="en-US" altLang="en-US" sz="2400" dirty="0">
                <a:solidFill>
                  <a:schemeClr val="tx2"/>
                </a:solidFill>
              </a:rPr>
              <a:t>to </a:t>
            </a:r>
            <a:r>
              <a:rPr lang="en-US" altLang="en-US" sz="2400" b="1" dirty="0">
                <a:solidFill>
                  <a:schemeClr val="accent4"/>
                </a:solidFill>
              </a:rPr>
              <a:t>involve the reviewers as soon </a:t>
            </a:r>
            <a:br>
              <a:rPr lang="en-US" altLang="en-US" sz="2400" b="1" dirty="0">
                <a:solidFill>
                  <a:schemeClr val="accent4"/>
                </a:solidFill>
              </a:rPr>
            </a:br>
            <a:r>
              <a:rPr lang="en-US" altLang="en-US" sz="2400" b="1" dirty="0">
                <a:solidFill>
                  <a:schemeClr val="accent4"/>
                </a:solidFill>
              </a:rPr>
              <a:t>as possible</a:t>
            </a:r>
            <a:r>
              <a:rPr lang="en-US" altLang="en-US" sz="2400" dirty="0">
                <a:solidFill>
                  <a:schemeClr val="tx2"/>
                </a:solidFill>
              </a:rPr>
              <a:t>, to be able to take their comments into </a:t>
            </a:r>
            <a:br>
              <a:rPr lang="en-US" altLang="en-US" sz="2400" dirty="0">
                <a:solidFill>
                  <a:schemeClr val="tx2"/>
                </a:solidFill>
              </a:rPr>
            </a:br>
            <a:r>
              <a:rPr lang="en-US" altLang="en-US" sz="2400" dirty="0">
                <a:solidFill>
                  <a:schemeClr val="tx2"/>
                </a:solidFill>
              </a:rPr>
              <a:t>account as the project develops, and not just at the </a:t>
            </a:r>
            <a:br>
              <a:rPr lang="en-US" altLang="en-US" sz="2400" dirty="0">
                <a:solidFill>
                  <a:schemeClr val="tx2"/>
                </a:solidFill>
              </a:rPr>
            </a:br>
            <a:r>
              <a:rPr lang="en-US" altLang="en-US" sz="2400" dirty="0">
                <a:solidFill>
                  <a:schemeClr val="tx2"/>
                </a:solidFill>
              </a:rPr>
              <a:t>end of the project.</a:t>
            </a:r>
          </a:p>
        </p:txBody>
      </p:sp>
      <p:pic>
        <p:nvPicPr>
          <p:cNvPr id="3" name="Picture 2">
            <a:extLst>
              <a:ext uri="{FF2B5EF4-FFF2-40B4-BE49-F238E27FC236}">
                <a16:creationId xmlns:a16="http://schemas.microsoft.com/office/drawing/2014/main" id="{2A13BDFE-2B87-694F-829F-EFE704AAD9CF}"/>
              </a:ext>
            </a:extLst>
          </p:cNvPr>
          <p:cNvPicPr>
            <a:picLocks noChangeAspect="1"/>
          </p:cNvPicPr>
          <p:nvPr/>
        </p:nvPicPr>
        <p:blipFill>
          <a:blip r:embed="rId3"/>
          <a:stretch>
            <a:fillRect/>
          </a:stretch>
        </p:blipFill>
        <p:spPr>
          <a:xfrm>
            <a:off x="9307198" y="1758181"/>
            <a:ext cx="6003983" cy="5501791"/>
          </a:xfrm>
          <a:prstGeom prst="rect">
            <a:avLst/>
          </a:prstGeom>
        </p:spPr>
      </p:pic>
    </p:spTree>
    <p:extLst>
      <p:ext uri="{BB962C8B-B14F-4D97-AF65-F5344CB8AC3E}">
        <p14:creationId xmlns:p14="http://schemas.microsoft.com/office/powerpoint/2010/main" val="341411351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8439A4-B037-4F4E-AFCE-96000C7C1237}"/>
              </a:ext>
            </a:extLst>
          </p:cNvPr>
          <p:cNvSpPr>
            <a:spLocks noGrp="1"/>
          </p:cNvSpPr>
          <p:nvPr>
            <p:ph type="title"/>
          </p:nvPr>
        </p:nvSpPr>
        <p:spPr>
          <a:xfrm>
            <a:off x="812880" y="279400"/>
            <a:ext cx="14631828" cy="870385"/>
          </a:xfrm>
        </p:spPr>
        <p:txBody>
          <a:bodyPr/>
          <a:lstStyle/>
          <a:p>
            <a:r>
              <a:rPr lang="en-US" dirty="0">
                <a:solidFill>
                  <a:schemeClr val="tx2"/>
                </a:solidFill>
              </a:rPr>
              <a:t>Scope definition</a:t>
            </a:r>
          </a:p>
        </p:txBody>
      </p:sp>
      <p:sp>
        <p:nvSpPr>
          <p:cNvPr id="21" name="Content Placeholder 2">
            <a:extLst>
              <a:ext uri="{FF2B5EF4-FFF2-40B4-BE49-F238E27FC236}">
                <a16:creationId xmlns:a16="http://schemas.microsoft.com/office/drawing/2014/main" id="{541271AD-D493-544A-BC85-F9C595E740EC}"/>
              </a:ext>
            </a:extLst>
          </p:cNvPr>
          <p:cNvSpPr txBox="1">
            <a:spLocks/>
          </p:cNvSpPr>
          <p:nvPr/>
        </p:nvSpPr>
        <p:spPr>
          <a:xfrm>
            <a:off x="1883691" y="3518114"/>
            <a:ext cx="5756974" cy="3611106"/>
          </a:xfrm>
          <a:prstGeom prst="rect">
            <a:avLst/>
          </a:prstGeom>
        </p:spPr>
        <p:txBody>
          <a:bodyPr/>
          <a:lstStyle>
            <a:lvl1pPr marL="0" indent="0" algn="l" defTabSz="457200" rtl="0" eaLnBrk="1" latinLnBrk="0" hangingPunct="1">
              <a:spcBef>
                <a:spcPct val="20000"/>
              </a:spcBef>
              <a:buFont typeface="Arial"/>
              <a:buNone/>
              <a:defRPr sz="3200" kern="1200">
                <a:solidFill>
                  <a:srgbClr val="00274C"/>
                </a:solidFill>
                <a:latin typeface="+mn-lt"/>
                <a:ea typeface="+mn-ea"/>
                <a:cs typeface="+mn-cs"/>
              </a:defRPr>
            </a:lvl1pPr>
            <a:lvl2pPr marL="457200" indent="0" algn="l" defTabSz="457200" rtl="0" eaLnBrk="1" latinLnBrk="0" hangingPunct="1">
              <a:spcBef>
                <a:spcPct val="20000"/>
              </a:spcBef>
              <a:buFont typeface="Arial"/>
              <a:buNone/>
              <a:defRPr sz="2800" kern="1200">
                <a:solidFill>
                  <a:schemeClr val="tx1"/>
                </a:solidFill>
                <a:latin typeface="+mn-lt"/>
                <a:ea typeface="+mn-ea"/>
                <a:cs typeface="+mn-cs"/>
              </a:defRPr>
            </a:lvl2pPr>
            <a:lvl3pPr marL="914400" indent="0" algn="l" defTabSz="457200" rtl="0" eaLnBrk="1" latinLnBrk="0" hangingPunct="1">
              <a:spcBef>
                <a:spcPct val="20000"/>
              </a:spcBef>
              <a:buFont typeface="Arial"/>
              <a:buNone/>
              <a:defRPr sz="2400" kern="1200">
                <a:solidFill>
                  <a:schemeClr val="tx1"/>
                </a:solidFill>
                <a:latin typeface="+mn-lt"/>
                <a:ea typeface="+mn-ea"/>
                <a:cs typeface="+mn-cs"/>
              </a:defRPr>
            </a:lvl3pPr>
            <a:lvl4pPr marL="1371600" indent="0" algn="l" defTabSz="457200" rtl="0" eaLnBrk="1" latinLnBrk="0" hangingPunct="1">
              <a:spcBef>
                <a:spcPct val="20000"/>
              </a:spcBef>
              <a:buFont typeface="Arial"/>
              <a:buNone/>
              <a:defRPr sz="2000" kern="1200">
                <a:solidFill>
                  <a:schemeClr val="tx1"/>
                </a:solidFill>
                <a:latin typeface="+mn-lt"/>
                <a:ea typeface="+mn-ea"/>
                <a:cs typeface="+mn-cs"/>
              </a:defRPr>
            </a:lvl4pPr>
            <a:lvl5pPr marL="1828800" indent="0" algn="l" defTabSz="457200" rtl="0" eaLnBrk="1" latinLnBrk="0" hangingPunct="1">
              <a:spcBef>
                <a:spcPct val="20000"/>
              </a:spcBef>
              <a:buFont typeface="Arial"/>
              <a:buNone/>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457200" indent="-457200">
              <a:buClr>
                <a:schemeClr val="tx2"/>
              </a:buClr>
              <a:buFont typeface="Wingdings" pitchFamily="2" charset="2"/>
              <a:buChar char="§"/>
              <a:defRPr/>
            </a:pPr>
            <a:r>
              <a:rPr lang="en-US" sz="2400" dirty="0">
                <a:solidFill>
                  <a:schemeClr val="accent3"/>
                </a:solidFill>
              </a:rPr>
              <a:t>The product system to be studied</a:t>
            </a:r>
          </a:p>
          <a:p>
            <a:pPr marL="457200" indent="-457200">
              <a:buClr>
                <a:schemeClr val="tx2"/>
              </a:buClr>
              <a:buFont typeface="Wingdings" pitchFamily="2" charset="2"/>
              <a:buChar char="§"/>
              <a:defRPr/>
            </a:pPr>
            <a:r>
              <a:rPr lang="en-US" sz="2400" dirty="0">
                <a:solidFill>
                  <a:schemeClr val="accent3"/>
                </a:solidFill>
              </a:rPr>
              <a:t>The function of the system</a:t>
            </a:r>
          </a:p>
          <a:p>
            <a:pPr marL="457200" indent="-457200">
              <a:buClr>
                <a:schemeClr val="tx2"/>
              </a:buClr>
              <a:buFont typeface="Wingdings" pitchFamily="2" charset="2"/>
              <a:buChar char="§"/>
              <a:defRPr/>
            </a:pPr>
            <a:r>
              <a:rPr lang="en-US" sz="2400" dirty="0">
                <a:solidFill>
                  <a:schemeClr val="accent3"/>
                </a:solidFill>
              </a:rPr>
              <a:t>The functional unit (FU)</a:t>
            </a:r>
          </a:p>
          <a:p>
            <a:pPr marL="457200" indent="-457200">
              <a:buClr>
                <a:schemeClr val="tx2"/>
              </a:buClr>
              <a:buFont typeface="Wingdings" pitchFamily="2" charset="2"/>
              <a:buChar char="§"/>
              <a:defRPr/>
            </a:pPr>
            <a:r>
              <a:rPr lang="en-US" sz="2400" dirty="0">
                <a:solidFill>
                  <a:schemeClr val="accent3"/>
                </a:solidFill>
              </a:rPr>
              <a:t>The system boundary</a:t>
            </a:r>
          </a:p>
          <a:p>
            <a:pPr marL="457200" indent="-457200">
              <a:buClr>
                <a:schemeClr val="tx2"/>
              </a:buClr>
              <a:buFont typeface="Wingdings" pitchFamily="2" charset="2"/>
              <a:buChar char="§"/>
              <a:defRPr/>
            </a:pPr>
            <a:r>
              <a:rPr lang="en-US" sz="2400" dirty="0">
                <a:solidFill>
                  <a:schemeClr val="accent3"/>
                </a:solidFill>
              </a:rPr>
              <a:t>Allocation procedures</a:t>
            </a:r>
          </a:p>
          <a:p>
            <a:pPr marL="457200" indent="-457200">
              <a:buClr>
                <a:schemeClr val="tx2"/>
              </a:buClr>
              <a:buFont typeface="Wingdings" pitchFamily="2" charset="2"/>
              <a:buChar char="§"/>
              <a:defRPr/>
            </a:pPr>
            <a:r>
              <a:rPr lang="en-US" sz="2400" dirty="0">
                <a:solidFill>
                  <a:schemeClr val="accent3"/>
                </a:solidFill>
              </a:rPr>
              <a:t>Life cycle impact assessment (LCIA) </a:t>
            </a:r>
            <a:br>
              <a:rPr lang="en-US" sz="2400" dirty="0">
                <a:solidFill>
                  <a:schemeClr val="accent3"/>
                </a:solidFill>
              </a:rPr>
            </a:br>
            <a:r>
              <a:rPr lang="en-US" sz="2400" dirty="0">
                <a:solidFill>
                  <a:schemeClr val="accent3"/>
                </a:solidFill>
              </a:rPr>
              <a:t>methodology and impacts</a:t>
            </a:r>
          </a:p>
          <a:p>
            <a:pPr marL="457200" indent="-457200">
              <a:buClr>
                <a:schemeClr val="tx2"/>
              </a:buClr>
              <a:buFont typeface="Wingdings" pitchFamily="2" charset="2"/>
              <a:buChar char="§"/>
              <a:defRPr/>
            </a:pPr>
            <a:r>
              <a:rPr lang="en-US" sz="2400" dirty="0">
                <a:solidFill>
                  <a:schemeClr val="accent3"/>
                </a:solidFill>
              </a:rPr>
              <a:t>Interpretation to be used</a:t>
            </a:r>
          </a:p>
        </p:txBody>
      </p:sp>
      <p:sp>
        <p:nvSpPr>
          <p:cNvPr id="3" name="Rectangle 2">
            <a:extLst>
              <a:ext uri="{FF2B5EF4-FFF2-40B4-BE49-F238E27FC236}">
                <a16:creationId xmlns:a16="http://schemas.microsoft.com/office/drawing/2014/main" id="{57EDC3C7-6126-3542-9752-888CE34CC218}"/>
              </a:ext>
            </a:extLst>
          </p:cNvPr>
          <p:cNvSpPr/>
          <p:nvPr/>
        </p:nvSpPr>
        <p:spPr>
          <a:xfrm>
            <a:off x="812880" y="1756892"/>
            <a:ext cx="14421954" cy="954107"/>
          </a:xfrm>
          <a:prstGeom prst="rect">
            <a:avLst/>
          </a:prstGeom>
        </p:spPr>
        <p:txBody>
          <a:bodyPr wrap="square">
            <a:spAutoFit/>
          </a:bodyPr>
          <a:lstStyle/>
          <a:p>
            <a:pPr>
              <a:defRPr/>
            </a:pPr>
            <a:r>
              <a:rPr lang="en-US" sz="2800" dirty="0">
                <a:solidFill>
                  <a:schemeClr val="tx2"/>
                </a:solidFill>
              </a:rPr>
              <a:t>The scope of an LCA must take into account and clearly describe </a:t>
            </a:r>
            <a:br>
              <a:rPr lang="en-US" sz="2800" dirty="0">
                <a:solidFill>
                  <a:schemeClr val="tx2"/>
                </a:solidFill>
              </a:rPr>
            </a:br>
            <a:r>
              <a:rPr lang="en-US" sz="2800" b="1" dirty="0">
                <a:solidFill>
                  <a:schemeClr val="accent3"/>
                </a:solidFill>
              </a:rPr>
              <a:t>ISO 14044, Section 4.2.3.1</a:t>
            </a:r>
            <a:r>
              <a:rPr lang="en-US" sz="2800" dirty="0">
                <a:solidFill>
                  <a:schemeClr val="tx2"/>
                </a:solidFill>
              </a:rPr>
              <a:t>:</a:t>
            </a:r>
          </a:p>
        </p:txBody>
      </p:sp>
      <p:sp>
        <p:nvSpPr>
          <p:cNvPr id="30" name="Content Placeholder 2">
            <a:extLst>
              <a:ext uri="{FF2B5EF4-FFF2-40B4-BE49-F238E27FC236}">
                <a16:creationId xmlns:a16="http://schemas.microsoft.com/office/drawing/2014/main" id="{AEF47B72-623F-5748-B009-0A361436906D}"/>
              </a:ext>
            </a:extLst>
          </p:cNvPr>
          <p:cNvSpPr txBox="1">
            <a:spLocks/>
          </p:cNvSpPr>
          <p:nvPr/>
        </p:nvSpPr>
        <p:spPr>
          <a:xfrm>
            <a:off x="8749440" y="3518114"/>
            <a:ext cx="5756974" cy="3611106"/>
          </a:xfrm>
          <a:prstGeom prst="rect">
            <a:avLst/>
          </a:prstGeom>
        </p:spPr>
        <p:txBody>
          <a:bodyPr/>
          <a:lstStyle>
            <a:lvl1pPr marL="0" indent="0" algn="l" defTabSz="457200" rtl="0" eaLnBrk="1" latinLnBrk="0" hangingPunct="1">
              <a:spcBef>
                <a:spcPct val="20000"/>
              </a:spcBef>
              <a:buFont typeface="Arial"/>
              <a:buNone/>
              <a:defRPr sz="3200" kern="1200">
                <a:solidFill>
                  <a:srgbClr val="00274C"/>
                </a:solidFill>
                <a:latin typeface="+mn-lt"/>
                <a:ea typeface="+mn-ea"/>
                <a:cs typeface="+mn-cs"/>
              </a:defRPr>
            </a:lvl1pPr>
            <a:lvl2pPr marL="457200" indent="0" algn="l" defTabSz="457200" rtl="0" eaLnBrk="1" latinLnBrk="0" hangingPunct="1">
              <a:spcBef>
                <a:spcPct val="20000"/>
              </a:spcBef>
              <a:buFont typeface="Arial"/>
              <a:buNone/>
              <a:defRPr sz="2800" kern="1200">
                <a:solidFill>
                  <a:schemeClr val="tx1"/>
                </a:solidFill>
                <a:latin typeface="+mn-lt"/>
                <a:ea typeface="+mn-ea"/>
                <a:cs typeface="+mn-cs"/>
              </a:defRPr>
            </a:lvl2pPr>
            <a:lvl3pPr marL="914400" indent="0" algn="l" defTabSz="457200" rtl="0" eaLnBrk="1" latinLnBrk="0" hangingPunct="1">
              <a:spcBef>
                <a:spcPct val="20000"/>
              </a:spcBef>
              <a:buFont typeface="Arial"/>
              <a:buNone/>
              <a:defRPr sz="2400" kern="1200">
                <a:solidFill>
                  <a:schemeClr val="tx1"/>
                </a:solidFill>
                <a:latin typeface="+mn-lt"/>
                <a:ea typeface="+mn-ea"/>
                <a:cs typeface="+mn-cs"/>
              </a:defRPr>
            </a:lvl3pPr>
            <a:lvl4pPr marL="1371600" indent="0" algn="l" defTabSz="457200" rtl="0" eaLnBrk="1" latinLnBrk="0" hangingPunct="1">
              <a:spcBef>
                <a:spcPct val="20000"/>
              </a:spcBef>
              <a:buFont typeface="Arial"/>
              <a:buNone/>
              <a:defRPr sz="2000" kern="1200">
                <a:solidFill>
                  <a:schemeClr val="tx1"/>
                </a:solidFill>
                <a:latin typeface="+mn-lt"/>
                <a:ea typeface="+mn-ea"/>
                <a:cs typeface="+mn-cs"/>
              </a:defRPr>
            </a:lvl4pPr>
            <a:lvl5pPr marL="1828800" indent="0" algn="l" defTabSz="457200" rtl="0" eaLnBrk="1" latinLnBrk="0" hangingPunct="1">
              <a:spcBef>
                <a:spcPct val="20000"/>
              </a:spcBef>
              <a:buFont typeface="Arial"/>
              <a:buNone/>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457200" indent="-457200">
              <a:buClr>
                <a:schemeClr val="tx2"/>
              </a:buClr>
              <a:buFont typeface="Wingdings" pitchFamily="2" charset="2"/>
              <a:buChar char="§"/>
              <a:defRPr/>
            </a:pPr>
            <a:r>
              <a:rPr lang="en-US" sz="2400" dirty="0">
                <a:solidFill>
                  <a:schemeClr val="accent3"/>
                </a:solidFill>
              </a:rPr>
              <a:t>Data requirements</a:t>
            </a:r>
          </a:p>
          <a:p>
            <a:pPr marL="457200" indent="-457200">
              <a:buClr>
                <a:schemeClr val="tx2"/>
              </a:buClr>
              <a:buFont typeface="Wingdings" pitchFamily="2" charset="2"/>
              <a:buChar char="§"/>
              <a:defRPr/>
            </a:pPr>
            <a:r>
              <a:rPr lang="en-US" sz="2400" dirty="0">
                <a:solidFill>
                  <a:schemeClr val="accent3"/>
                </a:solidFill>
              </a:rPr>
              <a:t>Assumptions</a:t>
            </a:r>
          </a:p>
          <a:p>
            <a:pPr marL="457200" indent="-457200">
              <a:buClr>
                <a:schemeClr val="tx2"/>
              </a:buClr>
              <a:buFont typeface="Wingdings" pitchFamily="2" charset="2"/>
              <a:buChar char="§"/>
              <a:defRPr/>
            </a:pPr>
            <a:r>
              <a:rPr lang="en-US" sz="2400" dirty="0">
                <a:solidFill>
                  <a:schemeClr val="accent3"/>
                </a:solidFill>
              </a:rPr>
              <a:t>Value choices and optional elements</a:t>
            </a:r>
          </a:p>
          <a:p>
            <a:pPr marL="457200" indent="-457200">
              <a:buClr>
                <a:schemeClr val="tx2"/>
              </a:buClr>
              <a:buFont typeface="Wingdings" pitchFamily="2" charset="2"/>
              <a:buChar char="§"/>
              <a:defRPr/>
            </a:pPr>
            <a:r>
              <a:rPr lang="en-US" sz="2400" dirty="0">
                <a:solidFill>
                  <a:schemeClr val="accent3"/>
                </a:solidFill>
              </a:rPr>
              <a:t>Limitations</a:t>
            </a:r>
          </a:p>
          <a:p>
            <a:pPr marL="457200" indent="-457200">
              <a:buClr>
                <a:schemeClr val="tx2"/>
              </a:buClr>
              <a:buFont typeface="Wingdings" pitchFamily="2" charset="2"/>
              <a:buChar char="§"/>
              <a:defRPr/>
            </a:pPr>
            <a:r>
              <a:rPr lang="en-US" sz="2400" dirty="0">
                <a:solidFill>
                  <a:schemeClr val="accent3"/>
                </a:solidFill>
              </a:rPr>
              <a:t>Data quality requirements</a:t>
            </a:r>
          </a:p>
          <a:p>
            <a:pPr marL="457200" indent="-457200">
              <a:buClr>
                <a:schemeClr val="tx2"/>
              </a:buClr>
              <a:buFont typeface="Wingdings" pitchFamily="2" charset="2"/>
              <a:buChar char="§"/>
              <a:defRPr/>
            </a:pPr>
            <a:r>
              <a:rPr lang="en-US" sz="2400" dirty="0">
                <a:solidFill>
                  <a:schemeClr val="accent3"/>
                </a:solidFill>
              </a:rPr>
              <a:t>Type of critical review, if any</a:t>
            </a:r>
          </a:p>
          <a:p>
            <a:pPr marL="457200" indent="-457200">
              <a:buClr>
                <a:schemeClr val="tx2"/>
              </a:buClr>
              <a:buFont typeface="Wingdings" pitchFamily="2" charset="2"/>
              <a:buChar char="§"/>
              <a:defRPr/>
            </a:pPr>
            <a:r>
              <a:rPr lang="en-US" sz="2400" dirty="0">
                <a:solidFill>
                  <a:schemeClr val="accent3"/>
                </a:solidFill>
              </a:rPr>
              <a:t>Type and format of the report required for the study</a:t>
            </a:r>
          </a:p>
        </p:txBody>
      </p:sp>
    </p:spTree>
    <p:extLst>
      <p:ext uri="{BB962C8B-B14F-4D97-AF65-F5344CB8AC3E}">
        <p14:creationId xmlns:p14="http://schemas.microsoft.com/office/powerpoint/2010/main" val="414390738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Rectangle 19">
            <a:extLst>
              <a:ext uri="{FF2B5EF4-FFF2-40B4-BE49-F238E27FC236}">
                <a16:creationId xmlns:a16="http://schemas.microsoft.com/office/drawing/2014/main" id="{C953E385-B919-B741-A880-BF05E1CB8279}"/>
              </a:ext>
            </a:extLst>
          </p:cNvPr>
          <p:cNvSpPr/>
          <p:nvPr/>
        </p:nvSpPr>
        <p:spPr>
          <a:xfrm>
            <a:off x="4699342" y="3986769"/>
            <a:ext cx="967480" cy="941694"/>
          </a:xfrm>
          <a:prstGeom prst="rect">
            <a:avLst/>
          </a:prstGeom>
          <a:noFill/>
          <a:ln w="41275">
            <a:solidFill>
              <a:schemeClr val="accent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D8439A4-B037-4F4E-AFCE-96000C7C1237}"/>
              </a:ext>
            </a:extLst>
          </p:cNvPr>
          <p:cNvSpPr>
            <a:spLocks noGrp="1"/>
          </p:cNvSpPr>
          <p:nvPr>
            <p:ph type="title"/>
          </p:nvPr>
        </p:nvSpPr>
        <p:spPr>
          <a:xfrm>
            <a:off x="812880" y="279400"/>
            <a:ext cx="14631828" cy="870385"/>
          </a:xfrm>
        </p:spPr>
        <p:txBody>
          <a:bodyPr/>
          <a:lstStyle/>
          <a:p>
            <a:r>
              <a:rPr lang="en-US" altLang="en-US" dirty="0"/>
              <a:t>Scope: Screening approach</a:t>
            </a:r>
            <a:endParaRPr lang="en-US" dirty="0">
              <a:solidFill>
                <a:schemeClr val="tx2"/>
              </a:solidFill>
            </a:endParaRPr>
          </a:p>
        </p:txBody>
      </p:sp>
      <p:sp>
        <p:nvSpPr>
          <p:cNvPr id="19" name="Rectangle 7">
            <a:extLst>
              <a:ext uri="{FF2B5EF4-FFF2-40B4-BE49-F238E27FC236}">
                <a16:creationId xmlns:a16="http://schemas.microsoft.com/office/drawing/2014/main" id="{4B59B45D-211F-ED4F-A6C5-4F46BC65E898}"/>
              </a:ext>
            </a:extLst>
          </p:cNvPr>
          <p:cNvSpPr txBox="1">
            <a:spLocks noChangeArrowheads="1"/>
          </p:cNvSpPr>
          <p:nvPr/>
        </p:nvSpPr>
        <p:spPr>
          <a:xfrm>
            <a:off x="5962456" y="3847282"/>
            <a:ext cx="7741404" cy="2739498"/>
          </a:xfrm>
          <a:prstGeom prst="rect">
            <a:avLst/>
          </a:prstGeom>
        </p:spPr>
        <p:txBody>
          <a:bodyPr/>
          <a:lstStyle>
            <a:lvl1pPr marL="0" indent="0" algn="l" defTabSz="457200" rtl="0" eaLnBrk="1" latinLnBrk="0" hangingPunct="1">
              <a:spcBef>
                <a:spcPct val="20000"/>
              </a:spcBef>
              <a:buFont typeface="Arial"/>
              <a:buNone/>
              <a:defRPr sz="3200" kern="1200">
                <a:solidFill>
                  <a:srgbClr val="00274C"/>
                </a:solidFill>
                <a:latin typeface="+mn-lt"/>
                <a:ea typeface="+mn-ea"/>
                <a:cs typeface="+mn-cs"/>
              </a:defRPr>
            </a:lvl1pPr>
            <a:lvl2pPr marL="457200" indent="0" algn="l" defTabSz="457200" rtl="0" eaLnBrk="1" latinLnBrk="0" hangingPunct="1">
              <a:spcBef>
                <a:spcPct val="20000"/>
              </a:spcBef>
              <a:buFont typeface="Arial"/>
              <a:buNone/>
              <a:defRPr sz="2800" kern="1200">
                <a:solidFill>
                  <a:schemeClr val="tx1"/>
                </a:solidFill>
                <a:latin typeface="+mn-lt"/>
                <a:ea typeface="+mn-ea"/>
                <a:cs typeface="+mn-cs"/>
              </a:defRPr>
            </a:lvl2pPr>
            <a:lvl3pPr marL="914400" indent="0" algn="l" defTabSz="457200" rtl="0" eaLnBrk="1" latinLnBrk="0" hangingPunct="1">
              <a:spcBef>
                <a:spcPct val="20000"/>
              </a:spcBef>
              <a:buFont typeface="Arial"/>
              <a:buNone/>
              <a:defRPr sz="2400" kern="1200">
                <a:solidFill>
                  <a:schemeClr val="tx1"/>
                </a:solidFill>
                <a:latin typeface="+mn-lt"/>
                <a:ea typeface="+mn-ea"/>
                <a:cs typeface="+mn-cs"/>
              </a:defRPr>
            </a:lvl3pPr>
            <a:lvl4pPr marL="1371600" indent="0" algn="l" defTabSz="457200" rtl="0" eaLnBrk="1" latinLnBrk="0" hangingPunct="1">
              <a:spcBef>
                <a:spcPct val="20000"/>
              </a:spcBef>
              <a:buFont typeface="Arial"/>
              <a:buNone/>
              <a:defRPr sz="2000" kern="1200">
                <a:solidFill>
                  <a:schemeClr val="tx1"/>
                </a:solidFill>
                <a:latin typeface="+mn-lt"/>
                <a:ea typeface="+mn-ea"/>
                <a:cs typeface="+mn-cs"/>
              </a:defRPr>
            </a:lvl4pPr>
            <a:lvl5pPr marL="1828800" indent="0" algn="l" defTabSz="457200" rtl="0" eaLnBrk="1" latinLnBrk="0" hangingPunct="1">
              <a:spcBef>
                <a:spcPct val="20000"/>
              </a:spcBef>
              <a:buFont typeface="Arial"/>
              <a:buNone/>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a:spcAft>
                <a:spcPts val="2000"/>
              </a:spcAft>
            </a:pPr>
            <a:r>
              <a:rPr lang="en-US" altLang="en-US" sz="2800" dirty="0"/>
              <a:t>A first screening phase covering the whole </a:t>
            </a:r>
            <a:br>
              <a:rPr lang="en-US" altLang="en-US" sz="2800" dirty="0"/>
            </a:br>
            <a:r>
              <a:rPr lang="en-US" altLang="en-US" sz="2800" dirty="0"/>
              <a:t>LCA and assessing orders of magnitude </a:t>
            </a:r>
            <a:br>
              <a:rPr lang="en-US" altLang="en-US" sz="2800" dirty="0"/>
            </a:br>
            <a:r>
              <a:rPr lang="en-US" altLang="en-US" sz="2800" dirty="0"/>
              <a:t>of the emission inventory and impacts</a:t>
            </a:r>
          </a:p>
          <a:p>
            <a:pPr>
              <a:spcAft>
                <a:spcPts val="2000"/>
              </a:spcAft>
            </a:pPr>
            <a:r>
              <a:rPr lang="en-US" altLang="en-US" sz="2800" dirty="0"/>
              <a:t>A detailed analysis to improve the </a:t>
            </a:r>
            <a:br>
              <a:rPr lang="en-US" altLang="en-US" sz="2800" dirty="0"/>
            </a:br>
            <a:r>
              <a:rPr lang="en-US" altLang="en-US" sz="2800" dirty="0"/>
              <a:t>assessment for most important impacts</a:t>
            </a:r>
          </a:p>
        </p:txBody>
      </p:sp>
      <p:sp>
        <p:nvSpPr>
          <p:cNvPr id="3" name="Rectangle 2">
            <a:extLst>
              <a:ext uri="{FF2B5EF4-FFF2-40B4-BE49-F238E27FC236}">
                <a16:creationId xmlns:a16="http://schemas.microsoft.com/office/drawing/2014/main" id="{05B485D6-1265-F94B-B52C-50295C5E477A}"/>
              </a:ext>
            </a:extLst>
          </p:cNvPr>
          <p:cNvSpPr/>
          <p:nvPr/>
        </p:nvSpPr>
        <p:spPr>
          <a:xfrm>
            <a:off x="2763600" y="1714356"/>
            <a:ext cx="11626060" cy="1200329"/>
          </a:xfrm>
          <a:prstGeom prst="rect">
            <a:avLst/>
          </a:prstGeom>
        </p:spPr>
        <p:txBody>
          <a:bodyPr wrap="square">
            <a:spAutoFit/>
          </a:bodyPr>
          <a:lstStyle/>
          <a:p>
            <a:r>
              <a:rPr lang="en-US" altLang="en-US" sz="3600" dirty="0">
                <a:solidFill>
                  <a:schemeClr val="tx2"/>
                </a:solidFill>
              </a:rPr>
              <a:t>We recommend to carry out the LCA in two steps, </a:t>
            </a:r>
            <a:br>
              <a:rPr lang="en-US" altLang="en-US" sz="3600" dirty="0">
                <a:solidFill>
                  <a:schemeClr val="tx2"/>
                </a:solidFill>
              </a:rPr>
            </a:br>
            <a:r>
              <a:rPr lang="en-US" altLang="en-US" sz="3600" dirty="0">
                <a:solidFill>
                  <a:schemeClr val="tx2"/>
                </a:solidFill>
              </a:rPr>
              <a:t>with approximately equal effort in each step:</a:t>
            </a:r>
          </a:p>
        </p:txBody>
      </p:sp>
      <p:sp>
        <p:nvSpPr>
          <p:cNvPr id="4" name="Rectangle 3">
            <a:extLst>
              <a:ext uri="{FF2B5EF4-FFF2-40B4-BE49-F238E27FC236}">
                <a16:creationId xmlns:a16="http://schemas.microsoft.com/office/drawing/2014/main" id="{9D44287D-DC85-4743-B64D-1FDCB6A5FA1A}"/>
              </a:ext>
            </a:extLst>
          </p:cNvPr>
          <p:cNvSpPr/>
          <p:nvPr/>
        </p:nvSpPr>
        <p:spPr>
          <a:xfrm>
            <a:off x="4606354" y="3893777"/>
            <a:ext cx="967480" cy="941694"/>
          </a:xfrm>
          <a:prstGeom prst="rect">
            <a:avLst/>
          </a:prstGeom>
          <a:solidFill>
            <a:schemeClr val="accent3"/>
          </a:solidFill>
          <a:ln w="38100">
            <a:solidFill>
              <a:schemeClr val="bg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4400" b="1" dirty="0"/>
              <a:t>1</a:t>
            </a:r>
          </a:p>
        </p:txBody>
      </p:sp>
      <p:sp>
        <p:nvSpPr>
          <p:cNvPr id="21" name="Rectangle 20">
            <a:extLst>
              <a:ext uri="{FF2B5EF4-FFF2-40B4-BE49-F238E27FC236}">
                <a16:creationId xmlns:a16="http://schemas.microsoft.com/office/drawing/2014/main" id="{9403EFCF-4E6F-9D42-B856-BD6804606E57}"/>
              </a:ext>
            </a:extLst>
          </p:cNvPr>
          <p:cNvSpPr/>
          <p:nvPr/>
        </p:nvSpPr>
        <p:spPr>
          <a:xfrm>
            <a:off x="4699342" y="5474605"/>
            <a:ext cx="967480" cy="941694"/>
          </a:xfrm>
          <a:prstGeom prst="rect">
            <a:avLst/>
          </a:prstGeom>
          <a:noFill/>
          <a:ln w="41275">
            <a:solidFill>
              <a:schemeClr val="accent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2" name="Rectangle 21">
            <a:extLst>
              <a:ext uri="{FF2B5EF4-FFF2-40B4-BE49-F238E27FC236}">
                <a16:creationId xmlns:a16="http://schemas.microsoft.com/office/drawing/2014/main" id="{DDAB017D-8B30-3A4A-A233-B683BD43BD00}"/>
              </a:ext>
            </a:extLst>
          </p:cNvPr>
          <p:cNvSpPr/>
          <p:nvPr/>
        </p:nvSpPr>
        <p:spPr>
          <a:xfrm>
            <a:off x="4606354" y="5381613"/>
            <a:ext cx="967480" cy="941694"/>
          </a:xfrm>
          <a:prstGeom prst="rect">
            <a:avLst/>
          </a:prstGeom>
          <a:solidFill>
            <a:schemeClr val="accent3"/>
          </a:solidFill>
          <a:ln w="38100">
            <a:solidFill>
              <a:schemeClr val="bg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4400" b="1" dirty="0"/>
              <a:t>2</a:t>
            </a:r>
          </a:p>
        </p:txBody>
      </p:sp>
      <p:pic>
        <p:nvPicPr>
          <p:cNvPr id="6" name="Picture 5">
            <a:extLst>
              <a:ext uri="{FF2B5EF4-FFF2-40B4-BE49-F238E27FC236}">
                <a16:creationId xmlns:a16="http://schemas.microsoft.com/office/drawing/2014/main" id="{8C7241DE-884A-434D-9859-868A048AE5BB}"/>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3016161" y="3893777"/>
            <a:ext cx="1033220" cy="1033220"/>
          </a:xfrm>
          <a:prstGeom prst="rect">
            <a:avLst/>
          </a:prstGeom>
        </p:spPr>
      </p:pic>
      <p:pic>
        <p:nvPicPr>
          <p:cNvPr id="7" name="Picture 6">
            <a:extLst>
              <a:ext uri="{FF2B5EF4-FFF2-40B4-BE49-F238E27FC236}">
                <a16:creationId xmlns:a16="http://schemas.microsoft.com/office/drawing/2014/main" id="{8569A3F3-7576-A74A-93FC-9B44A40D0BB4}"/>
              </a:ext>
            </a:extLst>
          </p:cNvPr>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3110999" y="5381613"/>
            <a:ext cx="970409" cy="970409"/>
          </a:xfrm>
          <a:prstGeom prst="rect">
            <a:avLst/>
          </a:prstGeom>
        </p:spPr>
      </p:pic>
    </p:spTree>
    <p:extLst>
      <p:ext uri="{BB962C8B-B14F-4D97-AF65-F5344CB8AC3E}">
        <p14:creationId xmlns:p14="http://schemas.microsoft.com/office/powerpoint/2010/main" val="2322641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8439A4-B037-4F4E-AFCE-96000C7C1237}"/>
              </a:ext>
            </a:extLst>
          </p:cNvPr>
          <p:cNvSpPr>
            <a:spLocks noGrp="1"/>
          </p:cNvSpPr>
          <p:nvPr>
            <p:ph type="title"/>
          </p:nvPr>
        </p:nvSpPr>
        <p:spPr>
          <a:xfrm>
            <a:off x="812880" y="279400"/>
            <a:ext cx="14631828" cy="870385"/>
          </a:xfrm>
        </p:spPr>
        <p:txBody>
          <a:bodyPr/>
          <a:lstStyle/>
          <a:p>
            <a:r>
              <a:rPr lang="en-US" altLang="en-US" dirty="0"/>
              <a:t>Summary</a:t>
            </a:r>
            <a:endParaRPr lang="en-US" sz="2800" dirty="0">
              <a:solidFill>
                <a:schemeClr val="tx2"/>
              </a:solidFill>
            </a:endParaRPr>
          </a:p>
        </p:txBody>
      </p:sp>
      <p:sp>
        <p:nvSpPr>
          <p:cNvPr id="8" name="Text Placeholder 2">
            <a:extLst>
              <a:ext uri="{FF2B5EF4-FFF2-40B4-BE49-F238E27FC236}">
                <a16:creationId xmlns:a16="http://schemas.microsoft.com/office/drawing/2014/main" id="{1860404C-E3DD-DB44-9F60-421612D67065}"/>
              </a:ext>
            </a:extLst>
          </p:cNvPr>
          <p:cNvSpPr>
            <a:spLocks noGrp="1"/>
          </p:cNvSpPr>
          <p:nvPr>
            <p:ph type="body" sz="quarter" idx="10"/>
          </p:nvPr>
        </p:nvSpPr>
        <p:spPr>
          <a:xfrm>
            <a:off x="880211" y="1783975"/>
            <a:ext cx="14630400" cy="5810193"/>
          </a:xfrm>
        </p:spPr>
        <p:txBody>
          <a:bodyPr>
            <a:normAutofit lnSpcReduction="10000"/>
          </a:bodyPr>
          <a:lstStyle/>
          <a:p>
            <a:pPr marL="693738" indent="-681038">
              <a:spcAft>
                <a:spcPts val="3200"/>
              </a:spcAft>
              <a:buClr>
                <a:schemeClr val="accent1"/>
              </a:buClr>
              <a:buFont typeface="Arial Bold"/>
              <a:buChar char="►"/>
            </a:pPr>
            <a:r>
              <a:rPr lang="en-US" dirty="0"/>
              <a:t>The </a:t>
            </a:r>
            <a:r>
              <a:rPr lang="en-US" altLang="en-US" dirty="0"/>
              <a:t>goal and scope definition phase of an LCA defines the main hypotheses and methods used in the LCA</a:t>
            </a:r>
          </a:p>
          <a:p>
            <a:pPr marL="693738" indent="-681038">
              <a:spcAft>
                <a:spcPts val="3200"/>
              </a:spcAft>
              <a:buClr>
                <a:schemeClr val="accent1"/>
              </a:buClr>
              <a:buFont typeface="Arial Bold"/>
              <a:buChar char="►"/>
            </a:pPr>
            <a:r>
              <a:rPr lang="en-US" altLang="en-US" dirty="0"/>
              <a:t>It is a crucial steps to ensure the study consistency</a:t>
            </a:r>
          </a:p>
          <a:p>
            <a:pPr marL="693738" indent="-681038">
              <a:spcAft>
                <a:spcPts val="1200"/>
              </a:spcAft>
              <a:buClr>
                <a:schemeClr val="accent1"/>
              </a:buClr>
              <a:buFont typeface="Arial Bold"/>
              <a:buChar char="►"/>
            </a:pPr>
            <a:r>
              <a:rPr lang="en-US" altLang="en-US" dirty="0"/>
              <a:t>It requires discussions between </a:t>
            </a:r>
          </a:p>
          <a:p>
            <a:pPr marL="1150938" lvl="1" indent="-681038">
              <a:spcAft>
                <a:spcPts val="1200"/>
              </a:spcAft>
              <a:buClr>
                <a:schemeClr val="accent1"/>
              </a:buClr>
              <a:buFont typeface="Arial Bold"/>
              <a:buChar char="►"/>
            </a:pPr>
            <a:r>
              <a:rPr lang="en-US" altLang="en-US" dirty="0">
                <a:solidFill>
                  <a:schemeClr val="tx2"/>
                </a:solidFill>
              </a:rPr>
              <a:t>the client/sponsor (consumer, contractor, government), </a:t>
            </a:r>
          </a:p>
          <a:p>
            <a:pPr marL="1150938" lvl="1" indent="-681038">
              <a:spcAft>
                <a:spcPts val="1200"/>
              </a:spcAft>
              <a:buClr>
                <a:schemeClr val="accent1"/>
              </a:buClr>
              <a:buFont typeface="Arial Bold"/>
              <a:buChar char="►"/>
            </a:pPr>
            <a:r>
              <a:rPr lang="en-US" altLang="en-US" dirty="0">
                <a:solidFill>
                  <a:schemeClr val="tx2"/>
                </a:solidFill>
              </a:rPr>
              <a:t>the analyst/scientist</a:t>
            </a:r>
          </a:p>
          <a:p>
            <a:pPr marL="1150938" lvl="1" indent="-681038">
              <a:spcAft>
                <a:spcPts val="1200"/>
              </a:spcAft>
              <a:buClr>
                <a:schemeClr val="accent1"/>
              </a:buClr>
              <a:buFont typeface="Arial Bold"/>
              <a:buChar char="►"/>
            </a:pPr>
            <a:r>
              <a:rPr lang="en-US" altLang="en-US" dirty="0">
                <a:solidFill>
                  <a:schemeClr val="tx2"/>
                </a:solidFill>
              </a:rPr>
              <a:t>The potential stakeholders</a:t>
            </a:r>
          </a:p>
          <a:p>
            <a:pPr marL="1150938" lvl="1" indent="-681038">
              <a:spcAft>
                <a:spcPts val="1200"/>
              </a:spcAft>
              <a:buClr>
                <a:schemeClr val="accent1"/>
              </a:buClr>
              <a:buFont typeface="Arial Bold"/>
              <a:buChar char="►"/>
            </a:pPr>
            <a:r>
              <a:rPr lang="en-US" altLang="en-US" dirty="0">
                <a:solidFill>
                  <a:schemeClr val="tx2"/>
                </a:solidFill>
              </a:rPr>
              <a:t>the “independent” peer reviewer</a:t>
            </a:r>
          </a:p>
          <a:p>
            <a:endParaRPr lang="en-US" altLang="en-US" dirty="0"/>
          </a:p>
          <a:p>
            <a:pPr marL="693738" indent="-681038">
              <a:spcAft>
                <a:spcPts val="3200"/>
              </a:spcAft>
              <a:buClr>
                <a:schemeClr val="accent1"/>
              </a:buClr>
              <a:buFont typeface="Arial Bold"/>
              <a:buChar char="►"/>
            </a:pPr>
            <a:endParaRPr lang="en-US" dirty="0"/>
          </a:p>
        </p:txBody>
      </p:sp>
    </p:spTree>
    <p:extLst>
      <p:ext uri="{BB962C8B-B14F-4D97-AF65-F5344CB8AC3E}">
        <p14:creationId xmlns:p14="http://schemas.microsoft.com/office/powerpoint/2010/main" val="341613791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8439A4-B037-4F4E-AFCE-96000C7C1237}"/>
              </a:ext>
            </a:extLst>
          </p:cNvPr>
          <p:cNvSpPr>
            <a:spLocks noGrp="1"/>
          </p:cNvSpPr>
          <p:nvPr>
            <p:ph type="title"/>
          </p:nvPr>
        </p:nvSpPr>
        <p:spPr>
          <a:xfrm>
            <a:off x="812880" y="279400"/>
            <a:ext cx="14631828" cy="870385"/>
          </a:xfrm>
        </p:spPr>
        <p:txBody>
          <a:bodyPr/>
          <a:lstStyle/>
          <a:p>
            <a:r>
              <a:rPr lang="en-US" dirty="0"/>
              <a:t>Goal definition</a:t>
            </a:r>
            <a:endParaRPr lang="en-US" dirty="0">
              <a:solidFill>
                <a:schemeClr val="tx2"/>
              </a:solidFill>
            </a:endParaRPr>
          </a:p>
        </p:txBody>
      </p:sp>
      <p:pic>
        <p:nvPicPr>
          <p:cNvPr id="6" name="Picture 5">
            <a:extLst>
              <a:ext uri="{FF2B5EF4-FFF2-40B4-BE49-F238E27FC236}">
                <a16:creationId xmlns:a16="http://schemas.microsoft.com/office/drawing/2014/main" id="{7218BA16-591F-A745-820D-DCAE6CC3C41E}"/>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1134457" y="1673815"/>
            <a:ext cx="1644606" cy="5687879"/>
          </a:xfrm>
          <a:prstGeom prst="rect">
            <a:avLst/>
          </a:prstGeom>
        </p:spPr>
      </p:pic>
      <p:pic>
        <p:nvPicPr>
          <p:cNvPr id="7" name="Picture 6">
            <a:extLst>
              <a:ext uri="{FF2B5EF4-FFF2-40B4-BE49-F238E27FC236}">
                <a16:creationId xmlns:a16="http://schemas.microsoft.com/office/drawing/2014/main" id="{B273E016-2939-9043-85BD-1B31FA993C9C}"/>
              </a:ext>
            </a:extLst>
          </p:cNvPr>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13630206" y="1673814"/>
            <a:ext cx="1628522" cy="5687879"/>
          </a:xfrm>
          <a:prstGeom prst="rect">
            <a:avLst/>
          </a:prstGeom>
        </p:spPr>
      </p:pic>
      <p:sp>
        <p:nvSpPr>
          <p:cNvPr id="26" name="Rectangle 25">
            <a:extLst>
              <a:ext uri="{FF2B5EF4-FFF2-40B4-BE49-F238E27FC236}">
                <a16:creationId xmlns:a16="http://schemas.microsoft.com/office/drawing/2014/main" id="{07B41A29-C8C9-CF4B-AE8A-1835D8CC31C9}"/>
              </a:ext>
            </a:extLst>
          </p:cNvPr>
          <p:cNvSpPr/>
          <p:nvPr/>
        </p:nvSpPr>
        <p:spPr>
          <a:xfrm>
            <a:off x="3992499" y="2008205"/>
            <a:ext cx="3392279" cy="331272"/>
          </a:xfrm>
          <a:prstGeom prst="rect">
            <a:avLst/>
          </a:prstGeom>
          <a:noFill/>
          <a:ln w="25400">
            <a:noFill/>
          </a:ln>
          <a:effectLst/>
        </p:spPr>
        <p:style>
          <a:lnRef idx="1">
            <a:schemeClr val="accent1"/>
          </a:lnRef>
          <a:fillRef idx="3">
            <a:schemeClr val="accent1"/>
          </a:fillRef>
          <a:effectRef idx="2">
            <a:schemeClr val="accent1"/>
          </a:effectRef>
          <a:fontRef idx="minor">
            <a:schemeClr val="lt1"/>
          </a:fontRef>
        </p:style>
        <p:txBody>
          <a:bodyPr rtlCol="0" anchor="t"/>
          <a:lstStyle/>
          <a:p>
            <a:pPr marL="45720"/>
            <a:r>
              <a:rPr lang="en-US" sz="2000" b="1" dirty="0">
                <a:solidFill>
                  <a:schemeClr val="tx2"/>
                </a:solidFill>
              </a:rPr>
              <a:t>INTENDED APPLICATION</a:t>
            </a:r>
          </a:p>
        </p:txBody>
      </p:sp>
      <p:sp>
        <p:nvSpPr>
          <p:cNvPr id="32" name="Rectangle 31">
            <a:extLst>
              <a:ext uri="{FF2B5EF4-FFF2-40B4-BE49-F238E27FC236}">
                <a16:creationId xmlns:a16="http://schemas.microsoft.com/office/drawing/2014/main" id="{31D9BCAD-7163-D34E-BA07-ED096EF49085}"/>
              </a:ext>
            </a:extLst>
          </p:cNvPr>
          <p:cNvSpPr/>
          <p:nvPr/>
        </p:nvSpPr>
        <p:spPr>
          <a:xfrm>
            <a:off x="9132978" y="1841547"/>
            <a:ext cx="2840205" cy="664588"/>
          </a:xfrm>
          <a:prstGeom prst="rect">
            <a:avLst/>
          </a:prstGeom>
          <a:noFill/>
          <a:ln w="25400">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45720"/>
            <a:r>
              <a:rPr lang="en-US" sz="2000" b="1" dirty="0">
                <a:solidFill>
                  <a:schemeClr val="tx2"/>
                </a:solidFill>
              </a:rPr>
              <a:t>DIFFERENT TYPES </a:t>
            </a:r>
            <a:br>
              <a:rPr lang="en-US" sz="2000" b="1" dirty="0">
                <a:solidFill>
                  <a:schemeClr val="tx2"/>
                </a:solidFill>
              </a:rPr>
            </a:br>
            <a:r>
              <a:rPr lang="en-US" sz="2000" b="1" dirty="0">
                <a:solidFill>
                  <a:schemeClr val="tx2"/>
                </a:solidFill>
              </a:rPr>
              <a:t>OF LIGHT BULBS</a:t>
            </a:r>
          </a:p>
        </p:txBody>
      </p:sp>
      <p:cxnSp>
        <p:nvCxnSpPr>
          <p:cNvPr id="39" name="Straight Connector 38">
            <a:extLst>
              <a:ext uri="{FF2B5EF4-FFF2-40B4-BE49-F238E27FC236}">
                <a16:creationId xmlns:a16="http://schemas.microsoft.com/office/drawing/2014/main" id="{41ED1DDE-AB23-244F-8097-78995FDA50A1}"/>
              </a:ext>
            </a:extLst>
          </p:cNvPr>
          <p:cNvCxnSpPr>
            <a:cxnSpLocks/>
          </p:cNvCxnSpPr>
          <p:nvPr/>
        </p:nvCxnSpPr>
        <p:spPr>
          <a:xfrm>
            <a:off x="3841126" y="2627726"/>
            <a:ext cx="8959192" cy="0"/>
          </a:xfrm>
          <a:prstGeom prst="line">
            <a:avLst/>
          </a:prstGeom>
          <a:ln w="38100">
            <a:solidFill>
              <a:schemeClr val="bg2">
                <a:lumMod val="90000"/>
              </a:schemeClr>
            </a:solidFill>
          </a:ln>
          <a:effectLst/>
        </p:spPr>
        <p:style>
          <a:lnRef idx="2">
            <a:schemeClr val="accent1"/>
          </a:lnRef>
          <a:fillRef idx="0">
            <a:schemeClr val="accent1"/>
          </a:fillRef>
          <a:effectRef idx="1">
            <a:schemeClr val="accent1"/>
          </a:effectRef>
          <a:fontRef idx="minor">
            <a:schemeClr val="tx1"/>
          </a:fontRef>
        </p:style>
      </p:cxnSp>
      <p:sp>
        <p:nvSpPr>
          <p:cNvPr id="41" name="Rectangle 40">
            <a:extLst>
              <a:ext uri="{FF2B5EF4-FFF2-40B4-BE49-F238E27FC236}">
                <a16:creationId xmlns:a16="http://schemas.microsoft.com/office/drawing/2014/main" id="{3B91261E-4C4A-3846-A20A-B38C1DC2DA02}"/>
              </a:ext>
            </a:extLst>
          </p:cNvPr>
          <p:cNvSpPr/>
          <p:nvPr/>
        </p:nvSpPr>
        <p:spPr>
          <a:xfrm>
            <a:off x="3992499" y="2904297"/>
            <a:ext cx="4176141" cy="898800"/>
          </a:xfrm>
          <a:prstGeom prst="rect">
            <a:avLst/>
          </a:prstGeom>
          <a:noFill/>
          <a:ln w="25400">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45720"/>
            <a:r>
              <a:rPr lang="en-US" sz="2000" b="1" dirty="0">
                <a:solidFill>
                  <a:schemeClr val="accent4"/>
                </a:solidFill>
              </a:rPr>
              <a:t>Overall objective/reason:</a:t>
            </a:r>
            <a:r>
              <a:rPr lang="en-US" sz="2000" b="1" dirty="0">
                <a:solidFill>
                  <a:schemeClr val="tx2"/>
                </a:solidFill>
              </a:rPr>
              <a:t/>
            </a:r>
            <a:br>
              <a:rPr lang="en-US" sz="2000" b="1" dirty="0">
                <a:solidFill>
                  <a:schemeClr val="tx2"/>
                </a:solidFill>
              </a:rPr>
            </a:br>
            <a:r>
              <a:rPr lang="en-US" sz="2000" dirty="0">
                <a:solidFill>
                  <a:schemeClr val="tx2"/>
                </a:solidFill>
              </a:rPr>
              <a:t>(product information/development, policy/strategy, regulation)</a:t>
            </a:r>
          </a:p>
        </p:txBody>
      </p:sp>
      <p:cxnSp>
        <p:nvCxnSpPr>
          <p:cNvPr id="53" name="Straight Connector 52">
            <a:extLst>
              <a:ext uri="{FF2B5EF4-FFF2-40B4-BE49-F238E27FC236}">
                <a16:creationId xmlns:a16="http://schemas.microsoft.com/office/drawing/2014/main" id="{F16C9A5D-9C98-D14E-A8A9-D28CD220A6D8}"/>
              </a:ext>
            </a:extLst>
          </p:cNvPr>
          <p:cNvCxnSpPr>
            <a:cxnSpLocks/>
          </p:cNvCxnSpPr>
          <p:nvPr/>
        </p:nvCxnSpPr>
        <p:spPr>
          <a:xfrm>
            <a:off x="3841126" y="4084566"/>
            <a:ext cx="8959192" cy="0"/>
          </a:xfrm>
          <a:prstGeom prst="line">
            <a:avLst/>
          </a:prstGeom>
          <a:ln w="38100">
            <a:solidFill>
              <a:schemeClr val="bg2">
                <a:lumMod val="90000"/>
              </a:schemeClr>
            </a:solidFill>
          </a:ln>
          <a:effectLst/>
        </p:spPr>
        <p:style>
          <a:lnRef idx="2">
            <a:schemeClr val="accent1"/>
          </a:lnRef>
          <a:fillRef idx="0">
            <a:schemeClr val="accent1"/>
          </a:fillRef>
          <a:effectRef idx="1">
            <a:schemeClr val="accent1"/>
          </a:effectRef>
          <a:fontRef idx="minor">
            <a:schemeClr val="tx1"/>
          </a:fontRef>
        </p:style>
      </p:cxnSp>
      <p:sp>
        <p:nvSpPr>
          <p:cNvPr id="54" name="Rectangle 53">
            <a:extLst>
              <a:ext uri="{FF2B5EF4-FFF2-40B4-BE49-F238E27FC236}">
                <a16:creationId xmlns:a16="http://schemas.microsoft.com/office/drawing/2014/main" id="{C3E37415-F0FC-A54C-AAC9-BBEB33295EC7}"/>
              </a:ext>
            </a:extLst>
          </p:cNvPr>
          <p:cNvSpPr/>
          <p:nvPr/>
        </p:nvSpPr>
        <p:spPr>
          <a:xfrm>
            <a:off x="9132978" y="2904297"/>
            <a:ext cx="3775827" cy="898800"/>
          </a:xfrm>
          <a:prstGeom prst="rect">
            <a:avLst/>
          </a:prstGeom>
          <a:noFill/>
          <a:ln w="25400">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45720"/>
            <a:r>
              <a:rPr lang="en-US" sz="2000" dirty="0">
                <a:solidFill>
                  <a:schemeClr val="tx2"/>
                </a:solidFill>
              </a:rPr>
              <a:t>Provide product information to</a:t>
            </a:r>
            <a:br>
              <a:rPr lang="en-US" sz="2000" dirty="0">
                <a:solidFill>
                  <a:schemeClr val="tx2"/>
                </a:solidFill>
              </a:rPr>
            </a:br>
            <a:r>
              <a:rPr lang="en-US" sz="2000" dirty="0">
                <a:solidFill>
                  <a:schemeClr val="tx2"/>
                </a:solidFill>
              </a:rPr>
              <a:t>select the most suitable type </a:t>
            </a:r>
            <a:br>
              <a:rPr lang="en-US" sz="2000" dirty="0">
                <a:solidFill>
                  <a:schemeClr val="tx2"/>
                </a:solidFill>
              </a:rPr>
            </a:br>
            <a:r>
              <a:rPr lang="en-US" sz="2000" dirty="0">
                <a:solidFill>
                  <a:schemeClr val="tx2"/>
                </a:solidFill>
              </a:rPr>
              <a:t>of light bulb</a:t>
            </a:r>
          </a:p>
        </p:txBody>
      </p:sp>
      <p:sp>
        <p:nvSpPr>
          <p:cNvPr id="55" name="Rectangle 54">
            <a:extLst>
              <a:ext uri="{FF2B5EF4-FFF2-40B4-BE49-F238E27FC236}">
                <a16:creationId xmlns:a16="http://schemas.microsoft.com/office/drawing/2014/main" id="{5EFBCEC7-4516-9F40-952B-027240BF9BBD}"/>
              </a:ext>
            </a:extLst>
          </p:cNvPr>
          <p:cNvSpPr/>
          <p:nvPr/>
        </p:nvSpPr>
        <p:spPr>
          <a:xfrm>
            <a:off x="3992499" y="4314646"/>
            <a:ext cx="3925853" cy="898800"/>
          </a:xfrm>
          <a:prstGeom prst="rect">
            <a:avLst/>
          </a:prstGeom>
          <a:noFill/>
          <a:ln w="25400">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45720"/>
            <a:r>
              <a:rPr lang="en-US" sz="2000" b="1" dirty="0">
                <a:solidFill>
                  <a:schemeClr val="accent4"/>
                </a:solidFill>
              </a:rPr>
              <a:t>Target audience:</a:t>
            </a:r>
            <a:r>
              <a:rPr lang="en-US" sz="2000" b="1" dirty="0">
                <a:solidFill>
                  <a:schemeClr val="tx2"/>
                </a:solidFill>
              </a:rPr>
              <a:t/>
            </a:r>
            <a:br>
              <a:rPr lang="en-US" sz="2000" b="1" dirty="0">
                <a:solidFill>
                  <a:schemeClr val="tx2"/>
                </a:solidFill>
              </a:rPr>
            </a:br>
            <a:r>
              <a:rPr lang="en-US" sz="2000" dirty="0">
                <a:solidFill>
                  <a:schemeClr val="tx2"/>
                </a:solidFill>
              </a:rPr>
              <a:t>(internal/consumer/</a:t>
            </a:r>
            <a:br>
              <a:rPr lang="en-US" sz="2000" dirty="0">
                <a:solidFill>
                  <a:schemeClr val="tx2"/>
                </a:solidFill>
              </a:rPr>
            </a:br>
            <a:r>
              <a:rPr lang="en-US" sz="2000" dirty="0">
                <a:solidFill>
                  <a:schemeClr val="tx2"/>
                </a:solidFill>
              </a:rPr>
              <a:t>governmental body)</a:t>
            </a:r>
          </a:p>
        </p:txBody>
      </p:sp>
      <p:cxnSp>
        <p:nvCxnSpPr>
          <p:cNvPr id="56" name="Straight Connector 55">
            <a:extLst>
              <a:ext uri="{FF2B5EF4-FFF2-40B4-BE49-F238E27FC236}">
                <a16:creationId xmlns:a16="http://schemas.microsoft.com/office/drawing/2014/main" id="{A9B8068C-0D59-2143-AD2C-37C8A8BECAB6}"/>
              </a:ext>
            </a:extLst>
          </p:cNvPr>
          <p:cNvCxnSpPr>
            <a:cxnSpLocks/>
          </p:cNvCxnSpPr>
          <p:nvPr/>
        </p:nvCxnSpPr>
        <p:spPr>
          <a:xfrm>
            <a:off x="3841126" y="5494915"/>
            <a:ext cx="8959192" cy="0"/>
          </a:xfrm>
          <a:prstGeom prst="line">
            <a:avLst/>
          </a:prstGeom>
          <a:ln w="38100">
            <a:solidFill>
              <a:schemeClr val="bg2">
                <a:lumMod val="90000"/>
              </a:schemeClr>
            </a:solidFill>
          </a:ln>
          <a:effectLst/>
        </p:spPr>
        <p:style>
          <a:lnRef idx="2">
            <a:schemeClr val="accent1"/>
          </a:lnRef>
          <a:fillRef idx="0">
            <a:schemeClr val="accent1"/>
          </a:fillRef>
          <a:effectRef idx="1">
            <a:schemeClr val="accent1"/>
          </a:effectRef>
          <a:fontRef idx="minor">
            <a:schemeClr val="tx1"/>
          </a:fontRef>
        </p:style>
      </p:cxnSp>
      <p:sp>
        <p:nvSpPr>
          <p:cNvPr id="57" name="Rectangle 56">
            <a:extLst>
              <a:ext uri="{FF2B5EF4-FFF2-40B4-BE49-F238E27FC236}">
                <a16:creationId xmlns:a16="http://schemas.microsoft.com/office/drawing/2014/main" id="{A428F484-B26C-6947-A589-EE7B2595ABD8}"/>
              </a:ext>
            </a:extLst>
          </p:cNvPr>
          <p:cNvSpPr/>
          <p:nvPr/>
        </p:nvSpPr>
        <p:spPr>
          <a:xfrm>
            <a:off x="9132978" y="4314646"/>
            <a:ext cx="3775827" cy="898800"/>
          </a:xfrm>
          <a:prstGeom prst="rect">
            <a:avLst/>
          </a:prstGeom>
          <a:noFill/>
          <a:ln w="25400">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45720"/>
            <a:r>
              <a:rPr lang="en-US" sz="2000" dirty="0">
                <a:solidFill>
                  <a:schemeClr val="tx2"/>
                </a:solidFill>
              </a:rPr>
              <a:t>Consumers</a:t>
            </a:r>
          </a:p>
        </p:txBody>
      </p:sp>
      <p:sp>
        <p:nvSpPr>
          <p:cNvPr id="58" name="Rectangle 57">
            <a:extLst>
              <a:ext uri="{FF2B5EF4-FFF2-40B4-BE49-F238E27FC236}">
                <a16:creationId xmlns:a16="http://schemas.microsoft.com/office/drawing/2014/main" id="{5D2F90B9-B894-D042-BC62-27A59D49D809}"/>
              </a:ext>
            </a:extLst>
          </p:cNvPr>
          <p:cNvSpPr/>
          <p:nvPr/>
        </p:nvSpPr>
        <p:spPr>
          <a:xfrm>
            <a:off x="3992499" y="5709497"/>
            <a:ext cx="4176141" cy="898800"/>
          </a:xfrm>
          <a:prstGeom prst="rect">
            <a:avLst/>
          </a:prstGeom>
          <a:noFill/>
          <a:ln w="25400">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45720"/>
            <a:r>
              <a:rPr lang="en-US" sz="2000" b="1" dirty="0">
                <a:solidFill>
                  <a:schemeClr val="accent4"/>
                </a:solidFill>
              </a:rPr>
              <a:t>Actors:</a:t>
            </a:r>
            <a:r>
              <a:rPr lang="en-US" sz="2000" b="1" dirty="0">
                <a:solidFill>
                  <a:schemeClr val="tx2"/>
                </a:solidFill>
              </a:rPr>
              <a:t/>
            </a:r>
            <a:br>
              <a:rPr lang="en-US" sz="2000" b="1" dirty="0">
                <a:solidFill>
                  <a:schemeClr val="tx2"/>
                </a:solidFill>
              </a:rPr>
            </a:br>
            <a:r>
              <a:rPr lang="en-US" sz="2000" dirty="0">
                <a:solidFill>
                  <a:schemeClr val="tx2"/>
                </a:solidFill>
              </a:rPr>
              <a:t>(sponsors, authors, advisory board &amp; stakeholders, peer reviewers)</a:t>
            </a:r>
          </a:p>
        </p:txBody>
      </p:sp>
      <p:cxnSp>
        <p:nvCxnSpPr>
          <p:cNvPr id="59" name="Straight Connector 58">
            <a:extLst>
              <a:ext uri="{FF2B5EF4-FFF2-40B4-BE49-F238E27FC236}">
                <a16:creationId xmlns:a16="http://schemas.microsoft.com/office/drawing/2014/main" id="{8180F347-F4A6-0141-BAC2-0F14E8F8A5EF}"/>
              </a:ext>
            </a:extLst>
          </p:cNvPr>
          <p:cNvCxnSpPr>
            <a:cxnSpLocks/>
          </p:cNvCxnSpPr>
          <p:nvPr/>
        </p:nvCxnSpPr>
        <p:spPr>
          <a:xfrm>
            <a:off x="3841126" y="6889766"/>
            <a:ext cx="8959192" cy="0"/>
          </a:xfrm>
          <a:prstGeom prst="line">
            <a:avLst/>
          </a:prstGeom>
          <a:ln w="38100">
            <a:solidFill>
              <a:schemeClr val="bg2">
                <a:lumMod val="90000"/>
              </a:schemeClr>
            </a:solidFill>
          </a:ln>
          <a:effectLst/>
        </p:spPr>
        <p:style>
          <a:lnRef idx="2">
            <a:schemeClr val="accent1"/>
          </a:lnRef>
          <a:fillRef idx="0">
            <a:schemeClr val="accent1"/>
          </a:fillRef>
          <a:effectRef idx="1">
            <a:schemeClr val="accent1"/>
          </a:effectRef>
          <a:fontRef idx="minor">
            <a:schemeClr val="tx1"/>
          </a:fontRef>
        </p:style>
      </p:cxnSp>
      <p:sp>
        <p:nvSpPr>
          <p:cNvPr id="60" name="Rectangle 59">
            <a:extLst>
              <a:ext uri="{FF2B5EF4-FFF2-40B4-BE49-F238E27FC236}">
                <a16:creationId xmlns:a16="http://schemas.microsoft.com/office/drawing/2014/main" id="{A241A6BC-F805-E444-8821-A6933AB4BF22}"/>
              </a:ext>
            </a:extLst>
          </p:cNvPr>
          <p:cNvSpPr/>
          <p:nvPr/>
        </p:nvSpPr>
        <p:spPr>
          <a:xfrm>
            <a:off x="9132978" y="5709497"/>
            <a:ext cx="3775827" cy="898800"/>
          </a:xfrm>
          <a:prstGeom prst="rect">
            <a:avLst/>
          </a:prstGeom>
          <a:noFill/>
          <a:ln w="25400">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45720"/>
            <a:r>
              <a:rPr lang="en-US" sz="2000" dirty="0">
                <a:solidFill>
                  <a:schemeClr val="tx2"/>
                </a:solidFill>
              </a:rPr>
              <a:t>Independent entities as </a:t>
            </a:r>
            <a:br>
              <a:rPr lang="en-US" sz="2000" dirty="0">
                <a:solidFill>
                  <a:schemeClr val="tx2"/>
                </a:solidFill>
              </a:rPr>
            </a:br>
            <a:r>
              <a:rPr lang="en-US" sz="2000" dirty="0">
                <a:solidFill>
                  <a:schemeClr val="tx2"/>
                </a:solidFill>
              </a:rPr>
              <a:t>far as possible to enhance study credibility</a:t>
            </a:r>
          </a:p>
        </p:txBody>
      </p:sp>
    </p:spTree>
    <p:extLst>
      <p:ext uri="{BB962C8B-B14F-4D97-AF65-F5344CB8AC3E}">
        <p14:creationId xmlns:p14="http://schemas.microsoft.com/office/powerpoint/2010/main" val="229627247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5D65D693-B9A4-8B44-A6FE-E1004602640D}"/>
              </a:ext>
            </a:extLst>
          </p:cNvPr>
          <p:cNvSpPr/>
          <p:nvPr/>
        </p:nvSpPr>
        <p:spPr>
          <a:xfrm>
            <a:off x="3681817" y="1432562"/>
            <a:ext cx="11828794" cy="814574"/>
          </a:xfrm>
          <a:prstGeom prst="rect">
            <a:avLst/>
          </a:prstGeom>
          <a:solidFill>
            <a:schemeClr val="accent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4290088-7D08-AD44-B09D-E4C06BCEFBA7}"/>
              </a:ext>
            </a:extLst>
          </p:cNvPr>
          <p:cNvSpPr>
            <a:spLocks noGrp="1"/>
          </p:cNvSpPr>
          <p:nvPr>
            <p:ph type="title"/>
          </p:nvPr>
        </p:nvSpPr>
        <p:spPr/>
        <p:txBody>
          <a:bodyPr/>
          <a:lstStyle/>
          <a:p>
            <a:r>
              <a:rPr lang="en-US" altLang="en-US" dirty="0"/>
              <a:t>Healthy and Sustainable Foods and Products</a:t>
            </a:r>
            <a:endParaRPr lang="en-US" dirty="0"/>
          </a:p>
        </p:txBody>
      </p:sp>
      <p:sp>
        <p:nvSpPr>
          <p:cNvPr id="3" name="Text Placeholder 2">
            <a:extLst>
              <a:ext uri="{FF2B5EF4-FFF2-40B4-BE49-F238E27FC236}">
                <a16:creationId xmlns:a16="http://schemas.microsoft.com/office/drawing/2014/main" id="{40730F7C-857B-BF4B-BA5A-A23345B4853C}"/>
              </a:ext>
            </a:extLst>
          </p:cNvPr>
          <p:cNvSpPr>
            <a:spLocks noGrp="1"/>
          </p:cNvSpPr>
          <p:nvPr>
            <p:ph type="body" sz="quarter" idx="10"/>
          </p:nvPr>
        </p:nvSpPr>
        <p:spPr>
          <a:xfrm>
            <a:off x="4091552" y="1549992"/>
            <a:ext cx="10659642" cy="636441"/>
          </a:xfrm>
        </p:spPr>
        <p:txBody>
          <a:bodyPr/>
          <a:lstStyle/>
          <a:p>
            <a:r>
              <a:rPr lang="en-US" altLang="en-US" b="1" dirty="0">
                <a:solidFill>
                  <a:schemeClr val="bg1"/>
                </a:solidFill>
              </a:rPr>
              <a:t>Table of </a:t>
            </a:r>
            <a:r>
              <a:rPr lang="en-US" altLang="en-US" b="1" dirty="0" smtClean="0">
                <a:solidFill>
                  <a:schemeClr val="bg1"/>
                </a:solidFill>
              </a:rPr>
              <a:t>contents 3.2 Goal and scope </a:t>
            </a:r>
            <a:r>
              <a:rPr lang="en-US" altLang="en-US" b="1" dirty="0" err="1" smtClean="0">
                <a:solidFill>
                  <a:schemeClr val="bg1"/>
                </a:solidFill>
              </a:rPr>
              <a:t>defintion</a:t>
            </a:r>
            <a:endParaRPr lang="en-US" b="1" dirty="0">
              <a:solidFill>
                <a:schemeClr val="bg1"/>
              </a:solidFill>
            </a:endParaRPr>
          </a:p>
        </p:txBody>
      </p:sp>
      <p:sp>
        <p:nvSpPr>
          <p:cNvPr id="4" name="Rectangle 2">
            <a:extLst>
              <a:ext uri="{FF2B5EF4-FFF2-40B4-BE49-F238E27FC236}">
                <a16:creationId xmlns:a16="http://schemas.microsoft.com/office/drawing/2014/main" id="{3474DB9F-4BBA-B544-82D6-C55AE6A4BE16}"/>
              </a:ext>
            </a:extLst>
          </p:cNvPr>
          <p:cNvSpPr txBox="1">
            <a:spLocks noChangeArrowheads="1"/>
          </p:cNvSpPr>
          <p:nvPr/>
        </p:nvSpPr>
        <p:spPr bwMode="auto">
          <a:xfrm>
            <a:off x="3681817" y="2384742"/>
            <a:ext cx="11069377" cy="5189537"/>
          </a:xfrm>
          <a:prstGeom prst="rect">
            <a:avLst/>
          </a:prstGeom>
          <a:noFill/>
          <a:ln>
            <a:noFill/>
          </a:ln>
        </p:spPr>
        <p:txBody>
          <a:bodyPr/>
          <a:lstStyle>
            <a:lvl1pPr marL="342900" indent="-342900" algn="l" rtl="0" eaLnBrk="0" fontAlgn="base" hangingPunct="0">
              <a:spcBef>
                <a:spcPct val="20000"/>
              </a:spcBef>
              <a:spcAft>
                <a:spcPct val="0"/>
              </a:spcAft>
              <a:buClr>
                <a:srgbClr val="FF9900"/>
              </a:buClr>
              <a:buChar char="•"/>
              <a:defRPr sz="3200" b="1">
                <a:solidFill>
                  <a:srgbClr val="01035B"/>
                </a:solidFill>
                <a:latin typeface="+mn-lt"/>
                <a:ea typeface="+mn-ea"/>
                <a:cs typeface="+mn-cs"/>
              </a:defRPr>
            </a:lvl1pPr>
            <a:lvl2pPr marL="742950" indent="-285750" algn="l" rtl="0" eaLnBrk="0" fontAlgn="base" hangingPunct="0">
              <a:spcBef>
                <a:spcPct val="20000"/>
              </a:spcBef>
              <a:spcAft>
                <a:spcPct val="0"/>
              </a:spcAft>
              <a:buClr>
                <a:srgbClr val="FF9900"/>
              </a:buClr>
              <a:buChar char="–"/>
              <a:defRPr sz="2800" b="1">
                <a:solidFill>
                  <a:srgbClr val="01035B"/>
                </a:solidFill>
                <a:latin typeface="+mn-lt"/>
              </a:defRPr>
            </a:lvl2pPr>
            <a:lvl3pPr marL="1143000" indent="-228600" algn="l" rtl="0" eaLnBrk="0" fontAlgn="base" hangingPunct="0">
              <a:spcBef>
                <a:spcPct val="20000"/>
              </a:spcBef>
              <a:spcAft>
                <a:spcPct val="0"/>
              </a:spcAft>
              <a:buClr>
                <a:srgbClr val="FF9900"/>
              </a:buClr>
              <a:buChar char="•"/>
              <a:defRPr sz="2400" b="1">
                <a:solidFill>
                  <a:srgbClr val="01035B"/>
                </a:solidFill>
                <a:latin typeface="+mn-lt"/>
              </a:defRPr>
            </a:lvl3pPr>
            <a:lvl4pPr marL="1600200" indent="-228600" algn="l" rtl="0" eaLnBrk="0" fontAlgn="base" hangingPunct="0">
              <a:spcBef>
                <a:spcPct val="20000"/>
              </a:spcBef>
              <a:spcAft>
                <a:spcPct val="0"/>
              </a:spcAft>
              <a:buClr>
                <a:srgbClr val="FF9900"/>
              </a:buClr>
              <a:buChar char="–"/>
              <a:defRPr sz="2000" b="1">
                <a:solidFill>
                  <a:srgbClr val="01035B"/>
                </a:solidFill>
                <a:latin typeface="+mn-lt"/>
              </a:defRPr>
            </a:lvl4pPr>
            <a:lvl5pPr marL="2057400" indent="-228600" algn="l" rtl="0" eaLnBrk="0" fontAlgn="base" hangingPunct="0">
              <a:spcBef>
                <a:spcPct val="20000"/>
              </a:spcBef>
              <a:spcAft>
                <a:spcPct val="0"/>
              </a:spcAft>
              <a:buClr>
                <a:srgbClr val="FF9900"/>
              </a:buClr>
              <a:buChar char="»"/>
              <a:defRPr sz="2000" b="1">
                <a:solidFill>
                  <a:srgbClr val="01035B"/>
                </a:solidFill>
                <a:latin typeface="+mn-lt"/>
              </a:defRPr>
            </a:lvl5pPr>
            <a:lvl6pPr marL="2514600" indent="-228600" algn="l" rtl="0" fontAlgn="base">
              <a:spcBef>
                <a:spcPct val="20000"/>
              </a:spcBef>
              <a:spcAft>
                <a:spcPct val="0"/>
              </a:spcAft>
              <a:buClr>
                <a:srgbClr val="FF9900"/>
              </a:buClr>
              <a:buChar char="»"/>
              <a:defRPr sz="2000" b="1">
                <a:solidFill>
                  <a:srgbClr val="01035B"/>
                </a:solidFill>
                <a:latin typeface="+mn-lt"/>
              </a:defRPr>
            </a:lvl6pPr>
            <a:lvl7pPr marL="2971800" indent="-228600" algn="l" rtl="0" fontAlgn="base">
              <a:spcBef>
                <a:spcPct val="20000"/>
              </a:spcBef>
              <a:spcAft>
                <a:spcPct val="0"/>
              </a:spcAft>
              <a:buClr>
                <a:srgbClr val="FF9900"/>
              </a:buClr>
              <a:buChar char="»"/>
              <a:defRPr sz="2000" b="1">
                <a:solidFill>
                  <a:srgbClr val="01035B"/>
                </a:solidFill>
                <a:latin typeface="+mn-lt"/>
              </a:defRPr>
            </a:lvl7pPr>
            <a:lvl8pPr marL="3429000" indent="-228600" algn="l" rtl="0" fontAlgn="base">
              <a:spcBef>
                <a:spcPct val="20000"/>
              </a:spcBef>
              <a:spcAft>
                <a:spcPct val="0"/>
              </a:spcAft>
              <a:buClr>
                <a:srgbClr val="FF9900"/>
              </a:buClr>
              <a:buChar char="»"/>
              <a:defRPr sz="2000" b="1">
                <a:solidFill>
                  <a:srgbClr val="01035B"/>
                </a:solidFill>
                <a:latin typeface="+mn-lt"/>
              </a:defRPr>
            </a:lvl8pPr>
            <a:lvl9pPr marL="3886200" indent="-228600" algn="l" rtl="0" fontAlgn="base">
              <a:spcBef>
                <a:spcPct val="20000"/>
              </a:spcBef>
              <a:spcAft>
                <a:spcPct val="0"/>
              </a:spcAft>
              <a:buClr>
                <a:srgbClr val="FF9900"/>
              </a:buClr>
              <a:buChar char="»"/>
              <a:defRPr sz="2000" b="1">
                <a:solidFill>
                  <a:srgbClr val="01035B"/>
                </a:solidFill>
                <a:latin typeface="+mn-lt"/>
              </a:defRPr>
            </a:lvl9pPr>
          </a:lstStyle>
          <a:p>
            <a:pPr marL="514350" indent="-514350">
              <a:buAutoNum type="arabicPeriod"/>
              <a:defRPr/>
            </a:pPr>
            <a:r>
              <a:rPr lang="en-US" altLang="en-US" sz="2800" kern="0" dirty="0" smtClean="0"/>
              <a:t>MAIN </a:t>
            </a:r>
            <a:r>
              <a:rPr lang="en-US" altLang="en-US" sz="2800" kern="0" dirty="0"/>
              <a:t>FACTORS IMPACTING SUSTAINABILITY AND </a:t>
            </a:r>
            <a:r>
              <a:rPr lang="en-US" altLang="en-US" sz="2800" kern="0" dirty="0" smtClean="0"/>
              <a:t>HEALTH</a:t>
            </a:r>
            <a:endParaRPr lang="en-US" altLang="en-US" sz="2800" kern="0" dirty="0"/>
          </a:p>
          <a:p>
            <a:pPr marL="514350" indent="-514350">
              <a:buAutoNum type="arabicPeriod"/>
              <a:defRPr/>
            </a:pPr>
            <a:r>
              <a:rPr lang="en-US" altLang="en-US" sz="2800" kern="0" dirty="0" smtClean="0"/>
              <a:t>HEALTHY </a:t>
            </a:r>
            <a:r>
              <a:rPr lang="en-US" altLang="en-US" sz="2800" kern="0" dirty="0"/>
              <a:t>AND SUSTAINABLE </a:t>
            </a:r>
            <a:r>
              <a:rPr lang="en-US" altLang="en-US" sz="2800" kern="0" dirty="0" smtClean="0"/>
              <a:t>FOODS</a:t>
            </a:r>
          </a:p>
          <a:p>
            <a:pPr marL="514350" indent="-514350">
              <a:buAutoNum type="arabicPeriod"/>
              <a:defRPr/>
            </a:pPr>
            <a:r>
              <a:rPr lang="en-US" altLang="en-US" sz="2800" kern="0" dirty="0" smtClean="0"/>
              <a:t>LIFE </a:t>
            </a:r>
            <a:r>
              <a:rPr lang="en-US" altLang="en-US" sz="2800" kern="0" dirty="0"/>
              <a:t>CYCLE IMPACTS OF PRODUCTS (LCA)</a:t>
            </a:r>
          </a:p>
          <a:p>
            <a:pPr lvl="1">
              <a:buClr>
                <a:schemeClr val="accent5"/>
              </a:buClr>
              <a:buFont typeface="Wingdings" pitchFamily="2" charset="2"/>
              <a:buChar char="§"/>
              <a:defRPr/>
            </a:pPr>
            <a:r>
              <a:rPr lang="en-US" altLang="en-US" sz="2400" b="0" kern="0" dirty="0"/>
              <a:t>3.1 Introduction to LCA</a:t>
            </a:r>
          </a:p>
          <a:p>
            <a:pPr lvl="1">
              <a:buClr>
                <a:schemeClr val="accent5"/>
              </a:buClr>
              <a:buFont typeface="Wingdings" pitchFamily="2" charset="2"/>
              <a:buChar char="§"/>
              <a:defRPr/>
            </a:pPr>
            <a:r>
              <a:rPr lang="en-US" altLang="en-US" sz="2400" b="0" kern="0" dirty="0" smtClean="0">
                <a:solidFill>
                  <a:schemeClr val="accent5"/>
                </a:solidFill>
              </a:rPr>
              <a:t>3.2 Goal and scope definition</a:t>
            </a:r>
            <a:endParaRPr lang="en-US" altLang="en-US" sz="2400" b="0" kern="0" dirty="0">
              <a:solidFill>
                <a:schemeClr val="accent5"/>
              </a:solidFill>
            </a:endParaRPr>
          </a:p>
          <a:p>
            <a:pPr lvl="2">
              <a:buClr>
                <a:schemeClr val="accent5"/>
              </a:buClr>
              <a:buFont typeface="Wingdings" pitchFamily="2" charset="2"/>
              <a:buChar char="§"/>
              <a:defRPr/>
            </a:pPr>
            <a:r>
              <a:rPr lang="en-US" altLang="en-US" sz="2000" b="0" kern="0" dirty="0"/>
              <a:t>3.2.1 LCA goal definition</a:t>
            </a:r>
          </a:p>
          <a:p>
            <a:pPr lvl="2">
              <a:buClr>
                <a:schemeClr val="accent5"/>
              </a:buClr>
              <a:buFont typeface="Wingdings" pitchFamily="2" charset="2"/>
              <a:buChar char="§"/>
              <a:defRPr/>
            </a:pPr>
            <a:r>
              <a:rPr lang="en-US" altLang="en-US" sz="2000" b="0" kern="0" dirty="0">
                <a:solidFill>
                  <a:schemeClr val="accent5"/>
                </a:solidFill>
              </a:rPr>
              <a:t>3.2.2 Function and functional unit</a:t>
            </a:r>
          </a:p>
          <a:p>
            <a:pPr lvl="2">
              <a:buClr>
                <a:schemeClr val="accent5"/>
              </a:buClr>
              <a:buFont typeface="Wingdings" pitchFamily="2" charset="2"/>
              <a:buChar char="§"/>
              <a:defRPr/>
            </a:pPr>
            <a:r>
              <a:rPr lang="en-US" altLang="en-US" sz="2000" b="0" kern="0" dirty="0"/>
              <a:t>3.2.3 Building the product system and process tree</a:t>
            </a:r>
          </a:p>
          <a:p>
            <a:pPr lvl="2">
              <a:buClr>
                <a:schemeClr val="accent5"/>
              </a:buClr>
              <a:buFont typeface="Wingdings" pitchFamily="2" charset="2"/>
              <a:buChar char="§"/>
              <a:defRPr/>
            </a:pPr>
            <a:r>
              <a:rPr lang="en-US" altLang="en-US" sz="2000" b="0" kern="0" dirty="0"/>
              <a:t>3.2.4 </a:t>
            </a:r>
            <a:r>
              <a:rPr lang="en-US" altLang="en-US" sz="2000" b="0" kern="0" dirty="0" smtClean="0"/>
              <a:t>System boundaries</a:t>
            </a:r>
            <a:endParaRPr lang="en-US" altLang="en-US" sz="2000" b="0" kern="0" dirty="0"/>
          </a:p>
          <a:p>
            <a:pPr lvl="1">
              <a:buClr>
                <a:schemeClr val="accent5"/>
              </a:buClr>
              <a:buFont typeface="Wingdings" pitchFamily="2" charset="2"/>
              <a:buChar char="§"/>
              <a:defRPr/>
            </a:pPr>
            <a:r>
              <a:rPr lang="en-US" altLang="en-US" sz="2400" b="0" kern="0" dirty="0" smtClean="0"/>
              <a:t>3.3 Life </a:t>
            </a:r>
            <a:r>
              <a:rPr lang="en-US" altLang="en-US" sz="2400" b="0" kern="0" dirty="0"/>
              <a:t>cycle inventory</a:t>
            </a:r>
          </a:p>
          <a:p>
            <a:pPr lvl="1">
              <a:buClr>
                <a:schemeClr val="accent5"/>
              </a:buClr>
              <a:buFont typeface="Wingdings" pitchFamily="2" charset="2"/>
              <a:buChar char="§"/>
              <a:defRPr/>
            </a:pPr>
            <a:r>
              <a:rPr lang="en-US" altLang="en-US" sz="2400" b="0" kern="0" dirty="0" smtClean="0"/>
              <a:t>3.4 Life </a:t>
            </a:r>
            <a:r>
              <a:rPr lang="en-US" altLang="en-US" sz="2400" b="0" kern="0" dirty="0"/>
              <a:t>cycle impact assessment</a:t>
            </a:r>
          </a:p>
          <a:p>
            <a:pPr lvl="1">
              <a:buClr>
                <a:schemeClr val="accent5"/>
              </a:buClr>
              <a:buFont typeface="Wingdings" pitchFamily="2" charset="2"/>
              <a:buChar char="§"/>
              <a:defRPr/>
            </a:pPr>
            <a:r>
              <a:rPr lang="en-US" altLang="en-US" sz="2400" b="0" kern="0" dirty="0" smtClean="0"/>
              <a:t>3.5 Interpretation </a:t>
            </a:r>
            <a:endParaRPr lang="en-US" altLang="en-US" sz="2400" b="0" kern="0" dirty="0"/>
          </a:p>
          <a:p>
            <a:pPr lvl="1">
              <a:buClr>
                <a:schemeClr val="accent5"/>
              </a:buClr>
              <a:buFont typeface="Wingdings" pitchFamily="2" charset="2"/>
              <a:buChar char="§"/>
              <a:defRPr/>
            </a:pPr>
            <a:r>
              <a:rPr lang="en-US" altLang="en-US" sz="2400" b="0" kern="0" dirty="0" smtClean="0"/>
              <a:t>3.6 Impacts </a:t>
            </a:r>
            <a:r>
              <a:rPr lang="en-US" altLang="en-US" sz="2400" b="0" kern="0" dirty="0"/>
              <a:t>of fine particulate and chemicals in products</a:t>
            </a:r>
          </a:p>
          <a:p>
            <a:pPr marL="457200" lvl="1" indent="0">
              <a:buNone/>
              <a:defRPr/>
            </a:pPr>
            <a:endParaRPr lang="en-US" altLang="en-US" sz="600" b="0" kern="0" dirty="0"/>
          </a:p>
          <a:p>
            <a:pPr marL="0" indent="0">
              <a:buNone/>
              <a:defRPr/>
            </a:pPr>
            <a:r>
              <a:rPr lang="en-US" altLang="en-US" sz="2800" kern="0" dirty="0">
                <a:solidFill>
                  <a:schemeClr val="accent5"/>
                </a:solidFill>
              </a:rPr>
              <a:t>4. </a:t>
            </a:r>
            <a:r>
              <a:rPr lang="en-US" altLang="en-US" sz="2800" kern="0" dirty="0"/>
              <a:t>SUSTAINABLE </a:t>
            </a:r>
            <a:r>
              <a:rPr lang="en-US" altLang="en-US" sz="2800" kern="0" dirty="0" smtClean="0"/>
              <a:t>CONSUMPTION</a:t>
            </a:r>
            <a:endParaRPr lang="en-US" altLang="en-US" sz="2800" kern="0" dirty="0"/>
          </a:p>
        </p:txBody>
      </p:sp>
      <p:pic>
        <p:nvPicPr>
          <p:cNvPr id="6" name="Picture 5"/>
          <p:cNvPicPr>
            <a:picLocks noChangeAspect="1"/>
          </p:cNvPicPr>
          <p:nvPr/>
        </p:nvPicPr>
        <p:blipFill>
          <a:blip r:embed="rId2"/>
          <a:stretch>
            <a:fillRect/>
          </a:stretch>
        </p:blipFill>
        <p:spPr>
          <a:xfrm>
            <a:off x="1428077" y="3668969"/>
            <a:ext cx="1821180" cy="1150620"/>
          </a:xfrm>
          <a:prstGeom prst="rect">
            <a:avLst/>
          </a:prstGeom>
        </p:spPr>
      </p:pic>
      <p:pic>
        <p:nvPicPr>
          <p:cNvPr id="7" name="Picture 6"/>
          <p:cNvPicPr>
            <a:picLocks noChangeAspect="1"/>
          </p:cNvPicPr>
          <p:nvPr/>
        </p:nvPicPr>
        <p:blipFill>
          <a:blip r:embed="rId3"/>
          <a:stretch>
            <a:fillRect/>
          </a:stretch>
        </p:blipFill>
        <p:spPr>
          <a:xfrm>
            <a:off x="1458582" y="1901040"/>
            <a:ext cx="1859280" cy="1112520"/>
          </a:xfrm>
          <a:prstGeom prst="rect">
            <a:avLst/>
          </a:prstGeom>
        </p:spPr>
      </p:pic>
      <p:pic>
        <p:nvPicPr>
          <p:cNvPr id="8" name="Picture 7"/>
          <p:cNvPicPr>
            <a:picLocks noChangeAspect="1"/>
          </p:cNvPicPr>
          <p:nvPr/>
        </p:nvPicPr>
        <p:blipFill>
          <a:blip r:embed="rId4"/>
          <a:stretch>
            <a:fillRect/>
          </a:stretch>
        </p:blipFill>
        <p:spPr>
          <a:xfrm>
            <a:off x="1644837" y="5450869"/>
            <a:ext cx="1304657" cy="1280271"/>
          </a:xfrm>
          <a:prstGeom prst="rect">
            <a:avLst/>
          </a:prstGeom>
        </p:spPr>
      </p:pic>
      <p:pic>
        <p:nvPicPr>
          <p:cNvPr id="9" name="Picture 8"/>
          <p:cNvPicPr>
            <a:picLocks noChangeAspect="1"/>
          </p:cNvPicPr>
          <p:nvPr/>
        </p:nvPicPr>
        <p:blipFill>
          <a:blip r:embed="rId5"/>
          <a:stretch>
            <a:fillRect/>
          </a:stretch>
        </p:blipFill>
        <p:spPr>
          <a:xfrm>
            <a:off x="1622412" y="7362420"/>
            <a:ext cx="1531620" cy="1104900"/>
          </a:xfrm>
          <a:prstGeom prst="rect">
            <a:avLst/>
          </a:prstGeom>
        </p:spPr>
      </p:pic>
    </p:spTree>
    <p:extLst>
      <p:ext uri="{BB962C8B-B14F-4D97-AF65-F5344CB8AC3E}">
        <p14:creationId xmlns:p14="http://schemas.microsoft.com/office/powerpoint/2010/main" val="3198992549"/>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7">
            <a:extLst>
              <a:ext uri="{FF2B5EF4-FFF2-40B4-BE49-F238E27FC236}">
                <a16:creationId xmlns:a16="http://schemas.microsoft.com/office/drawing/2014/main" id="{DCE93A83-2E66-F74F-A5CD-47D28E6C7BC3}"/>
              </a:ext>
            </a:extLst>
          </p:cNvPr>
          <p:cNvSpPr txBox="1">
            <a:spLocks/>
          </p:cNvSpPr>
          <p:nvPr/>
        </p:nvSpPr>
        <p:spPr>
          <a:xfrm>
            <a:off x="440871" y="4963041"/>
            <a:ext cx="14799129" cy="1531708"/>
          </a:xfrm>
          <a:prstGeom prst="rect">
            <a:avLst/>
          </a:prstGeom>
        </p:spPr>
        <p:txBody>
          <a:bodyPr anchor="t">
            <a:normAutofit/>
          </a:bodyPr>
          <a:lstStyle>
            <a:lvl1pPr algn="ctr" defTabSz="457200" rtl="0" eaLnBrk="1" latinLnBrk="0" hangingPunct="1">
              <a:spcBef>
                <a:spcPct val="0"/>
              </a:spcBef>
              <a:buNone/>
              <a:defRPr sz="4400" kern="1200">
                <a:solidFill>
                  <a:schemeClr val="tx1"/>
                </a:solidFill>
                <a:latin typeface="+mj-lt"/>
                <a:ea typeface="+mj-ea"/>
                <a:cs typeface="+mj-cs"/>
              </a:defRPr>
            </a:lvl1pPr>
          </a:lstStyle>
          <a:p>
            <a:pPr marL="0" marR="0" lvl="0" indent="0" algn="l" defTabSz="457200" rtl="0" eaLnBrk="1" fontAlgn="auto" latinLnBrk="0" hangingPunct="1">
              <a:lnSpc>
                <a:spcPct val="100000"/>
              </a:lnSpc>
              <a:spcBef>
                <a:spcPct val="0"/>
              </a:spcBef>
              <a:spcAft>
                <a:spcPts val="0"/>
              </a:spcAft>
              <a:buClrTx/>
              <a:buSzTx/>
              <a:buFontTx/>
              <a:buNone/>
              <a:tabLst/>
              <a:defRPr/>
            </a:pPr>
            <a:r>
              <a:rPr kumimoji="0" lang="en-US" sz="5400" b="1" i="0" u="none" strike="noStrike" kern="1200" cap="none" spc="0" normalizeH="0" baseline="0" noProof="0" dirty="0">
                <a:ln>
                  <a:noFill/>
                </a:ln>
                <a:solidFill>
                  <a:srgbClr val="00274C"/>
                </a:solidFill>
                <a:effectLst/>
                <a:uLnTx/>
                <a:uFillTx/>
                <a:latin typeface="Arial"/>
                <a:ea typeface="+mj-ea"/>
                <a:cs typeface="+mj-cs"/>
              </a:rPr>
              <a:t>Function and functional </a:t>
            </a:r>
            <a:r>
              <a:rPr kumimoji="0" lang="en-US" sz="5400" b="1" i="0" u="none" strike="noStrike" kern="1200" cap="none" spc="0" normalizeH="0" baseline="0" noProof="0" dirty="0" smtClean="0">
                <a:ln>
                  <a:noFill/>
                </a:ln>
                <a:solidFill>
                  <a:srgbClr val="00274C"/>
                </a:solidFill>
                <a:effectLst/>
                <a:uLnTx/>
                <a:uFillTx/>
                <a:latin typeface="Arial"/>
                <a:ea typeface="+mj-ea"/>
                <a:cs typeface="+mj-cs"/>
              </a:rPr>
              <a:t>unit</a:t>
            </a:r>
          </a:p>
          <a:p>
            <a:pPr marL="0" marR="0" lvl="0" indent="0" algn="l" defTabSz="812810" rtl="0" eaLnBrk="1" fontAlgn="auto" latinLnBrk="0" hangingPunct="1">
              <a:lnSpc>
                <a:spcPct val="100000"/>
              </a:lnSpc>
              <a:spcBef>
                <a:spcPts val="0"/>
              </a:spcBef>
              <a:spcAft>
                <a:spcPts val="0"/>
              </a:spcAft>
              <a:buClrTx/>
              <a:buSzTx/>
              <a:buFontTx/>
              <a:buNone/>
              <a:tabLst/>
              <a:defRPr/>
            </a:pPr>
            <a:r>
              <a:rPr kumimoji="0" lang="en-US" altLang="en-US" sz="3600" b="1" i="0" u="none" strike="noStrike" kern="1200" cap="none" spc="0" normalizeH="0" baseline="0" noProof="0" dirty="0">
                <a:ln>
                  <a:noFill/>
                </a:ln>
                <a:solidFill>
                  <a:srgbClr val="D86018"/>
                </a:solidFill>
                <a:effectLst/>
                <a:uLnTx/>
                <a:uFillTx/>
                <a:latin typeface="Arial"/>
                <a:ea typeface="+mj-ea"/>
                <a:cs typeface="+mj-cs"/>
              </a:rPr>
              <a:t>Part A </a:t>
            </a:r>
            <a:r>
              <a:rPr kumimoji="0" lang="en-US" altLang="en-US" sz="3600" b="1" i="0" u="none" strike="noStrike" kern="1200" cap="none" spc="0" normalizeH="0" baseline="0" noProof="0" dirty="0" smtClean="0">
                <a:ln>
                  <a:noFill/>
                </a:ln>
                <a:solidFill>
                  <a:srgbClr val="D86018"/>
                </a:solidFill>
                <a:effectLst/>
                <a:uLnTx/>
                <a:uFillTx/>
                <a:latin typeface="Arial"/>
                <a:ea typeface="+mj-ea"/>
                <a:cs typeface="+mj-cs"/>
              </a:rPr>
              <a:t>– Function</a:t>
            </a:r>
          </a:p>
          <a:p>
            <a:pPr marL="0" marR="0" lvl="0" indent="0" algn="l" defTabSz="812810" rtl="0" eaLnBrk="1" fontAlgn="auto" latinLnBrk="0" hangingPunct="1">
              <a:lnSpc>
                <a:spcPct val="100000"/>
              </a:lnSpc>
              <a:spcBef>
                <a:spcPts val="0"/>
              </a:spcBef>
              <a:spcAft>
                <a:spcPts val="0"/>
              </a:spcAft>
              <a:buClrTx/>
              <a:buSzTx/>
              <a:buFontTx/>
              <a:buNone/>
              <a:tabLst/>
              <a:defRPr/>
            </a:pPr>
            <a:endParaRPr kumimoji="0" lang="en-US" altLang="en-US" sz="3600" b="1" i="0" u="none" strike="noStrike" kern="1200" cap="none" spc="0" normalizeH="0" baseline="0" noProof="0" dirty="0">
              <a:ln>
                <a:noFill/>
              </a:ln>
              <a:solidFill>
                <a:srgbClr val="D86018"/>
              </a:solidFill>
              <a:effectLst/>
              <a:uLnTx/>
              <a:uFillTx/>
              <a:latin typeface="Arial"/>
              <a:ea typeface="+mj-ea"/>
              <a:cs typeface="+mj-cs"/>
            </a:endParaRPr>
          </a:p>
        </p:txBody>
      </p:sp>
      <p:sp>
        <p:nvSpPr>
          <p:cNvPr id="3" name="TextBox 2">
            <a:extLst>
              <a:ext uri="{FF2B5EF4-FFF2-40B4-BE49-F238E27FC236}">
                <a16:creationId xmlns:a16="http://schemas.microsoft.com/office/drawing/2014/main" id="{F70B5F09-AA9C-0C49-A705-E3ECF1BA7055}"/>
              </a:ext>
            </a:extLst>
          </p:cNvPr>
          <p:cNvSpPr txBox="1"/>
          <p:nvPr/>
        </p:nvSpPr>
        <p:spPr>
          <a:xfrm>
            <a:off x="440871" y="6790584"/>
            <a:ext cx="6635150" cy="477054"/>
          </a:xfrm>
          <a:prstGeom prst="rect">
            <a:avLst/>
          </a:prstGeom>
          <a:noFill/>
        </p:spPr>
        <p:txBody>
          <a:bodyPr wrap="none" rtlCol="0">
            <a:spAutoFit/>
          </a:bodyPr>
          <a:lstStyle/>
          <a:p>
            <a:pPr marL="0" marR="0" lvl="0" indent="0" algn="l" defTabSz="812810" rtl="0" eaLnBrk="1" fontAlgn="auto" latinLnBrk="0" hangingPunct="1">
              <a:lnSpc>
                <a:spcPct val="100000"/>
              </a:lnSpc>
              <a:spcBef>
                <a:spcPts val="0"/>
              </a:spcBef>
              <a:spcAft>
                <a:spcPts val="0"/>
              </a:spcAft>
              <a:buClrTx/>
              <a:buSzTx/>
              <a:buFontTx/>
              <a:buNone/>
              <a:tabLst/>
              <a:defRPr/>
            </a:pPr>
            <a:r>
              <a:rPr kumimoji="0" lang="en-US" sz="2500" b="1" i="0" u="none" strike="noStrike" kern="1200" cap="none" spc="0" normalizeH="0" baseline="0" noProof="0" dirty="0">
                <a:ln>
                  <a:noFill/>
                </a:ln>
                <a:solidFill>
                  <a:srgbClr val="00274C"/>
                </a:solidFill>
                <a:effectLst/>
                <a:uLnTx/>
                <a:uFillTx/>
                <a:latin typeface="Arial"/>
                <a:ea typeface="+mn-ea"/>
                <a:cs typeface="+mn-cs"/>
              </a:rPr>
              <a:t>Shanna </a:t>
            </a:r>
            <a:r>
              <a:rPr kumimoji="0" lang="en-US" sz="2500" b="1" i="0" u="none" strike="noStrike" kern="1200" cap="none" spc="0" normalizeH="0" baseline="0" noProof="0" dirty="0" err="1">
                <a:ln>
                  <a:noFill/>
                </a:ln>
                <a:solidFill>
                  <a:srgbClr val="00274C"/>
                </a:solidFill>
                <a:effectLst/>
                <a:uLnTx/>
                <a:uFillTx/>
                <a:latin typeface="Arial"/>
                <a:ea typeface="+mn-ea"/>
                <a:cs typeface="+mn-cs"/>
              </a:rPr>
              <a:t>Shaked</a:t>
            </a:r>
            <a:r>
              <a:rPr kumimoji="0" lang="en-US" sz="2500" b="1" i="0" u="none" strike="noStrike" kern="1200" cap="none" spc="0" normalizeH="0" baseline="0" noProof="0" dirty="0">
                <a:ln>
                  <a:noFill/>
                </a:ln>
                <a:solidFill>
                  <a:srgbClr val="00274C"/>
                </a:solidFill>
                <a:effectLst/>
                <a:uLnTx/>
                <a:uFillTx/>
                <a:latin typeface="Arial"/>
                <a:ea typeface="+mn-ea"/>
                <a:cs typeface="+mn-cs"/>
              </a:rPr>
              <a:t>, PhD &amp; Olivier Jolliet, PhD</a:t>
            </a:r>
            <a:endParaRPr kumimoji="0" lang="en-US" sz="2500" b="0" i="0" u="none" strike="noStrike" kern="1200" cap="none" spc="0" normalizeH="0" baseline="0" noProof="0" dirty="0">
              <a:ln>
                <a:noFill/>
              </a:ln>
              <a:solidFill>
                <a:srgbClr val="00274C"/>
              </a:solidFill>
              <a:effectLst/>
              <a:uLnTx/>
              <a:uFillTx/>
              <a:latin typeface="Arial"/>
              <a:ea typeface="+mn-ea"/>
              <a:cs typeface="+mn-cs"/>
            </a:endParaRPr>
          </a:p>
        </p:txBody>
      </p:sp>
    </p:spTree>
    <p:extLst>
      <p:ext uri="{BB962C8B-B14F-4D97-AF65-F5344CB8AC3E}">
        <p14:creationId xmlns:p14="http://schemas.microsoft.com/office/powerpoint/2010/main" val="67562616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8439A4-B037-4F4E-AFCE-96000C7C1237}"/>
              </a:ext>
            </a:extLst>
          </p:cNvPr>
          <p:cNvSpPr>
            <a:spLocks noGrp="1"/>
          </p:cNvSpPr>
          <p:nvPr>
            <p:ph type="title"/>
          </p:nvPr>
        </p:nvSpPr>
        <p:spPr/>
        <p:txBody>
          <a:bodyPr/>
          <a:lstStyle/>
          <a:p>
            <a:r>
              <a:rPr lang="en-US" dirty="0"/>
              <a:t>Learning Objectives</a:t>
            </a:r>
          </a:p>
        </p:txBody>
      </p:sp>
      <p:sp>
        <p:nvSpPr>
          <p:cNvPr id="45" name="Text Placeholder 2">
            <a:extLst>
              <a:ext uri="{FF2B5EF4-FFF2-40B4-BE49-F238E27FC236}">
                <a16:creationId xmlns:a16="http://schemas.microsoft.com/office/drawing/2014/main" id="{1C63FD6C-8B55-0A4A-A3F9-421E18D7D835}"/>
              </a:ext>
            </a:extLst>
          </p:cNvPr>
          <p:cNvSpPr>
            <a:spLocks noGrp="1"/>
          </p:cNvSpPr>
          <p:nvPr>
            <p:ph type="body" sz="quarter" idx="10"/>
          </p:nvPr>
        </p:nvSpPr>
        <p:spPr>
          <a:xfrm>
            <a:off x="880211" y="1596325"/>
            <a:ext cx="14630400" cy="6183824"/>
          </a:xfrm>
        </p:spPr>
        <p:txBody>
          <a:bodyPr>
            <a:normAutofit/>
          </a:bodyPr>
          <a:lstStyle/>
          <a:p>
            <a:pPr marL="693738" indent="-681038">
              <a:spcAft>
                <a:spcPts val="1200"/>
              </a:spcAft>
              <a:buClr>
                <a:schemeClr val="accent1"/>
              </a:buClr>
              <a:buFont typeface="Arial Bold"/>
              <a:buChar char="►"/>
            </a:pPr>
            <a:r>
              <a:rPr lang="en-US" dirty="0">
                <a:solidFill>
                  <a:schemeClr val="tx2"/>
                </a:solidFill>
              </a:rPr>
              <a:t>Define function and functional units as a basis for consistent </a:t>
            </a:r>
            <a:br>
              <a:rPr lang="en-US" dirty="0">
                <a:solidFill>
                  <a:schemeClr val="tx2"/>
                </a:solidFill>
              </a:rPr>
            </a:br>
            <a:r>
              <a:rPr lang="en-US" dirty="0">
                <a:solidFill>
                  <a:schemeClr val="tx2"/>
                </a:solidFill>
              </a:rPr>
              <a:t>comparison of products or services</a:t>
            </a:r>
          </a:p>
          <a:p>
            <a:pPr marL="1150938" lvl="1" indent="-681038">
              <a:spcAft>
                <a:spcPts val="1200"/>
              </a:spcAft>
              <a:buClr>
                <a:schemeClr val="accent1"/>
              </a:buClr>
              <a:buFont typeface="Arial Bold"/>
              <a:buChar char="►"/>
            </a:pPr>
            <a:r>
              <a:rPr lang="en-US" dirty="0">
                <a:solidFill>
                  <a:schemeClr val="tx2"/>
                </a:solidFill>
              </a:rPr>
              <a:t>Select the functional unit for multiple types of applications to </a:t>
            </a:r>
            <a:br>
              <a:rPr lang="en-US" dirty="0">
                <a:solidFill>
                  <a:schemeClr val="tx2"/>
                </a:solidFill>
              </a:rPr>
            </a:br>
            <a:r>
              <a:rPr lang="en-US" dirty="0">
                <a:solidFill>
                  <a:schemeClr val="tx2"/>
                </a:solidFill>
              </a:rPr>
              <a:t>reflect the product function and service offered to its user</a:t>
            </a:r>
          </a:p>
          <a:p>
            <a:pPr marL="1150938" lvl="1" indent="-681038">
              <a:spcAft>
                <a:spcPts val="1200"/>
              </a:spcAft>
              <a:buClr>
                <a:schemeClr val="accent1"/>
              </a:buClr>
              <a:buFont typeface="Arial Bold"/>
              <a:buChar char="►"/>
            </a:pPr>
            <a:r>
              <a:rPr lang="en-US" dirty="0">
                <a:solidFill>
                  <a:schemeClr val="tx2"/>
                </a:solidFill>
              </a:rPr>
              <a:t>Determine reference flows as what is needed to be purchased</a:t>
            </a:r>
            <a:br>
              <a:rPr lang="en-US" dirty="0">
                <a:solidFill>
                  <a:schemeClr val="tx2"/>
                </a:solidFill>
              </a:rPr>
            </a:br>
            <a:r>
              <a:rPr lang="en-US" dirty="0">
                <a:solidFill>
                  <a:schemeClr val="tx2"/>
                </a:solidFill>
              </a:rPr>
              <a:t>per functional unit</a:t>
            </a:r>
          </a:p>
          <a:p>
            <a:pPr marL="1150938" lvl="1" indent="-681038">
              <a:spcAft>
                <a:spcPts val="3200"/>
              </a:spcAft>
              <a:buClr>
                <a:schemeClr val="accent1"/>
              </a:buClr>
              <a:buFont typeface="Arial Bold"/>
              <a:buChar char="►"/>
            </a:pPr>
            <a:r>
              <a:rPr lang="en-US" dirty="0">
                <a:solidFill>
                  <a:schemeClr val="tx2"/>
                </a:solidFill>
              </a:rPr>
              <a:t>Qualitatively identify key environmental factors that are </a:t>
            </a:r>
            <a:br>
              <a:rPr lang="en-US" dirty="0">
                <a:solidFill>
                  <a:schemeClr val="tx2"/>
                </a:solidFill>
              </a:rPr>
            </a:br>
            <a:r>
              <a:rPr lang="en-US" dirty="0">
                <a:solidFill>
                  <a:schemeClr val="tx2"/>
                </a:solidFill>
              </a:rPr>
              <a:t>essential to product performance</a:t>
            </a:r>
          </a:p>
        </p:txBody>
      </p:sp>
    </p:spTree>
    <p:extLst>
      <p:ext uri="{BB962C8B-B14F-4D97-AF65-F5344CB8AC3E}">
        <p14:creationId xmlns:p14="http://schemas.microsoft.com/office/powerpoint/2010/main" val="402620821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8439A4-B037-4F4E-AFCE-96000C7C1237}"/>
              </a:ext>
            </a:extLst>
          </p:cNvPr>
          <p:cNvSpPr>
            <a:spLocks noGrp="1"/>
          </p:cNvSpPr>
          <p:nvPr>
            <p:ph type="title"/>
          </p:nvPr>
        </p:nvSpPr>
        <p:spPr>
          <a:xfrm>
            <a:off x="812880" y="279400"/>
            <a:ext cx="14631828" cy="870385"/>
          </a:xfrm>
        </p:spPr>
        <p:txBody>
          <a:bodyPr/>
          <a:lstStyle/>
          <a:p>
            <a:r>
              <a:rPr lang="en-US" altLang="en-US" dirty="0">
                <a:solidFill>
                  <a:schemeClr val="tx2"/>
                </a:solidFill>
              </a:rPr>
              <a:t>System function and functional unit</a:t>
            </a:r>
            <a:endParaRPr lang="en-US" dirty="0">
              <a:solidFill>
                <a:schemeClr val="tx2"/>
              </a:solidFill>
            </a:endParaRPr>
          </a:p>
        </p:txBody>
      </p:sp>
      <p:sp>
        <p:nvSpPr>
          <p:cNvPr id="43" name="Rectangle 3">
            <a:extLst>
              <a:ext uri="{FF2B5EF4-FFF2-40B4-BE49-F238E27FC236}">
                <a16:creationId xmlns:a16="http://schemas.microsoft.com/office/drawing/2014/main" id="{C1405FA2-C477-E04E-AC12-043CD11FFA53}"/>
              </a:ext>
            </a:extLst>
          </p:cNvPr>
          <p:cNvSpPr txBox="1">
            <a:spLocks noChangeArrowheads="1"/>
          </p:cNvSpPr>
          <p:nvPr/>
        </p:nvSpPr>
        <p:spPr>
          <a:xfrm>
            <a:off x="10197885" y="1680465"/>
            <a:ext cx="5246822" cy="5066352"/>
          </a:xfrm>
          <a:prstGeom prst="rect">
            <a:avLst/>
          </a:prstGeom>
        </p:spPr>
        <p:txBody>
          <a:bodyPr/>
          <a:lstStyle>
            <a:lvl1pPr marL="0" indent="0" algn="l" defTabSz="457200" rtl="0" eaLnBrk="1" latinLnBrk="0" hangingPunct="1">
              <a:spcBef>
                <a:spcPct val="20000"/>
              </a:spcBef>
              <a:buFont typeface="Arial"/>
              <a:buNone/>
              <a:defRPr sz="3200" kern="1200">
                <a:solidFill>
                  <a:srgbClr val="00274C"/>
                </a:solidFill>
                <a:latin typeface="+mn-lt"/>
                <a:ea typeface="+mn-ea"/>
                <a:cs typeface="+mn-cs"/>
              </a:defRPr>
            </a:lvl1pPr>
            <a:lvl2pPr marL="457200" indent="0" algn="l" defTabSz="457200" rtl="0" eaLnBrk="1" latinLnBrk="0" hangingPunct="1">
              <a:spcBef>
                <a:spcPct val="20000"/>
              </a:spcBef>
              <a:buFont typeface="Arial"/>
              <a:buNone/>
              <a:defRPr sz="2800" kern="1200">
                <a:solidFill>
                  <a:schemeClr val="tx1"/>
                </a:solidFill>
                <a:latin typeface="+mn-lt"/>
                <a:ea typeface="+mn-ea"/>
                <a:cs typeface="+mn-cs"/>
              </a:defRPr>
            </a:lvl2pPr>
            <a:lvl3pPr marL="914400" indent="0" algn="l" defTabSz="457200" rtl="0" eaLnBrk="1" latinLnBrk="0" hangingPunct="1">
              <a:spcBef>
                <a:spcPct val="20000"/>
              </a:spcBef>
              <a:buFont typeface="Arial"/>
              <a:buNone/>
              <a:defRPr sz="2400" kern="1200">
                <a:solidFill>
                  <a:schemeClr val="tx1"/>
                </a:solidFill>
                <a:latin typeface="+mn-lt"/>
                <a:ea typeface="+mn-ea"/>
                <a:cs typeface="+mn-cs"/>
              </a:defRPr>
            </a:lvl3pPr>
            <a:lvl4pPr marL="1371600" indent="0" algn="l" defTabSz="457200" rtl="0" eaLnBrk="1" latinLnBrk="0" hangingPunct="1">
              <a:spcBef>
                <a:spcPct val="20000"/>
              </a:spcBef>
              <a:buFont typeface="Arial"/>
              <a:buNone/>
              <a:defRPr sz="2000" kern="1200">
                <a:solidFill>
                  <a:schemeClr val="tx1"/>
                </a:solidFill>
                <a:latin typeface="+mn-lt"/>
                <a:ea typeface="+mn-ea"/>
                <a:cs typeface="+mn-cs"/>
              </a:defRPr>
            </a:lvl4pPr>
            <a:lvl5pPr marL="1828800" indent="0" algn="l" defTabSz="457200" rtl="0" eaLnBrk="1" latinLnBrk="0" hangingPunct="1">
              <a:spcBef>
                <a:spcPct val="20000"/>
              </a:spcBef>
              <a:buFont typeface="Arial"/>
              <a:buNone/>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marR="0" lvl="0" indent="0" algn="l" defTabSz="457200" rtl="0" eaLnBrk="1" fontAlgn="auto" latinLnBrk="0" hangingPunct="1">
              <a:lnSpc>
                <a:spcPct val="100000"/>
              </a:lnSpc>
              <a:spcBef>
                <a:spcPct val="20000"/>
              </a:spcBef>
              <a:spcAft>
                <a:spcPts val="2000"/>
              </a:spcAft>
              <a:buClrTx/>
              <a:buSzTx/>
              <a:buFont typeface="Arial"/>
              <a:buNone/>
              <a:tabLst/>
              <a:defRPr/>
            </a:pPr>
            <a:r>
              <a:rPr kumimoji="0" lang="fr-FR" altLang="en-US" sz="3200" b="1" i="0" u="none" strike="noStrike" kern="1200" cap="none" spc="0" normalizeH="0" baseline="0" noProof="0" dirty="0">
                <a:ln>
                  <a:noFill/>
                </a:ln>
                <a:solidFill>
                  <a:srgbClr val="ADA400"/>
                </a:solidFill>
                <a:effectLst/>
                <a:uLnTx/>
                <a:uFillTx/>
                <a:latin typeface="Arial" panose="020B0604020202020204"/>
                <a:ea typeface="+mn-ea"/>
                <a:cs typeface="+mn-cs"/>
              </a:rPr>
              <a:t>L</a:t>
            </a:r>
            <a:r>
              <a:rPr kumimoji="0" lang="en-US" altLang="en-US" sz="3200" b="1" i="0" u="none" strike="noStrike" kern="1200" cap="none" spc="0" normalizeH="0" baseline="0" noProof="0" dirty="0">
                <a:ln>
                  <a:noFill/>
                </a:ln>
                <a:solidFill>
                  <a:srgbClr val="ADA400"/>
                </a:solidFill>
                <a:effectLst/>
                <a:uLnTx/>
                <a:uFillTx/>
                <a:latin typeface="Arial" panose="020B0604020202020204"/>
                <a:ea typeface="+mn-ea"/>
                <a:cs typeface="+mn-cs"/>
              </a:rPr>
              <a:t>CA relates the environmental impacts </a:t>
            </a:r>
            <a:br>
              <a:rPr kumimoji="0" lang="en-US" altLang="en-US" sz="3200" b="1" i="0" u="none" strike="noStrike" kern="1200" cap="none" spc="0" normalizeH="0" baseline="0" noProof="0" dirty="0">
                <a:ln>
                  <a:noFill/>
                </a:ln>
                <a:solidFill>
                  <a:srgbClr val="ADA400"/>
                </a:solidFill>
                <a:effectLst/>
                <a:uLnTx/>
                <a:uFillTx/>
                <a:latin typeface="Arial" panose="020B0604020202020204"/>
                <a:ea typeface="+mn-ea"/>
                <a:cs typeface="+mn-cs"/>
              </a:rPr>
            </a:br>
            <a:r>
              <a:rPr kumimoji="0" lang="en-US" altLang="en-US" sz="3200" b="1" i="0" u="none" strike="noStrike" kern="1200" cap="none" spc="0" normalizeH="0" baseline="0" noProof="0" dirty="0">
                <a:ln>
                  <a:noFill/>
                </a:ln>
                <a:solidFill>
                  <a:srgbClr val="ADA400"/>
                </a:solidFill>
                <a:effectLst/>
                <a:uLnTx/>
                <a:uFillTx/>
                <a:latin typeface="Arial" panose="020B0604020202020204"/>
                <a:ea typeface="+mn-ea"/>
                <a:cs typeface="+mn-cs"/>
              </a:rPr>
              <a:t>to a product function.</a:t>
            </a:r>
          </a:p>
          <a:p>
            <a:pPr marL="0" marR="0" lvl="0" indent="0" algn="l" defTabSz="457200" rtl="0" eaLnBrk="1" fontAlgn="auto" latinLnBrk="0" hangingPunct="1">
              <a:lnSpc>
                <a:spcPct val="100000"/>
              </a:lnSpc>
              <a:spcBef>
                <a:spcPct val="20000"/>
              </a:spcBef>
              <a:spcAft>
                <a:spcPts val="2000"/>
              </a:spcAft>
              <a:buClrTx/>
              <a:buSzTx/>
              <a:buFont typeface="Arial"/>
              <a:buNone/>
              <a:tabLst/>
              <a:defRPr/>
            </a:pPr>
            <a:r>
              <a:rPr kumimoji="0" lang="en-US" altLang="en-US" sz="2800" b="0" i="0" u="none" strike="noStrike" kern="1200" cap="none" spc="0" normalizeH="0" baseline="0" noProof="0" dirty="0">
                <a:ln>
                  <a:noFill/>
                </a:ln>
                <a:solidFill>
                  <a:srgbClr val="00274C"/>
                </a:solidFill>
                <a:effectLst/>
                <a:uLnTx/>
                <a:uFillTx/>
                <a:latin typeface="Arial" panose="020B0604020202020204"/>
                <a:ea typeface="+mn-ea"/>
                <a:cs typeface="+mn-cs"/>
              </a:rPr>
              <a:t>Products or systems can only </a:t>
            </a:r>
            <a:br>
              <a:rPr kumimoji="0" lang="en-US" altLang="en-US" sz="2800" b="0" i="0" u="none" strike="noStrike" kern="1200" cap="none" spc="0" normalizeH="0" baseline="0" noProof="0" dirty="0">
                <a:ln>
                  <a:noFill/>
                </a:ln>
                <a:solidFill>
                  <a:srgbClr val="00274C"/>
                </a:solidFill>
                <a:effectLst/>
                <a:uLnTx/>
                <a:uFillTx/>
                <a:latin typeface="Arial" panose="020B0604020202020204"/>
                <a:ea typeface="+mn-ea"/>
                <a:cs typeface="+mn-cs"/>
              </a:rPr>
            </a:br>
            <a:r>
              <a:rPr kumimoji="0" lang="en-US" altLang="en-US" sz="2800" b="0" i="0" u="none" strike="noStrike" kern="1200" cap="none" spc="0" normalizeH="0" baseline="0" noProof="0" dirty="0">
                <a:ln>
                  <a:noFill/>
                </a:ln>
                <a:solidFill>
                  <a:srgbClr val="00274C"/>
                </a:solidFill>
                <a:effectLst/>
                <a:uLnTx/>
                <a:uFillTx/>
                <a:latin typeface="Arial" panose="020B0604020202020204"/>
                <a:ea typeface="+mn-ea"/>
                <a:cs typeface="+mn-cs"/>
              </a:rPr>
              <a:t>be compared on the basis of </a:t>
            </a:r>
            <a:br>
              <a:rPr kumimoji="0" lang="en-US" altLang="en-US" sz="2800" b="0" i="0" u="none" strike="noStrike" kern="1200" cap="none" spc="0" normalizeH="0" baseline="0" noProof="0" dirty="0">
                <a:ln>
                  <a:noFill/>
                </a:ln>
                <a:solidFill>
                  <a:srgbClr val="00274C"/>
                </a:solidFill>
                <a:effectLst/>
                <a:uLnTx/>
                <a:uFillTx/>
                <a:latin typeface="Arial" panose="020B0604020202020204"/>
                <a:ea typeface="+mn-ea"/>
                <a:cs typeface="+mn-cs"/>
              </a:rPr>
            </a:br>
            <a:r>
              <a:rPr kumimoji="0" lang="en-US" altLang="en-US" sz="2800" b="0" i="0" u="none" strike="noStrike" kern="1200" cap="none" spc="0" normalizeH="0" baseline="0" noProof="0" dirty="0">
                <a:ln>
                  <a:noFill/>
                </a:ln>
                <a:solidFill>
                  <a:srgbClr val="00274C"/>
                </a:solidFill>
                <a:effectLst/>
                <a:uLnTx/>
                <a:uFillTx/>
                <a:latin typeface="Arial" panose="020B0604020202020204"/>
                <a:ea typeface="+mn-ea"/>
                <a:cs typeface="+mn-cs"/>
              </a:rPr>
              <a:t>a </a:t>
            </a:r>
            <a:r>
              <a:rPr kumimoji="0" lang="en-US" altLang="en-US" sz="2800" b="0" i="1" u="none" strike="noStrike" kern="1200" cap="none" spc="0" normalizeH="0" baseline="0" noProof="0" dirty="0">
                <a:ln>
                  <a:noFill/>
                </a:ln>
                <a:solidFill>
                  <a:srgbClr val="00274C"/>
                </a:solidFill>
                <a:effectLst/>
                <a:uLnTx/>
                <a:uFillTx/>
                <a:latin typeface="Arial" panose="020B0604020202020204"/>
                <a:ea typeface="+mn-ea"/>
                <a:cs typeface="+mn-cs"/>
              </a:rPr>
              <a:t>similar function</a:t>
            </a:r>
            <a:r>
              <a:rPr kumimoji="0" lang="en-US" altLang="en-US" sz="2800" b="0" i="0" u="none" strike="noStrike" kern="1200" cap="none" spc="0" normalizeH="0" baseline="0" noProof="0" dirty="0">
                <a:ln>
                  <a:noFill/>
                </a:ln>
                <a:solidFill>
                  <a:srgbClr val="00274C"/>
                </a:solidFill>
                <a:effectLst/>
                <a:uLnTx/>
                <a:uFillTx/>
                <a:latin typeface="Arial" panose="020B0604020202020204"/>
                <a:ea typeface="+mn-ea"/>
                <a:cs typeface="+mn-cs"/>
              </a:rPr>
              <a:t>.</a:t>
            </a:r>
          </a:p>
          <a:p>
            <a:pPr marL="0" marR="0" lvl="0" indent="0" algn="l" defTabSz="457200" rtl="0" eaLnBrk="1" fontAlgn="auto" latinLnBrk="0" hangingPunct="1">
              <a:lnSpc>
                <a:spcPct val="100000"/>
              </a:lnSpc>
              <a:spcBef>
                <a:spcPct val="20000"/>
              </a:spcBef>
              <a:spcAft>
                <a:spcPts val="2000"/>
              </a:spcAft>
              <a:buClrTx/>
              <a:buSzTx/>
              <a:buFont typeface="Arial"/>
              <a:buNone/>
              <a:tabLst/>
              <a:defRPr/>
            </a:pPr>
            <a:r>
              <a:rPr kumimoji="0" lang="en-US" altLang="en-US" sz="2800" b="0" i="0" u="none" strike="noStrike" kern="1200" cap="none" spc="0" normalizeH="0" baseline="0" noProof="0" dirty="0">
                <a:ln>
                  <a:noFill/>
                </a:ln>
                <a:solidFill>
                  <a:srgbClr val="00274C"/>
                </a:solidFill>
                <a:effectLst/>
                <a:uLnTx/>
                <a:uFillTx/>
                <a:latin typeface="Arial" panose="020B0604020202020204"/>
                <a:ea typeface="+mn-ea"/>
                <a:cs typeface="+mn-cs"/>
              </a:rPr>
              <a:t>Are there</a:t>
            </a:r>
            <a:r>
              <a:rPr kumimoji="0" lang="en-US" altLang="en-US" sz="2800" b="0" i="1" u="none" strike="noStrike" kern="1200" cap="none" spc="0" normalizeH="0" baseline="0" noProof="0" dirty="0">
                <a:ln>
                  <a:noFill/>
                </a:ln>
                <a:solidFill>
                  <a:srgbClr val="00274C"/>
                </a:solidFill>
                <a:effectLst/>
                <a:uLnTx/>
                <a:uFillTx/>
                <a:latin typeface="Arial" panose="020B0604020202020204"/>
                <a:ea typeface="+mn-ea"/>
                <a:cs typeface="+mn-cs"/>
              </a:rPr>
              <a:t> differences </a:t>
            </a:r>
            <a:r>
              <a:rPr kumimoji="0" lang="en-US" altLang="en-US" sz="2800" b="0" i="0" u="none" strike="noStrike" kern="1200" cap="none" spc="0" normalizeH="0" baseline="0" noProof="0" dirty="0">
                <a:ln>
                  <a:noFill/>
                </a:ln>
                <a:solidFill>
                  <a:srgbClr val="00274C"/>
                </a:solidFill>
                <a:effectLst/>
                <a:uLnTx/>
                <a:uFillTx/>
                <a:latin typeface="Arial" panose="020B0604020202020204"/>
                <a:ea typeface="+mn-ea"/>
                <a:cs typeface="+mn-cs"/>
              </a:rPr>
              <a:t>in the secondary function between scenarios?</a:t>
            </a:r>
          </a:p>
        </p:txBody>
      </p:sp>
      <p:pic>
        <p:nvPicPr>
          <p:cNvPr id="5" name="Picture 4" descr="A close up of a box&#10;&#10;Description automatically generated">
            <a:extLst>
              <a:ext uri="{FF2B5EF4-FFF2-40B4-BE49-F238E27FC236}">
                <a16:creationId xmlns:a16="http://schemas.microsoft.com/office/drawing/2014/main" id="{1A96B51C-33E6-1C40-8FAB-495E7C1E334E}"/>
              </a:ext>
            </a:extLst>
          </p:cNvPr>
          <p:cNvPicPr>
            <a:picLocks noChangeAspect="1"/>
          </p:cNvPicPr>
          <p:nvPr/>
        </p:nvPicPr>
        <p:blipFill rotWithShape="1">
          <a:blip r:embed="rId3" cstate="screen">
            <a:extLst>
              <a:ext uri="{28A0092B-C50C-407E-A947-70E740481C1C}">
                <a14:useLocalDpi xmlns:a14="http://schemas.microsoft.com/office/drawing/2010/main"/>
              </a:ext>
            </a:extLst>
          </a:blip>
          <a:srcRect/>
          <a:stretch/>
        </p:blipFill>
        <p:spPr>
          <a:xfrm>
            <a:off x="1107600" y="1485064"/>
            <a:ext cx="4393030" cy="3544135"/>
          </a:xfrm>
          <a:prstGeom prst="rect">
            <a:avLst/>
          </a:prstGeom>
        </p:spPr>
      </p:pic>
      <p:pic>
        <p:nvPicPr>
          <p:cNvPr id="6" name="Picture 5" descr="A picture containing table, cake, food, sitting&#10;&#10;Description automatically generated">
            <a:extLst>
              <a:ext uri="{FF2B5EF4-FFF2-40B4-BE49-F238E27FC236}">
                <a16:creationId xmlns:a16="http://schemas.microsoft.com/office/drawing/2014/main" id="{489C76F3-8225-B340-A39D-CC5907FD614D}"/>
              </a:ext>
            </a:extLst>
          </p:cNvPr>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5500630" y="3929630"/>
            <a:ext cx="4347999" cy="3220740"/>
          </a:xfrm>
          <a:prstGeom prst="rect">
            <a:avLst/>
          </a:prstGeom>
        </p:spPr>
      </p:pic>
    </p:spTree>
    <p:extLst>
      <p:ext uri="{BB962C8B-B14F-4D97-AF65-F5344CB8AC3E}">
        <p14:creationId xmlns:p14="http://schemas.microsoft.com/office/powerpoint/2010/main" val="4448870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7">
            <a:extLst>
              <a:ext uri="{FF2B5EF4-FFF2-40B4-BE49-F238E27FC236}">
                <a16:creationId xmlns:a16="http://schemas.microsoft.com/office/drawing/2014/main" id="{DCE93A83-2E66-F74F-A5CD-47D28E6C7BC3}"/>
              </a:ext>
            </a:extLst>
          </p:cNvPr>
          <p:cNvSpPr txBox="1">
            <a:spLocks/>
          </p:cNvSpPr>
          <p:nvPr/>
        </p:nvSpPr>
        <p:spPr>
          <a:xfrm>
            <a:off x="440871" y="4963041"/>
            <a:ext cx="14799129" cy="1531708"/>
          </a:xfrm>
          <a:prstGeom prst="rect">
            <a:avLst/>
          </a:prstGeom>
        </p:spPr>
        <p:txBody>
          <a:bodyPr anchor="t">
            <a:normAutofit/>
          </a:bodyPr>
          <a:lstStyle>
            <a:lvl1pPr algn="ctr" defTabSz="457200" rtl="0" eaLnBrk="1" latinLnBrk="0" hangingPunct="1">
              <a:spcBef>
                <a:spcPct val="0"/>
              </a:spcBef>
              <a:buNone/>
              <a:defRPr sz="4400" kern="1200">
                <a:solidFill>
                  <a:schemeClr val="tx1"/>
                </a:solidFill>
                <a:latin typeface="+mj-lt"/>
                <a:ea typeface="+mj-ea"/>
                <a:cs typeface="+mj-cs"/>
              </a:defRPr>
            </a:lvl1pPr>
          </a:lstStyle>
          <a:p>
            <a:pPr marL="0" marR="0" lvl="0" indent="0" algn="l" defTabSz="457200" rtl="0" eaLnBrk="1" fontAlgn="auto" latinLnBrk="0" hangingPunct="1">
              <a:lnSpc>
                <a:spcPct val="100000"/>
              </a:lnSpc>
              <a:spcBef>
                <a:spcPct val="0"/>
              </a:spcBef>
              <a:spcAft>
                <a:spcPts val="0"/>
              </a:spcAft>
              <a:buClrTx/>
              <a:buSzTx/>
              <a:buFontTx/>
              <a:buNone/>
              <a:tabLst/>
              <a:defRPr/>
            </a:pPr>
            <a:r>
              <a:rPr kumimoji="0" lang="en-US" sz="5400" b="1" i="0" u="none" strike="noStrike" kern="1200" cap="none" spc="0" normalizeH="0" baseline="0" noProof="0" dirty="0">
                <a:ln>
                  <a:noFill/>
                </a:ln>
                <a:solidFill>
                  <a:srgbClr val="00274C"/>
                </a:solidFill>
                <a:effectLst/>
                <a:uLnTx/>
                <a:uFillTx/>
                <a:latin typeface="Arial"/>
                <a:ea typeface="+mj-ea"/>
                <a:cs typeface="+mj-cs"/>
              </a:rPr>
              <a:t>Function and functional </a:t>
            </a:r>
            <a:r>
              <a:rPr kumimoji="0" lang="en-US" sz="5400" b="1" i="0" u="none" strike="noStrike" kern="1200" cap="none" spc="0" normalizeH="0" baseline="0" noProof="0" dirty="0" smtClean="0">
                <a:ln>
                  <a:noFill/>
                </a:ln>
                <a:solidFill>
                  <a:srgbClr val="00274C"/>
                </a:solidFill>
                <a:effectLst/>
                <a:uLnTx/>
                <a:uFillTx/>
                <a:latin typeface="Arial"/>
                <a:ea typeface="+mj-ea"/>
                <a:cs typeface="+mj-cs"/>
              </a:rPr>
              <a:t>unit</a:t>
            </a:r>
          </a:p>
          <a:p>
            <a:pPr marL="0" marR="0" lvl="0" indent="0" algn="l" defTabSz="812810" rtl="0" eaLnBrk="1" fontAlgn="auto" latinLnBrk="0" hangingPunct="1">
              <a:lnSpc>
                <a:spcPct val="100000"/>
              </a:lnSpc>
              <a:spcBef>
                <a:spcPts val="0"/>
              </a:spcBef>
              <a:spcAft>
                <a:spcPts val="0"/>
              </a:spcAft>
              <a:buClrTx/>
              <a:buSzTx/>
              <a:buFontTx/>
              <a:buNone/>
              <a:tabLst/>
              <a:defRPr/>
            </a:pPr>
            <a:r>
              <a:rPr kumimoji="0" lang="en-US" altLang="en-US" sz="3600" b="1" i="0" u="none" strike="noStrike" kern="1200" cap="none" spc="0" normalizeH="0" baseline="0" noProof="0" dirty="0">
                <a:ln>
                  <a:noFill/>
                </a:ln>
                <a:solidFill>
                  <a:srgbClr val="D86018"/>
                </a:solidFill>
                <a:effectLst/>
                <a:uLnTx/>
                <a:uFillTx/>
                <a:latin typeface="Arial"/>
                <a:ea typeface="+mj-ea"/>
                <a:cs typeface="+mj-cs"/>
              </a:rPr>
              <a:t>Part </a:t>
            </a:r>
            <a:r>
              <a:rPr kumimoji="0" lang="en-US" altLang="en-US" sz="3600" b="1" i="0" u="none" strike="noStrike" kern="1200" cap="none" spc="0" normalizeH="0" baseline="0" noProof="0" dirty="0" smtClean="0">
                <a:ln>
                  <a:noFill/>
                </a:ln>
                <a:solidFill>
                  <a:srgbClr val="D86018"/>
                </a:solidFill>
                <a:effectLst/>
                <a:uLnTx/>
                <a:uFillTx/>
                <a:latin typeface="Arial"/>
                <a:ea typeface="+mj-ea"/>
                <a:cs typeface="+mj-cs"/>
              </a:rPr>
              <a:t>B - Functional </a:t>
            </a:r>
            <a:r>
              <a:rPr kumimoji="0" lang="en-US" altLang="en-US" sz="3600" b="1" i="0" u="none" strike="noStrike" kern="1200" cap="none" spc="0" normalizeH="0" baseline="0" noProof="0" dirty="0">
                <a:ln>
                  <a:noFill/>
                </a:ln>
                <a:solidFill>
                  <a:srgbClr val="D86018"/>
                </a:solidFill>
                <a:effectLst/>
                <a:uLnTx/>
                <a:uFillTx/>
                <a:latin typeface="Arial"/>
                <a:ea typeface="+mj-ea"/>
                <a:cs typeface="+mj-cs"/>
              </a:rPr>
              <a:t>unit and reference flows</a:t>
            </a:r>
          </a:p>
        </p:txBody>
      </p:sp>
      <p:sp>
        <p:nvSpPr>
          <p:cNvPr id="3" name="TextBox 2">
            <a:extLst>
              <a:ext uri="{FF2B5EF4-FFF2-40B4-BE49-F238E27FC236}">
                <a16:creationId xmlns:a16="http://schemas.microsoft.com/office/drawing/2014/main" id="{F70B5F09-AA9C-0C49-A705-E3ECF1BA7055}"/>
              </a:ext>
            </a:extLst>
          </p:cNvPr>
          <p:cNvSpPr txBox="1"/>
          <p:nvPr/>
        </p:nvSpPr>
        <p:spPr>
          <a:xfrm>
            <a:off x="440871" y="6790584"/>
            <a:ext cx="6635150" cy="477054"/>
          </a:xfrm>
          <a:prstGeom prst="rect">
            <a:avLst/>
          </a:prstGeom>
          <a:noFill/>
        </p:spPr>
        <p:txBody>
          <a:bodyPr wrap="none" rtlCol="0">
            <a:spAutoFit/>
          </a:bodyPr>
          <a:lstStyle/>
          <a:p>
            <a:pPr marL="0" marR="0" lvl="0" indent="0" algn="l" defTabSz="812810" rtl="0" eaLnBrk="1" fontAlgn="auto" latinLnBrk="0" hangingPunct="1">
              <a:lnSpc>
                <a:spcPct val="100000"/>
              </a:lnSpc>
              <a:spcBef>
                <a:spcPts val="0"/>
              </a:spcBef>
              <a:spcAft>
                <a:spcPts val="0"/>
              </a:spcAft>
              <a:buClrTx/>
              <a:buSzTx/>
              <a:buFontTx/>
              <a:buNone/>
              <a:tabLst/>
              <a:defRPr/>
            </a:pPr>
            <a:r>
              <a:rPr kumimoji="0" lang="en-US" sz="2500" b="1" i="0" u="none" strike="noStrike" kern="1200" cap="none" spc="0" normalizeH="0" baseline="0" noProof="0" dirty="0">
                <a:ln>
                  <a:noFill/>
                </a:ln>
                <a:solidFill>
                  <a:srgbClr val="00274C"/>
                </a:solidFill>
                <a:effectLst/>
                <a:uLnTx/>
                <a:uFillTx/>
                <a:latin typeface="Arial"/>
                <a:ea typeface="+mn-ea"/>
                <a:cs typeface="+mn-cs"/>
              </a:rPr>
              <a:t>Shanna </a:t>
            </a:r>
            <a:r>
              <a:rPr kumimoji="0" lang="en-US" sz="2500" b="1" i="0" u="none" strike="noStrike" kern="1200" cap="none" spc="0" normalizeH="0" baseline="0" noProof="0" dirty="0" err="1">
                <a:ln>
                  <a:noFill/>
                </a:ln>
                <a:solidFill>
                  <a:srgbClr val="00274C"/>
                </a:solidFill>
                <a:effectLst/>
                <a:uLnTx/>
                <a:uFillTx/>
                <a:latin typeface="Arial"/>
                <a:ea typeface="+mn-ea"/>
                <a:cs typeface="+mn-cs"/>
              </a:rPr>
              <a:t>Shaked</a:t>
            </a:r>
            <a:r>
              <a:rPr kumimoji="0" lang="en-US" sz="2500" b="1" i="0" u="none" strike="noStrike" kern="1200" cap="none" spc="0" normalizeH="0" baseline="0" noProof="0" dirty="0">
                <a:ln>
                  <a:noFill/>
                </a:ln>
                <a:solidFill>
                  <a:srgbClr val="00274C"/>
                </a:solidFill>
                <a:effectLst/>
                <a:uLnTx/>
                <a:uFillTx/>
                <a:latin typeface="Arial"/>
                <a:ea typeface="+mn-ea"/>
                <a:cs typeface="+mn-cs"/>
              </a:rPr>
              <a:t>, PhD &amp; Olivier Jolliet, PhD</a:t>
            </a:r>
            <a:endParaRPr kumimoji="0" lang="en-US" sz="2500" b="0" i="0" u="none" strike="noStrike" kern="1200" cap="none" spc="0" normalizeH="0" baseline="0" noProof="0" dirty="0">
              <a:ln>
                <a:noFill/>
              </a:ln>
              <a:solidFill>
                <a:srgbClr val="00274C"/>
              </a:solidFill>
              <a:effectLst/>
              <a:uLnTx/>
              <a:uFillTx/>
              <a:latin typeface="Arial"/>
              <a:ea typeface="+mn-ea"/>
              <a:cs typeface="+mn-cs"/>
            </a:endParaRPr>
          </a:p>
        </p:txBody>
      </p:sp>
    </p:spTree>
    <p:extLst>
      <p:ext uri="{BB962C8B-B14F-4D97-AF65-F5344CB8AC3E}">
        <p14:creationId xmlns:p14="http://schemas.microsoft.com/office/powerpoint/2010/main" val="334446258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 name="TextBox 34">
            <a:extLst>
              <a:ext uri="{FF2B5EF4-FFF2-40B4-BE49-F238E27FC236}">
                <a16:creationId xmlns:a16="http://schemas.microsoft.com/office/drawing/2014/main" id="{04FC4DB2-6CDF-5A42-95DB-F7B9760E1BF4}"/>
              </a:ext>
            </a:extLst>
          </p:cNvPr>
          <p:cNvSpPr txBox="1"/>
          <p:nvPr/>
        </p:nvSpPr>
        <p:spPr>
          <a:xfrm>
            <a:off x="7966518" y="8264847"/>
            <a:ext cx="184731" cy="369332"/>
          </a:xfrm>
          <a:prstGeom prst="rect">
            <a:avLst/>
          </a:prstGeom>
          <a:noFill/>
        </p:spPr>
        <p:txBody>
          <a:bodyPr wrap="none" rtlCol="0">
            <a:spAutoFit/>
          </a:bodyPr>
          <a:lstStyle/>
          <a:p>
            <a:endParaRPr lang="en-US" dirty="0"/>
          </a:p>
        </p:txBody>
      </p:sp>
      <p:sp>
        <p:nvSpPr>
          <p:cNvPr id="44" name="Rectangle 43">
            <a:extLst>
              <a:ext uri="{FF2B5EF4-FFF2-40B4-BE49-F238E27FC236}">
                <a16:creationId xmlns:a16="http://schemas.microsoft.com/office/drawing/2014/main" id="{D0A456B8-5E35-1441-97A2-026CB857662B}"/>
              </a:ext>
            </a:extLst>
          </p:cNvPr>
          <p:cNvSpPr/>
          <p:nvPr/>
        </p:nvSpPr>
        <p:spPr>
          <a:xfrm>
            <a:off x="3151231" y="2155819"/>
            <a:ext cx="1978708" cy="1478214"/>
          </a:xfrm>
          <a:prstGeom prst="rect">
            <a:avLst/>
          </a:prstGeom>
          <a:solidFill>
            <a:schemeClr val="accent6">
              <a:alpha val="29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pic>
        <p:nvPicPr>
          <p:cNvPr id="48" name="Picture 47">
            <a:extLst>
              <a:ext uri="{FF2B5EF4-FFF2-40B4-BE49-F238E27FC236}">
                <a16:creationId xmlns:a16="http://schemas.microsoft.com/office/drawing/2014/main" id="{5D65E3FE-4613-4644-B9DD-E367943D37C0}"/>
              </a:ext>
            </a:extLst>
          </p:cNvPr>
          <p:cNvPicPr>
            <a:picLocks noChangeAspect="1"/>
          </p:cNvPicPr>
          <p:nvPr/>
        </p:nvPicPr>
        <p:blipFill>
          <a:blip r:embed="rId3"/>
          <a:stretch>
            <a:fillRect/>
          </a:stretch>
        </p:blipFill>
        <p:spPr>
          <a:xfrm>
            <a:off x="2551679" y="2181587"/>
            <a:ext cx="457145" cy="637233"/>
          </a:xfrm>
          <a:prstGeom prst="rect">
            <a:avLst/>
          </a:prstGeom>
        </p:spPr>
      </p:pic>
      <p:pic>
        <p:nvPicPr>
          <p:cNvPr id="49" name="Picture 48">
            <a:extLst>
              <a:ext uri="{FF2B5EF4-FFF2-40B4-BE49-F238E27FC236}">
                <a16:creationId xmlns:a16="http://schemas.microsoft.com/office/drawing/2014/main" id="{7F6EC7AA-DD82-F64C-90E4-54F5808C599D}"/>
              </a:ext>
            </a:extLst>
          </p:cNvPr>
          <p:cNvPicPr>
            <a:picLocks noChangeAspect="1"/>
          </p:cNvPicPr>
          <p:nvPr/>
        </p:nvPicPr>
        <p:blipFill>
          <a:blip r:embed="rId4"/>
          <a:stretch>
            <a:fillRect/>
          </a:stretch>
        </p:blipFill>
        <p:spPr>
          <a:xfrm>
            <a:off x="2644715" y="2987517"/>
            <a:ext cx="271071" cy="631018"/>
          </a:xfrm>
          <a:prstGeom prst="rect">
            <a:avLst/>
          </a:prstGeom>
        </p:spPr>
      </p:pic>
      <p:sp>
        <p:nvSpPr>
          <p:cNvPr id="52" name="Rectangle 51">
            <a:extLst>
              <a:ext uri="{FF2B5EF4-FFF2-40B4-BE49-F238E27FC236}">
                <a16:creationId xmlns:a16="http://schemas.microsoft.com/office/drawing/2014/main" id="{DD9CEB1C-999A-1142-9DF9-90742F2B7A4D}"/>
              </a:ext>
            </a:extLst>
          </p:cNvPr>
          <p:cNvSpPr/>
          <p:nvPr/>
        </p:nvSpPr>
        <p:spPr>
          <a:xfrm>
            <a:off x="3349098" y="1540529"/>
            <a:ext cx="1672351" cy="338052"/>
          </a:xfrm>
          <a:prstGeom prst="rect">
            <a:avLst/>
          </a:prstGeom>
          <a:noFill/>
          <a:ln w="25400">
            <a:noFill/>
          </a:ln>
          <a:effectLst/>
        </p:spPr>
        <p:style>
          <a:lnRef idx="1">
            <a:schemeClr val="accent1"/>
          </a:lnRef>
          <a:fillRef idx="3">
            <a:schemeClr val="accent1"/>
          </a:fillRef>
          <a:effectRef idx="2">
            <a:schemeClr val="accent1"/>
          </a:effectRef>
          <a:fontRef idx="minor">
            <a:schemeClr val="lt1"/>
          </a:fontRef>
        </p:style>
        <p:txBody>
          <a:bodyPr rtlCol="0" anchor="t"/>
          <a:lstStyle/>
          <a:p>
            <a:pPr marL="45720"/>
            <a:r>
              <a:rPr lang="en-US" sz="1600" b="1" dirty="0">
                <a:solidFill>
                  <a:schemeClr val="tx2"/>
                </a:solidFill>
              </a:rPr>
              <a:t>PRODUCTS</a:t>
            </a:r>
          </a:p>
        </p:txBody>
      </p:sp>
      <p:sp>
        <p:nvSpPr>
          <p:cNvPr id="53" name="Rectangle 52">
            <a:extLst>
              <a:ext uri="{FF2B5EF4-FFF2-40B4-BE49-F238E27FC236}">
                <a16:creationId xmlns:a16="http://schemas.microsoft.com/office/drawing/2014/main" id="{B38207BB-5785-DE4D-83A6-89ADC75E6F09}"/>
              </a:ext>
            </a:extLst>
          </p:cNvPr>
          <p:cNvSpPr/>
          <p:nvPr/>
        </p:nvSpPr>
        <p:spPr>
          <a:xfrm>
            <a:off x="6097309" y="1556027"/>
            <a:ext cx="2022678" cy="351286"/>
          </a:xfrm>
          <a:prstGeom prst="rect">
            <a:avLst/>
          </a:prstGeom>
          <a:noFill/>
          <a:ln w="25400">
            <a:noFill/>
          </a:ln>
          <a:effectLst/>
        </p:spPr>
        <p:style>
          <a:lnRef idx="1">
            <a:schemeClr val="accent1"/>
          </a:lnRef>
          <a:fillRef idx="3">
            <a:schemeClr val="accent1"/>
          </a:fillRef>
          <a:effectRef idx="2">
            <a:schemeClr val="accent1"/>
          </a:effectRef>
          <a:fontRef idx="minor">
            <a:schemeClr val="lt1"/>
          </a:fontRef>
        </p:style>
        <p:txBody>
          <a:bodyPr rtlCol="0" anchor="t"/>
          <a:lstStyle/>
          <a:p>
            <a:pPr marL="45720"/>
            <a:r>
              <a:rPr lang="en-US" sz="1600" b="1" dirty="0">
                <a:solidFill>
                  <a:schemeClr val="tx2"/>
                </a:solidFill>
              </a:rPr>
              <a:t>MAIN FUNCTION</a:t>
            </a:r>
          </a:p>
        </p:txBody>
      </p:sp>
      <p:cxnSp>
        <p:nvCxnSpPr>
          <p:cNvPr id="56" name="Straight Connector 55">
            <a:extLst>
              <a:ext uri="{FF2B5EF4-FFF2-40B4-BE49-F238E27FC236}">
                <a16:creationId xmlns:a16="http://schemas.microsoft.com/office/drawing/2014/main" id="{70A3846F-C647-EC41-ABCE-3FAADA05B775}"/>
              </a:ext>
            </a:extLst>
          </p:cNvPr>
          <p:cNvCxnSpPr>
            <a:cxnSpLocks/>
          </p:cNvCxnSpPr>
          <p:nvPr/>
        </p:nvCxnSpPr>
        <p:spPr>
          <a:xfrm>
            <a:off x="3151231" y="2143073"/>
            <a:ext cx="10412044" cy="0"/>
          </a:xfrm>
          <a:prstGeom prst="line">
            <a:avLst/>
          </a:prstGeom>
          <a:ln w="38100">
            <a:solidFill>
              <a:schemeClr val="bg2">
                <a:lumMod val="90000"/>
              </a:schemeClr>
            </a:solidFill>
          </a:ln>
          <a:effectLst/>
        </p:spPr>
        <p:style>
          <a:lnRef idx="2">
            <a:schemeClr val="accent1"/>
          </a:lnRef>
          <a:fillRef idx="0">
            <a:schemeClr val="accent1"/>
          </a:fillRef>
          <a:effectRef idx="1">
            <a:schemeClr val="accent1"/>
          </a:effectRef>
          <a:fontRef idx="minor">
            <a:schemeClr val="tx1"/>
          </a:fontRef>
        </p:style>
      </p:cxnSp>
      <p:sp>
        <p:nvSpPr>
          <p:cNvPr id="58" name="Rectangle 57">
            <a:extLst>
              <a:ext uri="{FF2B5EF4-FFF2-40B4-BE49-F238E27FC236}">
                <a16:creationId xmlns:a16="http://schemas.microsoft.com/office/drawing/2014/main" id="{F053C79B-8F47-8E4A-9776-E167F0F62FF9}"/>
              </a:ext>
            </a:extLst>
          </p:cNvPr>
          <p:cNvSpPr/>
          <p:nvPr/>
        </p:nvSpPr>
        <p:spPr>
          <a:xfrm>
            <a:off x="9128501" y="1439253"/>
            <a:ext cx="4419275" cy="664588"/>
          </a:xfrm>
          <a:prstGeom prst="rect">
            <a:avLst/>
          </a:prstGeom>
          <a:noFill/>
          <a:ln w="25400">
            <a:noFill/>
          </a:ln>
          <a:effectLst/>
        </p:spPr>
        <p:style>
          <a:lnRef idx="1">
            <a:schemeClr val="accent1"/>
          </a:lnRef>
          <a:fillRef idx="3">
            <a:schemeClr val="accent1"/>
          </a:fillRef>
          <a:effectRef idx="2">
            <a:schemeClr val="accent1"/>
          </a:effectRef>
          <a:fontRef idx="minor">
            <a:schemeClr val="lt1"/>
          </a:fontRef>
        </p:style>
        <p:txBody>
          <a:bodyPr rtlCol="0" anchor="t"/>
          <a:lstStyle/>
          <a:p>
            <a:pPr marL="45720" algn="ctr"/>
            <a:r>
              <a:rPr lang="en-US" sz="1600" b="1" dirty="0">
                <a:solidFill>
                  <a:schemeClr val="tx2"/>
                </a:solidFill>
              </a:rPr>
              <a:t>SECONDARY FUNCTION &amp; </a:t>
            </a:r>
            <a:br>
              <a:rPr lang="en-US" sz="1600" b="1" dirty="0">
                <a:solidFill>
                  <a:schemeClr val="tx2"/>
                </a:solidFill>
              </a:rPr>
            </a:br>
            <a:r>
              <a:rPr lang="en-US" sz="1600" b="1" dirty="0">
                <a:solidFill>
                  <a:schemeClr val="tx2"/>
                </a:solidFill>
              </a:rPr>
              <a:t>OTHER PERFORMANCES</a:t>
            </a:r>
          </a:p>
        </p:txBody>
      </p:sp>
      <p:sp>
        <p:nvSpPr>
          <p:cNvPr id="60" name="Rectangle 59">
            <a:extLst>
              <a:ext uri="{FF2B5EF4-FFF2-40B4-BE49-F238E27FC236}">
                <a16:creationId xmlns:a16="http://schemas.microsoft.com/office/drawing/2014/main" id="{0F6810AE-D525-C14D-AC7D-69242E6A0B6F}"/>
              </a:ext>
            </a:extLst>
          </p:cNvPr>
          <p:cNvSpPr/>
          <p:nvPr/>
        </p:nvSpPr>
        <p:spPr>
          <a:xfrm>
            <a:off x="3315171" y="2187175"/>
            <a:ext cx="1659784" cy="664588"/>
          </a:xfrm>
          <a:prstGeom prst="rect">
            <a:avLst/>
          </a:prstGeom>
          <a:noFill/>
          <a:ln w="25400">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45720"/>
            <a:r>
              <a:rPr lang="en-US" sz="1600" b="1" dirty="0">
                <a:solidFill>
                  <a:schemeClr val="tx2"/>
                </a:solidFill>
              </a:rPr>
              <a:t>SCENARIO 1</a:t>
            </a:r>
          </a:p>
        </p:txBody>
      </p:sp>
      <p:sp>
        <p:nvSpPr>
          <p:cNvPr id="61" name="Rectangle 60">
            <a:extLst>
              <a:ext uri="{FF2B5EF4-FFF2-40B4-BE49-F238E27FC236}">
                <a16:creationId xmlns:a16="http://schemas.microsoft.com/office/drawing/2014/main" id="{1933C772-478B-5B46-83B3-0F663A1DB1E2}"/>
              </a:ext>
            </a:extLst>
          </p:cNvPr>
          <p:cNvSpPr/>
          <p:nvPr/>
        </p:nvSpPr>
        <p:spPr>
          <a:xfrm>
            <a:off x="3315171" y="2921801"/>
            <a:ext cx="1659784" cy="664588"/>
          </a:xfrm>
          <a:prstGeom prst="rect">
            <a:avLst/>
          </a:prstGeom>
          <a:noFill/>
          <a:ln w="25400">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45720"/>
            <a:r>
              <a:rPr lang="en-US" sz="1600" b="1" dirty="0">
                <a:solidFill>
                  <a:schemeClr val="tx2"/>
                </a:solidFill>
              </a:rPr>
              <a:t>SCENARIO 2</a:t>
            </a:r>
          </a:p>
        </p:txBody>
      </p:sp>
      <p:cxnSp>
        <p:nvCxnSpPr>
          <p:cNvPr id="63" name="Straight Connector 62">
            <a:extLst>
              <a:ext uri="{FF2B5EF4-FFF2-40B4-BE49-F238E27FC236}">
                <a16:creationId xmlns:a16="http://schemas.microsoft.com/office/drawing/2014/main" id="{D45188D7-D319-0D44-8DF3-A32F029ED678}"/>
              </a:ext>
            </a:extLst>
          </p:cNvPr>
          <p:cNvCxnSpPr>
            <a:cxnSpLocks/>
          </p:cNvCxnSpPr>
          <p:nvPr/>
        </p:nvCxnSpPr>
        <p:spPr>
          <a:xfrm>
            <a:off x="5129939" y="1385545"/>
            <a:ext cx="0" cy="2260863"/>
          </a:xfrm>
          <a:prstGeom prst="line">
            <a:avLst/>
          </a:prstGeom>
          <a:ln>
            <a:solidFill>
              <a:schemeClr val="bg2">
                <a:lumMod val="90000"/>
              </a:schemeClr>
            </a:solidFill>
          </a:ln>
          <a:effectLst/>
        </p:spPr>
        <p:style>
          <a:lnRef idx="2">
            <a:schemeClr val="accent1"/>
          </a:lnRef>
          <a:fillRef idx="0">
            <a:schemeClr val="accent1"/>
          </a:fillRef>
          <a:effectRef idx="1">
            <a:schemeClr val="accent1"/>
          </a:effectRef>
          <a:fontRef idx="minor">
            <a:schemeClr val="tx1"/>
          </a:fontRef>
        </p:style>
      </p:cxnSp>
      <p:cxnSp>
        <p:nvCxnSpPr>
          <p:cNvPr id="64" name="Straight Connector 63">
            <a:extLst>
              <a:ext uri="{FF2B5EF4-FFF2-40B4-BE49-F238E27FC236}">
                <a16:creationId xmlns:a16="http://schemas.microsoft.com/office/drawing/2014/main" id="{63100A33-6483-8340-899F-5D30D624704F}"/>
              </a:ext>
            </a:extLst>
          </p:cNvPr>
          <p:cNvCxnSpPr>
            <a:cxnSpLocks/>
          </p:cNvCxnSpPr>
          <p:nvPr/>
        </p:nvCxnSpPr>
        <p:spPr>
          <a:xfrm>
            <a:off x="9144000" y="1385545"/>
            <a:ext cx="0" cy="2260863"/>
          </a:xfrm>
          <a:prstGeom prst="line">
            <a:avLst/>
          </a:prstGeom>
          <a:ln>
            <a:solidFill>
              <a:schemeClr val="bg2">
                <a:lumMod val="90000"/>
              </a:schemeClr>
            </a:solidFill>
          </a:ln>
          <a:effectLst/>
        </p:spPr>
        <p:style>
          <a:lnRef idx="2">
            <a:schemeClr val="accent1"/>
          </a:lnRef>
          <a:fillRef idx="0">
            <a:schemeClr val="accent1"/>
          </a:fillRef>
          <a:effectRef idx="1">
            <a:schemeClr val="accent1"/>
          </a:effectRef>
          <a:fontRef idx="minor">
            <a:schemeClr val="tx1"/>
          </a:fontRef>
        </p:style>
      </p:cxnSp>
      <p:sp>
        <p:nvSpPr>
          <p:cNvPr id="65" name="Rectangle 64">
            <a:extLst>
              <a:ext uri="{FF2B5EF4-FFF2-40B4-BE49-F238E27FC236}">
                <a16:creationId xmlns:a16="http://schemas.microsoft.com/office/drawing/2014/main" id="{85FCB4A6-66B1-D741-8ED3-0D94C04830A5}"/>
              </a:ext>
            </a:extLst>
          </p:cNvPr>
          <p:cNvSpPr/>
          <p:nvPr/>
        </p:nvSpPr>
        <p:spPr>
          <a:xfrm>
            <a:off x="3151231" y="1385545"/>
            <a:ext cx="10412044" cy="2248488"/>
          </a:xfrm>
          <a:prstGeom prst="rect">
            <a:avLst/>
          </a:prstGeom>
          <a:noFill/>
          <a:ln w="25400">
            <a:solidFill>
              <a:schemeClr val="bg2">
                <a:lumMod val="9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67" name="Rectangle 66">
            <a:extLst>
              <a:ext uri="{FF2B5EF4-FFF2-40B4-BE49-F238E27FC236}">
                <a16:creationId xmlns:a16="http://schemas.microsoft.com/office/drawing/2014/main" id="{5F1FD1BE-520F-3147-A15F-BC616AE16A0E}"/>
              </a:ext>
            </a:extLst>
          </p:cNvPr>
          <p:cNvSpPr/>
          <p:nvPr/>
        </p:nvSpPr>
        <p:spPr>
          <a:xfrm>
            <a:off x="3162053" y="4541042"/>
            <a:ext cx="1978708" cy="2994290"/>
          </a:xfrm>
          <a:prstGeom prst="rect">
            <a:avLst/>
          </a:prstGeom>
          <a:solidFill>
            <a:schemeClr val="accent6">
              <a:alpha val="29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pic>
        <p:nvPicPr>
          <p:cNvPr id="69" name="Picture 68">
            <a:extLst>
              <a:ext uri="{FF2B5EF4-FFF2-40B4-BE49-F238E27FC236}">
                <a16:creationId xmlns:a16="http://schemas.microsoft.com/office/drawing/2014/main" id="{4CE315D3-A7F1-EF47-9330-8C2930B8CD47}"/>
              </a:ext>
            </a:extLst>
          </p:cNvPr>
          <p:cNvPicPr>
            <a:picLocks noChangeAspect="1"/>
          </p:cNvPicPr>
          <p:nvPr/>
        </p:nvPicPr>
        <p:blipFill>
          <a:blip r:embed="rId3"/>
          <a:stretch>
            <a:fillRect/>
          </a:stretch>
        </p:blipFill>
        <p:spPr>
          <a:xfrm>
            <a:off x="3928559" y="4988152"/>
            <a:ext cx="457145" cy="637233"/>
          </a:xfrm>
          <a:prstGeom prst="rect">
            <a:avLst/>
          </a:prstGeom>
        </p:spPr>
      </p:pic>
      <p:pic>
        <p:nvPicPr>
          <p:cNvPr id="70" name="Picture 69">
            <a:extLst>
              <a:ext uri="{FF2B5EF4-FFF2-40B4-BE49-F238E27FC236}">
                <a16:creationId xmlns:a16="http://schemas.microsoft.com/office/drawing/2014/main" id="{FA2E3387-4D03-AC4A-B3C0-2373FEADC66F}"/>
              </a:ext>
            </a:extLst>
          </p:cNvPr>
          <p:cNvPicPr>
            <a:picLocks noChangeAspect="1"/>
          </p:cNvPicPr>
          <p:nvPr/>
        </p:nvPicPr>
        <p:blipFill>
          <a:blip r:embed="rId4"/>
          <a:stretch>
            <a:fillRect/>
          </a:stretch>
        </p:blipFill>
        <p:spPr>
          <a:xfrm>
            <a:off x="4001876" y="6672348"/>
            <a:ext cx="271071" cy="631018"/>
          </a:xfrm>
          <a:prstGeom prst="rect">
            <a:avLst/>
          </a:prstGeom>
        </p:spPr>
      </p:pic>
      <p:sp>
        <p:nvSpPr>
          <p:cNvPr id="71" name="Rectangle 70">
            <a:extLst>
              <a:ext uri="{FF2B5EF4-FFF2-40B4-BE49-F238E27FC236}">
                <a16:creationId xmlns:a16="http://schemas.microsoft.com/office/drawing/2014/main" id="{618E7CDE-B5D7-044A-8672-0B8FB8F50758}"/>
              </a:ext>
            </a:extLst>
          </p:cNvPr>
          <p:cNvSpPr/>
          <p:nvPr/>
        </p:nvSpPr>
        <p:spPr>
          <a:xfrm>
            <a:off x="3151231" y="3866670"/>
            <a:ext cx="1978707" cy="615495"/>
          </a:xfrm>
          <a:prstGeom prst="rect">
            <a:avLst/>
          </a:prstGeom>
          <a:noFill/>
          <a:ln w="25400">
            <a:noFill/>
          </a:ln>
          <a:effectLst/>
        </p:spPr>
        <p:style>
          <a:lnRef idx="1">
            <a:schemeClr val="accent1"/>
          </a:lnRef>
          <a:fillRef idx="3">
            <a:schemeClr val="accent1"/>
          </a:fillRef>
          <a:effectRef idx="2">
            <a:schemeClr val="accent1"/>
          </a:effectRef>
          <a:fontRef idx="minor">
            <a:schemeClr val="lt1"/>
          </a:fontRef>
        </p:style>
        <p:txBody>
          <a:bodyPr rtlCol="0" anchor="t"/>
          <a:lstStyle/>
          <a:p>
            <a:pPr marL="45720" algn="ctr"/>
            <a:r>
              <a:rPr lang="en-US" sz="1600" b="1" dirty="0">
                <a:solidFill>
                  <a:schemeClr val="tx2"/>
                </a:solidFill>
              </a:rPr>
              <a:t>PRODUCTS </a:t>
            </a:r>
            <a:br>
              <a:rPr lang="en-US" sz="1600" b="1" dirty="0">
                <a:solidFill>
                  <a:schemeClr val="tx2"/>
                </a:solidFill>
              </a:rPr>
            </a:br>
            <a:r>
              <a:rPr lang="en-US" sz="1600" b="1" dirty="0">
                <a:solidFill>
                  <a:schemeClr val="tx2"/>
                </a:solidFill>
              </a:rPr>
              <a:t>OR SYSTEM</a:t>
            </a:r>
          </a:p>
        </p:txBody>
      </p:sp>
      <p:sp>
        <p:nvSpPr>
          <p:cNvPr id="72" name="Rectangle 71">
            <a:extLst>
              <a:ext uri="{FF2B5EF4-FFF2-40B4-BE49-F238E27FC236}">
                <a16:creationId xmlns:a16="http://schemas.microsoft.com/office/drawing/2014/main" id="{9C696331-04EE-E543-8F45-A65EB041F337}"/>
              </a:ext>
            </a:extLst>
          </p:cNvPr>
          <p:cNvSpPr/>
          <p:nvPr/>
        </p:nvSpPr>
        <p:spPr>
          <a:xfrm>
            <a:off x="6915008" y="3755510"/>
            <a:ext cx="1985887" cy="735296"/>
          </a:xfrm>
          <a:prstGeom prst="rect">
            <a:avLst/>
          </a:prstGeom>
          <a:noFill/>
          <a:ln w="25400">
            <a:noFill/>
          </a:ln>
          <a:effectLst/>
        </p:spPr>
        <p:style>
          <a:lnRef idx="1">
            <a:schemeClr val="accent1"/>
          </a:lnRef>
          <a:fillRef idx="3">
            <a:schemeClr val="accent1"/>
          </a:fillRef>
          <a:effectRef idx="2">
            <a:schemeClr val="accent1"/>
          </a:effectRef>
          <a:fontRef idx="minor">
            <a:schemeClr val="lt1"/>
          </a:fontRef>
        </p:style>
        <p:txBody>
          <a:bodyPr rtlCol="0" anchor="t"/>
          <a:lstStyle/>
          <a:p>
            <a:pPr marL="45720" algn="ctr"/>
            <a:r>
              <a:rPr lang="en-US" sz="1600" b="1" dirty="0">
                <a:solidFill>
                  <a:schemeClr val="tx2"/>
                </a:solidFill>
              </a:rPr>
              <a:t>REFERENCE FLOWS</a:t>
            </a:r>
            <a:br>
              <a:rPr lang="en-US" sz="1600" b="1" dirty="0">
                <a:solidFill>
                  <a:schemeClr val="tx2"/>
                </a:solidFill>
              </a:rPr>
            </a:br>
            <a:r>
              <a:rPr lang="en-US" sz="1400" dirty="0">
                <a:solidFill>
                  <a:schemeClr val="tx2"/>
                </a:solidFill>
              </a:rPr>
              <a:t>(what is purchased)</a:t>
            </a:r>
          </a:p>
        </p:txBody>
      </p:sp>
      <p:cxnSp>
        <p:nvCxnSpPr>
          <p:cNvPr id="73" name="Straight Connector 72">
            <a:extLst>
              <a:ext uri="{FF2B5EF4-FFF2-40B4-BE49-F238E27FC236}">
                <a16:creationId xmlns:a16="http://schemas.microsoft.com/office/drawing/2014/main" id="{95A66B4B-394D-AC4D-8722-83E588377A2E}"/>
              </a:ext>
            </a:extLst>
          </p:cNvPr>
          <p:cNvCxnSpPr>
            <a:cxnSpLocks/>
          </p:cNvCxnSpPr>
          <p:nvPr/>
        </p:nvCxnSpPr>
        <p:spPr>
          <a:xfrm>
            <a:off x="3151231" y="4545308"/>
            <a:ext cx="10412044" cy="0"/>
          </a:xfrm>
          <a:prstGeom prst="line">
            <a:avLst/>
          </a:prstGeom>
          <a:ln w="38100">
            <a:solidFill>
              <a:schemeClr val="bg2">
                <a:lumMod val="90000"/>
              </a:schemeClr>
            </a:solidFill>
          </a:ln>
          <a:effectLst/>
        </p:spPr>
        <p:style>
          <a:lnRef idx="2">
            <a:schemeClr val="accent1"/>
          </a:lnRef>
          <a:fillRef idx="0">
            <a:schemeClr val="accent1"/>
          </a:fillRef>
          <a:effectRef idx="1">
            <a:schemeClr val="accent1"/>
          </a:effectRef>
          <a:fontRef idx="minor">
            <a:schemeClr val="tx1"/>
          </a:fontRef>
        </p:style>
      </p:cxnSp>
      <p:sp>
        <p:nvSpPr>
          <p:cNvPr id="75" name="Rectangle 74">
            <a:extLst>
              <a:ext uri="{FF2B5EF4-FFF2-40B4-BE49-F238E27FC236}">
                <a16:creationId xmlns:a16="http://schemas.microsoft.com/office/drawing/2014/main" id="{E7FA470C-829D-334B-AEEF-EDD5F9DBC172}"/>
              </a:ext>
            </a:extLst>
          </p:cNvPr>
          <p:cNvSpPr/>
          <p:nvPr/>
        </p:nvSpPr>
        <p:spPr>
          <a:xfrm>
            <a:off x="9128501" y="3856986"/>
            <a:ext cx="4419275" cy="664588"/>
          </a:xfrm>
          <a:prstGeom prst="rect">
            <a:avLst/>
          </a:prstGeom>
          <a:noFill/>
          <a:ln w="25400">
            <a:noFill/>
          </a:ln>
          <a:effectLst/>
        </p:spPr>
        <p:style>
          <a:lnRef idx="1">
            <a:schemeClr val="accent1"/>
          </a:lnRef>
          <a:fillRef idx="3">
            <a:schemeClr val="accent1"/>
          </a:fillRef>
          <a:effectRef idx="2">
            <a:schemeClr val="accent1"/>
          </a:effectRef>
          <a:fontRef idx="minor">
            <a:schemeClr val="lt1"/>
          </a:fontRef>
        </p:style>
        <p:txBody>
          <a:bodyPr rtlCol="0" anchor="t"/>
          <a:lstStyle/>
          <a:p>
            <a:pPr marL="45720" algn="ctr"/>
            <a:r>
              <a:rPr lang="en-US" sz="1600" b="1" dirty="0">
                <a:solidFill>
                  <a:schemeClr val="tx2"/>
                </a:solidFill>
              </a:rPr>
              <a:t>KEY ENVIRONMENTAL PARAMETERS</a:t>
            </a:r>
            <a:r>
              <a:rPr lang="en-US" sz="1800" b="1" dirty="0">
                <a:solidFill>
                  <a:schemeClr val="tx2"/>
                </a:solidFill>
              </a:rPr>
              <a:t/>
            </a:r>
            <a:br>
              <a:rPr lang="en-US" sz="1800" b="1" dirty="0">
                <a:solidFill>
                  <a:schemeClr val="tx2"/>
                </a:solidFill>
              </a:rPr>
            </a:br>
            <a:r>
              <a:rPr lang="en-US" sz="1400" dirty="0">
                <a:solidFill>
                  <a:schemeClr val="tx2"/>
                </a:solidFill>
              </a:rPr>
              <a:t>(linking reference flows to functional unit)</a:t>
            </a:r>
          </a:p>
        </p:txBody>
      </p:sp>
      <p:sp>
        <p:nvSpPr>
          <p:cNvPr id="77" name="Rectangle 76">
            <a:extLst>
              <a:ext uri="{FF2B5EF4-FFF2-40B4-BE49-F238E27FC236}">
                <a16:creationId xmlns:a16="http://schemas.microsoft.com/office/drawing/2014/main" id="{CF6374D5-C9C2-AE45-8C51-D4497FBF8B9E}"/>
              </a:ext>
            </a:extLst>
          </p:cNvPr>
          <p:cNvSpPr/>
          <p:nvPr/>
        </p:nvSpPr>
        <p:spPr>
          <a:xfrm>
            <a:off x="3346167" y="4589410"/>
            <a:ext cx="1659784" cy="333602"/>
          </a:xfrm>
          <a:prstGeom prst="rect">
            <a:avLst/>
          </a:prstGeom>
          <a:noFill/>
          <a:ln w="25400">
            <a:noFill/>
          </a:ln>
          <a:effectLst/>
        </p:spPr>
        <p:style>
          <a:lnRef idx="1">
            <a:schemeClr val="accent1"/>
          </a:lnRef>
          <a:fillRef idx="3">
            <a:schemeClr val="accent1"/>
          </a:fillRef>
          <a:effectRef idx="2">
            <a:schemeClr val="accent1"/>
          </a:effectRef>
          <a:fontRef idx="minor">
            <a:schemeClr val="lt1"/>
          </a:fontRef>
        </p:style>
        <p:txBody>
          <a:bodyPr rtlCol="0" anchor="t"/>
          <a:lstStyle/>
          <a:p>
            <a:pPr marL="45720"/>
            <a:r>
              <a:rPr lang="en-US" sz="1600" b="1" dirty="0">
                <a:solidFill>
                  <a:schemeClr val="tx2"/>
                </a:solidFill>
              </a:rPr>
              <a:t>SCENARIO 1</a:t>
            </a:r>
          </a:p>
        </p:txBody>
      </p:sp>
      <p:sp>
        <p:nvSpPr>
          <p:cNvPr id="78" name="Rectangle 77">
            <a:extLst>
              <a:ext uri="{FF2B5EF4-FFF2-40B4-BE49-F238E27FC236}">
                <a16:creationId xmlns:a16="http://schemas.microsoft.com/office/drawing/2014/main" id="{C094E664-CCF6-D147-80EE-713A4CDC09FD}"/>
              </a:ext>
            </a:extLst>
          </p:cNvPr>
          <p:cNvSpPr/>
          <p:nvPr/>
        </p:nvSpPr>
        <p:spPr>
          <a:xfrm>
            <a:off x="3340853" y="6258817"/>
            <a:ext cx="1659784" cy="328470"/>
          </a:xfrm>
          <a:prstGeom prst="rect">
            <a:avLst/>
          </a:prstGeom>
          <a:noFill/>
          <a:ln w="25400">
            <a:noFill/>
          </a:ln>
          <a:effectLst/>
        </p:spPr>
        <p:style>
          <a:lnRef idx="1">
            <a:schemeClr val="accent1"/>
          </a:lnRef>
          <a:fillRef idx="3">
            <a:schemeClr val="accent1"/>
          </a:fillRef>
          <a:effectRef idx="2">
            <a:schemeClr val="accent1"/>
          </a:effectRef>
          <a:fontRef idx="minor">
            <a:schemeClr val="lt1"/>
          </a:fontRef>
        </p:style>
        <p:txBody>
          <a:bodyPr rtlCol="0" anchor="t"/>
          <a:lstStyle/>
          <a:p>
            <a:pPr marL="45720"/>
            <a:r>
              <a:rPr lang="en-US" sz="1600" b="1" dirty="0">
                <a:solidFill>
                  <a:schemeClr val="tx2"/>
                </a:solidFill>
              </a:rPr>
              <a:t>SCENARIO 2</a:t>
            </a:r>
          </a:p>
        </p:txBody>
      </p:sp>
      <p:cxnSp>
        <p:nvCxnSpPr>
          <p:cNvPr id="79" name="Straight Connector 78">
            <a:extLst>
              <a:ext uri="{FF2B5EF4-FFF2-40B4-BE49-F238E27FC236}">
                <a16:creationId xmlns:a16="http://schemas.microsoft.com/office/drawing/2014/main" id="{9D77D759-1D06-D04D-92DA-493142332411}"/>
              </a:ext>
            </a:extLst>
          </p:cNvPr>
          <p:cNvCxnSpPr>
            <a:cxnSpLocks/>
          </p:cNvCxnSpPr>
          <p:nvPr/>
        </p:nvCxnSpPr>
        <p:spPr>
          <a:xfrm>
            <a:off x="3151230" y="5958349"/>
            <a:ext cx="1978708" cy="0"/>
          </a:xfrm>
          <a:prstGeom prst="line">
            <a:avLst/>
          </a:prstGeom>
          <a:ln>
            <a:solidFill>
              <a:schemeClr val="bg2">
                <a:lumMod val="90000"/>
              </a:schemeClr>
            </a:solidFill>
          </a:ln>
          <a:effectLst/>
        </p:spPr>
        <p:style>
          <a:lnRef idx="2">
            <a:schemeClr val="accent1"/>
          </a:lnRef>
          <a:fillRef idx="0">
            <a:schemeClr val="accent1"/>
          </a:fillRef>
          <a:effectRef idx="1">
            <a:schemeClr val="accent1"/>
          </a:effectRef>
          <a:fontRef idx="minor">
            <a:schemeClr val="tx1"/>
          </a:fontRef>
        </p:style>
      </p:cxnSp>
      <p:cxnSp>
        <p:nvCxnSpPr>
          <p:cNvPr id="80" name="Straight Connector 79">
            <a:extLst>
              <a:ext uri="{FF2B5EF4-FFF2-40B4-BE49-F238E27FC236}">
                <a16:creationId xmlns:a16="http://schemas.microsoft.com/office/drawing/2014/main" id="{B341D524-E105-DA47-BE1D-16E3F5770F4D}"/>
              </a:ext>
            </a:extLst>
          </p:cNvPr>
          <p:cNvCxnSpPr>
            <a:cxnSpLocks/>
          </p:cNvCxnSpPr>
          <p:nvPr/>
        </p:nvCxnSpPr>
        <p:spPr>
          <a:xfrm>
            <a:off x="5129939" y="3787780"/>
            <a:ext cx="0" cy="3201298"/>
          </a:xfrm>
          <a:prstGeom prst="line">
            <a:avLst/>
          </a:prstGeom>
          <a:ln>
            <a:solidFill>
              <a:schemeClr val="bg2">
                <a:lumMod val="90000"/>
              </a:schemeClr>
            </a:solidFill>
          </a:ln>
          <a:effectLst/>
        </p:spPr>
        <p:style>
          <a:lnRef idx="2">
            <a:schemeClr val="accent1"/>
          </a:lnRef>
          <a:fillRef idx="0">
            <a:schemeClr val="accent1"/>
          </a:fillRef>
          <a:effectRef idx="1">
            <a:schemeClr val="accent1"/>
          </a:effectRef>
          <a:fontRef idx="minor">
            <a:schemeClr val="tx1"/>
          </a:fontRef>
        </p:style>
      </p:cxnSp>
      <p:cxnSp>
        <p:nvCxnSpPr>
          <p:cNvPr id="81" name="Straight Connector 80">
            <a:extLst>
              <a:ext uri="{FF2B5EF4-FFF2-40B4-BE49-F238E27FC236}">
                <a16:creationId xmlns:a16="http://schemas.microsoft.com/office/drawing/2014/main" id="{0A773FF2-4B14-DB44-B9BB-A6001A42E32A}"/>
              </a:ext>
            </a:extLst>
          </p:cNvPr>
          <p:cNvCxnSpPr>
            <a:cxnSpLocks/>
          </p:cNvCxnSpPr>
          <p:nvPr/>
        </p:nvCxnSpPr>
        <p:spPr>
          <a:xfrm>
            <a:off x="9159499" y="3787780"/>
            <a:ext cx="0" cy="3747552"/>
          </a:xfrm>
          <a:prstGeom prst="line">
            <a:avLst/>
          </a:prstGeom>
          <a:ln>
            <a:solidFill>
              <a:schemeClr val="bg2">
                <a:lumMod val="90000"/>
              </a:schemeClr>
            </a:solidFill>
          </a:ln>
          <a:effectLst/>
        </p:spPr>
        <p:style>
          <a:lnRef idx="2">
            <a:schemeClr val="accent1"/>
          </a:lnRef>
          <a:fillRef idx="0">
            <a:schemeClr val="accent1"/>
          </a:fillRef>
          <a:effectRef idx="1">
            <a:schemeClr val="accent1"/>
          </a:effectRef>
          <a:fontRef idx="minor">
            <a:schemeClr val="tx1"/>
          </a:fontRef>
        </p:style>
      </p:cxnSp>
      <p:sp>
        <p:nvSpPr>
          <p:cNvPr id="82" name="Rectangle 81">
            <a:extLst>
              <a:ext uri="{FF2B5EF4-FFF2-40B4-BE49-F238E27FC236}">
                <a16:creationId xmlns:a16="http://schemas.microsoft.com/office/drawing/2014/main" id="{AD5B78AB-5FDB-B743-B50B-3B7602C24B84}"/>
              </a:ext>
            </a:extLst>
          </p:cNvPr>
          <p:cNvSpPr/>
          <p:nvPr/>
        </p:nvSpPr>
        <p:spPr>
          <a:xfrm>
            <a:off x="3151231" y="3787779"/>
            <a:ext cx="10412044" cy="3747553"/>
          </a:xfrm>
          <a:prstGeom prst="rect">
            <a:avLst/>
          </a:prstGeom>
          <a:noFill/>
          <a:ln w="25400">
            <a:solidFill>
              <a:schemeClr val="bg2">
                <a:lumMod val="9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83" name="Rectangle 82">
            <a:extLst>
              <a:ext uri="{FF2B5EF4-FFF2-40B4-BE49-F238E27FC236}">
                <a16:creationId xmlns:a16="http://schemas.microsoft.com/office/drawing/2014/main" id="{64E7D873-71E9-A14C-A124-75A02FD2D332}"/>
              </a:ext>
            </a:extLst>
          </p:cNvPr>
          <p:cNvSpPr/>
          <p:nvPr/>
        </p:nvSpPr>
        <p:spPr>
          <a:xfrm>
            <a:off x="5000876" y="3773477"/>
            <a:ext cx="1787302" cy="735296"/>
          </a:xfrm>
          <a:prstGeom prst="rect">
            <a:avLst/>
          </a:prstGeom>
          <a:noFill/>
          <a:ln w="25400">
            <a:noFill/>
          </a:ln>
          <a:effectLst/>
        </p:spPr>
        <p:style>
          <a:lnRef idx="1">
            <a:schemeClr val="accent1"/>
          </a:lnRef>
          <a:fillRef idx="3">
            <a:schemeClr val="accent1"/>
          </a:fillRef>
          <a:effectRef idx="2">
            <a:schemeClr val="accent1"/>
          </a:effectRef>
          <a:fontRef idx="minor">
            <a:schemeClr val="lt1"/>
          </a:fontRef>
        </p:style>
        <p:txBody>
          <a:bodyPr rtlCol="0" anchor="t"/>
          <a:lstStyle/>
          <a:p>
            <a:pPr marL="45720" algn="ctr"/>
            <a:r>
              <a:rPr lang="en-US" sz="1600" b="1" dirty="0">
                <a:solidFill>
                  <a:schemeClr val="tx2"/>
                </a:solidFill>
              </a:rPr>
              <a:t>FUNCTIONAL </a:t>
            </a:r>
            <a:br>
              <a:rPr lang="en-US" sz="1600" b="1" dirty="0">
                <a:solidFill>
                  <a:schemeClr val="tx2"/>
                </a:solidFill>
              </a:rPr>
            </a:br>
            <a:r>
              <a:rPr lang="en-US" sz="1600" b="1" dirty="0">
                <a:solidFill>
                  <a:schemeClr val="tx2"/>
                </a:solidFill>
              </a:rPr>
              <a:t>UNIT</a:t>
            </a:r>
            <a:br>
              <a:rPr lang="en-US" sz="1600" b="1" dirty="0">
                <a:solidFill>
                  <a:schemeClr val="tx2"/>
                </a:solidFill>
              </a:rPr>
            </a:br>
            <a:r>
              <a:rPr lang="en-US" sz="1400" dirty="0">
                <a:solidFill>
                  <a:schemeClr val="tx2"/>
                </a:solidFill>
              </a:rPr>
              <a:t>(service offered)</a:t>
            </a:r>
          </a:p>
        </p:txBody>
      </p:sp>
      <p:cxnSp>
        <p:nvCxnSpPr>
          <p:cNvPr id="84" name="Straight Connector 83">
            <a:extLst>
              <a:ext uri="{FF2B5EF4-FFF2-40B4-BE49-F238E27FC236}">
                <a16:creationId xmlns:a16="http://schemas.microsoft.com/office/drawing/2014/main" id="{E54AA394-7E09-0647-8022-F98C7D497940}"/>
              </a:ext>
            </a:extLst>
          </p:cNvPr>
          <p:cNvCxnSpPr>
            <a:cxnSpLocks/>
          </p:cNvCxnSpPr>
          <p:nvPr/>
        </p:nvCxnSpPr>
        <p:spPr>
          <a:xfrm>
            <a:off x="6710608" y="3787780"/>
            <a:ext cx="36313" cy="3747552"/>
          </a:xfrm>
          <a:prstGeom prst="line">
            <a:avLst/>
          </a:prstGeom>
          <a:ln>
            <a:solidFill>
              <a:schemeClr val="bg2">
                <a:lumMod val="90000"/>
              </a:schemeClr>
            </a:solidFill>
          </a:ln>
          <a:effectLst/>
        </p:spPr>
        <p:style>
          <a:lnRef idx="2">
            <a:schemeClr val="accent1"/>
          </a:lnRef>
          <a:fillRef idx="0">
            <a:schemeClr val="accent1"/>
          </a:fillRef>
          <a:effectRef idx="1">
            <a:schemeClr val="accent1"/>
          </a:effectRef>
          <a:fontRef idx="minor">
            <a:schemeClr val="tx1"/>
          </a:fontRef>
        </p:style>
      </p:cxnSp>
      <p:cxnSp>
        <p:nvCxnSpPr>
          <p:cNvPr id="87" name="Straight Connector 86">
            <a:extLst>
              <a:ext uri="{FF2B5EF4-FFF2-40B4-BE49-F238E27FC236}">
                <a16:creationId xmlns:a16="http://schemas.microsoft.com/office/drawing/2014/main" id="{EC34C987-B4B7-654E-86BC-9F8DA30E62EE}"/>
              </a:ext>
            </a:extLst>
          </p:cNvPr>
          <p:cNvCxnSpPr>
            <a:cxnSpLocks/>
          </p:cNvCxnSpPr>
          <p:nvPr/>
        </p:nvCxnSpPr>
        <p:spPr>
          <a:xfrm>
            <a:off x="6700342" y="5958349"/>
            <a:ext cx="2443658" cy="0"/>
          </a:xfrm>
          <a:prstGeom prst="line">
            <a:avLst/>
          </a:prstGeom>
          <a:ln>
            <a:solidFill>
              <a:schemeClr val="bg2">
                <a:lumMod val="90000"/>
              </a:schemeClr>
            </a:solidFill>
          </a:ln>
          <a:effectLst/>
        </p:spPr>
        <p:style>
          <a:lnRef idx="2">
            <a:schemeClr val="accent1"/>
          </a:lnRef>
          <a:fillRef idx="0">
            <a:schemeClr val="accent1"/>
          </a:fillRef>
          <a:effectRef idx="1">
            <a:schemeClr val="accent1"/>
          </a:effectRef>
          <a:fontRef idx="minor">
            <a:schemeClr val="tx1"/>
          </a:fontRef>
        </p:style>
      </p:cxnSp>
      <p:sp>
        <p:nvSpPr>
          <p:cNvPr id="39" name="Title 1">
            <a:extLst>
              <a:ext uri="{FF2B5EF4-FFF2-40B4-BE49-F238E27FC236}">
                <a16:creationId xmlns:a16="http://schemas.microsoft.com/office/drawing/2014/main" id="{FD8439A4-B037-4F4E-AFCE-96000C7C1237}"/>
              </a:ext>
            </a:extLst>
          </p:cNvPr>
          <p:cNvSpPr txBox="1">
            <a:spLocks/>
          </p:cNvSpPr>
          <p:nvPr/>
        </p:nvSpPr>
        <p:spPr>
          <a:xfrm>
            <a:off x="1041339" y="288697"/>
            <a:ext cx="14631828" cy="870385"/>
          </a:xfrm>
          <a:prstGeom prst="rect">
            <a:avLst/>
          </a:prstGeom>
        </p:spPr>
        <p:txBody>
          <a:bodyPr vert="horz" lIns="91440" tIns="45720" rIns="91440" bIns="45720" rtlCol="0" anchor="ctr">
            <a:noAutofit/>
          </a:bodyPr>
          <a:lstStyle>
            <a:lvl1pPr algn="l" defTabSz="457200" rtl="0" eaLnBrk="1" latinLnBrk="0" hangingPunct="1">
              <a:spcBef>
                <a:spcPct val="0"/>
              </a:spcBef>
              <a:buNone/>
              <a:defRPr sz="4400" kern="1200">
                <a:solidFill>
                  <a:srgbClr val="00274C"/>
                </a:solidFill>
                <a:latin typeface="+mj-lt"/>
                <a:ea typeface="+mj-ea"/>
                <a:cs typeface="+mj-cs"/>
              </a:defRPr>
            </a:lvl1pPr>
          </a:lstStyle>
          <a:p>
            <a:r>
              <a:rPr lang="en-US" altLang="en-US" dirty="0" smtClean="0"/>
              <a:t>Incandescent versus fluorescent bulbs: Function of a bulb</a:t>
            </a:r>
            <a:endParaRPr lang="en-US" dirty="0">
              <a:solidFill>
                <a:schemeClr val="tx2"/>
              </a:solidFill>
            </a:endParaRPr>
          </a:p>
        </p:txBody>
      </p:sp>
      <p:sp>
        <p:nvSpPr>
          <p:cNvPr id="32" name="Rectangle 31">
            <a:extLst>
              <a:ext uri="{FF2B5EF4-FFF2-40B4-BE49-F238E27FC236}">
                <a16:creationId xmlns:a16="http://schemas.microsoft.com/office/drawing/2014/main" id="{D07F6309-95C7-7247-A206-56C71456BF41}"/>
              </a:ext>
            </a:extLst>
          </p:cNvPr>
          <p:cNvSpPr/>
          <p:nvPr/>
        </p:nvSpPr>
        <p:spPr>
          <a:xfrm>
            <a:off x="346516" y="8209817"/>
            <a:ext cx="14798237" cy="523220"/>
          </a:xfrm>
          <a:prstGeom prst="rect">
            <a:avLst/>
          </a:prstGeom>
        </p:spPr>
        <p:txBody>
          <a:bodyPr wrap="square">
            <a:spAutoFit/>
          </a:bodyPr>
          <a:lstStyle/>
          <a:p>
            <a:pPr marL="0" marR="0" lvl="0" indent="0" algn="l" defTabSz="812810" rtl="0" eaLnBrk="1" fontAlgn="auto" latinLnBrk="0" hangingPunct="1">
              <a:lnSpc>
                <a:spcPct val="100000"/>
              </a:lnSpc>
              <a:spcBef>
                <a:spcPts val="0"/>
              </a:spcBef>
              <a:spcAft>
                <a:spcPts val="0"/>
              </a:spcAft>
              <a:buClrTx/>
              <a:buSzTx/>
              <a:buFontTx/>
              <a:buNone/>
              <a:tabLst/>
              <a:defRPr/>
            </a:pPr>
            <a:r>
              <a:rPr kumimoji="0" lang="en-US" altLang="en-US" sz="2800" b="0" i="1" u="none" strike="noStrike" kern="1200" cap="none" spc="0" normalizeH="0" baseline="0" noProof="0" dirty="0" smtClean="0">
                <a:ln>
                  <a:noFill/>
                </a:ln>
                <a:solidFill>
                  <a:srgbClr val="00274C"/>
                </a:solidFill>
                <a:effectLst/>
                <a:uLnTx/>
                <a:uFillTx/>
                <a:latin typeface="Arial" panose="020B0604020202020204"/>
                <a:ea typeface="+mn-ea"/>
                <a:cs typeface="+mn-cs"/>
              </a:rPr>
              <a:t>The </a:t>
            </a:r>
            <a:r>
              <a:rPr kumimoji="0" lang="en-US" altLang="en-US" sz="2800" b="0" i="1" u="none" strike="noStrike" kern="1200" cap="none" spc="0" normalizeH="0" baseline="0" noProof="0" dirty="0" smtClean="0">
                <a:ln>
                  <a:noFill/>
                </a:ln>
                <a:solidFill>
                  <a:srgbClr val="ADA400"/>
                </a:solidFill>
                <a:effectLst/>
                <a:uLnTx/>
                <a:uFillTx/>
                <a:latin typeface="Arial" panose="020B0604020202020204"/>
                <a:ea typeface="+mn-ea"/>
                <a:cs typeface="+mn-cs"/>
              </a:rPr>
              <a:t>functional unit </a:t>
            </a:r>
            <a:r>
              <a:rPr kumimoji="0" lang="en-US" altLang="en-US" sz="2800" b="0" i="1" u="none" strike="noStrike" kern="1200" cap="none" spc="0" normalizeH="0" baseline="0" noProof="0" dirty="0" smtClean="0">
                <a:ln>
                  <a:noFill/>
                </a:ln>
                <a:solidFill>
                  <a:srgbClr val="00274C"/>
                </a:solidFill>
                <a:effectLst/>
                <a:uLnTx/>
                <a:uFillTx/>
                <a:latin typeface="Arial" panose="020B0604020202020204"/>
                <a:ea typeface="+mn-ea"/>
                <a:cs typeface="+mn-cs"/>
              </a:rPr>
              <a:t>needs to be </a:t>
            </a:r>
            <a:r>
              <a:rPr kumimoji="0" lang="en-US" altLang="en-US" sz="2800" b="0" i="1" u="none" strike="noStrike" kern="1200" cap="none" spc="0" normalizeH="0" baseline="0" noProof="0" dirty="0" smtClean="0">
                <a:ln>
                  <a:noFill/>
                </a:ln>
                <a:solidFill>
                  <a:srgbClr val="ADA400"/>
                </a:solidFill>
                <a:effectLst/>
                <a:uLnTx/>
                <a:uFillTx/>
                <a:latin typeface="Arial" panose="020B0604020202020204"/>
                <a:ea typeface="+mn-ea"/>
                <a:cs typeface="+mn-cs"/>
              </a:rPr>
              <a:t>quantified</a:t>
            </a:r>
            <a:r>
              <a:rPr kumimoji="0" lang="en-US" altLang="en-US" sz="2800" b="0" i="1" u="none" strike="noStrike" kern="1200" cap="none" spc="0" normalizeH="0" baseline="0" noProof="0" dirty="0" smtClean="0">
                <a:ln>
                  <a:noFill/>
                </a:ln>
                <a:solidFill>
                  <a:srgbClr val="00274C"/>
                </a:solidFill>
                <a:effectLst/>
                <a:uLnTx/>
                <a:uFillTx/>
                <a:latin typeface="Arial" panose="020B0604020202020204"/>
                <a:ea typeface="+mn-ea"/>
                <a:cs typeface="+mn-cs"/>
              </a:rPr>
              <a:t> </a:t>
            </a:r>
            <a:r>
              <a:rPr kumimoji="0" lang="en-US" altLang="en-US" sz="2800" b="0" i="0" u="none" strike="noStrike" kern="1200" cap="none" spc="0" normalizeH="0" baseline="0" noProof="0" dirty="0" smtClean="0">
                <a:ln>
                  <a:noFill/>
                </a:ln>
                <a:solidFill>
                  <a:srgbClr val="FFCB05"/>
                </a:solidFill>
                <a:effectLst/>
                <a:uLnTx/>
                <a:uFillTx/>
                <a:latin typeface="Arial" panose="020B0604020202020204"/>
                <a:ea typeface="+mn-ea"/>
                <a:cs typeface="+mn-cs"/>
                <a:sym typeface="Wingdings" panose="05000000000000000000" pitchFamily="2" charset="2"/>
              </a:rPr>
              <a:t></a:t>
            </a:r>
            <a:r>
              <a:rPr kumimoji="0" lang="en-US" altLang="en-US" sz="2800" b="0" i="1" u="none" strike="noStrike" kern="1200" cap="none" spc="0" normalizeH="0" baseline="0" noProof="0" dirty="0" smtClean="0">
                <a:ln>
                  <a:noFill/>
                </a:ln>
                <a:solidFill>
                  <a:srgbClr val="00274C"/>
                </a:solidFill>
                <a:effectLst/>
                <a:uLnTx/>
                <a:uFillTx/>
                <a:latin typeface="Arial" panose="020B0604020202020204"/>
                <a:ea typeface="+mn-ea"/>
                <a:cs typeface="+mn-cs"/>
                <a:sym typeface="Wingdings" panose="05000000000000000000" pitchFamily="2" charset="2"/>
              </a:rPr>
              <a:t> also </a:t>
            </a:r>
            <a:r>
              <a:rPr kumimoji="0" lang="en-US" altLang="en-US" sz="2800" b="0" i="1" u="none" strike="noStrike" kern="1200" cap="none" spc="0" normalizeH="0" baseline="0" noProof="0" dirty="0" smtClean="0">
                <a:ln>
                  <a:noFill/>
                </a:ln>
                <a:solidFill>
                  <a:srgbClr val="D86018"/>
                </a:solidFill>
                <a:effectLst/>
                <a:uLnTx/>
                <a:uFillTx/>
                <a:latin typeface="Arial" panose="020B0604020202020204"/>
                <a:ea typeface="+mn-ea"/>
                <a:cs typeface="+mn-cs"/>
                <a:sym typeface="Wingdings" panose="05000000000000000000" pitchFamily="2" charset="2"/>
              </a:rPr>
              <a:t>quantify</a:t>
            </a:r>
            <a:r>
              <a:rPr kumimoji="0" lang="en-US" altLang="en-US" sz="2800" b="0" i="1" u="none" strike="noStrike" kern="1200" cap="none" spc="0" normalizeH="0" baseline="0" noProof="0" dirty="0" smtClean="0">
                <a:ln>
                  <a:noFill/>
                </a:ln>
                <a:solidFill>
                  <a:srgbClr val="00274C"/>
                </a:solidFill>
                <a:effectLst/>
                <a:uLnTx/>
                <a:uFillTx/>
                <a:latin typeface="Arial" panose="020B0604020202020204"/>
                <a:ea typeface="+mn-ea"/>
                <a:cs typeface="+mn-cs"/>
                <a:sym typeface="Wingdings" panose="05000000000000000000" pitchFamily="2" charset="2"/>
              </a:rPr>
              <a:t> the corresponding </a:t>
            </a:r>
            <a:r>
              <a:rPr kumimoji="0" lang="en-US" altLang="en-US" sz="2800" b="0" i="1" u="none" strike="noStrike" kern="1200" cap="none" spc="0" normalizeH="0" baseline="0" noProof="0" dirty="0" smtClean="0">
                <a:ln>
                  <a:noFill/>
                </a:ln>
                <a:solidFill>
                  <a:srgbClr val="D86018"/>
                </a:solidFill>
                <a:effectLst/>
                <a:uLnTx/>
                <a:uFillTx/>
                <a:latin typeface="Arial" panose="020B0604020202020204"/>
                <a:ea typeface="+mn-ea"/>
                <a:cs typeface="+mn-cs"/>
                <a:sym typeface="Wingdings" panose="05000000000000000000" pitchFamily="2" charset="2"/>
              </a:rPr>
              <a:t>reference flows </a:t>
            </a:r>
            <a:r>
              <a:rPr kumimoji="0" lang="en-US" altLang="en-US" sz="2800" b="0" i="1" u="none" strike="noStrike" kern="1200" cap="none" spc="0" normalizeH="0" baseline="0" noProof="0" dirty="0" smtClean="0">
                <a:ln>
                  <a:noFill/>
                </a:ln>
                <a:solidFill>
                  <a:srgbClr val="D86018"/>
                </a:solidFill>
                <a:effectLst/>
                <a:uLnTx/>
                <a:uFillTx/>
                <a:latin typeface="Arial" panose="020B0604020202020204"/>
                <a:ea typeface="+mn-ea"/>
                <a:cs typeface="+mn-cs"/>
              </a:rPr>
              <a:t> </a:t>
            </a:r>
            <a:endParaRPr kumimoji="0" lang="en-US" altLang="en-US" sz="2800" b="0" i="1" u="none" strike="noStrike" kern="1200" cap="none" spc="0" normalizeH="0" baseline="0" noProof="0" dirty="0">
              <a:ln>
                <a:noFill/>
              </a:ln>
              <a:solidFill>
                <a:srgbClr val="D86018"/>
              </a:solidFill>
              <a:effectLst/>
              <a:uLnTx/>
              <a:uFillTx/>
              <a:latin typeface="Arial" panose="020B0604020202020204"/>
              <a:ea typeface="+mn-ea"/>
              <a:cs typeface="+mn-cs"/>
            </a:endParaRPr>
          </a:p>
        </p:txBody>
      </p:sp>
      <p:sp>
        <p:nvSpPr>
          <p:cNvPr id="33" name="Rectangle 32">
            <a:extLst>
              <a:ext uri="{FF2B5EF4-FFF2-40B4-BE49-F238E27FC236}">
                <a16:creationId xmlns:a16="http://schemas.microsoft.com/office/drawing/2014/main" id="{55717405-880F-AA47-90DC-6BF888B9E32C}"/>
              </a:ext>
            </a:extLst>
          </p:cNvPr>
          <p:cNvSpPr/>
          <p:nvPr/>
        </p:nvSpPr>
        <p:spPr>
          <a:xfrm>
            <a:off x="95754" y="7743746"/>
            <a:ext cx="13638508" cy="523220"/>
          </a:xfrm>
          <a:prstGeom prst="rect">
            <a:avLst/>
          </a:prstGeom>
        </p:spPr>
        <p:txBody>
          <a:bodyPr wrap="square">
            <a:spAutoFit/>
          </a:bodyPr>
          <a:lstStyle/>
          <a:p>
            <a:pPr marL="0" marR="0" lvl="0" indent="0" algn="ctr" defTabSz="812810" rtl="0" eaLnBrk="1" fontAlgn="auto" latinLnBrk="0" hangingPunct="1">
              <a:lnSpc>
                <a:spcPct val="100000"/>
              </a:lnSpc>
              <a:spcBef>
                <a:spcPts val="0"/>
              </a:spcBef>
              <a:spcAft>
                <a:spcPts val="0"/>
              </a:spcAft>
              <a:buClrTx/>
              <a:buSzTx/>
              <a:buFontTx/>
              <a:buNone/>
              <a:tabLst/>
              <a:defRPr/>
            </a:pPr>
            <a:r>
              <a:rPr kumimoji="0" lang="en-US" altLang="en-US" sz="2800" b="0" i="1" u="none" strike="noStrike" kern="1200" cap="none" spc="0" normalizeH="0" baseline="0" noProof="0" dirty="0">
                <a:ln>
                  <a:noFill/>
                </a:ln>
                <a:solidFill>
                  <a:srgbClr val="00274C"/>
                </a:solidFill>
                <a:effectLst/>
                <a:uLnTx/>
                <a:uFillTx/>
                <a:latin typeface="Arial" panose="020B0604020202020204"/>
                <a:ea typeface="+mn-ea"/>
                <a:cs typeface="+mn-cs"/>
              </a:rPr>
              <a:t>What do you need or need to buy to fulfill the main illumination function?</a:t>
            </a:r>
          </a:p>
        </p:txBody>
      </p:sp>
      <p:sp>
        <p:nvSpPr>
          <p:cNvPr id="2" name="Rectangle 1"/>
          <p:cNvSpPr/>
          <p:nvPr/>
        </p:nvSpPr>
        <p:spPr>
          <a:xfrm>
            <a:off x="-264805" y="8646785"/>
            <a:ext cx="16769583" cy="523220"/>
          </a:xfrm>
          <a:prstGeom prst="rect">
            <a:avLst/>
          </a:prstGeom>
        </p:spPr>
        <p:txBody>
          <a:bodyPr wrap="square">
            <a:spAutoFit/>
          </a:bodyPr>
          <a:lstStyle/>
          <a:p>
            <a:pPr lvl="0" algn="ctr">
              <a:defRPr/>
            </a:pPr>
            <a:r>
              <a:rPr lang="en-US" altLang="en-US" sz="2800" i="1" dirty="0">
                <a:solidFill>
                  <a:srgbClr val="00274C"/>
                </a:solidFill>
              </a:rPr>
              <a:t>What are the </a:t>
            </a:r>
            <a:r>
              <a:rPr lang="en-US" altLang="en-US" sz="2800" i="1" dirty="0">
                <a:solidFill>
                  <a:srgbClr val="407EC9"/>
                </a:solidFill>
              </a:rPr>
              <a:t>key factors </a:t>
            </a:r>
            <a:r>
              <a:rPr lang="en-US" altLang="en-US" sz="2800" i="1" dirty="0">
                <a:solidFill>
                  <a:srgbClr val="00274C"/>
                </a:solidFill>
              </a:rPr>
              <a:t>that determine the reference flows, i.e. what needs to be purchased per FU?</a:t>
            </a:r>
            <a:endParaRPr lang="en-US" altLang="en-US" sz="2800" i="1" dirty="0">
              <a:solidFill>
                <a:srgbClr val="00274C"/>
              </a:solidFill>
            </a:endParaRPr>
          </a:p>
        </p:txBody>
      </p:sp>
    </p:spTree>
    <p:extLst>
      <p:ext uri="{BB962C8B-B14F-4D97-AF65-F5344CB8AC3E}">
        <p14:creationId xmlns:p14="http://schemas.microsoft.com/office/powerpoint/2010/main" val="318999516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5EE1E1-9BE2-C94A-B580-4DAB72EA16FF}"/>
              </a:ext>
            </a:extLst>
          </p:cNvPr>
          <p:cNvSpPr>
            <a:spLocks noGrp="1"/>
          </p:cNvSpPr>
          <p:nvPr>
            <p:ph type="title"/>
          </p:nvPr>
        </p:nvSpPr>
        <p:spPr/>
        <p:txBody>
          <a:bodyPr/>
          <a:lstStyle/>
          <a:p>
            <a:r>
              <a:rPr lang="en-US" altLang="en-US" dirty="0"/>
              <a:t>Light efficiency according to different sorts of </a:t>
            </a:r>
            <a:r>
              <a:rPr lang="fr-CH" altLang="en-US" dirty="0"/>
              <a:t>bulbs</a:t>
            </a:r>
            <a:endParaRPr lang="en-US" dirty="0"/>
          </a:p>
        </p:txBody>
      </p:sp>
      <p:pic>
        <p:nvPicPr>
          <p:cNvPr id="4" name="Picture 3">
            <a:extLst>
              <a:ext uri="{FF2B5EF4-FFF2-40B4-BE49-F238E27FC236}">
                <a16:creationId xmlns:a16="http://schemas.microsoft.com/office/drawing/2014/main" id="{D067EF98-98AA-F242-8993-19749E39A173}"/>
              </a:ext>
            </a:extLst>
          </p:cNvPr>
          <p:cNvPicPr>
            <a:picLocks noChangeAspect="1" noChangeArrowheads="1"/>
          </p:cNvPicPr>
          <p:nvPr/>
        </p:nvPicPr>
        <p:blipFill>
          <a:blip r:embed="rId2" cstate="screen">
            <a:extLst>
              <a:ext uri="{28A0092B-C50C-407E-A947-70E740481C1C}">
                <a14:useLocalDpi xmlns:a14="http://schemas.microsoft.com/office/drawing/2010/main"/>
              </a:ext>
            </a:extLst>
          </a:blip>
          <a:srcRect/>
          <a:stretch>
            <a:fillRect/>
          </a:stretch>
        </p:blipFill>
        <p:spPr bwMode="auto">
          <a:xfrm>
            <a:off x="8943769" y="2233757"/>
            <a:ext cx="6566842" cy="49867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 name="Picture 1">
            <a:extLst>
              <a:ext uri="{FF2B5EF4-FFF2-40B4-BE49-F238E27FC236}">
                <a16:creationId xmlns:a16="http://schemas.microsoft.com/office/drawing/2014/main" id="{06E62837-B10F-114E-8F9E-72677E454F01}"/>
              </a:ext>
            </a:extLst>
          </p:cNvPr>
          <p:cNvPicPr>
            <a:picLocks noChangeAspect="1"/>
          </p:cNvPicPr>
          <p:nvPr/>
        </p:nvPicPr>
        <p:blipFill>
          <a:blip r:embed="rId3">
            <a:extLst>
              <a:ext uri="{28A0092B-C50C-407E-A947-70E740481C1C}">
                <a14:useLocalDpi xmlns:a14="http://schemas.microsoft.com/office/drawing/2010/main"/>
              </a:ext>
            </a:extLst>
          </a:blip>
          <a:srcRect/>
          <a:stretch>
            <a:fillRect/>
          </a:stretch>
        </p:blipFill>
        <p:spPr bwMode="auto">
          <a:xfrm>
            <a:off x="878783" y="2196885"/>
            <a:ext cx="7426021" cy="50348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Text Box 4">
            <a:extLst>
              <a:ext uri="{FF2B5EF4-FFF2-40B4-BE49-F238E27FC236}">
                <a16:creationId xmlns:a16="http://schemas.microsoft.com/office/drawing/2014/main" id="{196165DD-DC81-944A-A8AE-10AEB566A6DB}"/>
              </a:ext>
            </a:extLst>
          </p:cNvPr>
          <p:cNvSpPr txBox="1">
            <a:spLocks noChangeArrowheads="1"/>
          </p:cNvSpPr>
          <p:nvPr/>
        </p:nvSpPr>
        <p:spPr bwMode="auto">
          <a:xfrm rot="-5400000">
            <a:off x="7624481" y="4348896"/>
            <a:ext cx="3148774" cy="369332"/>
          </a:xfrm>
          <a:prstGeom prst="rect">
            <a:avLst/>
          </a:prstGeom>
          <a:solidFill>
            <a:schemeClr val="bg1"/>
          </a:solidFill>
          <a:ln>
            <a:noFill/>
          </a:ln>
          <a:extLst>
            <a:ext uri="{91240B29-F687-4F45-9708-019B960494DF}">
              <a14:hiddenLine xmlns:a14="http://schemas.microsoft.com/office/drawing/2010/main" w="12700">
                <a:solidFill>
                  <a:srgbClr val="000000"/>
                </a:solidFill>
                <a:miter lim="800000"/>
                <a:headEnd/>
                <a:tailEnd/>
              </a14:hiddenLine>
            </a:ext>
          </a:extLst>
        </p:spPr>
        <p:txBody>
          <a:bodyPr wrap="square">
            <a:spAutoFit/>
          </a:bodyPr>
          <a:lstStyle>
            <a:lvl1pPr>
              <a:spcBef>
                <a:spcPct val="20000"/>
              </a:spcBef>
              <a:buClr>
                <a:srgbClr val="FF9900"/>
              </a:buClr>
              <a:buChar char="•"/>
              <a:defRPr sz="3200" b="1">
                <a:solidFill>
                  <a:srgbClr val="01035B"/>
                </a:solidFill>
                <a:latin typeface="Arial" panose="020B0604020202020204" pitchFamily="34" charset="0"/>
              </a:defRPr>
            </a:lvl1pPr>
            <a:lvl2pPr marL="742950" indent="-285750">
              <a:spcBef>
                <a:spcPct val="20000"/>
              </a:spcBef>
              <a:buClr>
                <a:srgbClr val="FF9900"/>
              </a:buClr>
              <a:buChar char="–"/>
              <a:defRPr sz="2800" b="1">
                <a:solidFill>
                  <a:srgbClr val="01035B"/>
                </a:solidFill>
                <a:latin typeface="Arial" panose="020B0604020202020204" pitchFamily="34" charset="0"/>
              </a:defRPr>
            </a:lvl2pPr>
            <a:lvl3pPr marL="1143000" indent="-228600">
              <a:spcBef>
                <a:spcPct val="20000"/>
              </a:spcBef>
              <a:buClr>
                <a:srgbClr val="FF9900"/>
              </a:buClr>
              <a:buChar char="•"/>
              <a:defRPr sz="2400" b="1">
                <a:solidFill>
                  <a:srgbClr val="01035B"/>
                </a:solidFill>
                <a:latin typeface="Arial" panose="020B0604020202020204" pitchFamily="34" charset="0"/>
              </a:defRPr>
            </a:lvl3pPr>
            <a:lvl4pPr marL="1600200" indent="-228600">
              <a:spcBef>
                <a:spcPct val="20000"/>
              </a:spcBef>
              <a:buClr>
                <a:srgbClr val="FF9900"/>
              </a:buClr>
              <a:buChar char="–"/>
              <a:defRPr sz="2000" b="1">
                <a:solidFill>
                  <a:srgbClr val="01035B"/>
                </a:solidFill>
                <a:latin typeface="Arial" panose="020B0604020202020204" pitchFamily="34" charset="0"/>
              </a:defRPr>
            </a:lvl4pPr>
            <a:lvl5pPr marL="2057400" indent="-228600">
              <a:spcBef>
                <a:spcPct val="20000"/>
              </a:spcBef>
              <a:buClr>
                <a:srgbClr val="FF9900"/>
              </a:buClr>
              <a:buChar char="»"/>
              <a:defRPr sz="2000" b="1">
                <a:solidFill>
                  <a:srgbClr val="01035B"/>
                </a:solidFill>
                <a:latin typeface="Arial" panose="020B0604020202020204" pitchFamily="34" charset="0"/>
              </a:defRPr>
            </a:lvl5pPr>
            <a:lvl6pPr marL="25146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6pPr>
            <a:lvl7pPr marL="29718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7pPr>
            <a:lvl8pPr marL="34290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8pPr>
            <a:lvl9pPr marL="38862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9pPr>
          </a:lstStyle>
          <a:p>
            <a:pPr marL="0" marR="0" lvl="0" indent="0" algn="ctr" defTabSz="812810" rtl="0" eaLnBrk="1" fontAlgn="auto" latinLnBrk="0" hangingPunct="1">
              <a:lnSpc>
                <a:spcPct val="100000"/>
              </a:lnSpc>
              <a:spcBef>
                <a:spcPct val="50000"/>
              </a:spcBef>
              <a:spcAft>
                <a:spcPts val="0"/>
              </a:spcAft>
              <a:buClrTx/>
              <a:buSzTx/>
              <a:buFontTx/>
              <a:buNone/>
              <a:tabLst/>
              <a:defRPr/>
            </a:pPr>
            <a:r>
              <a:rPr kumimoji="0" lang="fr-CH" altLang="en-US" sz="1800" b="1" i="0" u="none" strike="noStrike" kern="1200" cap="none" spc="0" normalizeH="0" baseline="0" noProof="0" dirty="0">
                <a:ln>
                  <a:noFill/>
                </a:ln>
                <a:solidFill>
                  <a:srgbClr val="000000"/>
                </a:solidFill>
                <a:effectLst/>
                <a:uLnTx/>
                <a:uFillTx/>
                <a:latin typeface="Arial Black" panose="020B0A04020102020204" pitchFamily="34" charset="0"/>
                <a:ea typeface="+mn-ea"/>
                <a:cs typeface="+mn-cs"/>
              </a:rPr>
              <a:t>Light </a:t>
            </a:r>
            <a:r>
              <a:rPr kumimoji="0" lang="fr-CH" altLang="en-US" sz="1800" b="1" i="0" u="none" strike="noStrike" kern="1200" cap="none" spc="0" normalizeH="0" baseline="0" noProof="0" dirty="0" err="1">
                <a:ln>
                  <a:noFill/>
                </a:ln>
                <a:solidFill>
                  <a:srgbClr val="000000"/>
                </a:solidFill>
                <a:effectLst/>
                <a:uLnTx/>
                <a:uFillTx/>
                <a:latin typeface="Arial Black" panose="020B0A04020102020204" pitchFamily="34" charset="0"/>
                <a:ea typeface="+mn-ea"/>
                <a:cs typeface="+mn-cs"/>
              </a:rPr>
              <a:t>efficiency</a:t>
            </a:r>
            <a:endParaRPr kumimoji="0" lang="en-US" altLang="en-US" sz="1800" b="1" i="0" u="none" strike="noStrike" kern="1200" cap="none" spc="0" normalizeH="0" baseline="0" noProof="0" dirty="0">
              <a:ln>
                <a:noFill/>
              </a:ln>
              <a:solidFill>
                <a:srgbClr val="000000"/>
              </a:solidFill>
              <a:effectLst/>
              <a:uLnTx/>
              <a:uFillTx/>
              <a:latin typeface="Arial Black" panose="020B0A04020102020204" pitchFamily="34" charset="0"/>
              <a:ea typeface="+mn-ea"/>
              <a:cs typeface="+mn-cs"/>
            </a:endParaRPr>
          </a:p>
        </p:txBody>
      </p:sp>
      <p:sp>
        <p:nvSpPr>
          <p:cNvPr id="7" name="Text Box 5">
            <a:extLst>
              <a:ext uri="{FF2B5EF4-FFF2-40B4-BE49-F238E27FC236}">
                <a16:creationId xmlns:a16="http://schemas.microsoft.com/office/drawing/2014/main" id="{7D0E73C7-AE50-7C4C-AFA7-819FECE74E36}"/>
              </a:ext>
            </a:extLst>
          </p:cNvPr>
          <p:cNvSpPr txBox="1">
            <a:spLocks noChangeArrowheads="1"/>
          </p:cNvSpPr>
          <p:nvPr/>
        </p:nvSpPr>
        <p:spPr bwMode="auto">
          <a:xfrm>
            <a:off x="9934414" y="6853800"/>
            <a:ext cx="5576197" cy="377886"/>
          </a:xfrm>
          <a:prstGeom prst="rect">
            <a:avLst/>
          </a:prstGeom>
          <a:solidFill>
            <a:schemeClr val="bg1"/>
          </a:solidFill>
          <a:ln>
            <a:noFill/>
          </a:ln>
          <a:extLst>
            <a:ext uri="{91240B29-F687-4F45-9708-019B960494DF}">
              <a14:hiddenLine xmlns:a14="http://schemas.microsoft.com/office/drawing/2010/main" w="12700">
                <a:solidFill>
                  <a:srgbClr val="000000"/>
                </a:solidFill>
                <a:miter lim="800000"/>
                <a:headEnd/>
                <a:tailEnd/>
              </a14:hiddenLine>
            </a:ext>
          </a:extLst>
        </p:spPr>
        <p:txBody>
          <a:bodyPr wrap="square">
            <a:spAutoFit/>
          </a:bodyPr>
          <a:lstStyle>
            <a:lvl1pPr>
              <a:spcBef>
                <a:spcPct val="20000"/>
              </a:spcBef>
              <a:buClr>
                <a:srgbClr val="FF9900"/>
              </a:buClr>
              <a:buChar char="•"/>
              <a:defRPr sz="3200" b="1">
                <a:solidFill>
                  <a:srgbClr val="01035B"/>
                </a:solidFill>
                <a:latin typeface="Arial" panose="020B0604020202020204" pitchFamily="34" charset="0"/>
              </a:defRPr>
            </a:lvl1pPr>
            <a:lvl2pPr marL="742950" indent="-285750">
              <a:spcBef>
                <a:spcPct val="20000"/>
              </a:spcBef>
              <a:buClr>
                <a:srgbClr val="FF9900"/>
              </a:buClr>
              <a:buChar char="–"/>
              <a:defRPr sz="2800" b="1">
                <a:solidFill>
                  <a:srgbClr val="01035B"/>
                </a:solidFill>
                <a:latin typeface="Arial" panose="020B0604020202020204" pitchFamily="34" charset="0"/>
              </a:defRPr>
            </a:lvl2pPr>
            <a:lvl3pPr marL="1143000" indent="-228600">
              <a:spcBef>
                <a:spcPct val="20000"/>
              </a:spcBef>
              <a:buClr>
                <a:srgbClr val="FF9900"/>
              </a:buClr>
              <a:buChar char="•"/>
              <a:defRPr sz="2400" b="1">
                <a:solidFill>
                  <a:srgbClr val="01035B"/>
                </a:solidFill>
                <a:latin typeface="Arial" panose="020B0604020202020204" pitchFamily="34" charset="0"/>
              </a:defRPr>
            </a:lvl3pPr>
            <a:lvl4pPr marL="1600200" indent="-228600">
              <a:spcBef>
                <a:spcPct val="20000"/>
              </a:spcBef>
              <a:buClr>
                <a:srgbClr val="FF9900"/>
              </a:buClr>
              <a:buChar char="–"/>
              <a:defRPr sz="2000" b="1">
                <a:solidFill>
                  <a:srgbClr val="01035B"/>
                </a:solidFill>
                <a:latin typeface="Arial" panose="020B0604020202020204" pitchFamily="34" charset="0"/>
              </a:defRPr>
            </a:lvl4pPr>
            <a:lvl5pPr marL="2057400" indent="-228600">
              <a:spcBef>
                <a:spcPct val="20000"/>
              </a:spcBef>
              <a:buClr>
                <a:srgbClr val="FF9900"/>
              </a:buClr>
              <a:buChar char="»"/>
              <a:defRPr sz="2000" b="1">
                <a:solidFill>
                  <a:srgbClr val="01035B"/>
                </a:solidFill>
                <a:latin typeface="Arial" panose="020B0604020202020204" pitchFamily="34" charset="0"/>
              </a:defRPr>
            </a:lvl5pPr>
            <a:lvl6pPr marL="25146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6pPr>
            <a:lvl7pPr marL="29718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7pPr>
            <a:lvl8pPr marL="34290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8pPr>
            <a:lvl9pPr marL="38862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9pPr>
          </a:lstStyle>
          <a:p>
            <a:pPr marL="0" marR="0" lvl="0" indent="0" algn="ctr" defTabSz="812810" rtl="0" eaLnBrk="1" fontAlgn="auto" latinLnBrk="0" hangingPunct="1">
              <a:lnSpc>
                <a:spcPct val="100000"/>
              </a:lnSpc>
              <a:spcBef>
                <a:spcPct val="50000"/>
              </a:spcBef>
              <a:spcAft>
                <a:spcPts val="0"/>
              </a:spcAft>
              <a:buClrTx/>
              <a:buSzTx/>
              <a:buFontTx/>
              <a:buNone/>
              <a:tabLst/>
              <a:defRPr/>
            </a:pPr>
            <a:r>
              <a:rPr kumimoji="0" lang="fr-CH" altLang="en-US" sz="1800" b="1" i="0" u="none" strike="noStrike" kern="1200" cap="none" spc="0" normalizeH="0" baseline="0" noProof="0" dirty="0">
                <a:ln>
                  <a:noFill/>
                </a:ln>
                <a:solidFill>
                  <a:srgbClr val="000000"/>
                </a:solidFill>
                <a:effectLst/>
                <a:uLnTx/>
                <a:uFillTx/>
                <a:latin typeface="Arial Black" panose="020B0A04020102020204" pitchFamily="34" charset="0"/>
                <a:ea typeface="+mn-ea"/>
                <a:cs typeface="+mn-cs"/>
              </a:rPr>
              <a:t>Bulb power (W)</a:t>
            </a:r>
            <a:endParaRPr kumimoji="0" lang="en-US" altLang="en-US" sz="1800" b="1" i="0" u="none" strike="noStrike" kern="1200" cap="none" spc="0" normalizeH="0" baseline="0" noProof="0" dirty="0">
              <a:ln>
                <a:noFill/>
              </a:ln>
              <a:solidFill>
                <a:srgbClr val="000000"/>
              </a:solidFill>
              <a:effectLst/>
              <a:uLnTx/>
              <a:uFillTx/>
              <a:latin typeface="Arial Black" panose="020B0A04020102020204" pitchFamily="34" charset="0"/>
              <a:ea typeface="+mn-ea"/>
              <a:cs typeface="+mn-cs"/>
            </a:endParaRPr>
          </a:p>
        </p:txBody>
      </p:sp>
    </p:spTree>
    <p:extLst>
      <p:ext uri="{BB962C8B-B14F-4D97-AF65-F5344CB8AC3E}">
        <p14:creationId xmlns:p14="http://schemas.microsoft.com/office/powerpoint/2010/main" val="422573566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388590-ACF3-F349-8FB2-8EDABB2CE4C5}"/>
              </a:ext>
            </a:extLst>
          </p:cNvPr>
          <p:cNvSpPr>
            <a:spLocks noGrp="1"/>
          </p:cNvSpPr>
          <p:nvPr>
            <p:ph type="title"/>
          </p:nvPr>
        </p:nvSpPr>
        <p:spPr/>
        <p:txBody>
          <a:bodyPr/>
          <a:lstStyle/>
          <a:p>
            <a:r>
              <a:rPr lang="en-GB" altLang="en-US" dirty="0"/>
              <a:t>Technological improvement needs time!</a:t>
            </a:r>
            <a:endParaRPr lang="en-US" dirty="0"/>
          </a:p>
        </p:txBody>
      </p:sp>
      <p:pic>
        <p:nvPicPr>
          <p:cNvPr id="4" name="Picture 3">
            <a:extLst>
              <a:ext uri="{FF2B5EF4-FFF2-40B4-BE49-F238E27FC236}">
                <a16:creationId xmlns:a16="http://schemas.microsoft.com/office/drawing/2014/main" id="{CE53BF1D-8B80-2B49-8483-652EA8C164A6}"/>
              </a:ext>
            </a:extLst>
          </p:cNvPr>
          <p:cNvPicPr>
            <a:picLocks noChangeAspect="1" noChangeArrowheads="1"/>
          </p:cNvPicPr>
          <p:nvPr/>
        </p:nvPicPr>
        <p:blipFill>
          <a:blip r:embed="rId2" cstate="screen">
            <a:extLst>
              <a:ext uri="{28A0092B-C50C-407E-A947-70E740481C1C}">
                <a14:useLocalDpi xmlns:a14="http://schemas.microsoft.com/office/drawing/2010/main"/>
              </a:ext>
            </a:extLst>
          </a:blip>
          <a:srcRect/>
          <a:stretch>
            <a:fillRect/>
          </a:stretch>
        </p:blipFill>
        <p:spPr bwMode="auto">
          <a:xfrm>
            <a:off x="4022424" y="1266540"/>
            <a:ext cx="8763678" cy="61597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415015059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8439A4-B037-4F4E-AFCE-96000C7C1237}"/>
              </a:ext>
            </a:extLst>
          </p:cNvPr>
          <p:cNvSpPr>
            <a:spLocks noGrp="1"/>
          </p:cNvSpPr>
          <p:nvPr>
            <p:ph type="title"/>
          </p:nvPr>
        </p:nvSpPr>
        <p:spPr>
          <a:xfrm>
            <a:off x="812880" y="279400"/>
            <a:ext cx="14631828" cy="870385"/>
          </a:xfrm>
        </p:spPr>
        <p:txBody>
          <a:bodyPr/>
          <a:lstStyle/>
          <a:p>
            <a:r>
              <a:rPr lang="en-US" altLang="en-US" dirty="0"/>
              <a:t>Reference flows</a:t>
            </a:r>
            <a:endParaRPr lang="en-US" dirty="0">
              <a:solidFill>
                <a:schemeClr val="tx2"/>
              </a:solidFill>
            </a:endParaRPr>
          </a:p>
        </p:txBody>
      </p:sp>
      <p:sp>
        <p:nvSpPr>
          <p:cNvPr id="44" name="TextBox 43">
            <a:extLst>
              <a:ext uri="{FF2B5EF4-FFF2-40B4-BE49-F238E27FC236}">
                <a16:creationId xmlns:a16="http://schemas.microsoft.com/office/drawing/2014/main" id="{36323D48-02AE-FA41-9DFB-20E9DFF81930}"/>
              </a:ext>
            </a:extLst>
          </p:cNvPr>
          <p:cNvSpPr txBox="1"/>
          <p:nvPr/>
        </p:nvSpPr>
        <p:spPr>
          <a:xfrm>
            <a:off x="6741684" y="3192025"/>
            <a:ext cx="2839206" cy="1138773"/>
          </a:xfrm>
          <a:prstGeom prst="rect">
            <a:avLst/>
          </a:prstGeom>
          <a:noFill/>
        </p:spPr>
        <p:txBody>
          <a:bodyPr wrap="square" rtlCol="0">
            <a:spAutoFit/>
          </a:bodyPr>
          <a:lstStyle/>
          <a:p>
            <a:pPr marL="0" marR="0" lvl="0" indent="0" algn="l" defTabSz="81281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srgbClr val="D86018"/>
                </a:solidFill>
                <a:effectLst/>
                <a:uLnTx/>
                <a:uFillTx/>
                <a:latin typeface="Arial" panose="020B0604020202020204"/>
                <a:ea typeface="+mn-ea"/>
                <a:cs typeface="+mn-cs"/>
              </a:rPr>
              <a:t>  5 </a:t>
            </a:r>
            <a:r>
              <a:rPr kumimoji="0" lang="en-US" sz="1600" b="1" i="0" u="none" strike="noStrike" kern="1200" cap="none" spc="0" normalizeH="0" baseline="0" noProof="0" dirty="0">
                <a:ln>
                  <a:noFill/>
                </a:ln>
                <a:solidFill>
                  <a:srgbClr val="00274C"/>
                </a:solidFill>
                <a:effectLst/>
                <a:uLnTx/>
                <a:uFillTx/>
                <a:latin typeface="Arial" panose="020B0604020202020204"/>
                <a:ea typeface="+mn-ea"/>
                <a:cs typeface="+mn-cs"/>
              </a:rPr>
              <a:t> incandescent bulbs/FU</a:t>
            </a:r>
          </a:p>
          <a:p>
            <a:pPr marL="0" marR="0" lvl="0" indent="0" algn="l" defTabSz="812810" rtl="0" eaLnBrk="1" fontAlgn="auto" latinLnBrk="0" hangingPunct="1">
              <a:lnSpc>
                <a:spcPct val="100000"/>
              </a:lnSpc>
              <a:spcBef>
                <a:spcPts val="0"/>
              </a:spcBef>
              <a:spcAft>
                <a:spcPts val="0"/>
              </a:spcAft>
              <a:buClrTx/>
              <a:buSzTx/>
              <a:buFontTx/>
              <a:buNone/>
              <a:tabLst/>
              <a:defRPr/>
            </a:pPr>
            <a:endParaRPr kumimoji="0" lang="en-US" sz="400" b="1" i="0" u="none" strike="noStrike" kern="1200" cap="none" spc="0" normalizeH="0" baseline="0" noProof="0" dirty="0">
              <a:ln>
                <a:noFill/>
              </a:ln>
              <a:solidFill>
                <a:srgbClr val="00274C"/>
              </a:solidFill>
              <a:effectLst/>
              <a:uLnTx/>
              <a:uFillTx/>
              <a:latin typeface="Arial" panose="020B0604020202020204"/>
              <a:ea typeface="+mn-ea"/>
              <a:cs typeface="+mn-cs"/>
            </a:endParaRPr>
          </a:p>
          <a:p>
            <a:pPr marL="0" marR="0" lvl="0" indent="0" algn="l" defTabSz="81281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srgbClr val="D86018"/>
                </a:solidFill>
                <a:effectLst/>
                <a:uLnTx/>
                <a:uFillTx/>
                <a:latin typeface="Arial" panose="020B0604020202020204"/>
                <a:ea typeface="+mn-ea"/>
                <a:cs typeface="+mn-cs"/>
              </a:rPr>
              <a:t>  1/6 </a:t>
            </a:r>
            <a:r>
              <a:rPr kumimoji="0" lang="en-US" sz="1600" b="1" i="0" u="none" strike="noStrike" kern="1200" cap="none" spc="0" normalizeH="0" baseline="0" noProof="0" dirty="0">
                <a:ln>
                  <a:noFill/>
                </a:ln>
                <a:solidFill>
                  <a:srgbClr val="00274C"/>
                </a:solidFill>
                <a:effectLst/>
                <a:uLnTx/>
                <a:uFillTx/>
                <a:latin typeface="Arial" panose="020B0604020202020204"/>
                <a:ea typeface="+mn-ea"/>
                <a:cs typeface="+mn-cs"/>
              </a:rPr>
              <a:t>fixture/FU</a:t>
            </a:r>
          </a:p>
          <a:p>
            <a:pPr marL="0" marR="0" lvl="0" indent="0" algn="l" defTabSz="812810" rtl="0" eaLnBrk="1" fontAlgn="auto" latinLnBrk="0" hangingPunct="1">
              <a:lnSpc>
                <a:spcPct val="100000"/>
              </a:lnSpc>
              <a:spcBef>
                <a:spcPts val="0"/>
              </a:spcBef>
              <a:spcAft>
                <a:spcPts val="0"/>
              </a:spcAft>
              <a:buClrTx/>
              <a:buSzTx/>
              <a:buFontTx/>
              <a:buNone/>
              <a:tabLst/>
              <a:defRPr/>
            </a:pPr>
            <a:endParaRPr kumimoji="0" lang="en-US" sz="1600" b="1" i="0" u="none" strike="noStrike" kern="1200" cap="none" spc="0" normalizeH="0" baseline="0" noProof="0" dirty="0">
              <a:ln>
                <a:noFill/>
              </a:ln>
              <a:solidFill>
                <a:srgbClr val="00274C"/>
              </a:solidFill>
              <a:effectLst/>
              <a:uLnTx/>
              <a:uFillTx/>
              <a:latin typeface="Arial" panose="020B0604020202020204"/>
              <a:ea typeface="+mn-ea"/>
              <a:cs typeface="+mn-cs"/>
            </a:endParaRPr>
          </a:p>
          <a:p>
            <a:pPr marL="0" marR="0" lvl="0" indent="0" algn="l" defTabSz="812810" rtl="0" eaLnBrk="1" fontAlgn="auto" latinLnBrk="0" hangingPunct="1">
              <a:lnSpc>
                <a:spcPct val="100000"/>
              </a:lnSpc>
              <a:spcBef>
                <a:spcPts val="0"/>
              </a:spcBef>
              <a:spcAft>
                <a:spcPts val="0"/>
              </a:spcAft>
              <a:buClrTx/>
              <a:buSzTx/>
              <a:buFontTx/>
              <a:buNone/>
              <a:tabLst/>
              <a:defRPr/>
            </a:pPr>
            <a:endParaRPr kumimoji="0" lang="en-US" sz="1600" b="1" i="0" u="none" strike="noStrike" kern="1200" cap="none" spc="0" normalizeH="0" baseline="0" noProof="0" dirty="0">
              <a:ln>
                <a:noFill/>
              </a:ln>
              <a:solidFill>
                <a:srgbClr val="00274C"/>
              </a:solidFill>
              <a:effectLst/>
              <a:uLnTx/>
              <a:uFillTx/>
              <a:latin typeface="Arial" panose="020B0604020202020204"/>
              <a:ea typeface="+mn-ea"/>
              <a:cs typeface="+mn-cs"/>
            </a:endParaRPr>
          </a:p>
        </p:txBody>
      </p:sp>
      <p:sp>
        <p:nvSpPr>
          <p:cNvPr id="45" name="TextBox 44">
            <a:extLst>
              <a:ext uri="{FF2B5EF4-FFF2-40B4-BE49-F238E27FC236}">
                <a16:creationId xmlns:a16="http://schemas.microsoft.com/office/drawing/2014/main" id="{A75C6FE3-CEC9-3C4D-8E5E-F2C6793ED978}"/>
              </a:ext>
            </a:extLst>
          </p:cNvPr>
          <p:cNvSpPr txBox="1"/>
          <p:nvPr/>
        </p:nvSpPr>
        <p:spPr>
          <a:xfrm>
            <a:off x="6741684" y="2572782"/>
            <a:ext cx="2484976" cy="584775"/>
          </a:xfrm>
          <a:prstGeom prst="rect">
            <a:avLst/>
          </a:prstGeom>
          <a:noFill/>
        </p:spPr>
        <p:txBody>
          <a:bodyPr wrap="square" rtlCol="0">
            <a:spAutoFit/>
          </a:bodyPr>
          <a:lstStyle/>
          <a:p>
            <a:pPr marL="0" marR="0" lvl="0" indent="0" algn="l" defTabSz="81281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srgbClr val="00274C"/>
                </a:solidFill>
                <a:effectLst/>
                <a:uLnTx/>
                <a:uFillTx/>
                <a:latin typeface="Arial" panose="020B0604020202020204"/>
                <a:ea typeface="+mn-ea"/>
                <a:cs typeface="+mn-cs"/>
              </a:rPr>
              <a:t>5000h/FU x  60 W</a:t>
            </a:r>
          </a:p>
          <a:p>
            <a:pPr marL="0" marR="0" lvl="0" indent="0" algn="l" defTabSz="81281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srgbClr val="00274C"/>
                </a:solidFill>
                <a:effectLst/>
                <a:uLnTx/>
                <a:uFillTx/>
                <a:latin typeface="Arial" panose="020B0604020202020204"/>
                <a:ea typeface="+mn-ea"/>
                <a:cs typeface="+mn-cs"/>
              </a:rPr>
              <a:t>=</a:t>
            </a:r>
            <a:r>
              <a:rPr kumimoji="0" lang="en-US" sz="1600" b="1" i="0" u="none" strike="noStrike" kern="1200" cap="none" spc="0" normalizeH="0" baseline="0" noProof="0" dirty="0">
                <a:ln>
                  <a:noFill/>
                </a:ln>
                <a:solidFill>
                  <a:srgbClr val="D86018"/>
                </a:solidFill>
                <a:effectLst/>
                <a:uLnTx/>
                <a:uFillTx/>
                <a:latin typeface="Arial" panose="020B0604020202020204"/>
                <a:ea typeface="+mn-ea"/>
                <a:cs typeface="+mn-cs"/>
              </a:rPr>
              <a:t>300 kWh </a:t>
            </a:r>
            <a:r>
              <a:rPr kumimoji="0" lang="en-US" sz="1600" b="1" i="0" u="none" strike="noStrike" kern="1200" cap="none" spc="0" normalizeH="0" baseline="0" noProof="0" dirty="0">
                <a:ln>
                  <a:noFill/>
                </a:ln>
                <a:solidFill>
                  <a:srgbClr val="00274C"/>
                </a:solidFill>
                <a:effectLst/>
                <a:uLnTx/>
                <a:uFillTx/>
                <a:latin typeface="Arial" panose="020B0604020202020204"/>
                <a:ea typeface="+mn-ea"/>
                <a:cs typeface="+mn-cs"/>
              </a:rPr>
              <a:t>electricity</a:t>
            </a:r>
            <a:r>
              <a:rPr kumimoji="0" lang="en-US" sz="1600" b="1" i="0" u="none" strike="noStrike" kern="1200" cap="none" spc="0" normalizeH="0" baseline="0" noProof="0" dirty="0">
                <a:ln>
                  <a:noFill/>
                </a:ln>
                <a:solidFill>
                  <a:srgbClr val="000000"/>
                </a:solidFill>
                <a:effectLst/>
                <a:uLnTx/>
                <a:uFillTx/>
                <a:latin typeface="Arial" panose="020B0604020202020204"/>
                <a:ea typeface="+mn-ea"/>
                <a:cs typeface="+mn-cs"/>
              </a:rPr>
              <a:t>/FU</a:t>
            </a:r>
          </a:p>
        </p:txBody>
      </p:sp>
      <p:sp>
        <p:nvSpPr>
          <p:cNvPr id="46" name="TextBox 45">
            <a:extLst>
              <a:ext uri="{FF2B5EF4-FFF2-40B4-BE49-F238E27FC236}">
                <a16:creationId xmlns:a16="http://schemas.microsoft.com/office/drawing/2014/main" id="{57E2ECEC-1F91-4A45-81AF-23ED2755678C}"/>
              </a:ext>
            </a:extLst>
          </p:cNvPr>
          <p:cNvSpPr txBox="1"/>
          <p:nvPr/>
        </p:nvSpPr>
        <p:spPr>
          <a:xfrm>
            <a:off x="6845801" y="4131121"/>
            <a:ext cx="2371162" cy="584775"/>
          </a:xfrm>
          <a:prstGeom prst="rect">
            <a:avLst/>
          </a:prstGeom>
          <a:noFill/>
        </p:spPr>
        <p:txBody>
          <a:bodyPr wrap="none" rtlCol="0">
            <a:spAutoFit/>
          </a:bodyPr>
          <a:lstStyle/>
          <a:p>
            <a:pPr marL="0" marR="0" lvl="0" indent="0" algn="l" defTabSz="81281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srgbClr val="00274C"/>
                </a:solidFill>
                <a:effectLst/>
                <a:uLnTx/>
                <a:uFillTx/>
                <a:latin typeface="Arial" panose="020B0604020202020204"/>
                <a:ea typeface="+mn-ea"/>
                <a:cs typeface="+mn-cs"/>
              </a:rPr>
              <a:t>5000h/FU x  13 W</a:t>
            </a:r>
          </a:p>
          <a:p>
            <a:pPr marL="0" marR="0" lvl="0" indent="0" algn="l" defTabSz="81281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srgbClr val="00274C"/>
                </a:solidFill>
                <a:effectLst/>
                <a:uLnTx/>
                <a:uFillTx/>
                <a:latin typeface="Arial" panose="020B0604020202020204"/>
                <a:ea typeface="+mn-ea"/>
                <a:cs typeface="+mn-cs"/>
              </a:rPr>
              <a:t>=</a:t>
            </a:r>
            <a:r>
              <a:rPr kumimoji="0" lang="en-US" sz="1600" b="1" i="0" u="none" strike="noStrike" kern="1200" cap="none" spc="0" normalizeH="0" baseline="0" noProof="0" dirty="0">
                <a:ln>
                  <a:noFill/>
                </a:ln>
                <a:solidFill>
                  <a:srgbClr val="D86018"/>
                </a:solidFill>
                <a:effectLst/>
                <a:uLnTx/>
                <a:uFillTx/>
                <a:latin typeface="Arial" panose="020B0604020202020204"/>
                <a:ea typeface="+mn-ea"/>
                <a:cs typeface="+mn-cs"/>
              </a:rPr>
              <a:t>65 kWh </a:t>
            </a:r>
            <a:r>
              <a:rPr kumimoji="0" lang="en-US" sz="1600" b="1" i="0" u="none" strike="noStrike" kern="1200" cap="none" spc="0" normalizeH="0" baseline="0" noProof="0" dirty="0">
                <a:ln>
                  <a:noFill/>
                </a:ln>
                <a:solidFill>
                  <a:srgbClr val="00274C"/>
                </a:solidFill>
                <a:effectLst/>
                <a:uLnTx/>
                <a:uFillTx/>
                <a:latin typeface="Arial" panose="020B0604020202020204"/>
                <a:ea typeface="+mn-ea"/>
                <a:cs typeface="+mn-cs"/>
              </a:rPr>
              <a:t>electricity</a:t>
            </a:r>
            <a:r>
              <a:rPr kumimoji="0" lang="en-US" sz="1600" b="1" i="0" u="none" strike="noStrike" kern="1200" cap="none" spc="0" normalizeH="0" baseline="0" noProof="0" dirty="0">
                <a:ln>
                  <a:noFill/>
                </a:ln>
                <a:solidFill>
                  <a:srgbClr val="000000"/>
                </a:solidFill>
                <a:effectLst/>
                <a:uLnTx/>
                <a:uFillTx/>
                <a:latin typeface="Arial" panose="020B0604020202020204"/>
                <a:ea typeface="+mn-ea"/>
                <a:cs typeface="+mn-cs"/>
              </a:rPr>
              <a:t>/FU</a:t>
            </a:r>
          </a:p>
        </p:txBody>
      </p:sp>
      <p:sp>
        <p:nvSpPr>
          <p:cNvPr id="47" name="TextBox 46">
            <a:extLst>
              <a:ext uri="{FF2B5EF4-FFF2-40B4-BE49-F238E27FC236}">
                <a16:creationId xmlns:a16="http://schemas.microsoft.com/office/drawing/2014/main" id="{E584A805-6A79-334F-8B92-4F362271B2F4}"/>
              </a:ext>
            </a:extLst>
          </p:cNvPr>
          <p:cNvSpPr txBox="1"/>
          <p:nvPr/>
        </p:nvSpPr>
        <p:spPr>
          <a:xfrm>
            <a:off x="6845801" y="4693534"/>
            <a:ext cx="2513830" cy="646331"/>
          </a:xfrm>
          <a:prstGeom prst="rect">
            <a:avLst/>
          </a:prstGeom>
          <a:noFill/>
        </p:spPr>
        <p:txBody>
          <a:bodyPr wrap="none" rtlCol="0">
            <a:spAutoFit/>
          </a:bodyPr>
          <a:lstStyle/>
          <a:p>
            <a:pPr marL="0" marR="0" lvl="0" indent="0" algn="l" defTabSz="81281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srgbClr val="D86018"/>
                </a:solidFill>
                <a:effectLst/>
                <a:uLnTx/>
                <a:uFillTx/>
                <a:latin typeface="Arial" panose="020B0604020202020204"/>
                <a:ea typeface="+mn-ea"/>
                <a:cs typeface="+mn-cs"/>
              </a:rPr>
              <a:t>   1  </a:t>
            </a:r>
            <a:r>
              <a:rPr kumimoji="0" lang="en-US" sz="1600" b="1" i="0" u="none" strike="noStrike" kern="1200" cap="none" spc="0" normalizeH="0" baseline="0" noProof="0" dirty="0">
                <a:ln>
                  <a:noFill/>
                </a:ln>
                <a:solidFill>
                  <a:srgbClr val="00274C"/>
                </a:solidFill>
                <a:effectLst/>
                <a:uLnTx/>
                <a:uFillTx/>
                <a:latin typeface="Arial" panose="020B0604020202020204"/>
                <a:ea typeface="+mn-ea"/>
                <a:cs typeface="+mn-cs"/>
              </a:rPr>
              <a:t>fluorescent bulb/FU</a:t>
            </a:r>
          </a:p>
          <a:p>
            <a:pPr marL="0" marR="0" lvl="0" indent="0" algn="l" defTabSz="812810" rtl="0" eaLnBrk="1" fontAlgn="auto" latinLnBrk="0" hangingPunct="1">
              <a:lnSpc>
                <a:spcPct val="100000"/>
              </a:lnSpc>
              <a:spcBef>
                <a:spcPts val="0"/>
              </a:spcBef>
              <a:spcAft>
                <a:spcPts val="0"/>
              </a:spcAft>
              <a:buClrTx/>
              <a:buSzTx/>
              <a:buFontTx/>
              <a:buNone/>
              <a:tabLst/>
              <a:defRPr/>
            </a:pPr>
            <a:endParaRPr kumimoji="0" lang="en-US" sz="400" b="1" i="0" u="none" strike="noStrike" kern="1200" cap="none" spc="0" normalizeH="0" baseline="0" noProof="0" dirty="0">
              <a:ln>
                <a:noFill/>
              </a:ln>
              <a:solidFill>
                <a:srgbClr val="00274C"/>
              </a:solidFill>
              <a:effectLst/>
              <a:uLnTx/>
              <a:uFillTx/>
              <a:latin typeface="Arial" panose="020B0604020202020204"/>
              <a:ea typeface="+mn-ea"/>
              <a:cs typeface="+mn-cs"/>
            </a:endParaRPr>
          </a:p>
          <a:p>
            <a:pPr marL="0" marR="0" lvl="0" indent="0" algn="l" defTabSz="81281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srgbClr val="00274C"/>
                </a:solidFill>
                <a:effectLst/>
                <a:uLnTx/>
                <a:uFillTx/>
                <a:latin typeface="Arial" panose="020B0604020202020204"/>
                <a:ea typeface="+mn-ea"/>
                <a:cs typeface="+mn-cs"/>
              </a:rPr>
              <a:t>   </a:t>
            </a:r>
            <a:r>
              <a:rPr kumimoji="0" lang="en-US" sz="1600" b="1" i="0" u="none" strike="noStrike" kern="1200" cap="none" spc="0" normalizeH="0" baseline="0" noProof="0" dirty="0">
                <a:ln>
                  <a:noFill/>
                </a:ln>
                <a:solidFill>
                  <a:srgbClr val="D86018"/>
                </a:solidFill>
                <a:effectLst/>
                <a:uLnTx/>
                <a:uFillTx/>
                <a:latin typeface="Arial" panose="020B0604020202020204"/>
                <a:ea typeface="+mn-ea"/>
                <a:cs typeface="+mn-cs"/>
              </a:rPr>
              <a:t>1/6</a:t>
            </a:r>
            <a:r>
              <a:rPr kumimoji="0" lang="en-US" sz="1600" b="1" i="0" u="none" strike="noStrike" kern="1200" cap="none" spc="0" normalizeH="0" baseline="0" noProof="0" dirty="0">
                <a:ln>
                  <a:noFill/>
                </a:ln>
                <a:solidFill>
                  <a:srgbClr val="00274C"/>
                </a:solidFill>
                <a:effectLst/>
                <a:uLnTx/>
                <a:uFillTx/>
                <a:latin typeface="Arial" panose="020B0604020202020204"/>
                <a:ea typeface="+mn-ea"/>
                <a:cs typeface="+mn-cs"/>
              </a:rPr>
              <a:t> fixture/FU</a:t>
            </a:r>
          </a:p>
        </p:txBody>
      </p:sp>
      <p:sp>
        <p:nvSpPr>
          <p:cNvPr id="50" name="Rectangle 49">
            <a:extLst>
              <a:ext uri="{FF2B5EF4-FFF2-40B4-BE49-F238E27FC236}">
                <a16:creationId xmlns:a16="http://schemas.microsoft.com/office/drawing/2014/main" id="{3A0872F3-CA66-FE49-95A2-0A1D13BB9027}"/>
              </a:ext>
            </a:extLst>
          </p:cNvPr>
          <p:cNvSpPr/>
          <p:nvPr/>
        </p:nvSpPr>
        <p:spPr>
          <a:xfrm>
            <a:off x="3151231" y="2542838"/>
            <a:ext cx="1978708" cy="3057466"/>
          </a:xfrm>
          <a:prstGeom prst="rect">
            <a:avLst/>
          </a:prstGeom>
          <a:solidFill>
            <a:schemeClr val="accent6">
              <a:alpha val="29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812810" rtl="0" eaLnBrk="1" fontAlgn="auto" latinLnBrk="0" hangingPunct="1">
              <a:lnSpc>
                <a:spcPct val="100000"/>
              </a:lnSpc>
              <a:spcBef>
                <a:spcPts val="0"/>
              </a:spcBef>
              <a:spcAft>
                <a:spcPts val="0"/>
              </a:spcAft>
              <a:buClrTx/>
              <a:buSzTx/>
              <a:buFontTx/>
              <a:buNone/>
              <a:tabLst/>
              <a:defRPr/>
            </a:pPr>
            <a:endParaRPr kumimoji="0" lang="en-US" sz="3200" b="0" i="0" u="none" strike="noStrike" kern="1200" cap="none" spc="0" normalizeH="0" baseline="0" noProof="0">
              <a:ln>
                <a:noFill/>
              </a:ln>
              <a:solidFill>
                <a:prstClr val="white"/>
              </a:solidFill>
              <a:effectLst/>
              <a:uLnTx/>
              <a:uFillTx/>
              <a:latin typeface="Arial" panose="020B0604020202020204"/>
              <a:ea typeface="+mn-ea"/>
              <a:cs typeface="+mn-cs"/>
            </a:endParaRPr>
          </a:p>
        </p:txBody>
      </p:sp>
      <p:pic>
        <p:nvPicPr>
          <p:cNvPr id="51" name="Picture 50">
            <a:extLst>
              <a:ext uri="{FF2B5EF4-FFF2-40B4-BE49-F238E27FC236}">
                <a16:creationId xmlns:a16="http://schemas.microsoft.com/office/drawing/2014/main" id="{36F7710A-D2D3-4E49-B9CD-1B2E95199907}"/>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3928559" y="2972936"/>
            <a:ext cx="457145" cy="637233"/>
          </a:xfrm>
          <a:prstGeom prst="rect">
            <a:avLst/>
          </a:prstGeom>
        </p:spPr>
      </p:pic>
      <p:pic>
        <p:nvPicPr>
          <p:cNvPr id="52" name="Picture 51">
            <a:extLst>
              <a:ext uri="{FF2B5EF4-FFF2-40B4-BE49-F238E27FC236}">
                <a16:creationId xmlns:a16="http://schemas.microsoft.com/office/drawing/2014/main" id="{75068EDD-CE93-AF48-B94C-89AE47243432}"/>
              </a:ext>
            </a:extLst>
          </p:cNvPr>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3996263" y="4518553"/>
            <a:ext cx="271071" cy="631018"/>
          </a:xfrm>
          <a:prstGeom prst="rect">
            <a:avLst/>
          </a:prstGeom>
        </p:spPr>
      </p:pic>
      <p:sp>
        <p:nvSpPr>
          <p:cNvPr id="53" name="Rectangle 52">
            <a:extLst>
              <a:ext uri="{FF2B5EF4-FFF2-40B4-BE49-F238E27FC236}">
                <a16:creationId xmlns:a16="http://schemas.microsoft.com/office/drawing/2014/main" id="{BEA2DEC4-9E34-0C49-948D-92A3DA5FDAA9}"/>
              </a:ext>
            </a:extLst>
          </p:cNvPr>
          <p:cNvSpPr/>
          <p:nvPr/>
        </p:nvSpPr>
        <p:spPr>
          <a:xfrm>
            <a:off x="3151231" y="1851454"/>
            <a:ext cx="1978707" cy="615495"/>
          </a:xfrm>
          <a:prstGeom prst="rect">
            <a:avLst/>
          </a:prstGeom>
          <a:noFill/>
          <a:ln w="25400">
            <a:noFill/>
          </a:ln>
          <a:effectLst/>
        </p:spPr>
        <p:style>
          <a:lnRef idx="1">
            <a:schemeClr val="accent1"/>
          </a:lnRef>
          <a:fillRef idx="3">
            <a:schemeClr val="accent1"/>
          </a:fillRef>
          <a:effectRef idx="2">
            <a:schemeClr val="accent1"/>
          </a:effectRef>
          <a:fontRef idx="minor">
            <a:schemeClr val="lt1"/>
          </a:fontRef>
        </p:style>
        <p:txBody>
          <a:bodyPr rtlCol="0" anchor="t"/>
          <a:lstStyle/>
          <a:p>
            <a:pPr marL="45720" marR="0" lvl="0" indent="0" algn="ctr" defTabSz="81281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srgbClr val="00274C"/>
                </a:solidFill>
                <a:effectLst/>
                <a:uLnTx/>
                <a:uFillTx/>
                <a:latin typeface="Arial" panose="020B0604020202020204"/>
                <a:ea typeface="+mn-ea"/>
                <a:cs typeface="+mn-cs"/>
              </a:rPr>
              <a:t>PRODUCTS </a:t>
            </a:r>
            <a:br>
              <a:rPr kumimoji="0" lang="en-US" sz="1600" b="1" i="0" u="none" strike="noStrike" kern="1200" cap="none" spc="0" normalizeH="0" baseline="0" noProof="0" dirty="0">
                <a:ln>
                  <a:noFill/>
                </a:ln>
                <a:solidFill>
                  <a:srgbClr val="00274C"/>
                </a:solidFill>
                <a:effectLst/>
                <a:uLnTx/>
                <a:uFillTx/>
                <a:latin typeface="Arial" panose="020B0604020202020204"/>
                <a:ea typeface="+mn-ea"/>
                <a:cs typeface="+mn-cs"/>
              </a:rPr>
            </a:br>
            <a:r>
              <a:rPr kumimoji="0" lang="en-US" sz="1600" b="1" i="0" u="none" strike="noStrike" kern="1200" cap="none" spc="0" normalizeH="0" baseline="0" noProof="0" dirty="0">
                <a:ln>
                  <a:noFill/>
                </a:ln>
                <a:solidFill>
                  <a:srgbClr val="00274C"/>
                </a:solidFill>
                <a:effectLst/>
                <a:uLnTx/>
                <a:uFillTx/>
                <a:latin typeface="Arial" panose="020B0604020202020204"/>
                <a:ea typeface="+mn-ea"/>
                <a:cs typeface="+mn-cs"/>
              </a:rPr>
              <a:t>OR SYSTEM</a:t>
            </a:r>
          </a:p>
        </p:txBody>
      </p:sp>
      <p:sp>
        <p:nvSpPr>
          <p:cNvPr id="54" name="Rectangle 53">
            <a:extLst>
              <a:ext uri="{FF2B5EF4-FFF2-40B4-BE49-F238E27FC236}">
                <a16:creationId xmlns:a16="http://schemas.microsoft.com/office/drawing/2014/main" id="{835A0FC9-BB38-D24F-B605-82536BC1D098}"/>
              </a:ext>
            </a:extLst>
          </p:cNvPr>
          <p:cNvSpPr/>
          <p:nvPr/>
        </p:nvSpPr>
        <p:spPr>
          <a:xfrm>
            <a:off x="6915008" y="1740294"/>
            <a:ext cx="1985887" cy="735296"/>
          </a:xfrm>
          <a:prstGeom prst="rect">
            <a:avLst/>
          </a:prstGeom>
          <a:noFill/>
          <a:ln w="25400">
            <a:noFill/>
          </a:ln>
          <a:effectLst/>
        </p:spPr>
        <p:style>
          <a:lnRef idx="1">
            <a:schemeClr val="accent1"/>
          </a:lnRef>
          <a:fillRef idx="3">
            <a:schemeClr val="accent1"/>
          </a:fillRef>
          <a:effectRef idx="2">
            <a:schemeClr val="accent1"/>
          </a:effectRef>
          <a:fontRef idx="minor">
            <a:schemeClr val="lt1"/>
          </a:fontRef>
        </p:style>
        <p:txBody>
          <a:bodyPr rtlCol="0" anchor="t"/>
          <a:lstStyle/>
          <a:p>
            <a:pPr marL="45720" marR="0" lvl="0" indent="0" algn="ctr" defTabSz="81281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srgbClr val="D86018"/>
                </a:solidFill>
                <a:effectLst/>
                <a:uLnTx/>
                <a:uFillTx/>
                <a:latin typeface="Arial" panose="020B0604020202020204"/>
                <a:ea typeface="+mn-ea"/>
                <a:cs typeface="+mn-cs"/>
              </a:rPr>
              <a:t>REFERENCE FLOWS</a:t>
            </a:r>
            <a:br>
              <a:rPr kumimoji="0" lang="en-US" sz="1600" b="1" i="0" u="none" strike="noStrike" kern="1200" cap="none" spc="0" normalizeH="0" baseline="0" noProof="0" dirty="0">
                <a:ln>
                  <a:noFill/>
                </a:ln>
                <a:solidFill>
                  <a:srgbClr val="D86018"/>
                </a:solidFill>
                <a:effectLst/>
                <a:uLnTx/>
                <a:uFillTx/>
                <a:latin typeface="Arial" panose="020B0604020202020204"/>
                <a:ea typeface="+mn-ea"/>
                <a:cs typeface="+mn-cs"/>
              </a:rPr>
            </a:br>
            <a:r>
              <a:rPr kumimoji="0" lang="en-US" sz="1400" b="0" i="0" u="none" strike="noStrike" kern="1200" cap="none" spc="0" normalizeH="0" baseline="0" noProof="0" dirty="0">
                <a:ln>
                  <a:noFill/>
                </a:ln>
                <a:solidFill>
                  <a:srgbClr val="00274C"/>
                </a:solidFill>
                <a:effectLst/>
                <a:uLnTx/>
                <a:uFillTx/>
                <a:latin typeface="Arial" panose="020B0604020202020204"/>
                <a:ea typeface="+mn-ea"/>
                <a:cs typeface="+mn-cs"/>
              </a:rPr>
              <a:t>(what is purchased)</a:t>
            </a:r>
          </a:p>
        </p:txBody>
      </p:sp>
      <p:cxnSp>
        <p:nvCxnSpPr>
          <p:cNvPr id="55" name="Straight Connector 54">
            <a:extLst>
              <a:ext uri="{FF2B5EF4-FFF2-40B4-BE49-F238E27FC236}">
                <a16:creationId xmlns:a16="http://schemas.microsoft.com/office/drawing/2014/main" id="{7EDB1527-C7DA-8142-A3FE-D5AA2D31A3FA}"/>
              </a:ext>
            </a:extLst>
          </p:cNvPr>
          <p:cNvCxnSpPr>
            <a:cxnSpLocks/>
          </p:cNvCxnSpPr>
          <p:nvPr/>
        </p:nvCxnSpPr>
        <p:spPr>
          <a:xfrm>
            <a:off x="3151231" y="2530092"/>
            <a:ext cx="10412044" cy="0"/>
          </a:xfrm>
          <a:prstGeom prst="line">
            <a:avLst/>
          </a:prstGeom>
          <a:ln w="38100">
            <a:solidFill>
              <a:schemeClr val="bg2">
                <a:lumMod val="90000"/>
              </a:schemeClr>
            </a:solidFill>
          </a:ln>
          <a:effectLst/>
        </p:spPr>
        <p:style>
          <a:lnRef idx="2">
            <a:schemeClr val="accent1"/>
          </a:lnRef>
          <a:fillRef idx="0">
            <a:schemeClr val="accent1"/>
          </a:fillRef>
          <a:effectRef idx="1">
            <a:schemeClr val="accent1"/>
          </a:effectRef>
          <a:fontRef idx="minor">
            <a:schemeClr val="tx1"/>
          </a:fontRef>
        </p:style>
      </p:cxnSp>
      <p:sp>
        <p:nvSpPr>
          <p:cNvPr id="56" name="Rectangle 55">
            <a:extLst>
              <a:ext uri="{FF2B5EF4-FFF2-40B4-BE49-F238E27FC236}">
                <a16:creationId xmlns:a16="http://schemas.microsoft.com/office/drawing/2014/main" id="{B065606A-9F32-D24A-951A-33983BB909EF}"/>
              </a:ext>
            </a:extLst>
          </p:cNvPr>
          <p:cNvSpPr/>
          <p:nvPr/>
        </p:nvSpPr>
        <p:spPr>
          <a:xfrm>
            <a:off x="9635067" y="1841770"/>
            <a:ext cx="3912709" cy="664588"/>
          </a:xfrm>
          <a:prstGeom prst="rect">
            <a:avLst/>
          </a:prstGeom>
          <a:noFill/>
          <a:ln w="25400">
            <a:noFill/>
          </a:ln>
          <a:effectLst/>
        </p:spPr>
        <p:style>
          <a:lnRef idx="1">
            <a:schemeClr val="accent1"/>
          </a:lnRef>
          <a:fillRef idx="3">
            <a:schemeClr val="accent1"/>
          </a:fillRef>
          <a:effectRef idx="2">
            <a:schemeClr val="accent1"/>
          </a:effectRef>
          <a:fontRef idx="minor">
            <a:schemeClr val="lt1"/>
          </a:fontRef>
        </p:style>
        <p:txBody>
          <a:bodyPr rtlCol="0" anchor="t"/>
          <a:lstStyle/>
          <a:p>
            <a:pPr marL="45720" marR="0" lvl="0" indent="0" algn="ctr" defTabSz="81281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srgbClr val="407EC9"/>
                </a:solidFill>
                <a:effectLst/>
                <a:uLnTx/>
                <a:uFillTx/>
                <a:latin typeface="Arial" panose="020B0604020202020204"/>
                <a:ea typeface="+mn-ea"/>
                <a:cs typeface="+mn-cs"/>
              </a:rPr>
              <a:t>KEY ENVIRONMENTAL PARAMETERS</a:t>
            </a:r>
            <a:r>
              <a:rPr kumimoji="0" lang="en-US" sz="1800" b="1" i="0" u="none" strike="noStrike" kern="1200" cap="none" spc="0" normalizeH="0" baseline="0" noProof="0" dirty="0">
                <a:ln>
                  <a:noFill/>
                </a:ln>
                <a:solidFill>
                  <a:srgbClr val="00274C"/>
                </a:solidFill>
                <a:effectLst/>
                <a:uLnTx/>
                <a:uFillTx/>
                <a:latin typeface="Arial" panose="020B0604020202020204"/>
                <a:ea typeface="+mn-ea"/>
                <a:cs typeface="+mn-cs"/>
              </a:rPr>
              <a:t/>
            </a:r>
            <a:br>
              <a:rPr kumimoji="0" lang="en-US" sz="1800" b="1" i="0" u="none" strike="noStrike" kern="1200" cap="none" spc="0" normalizeH="0" baseline="0" noProof="0" dirty="0">
                <a:ln>
                  <a:noFill/>
                </a:ln>
                <a:solidFill>
                  <a:srgbClr val="00274C"/>
                </a:solidFill>
                <a:effectLst/>
                <a:uLnTx/>
                <a:uFillTx/>
                <a:latin typeface="Arial" panose="020B0604020202020204"/>
                <a:ea typeface="+mn-ea"/>
                <a:cs typeface="+mn-cs"/>
              </a:rPr>
            </a:br>
            <a:r>
              <a:rPr kumimoji="0" lang="en-US" sz="1400" b="0" i="0" u="none" strike="noStrike" kern="1200" cap="none" spc="0" normalizeH="0" baseline="0" noProof="0" dirty="0">
                <a:ln>
                  <a:noFill/>
                </a:ln>
                <a:solidFill>
                  <a:srgbClr val="00274C"/>
                </a:solidFill>
                <a:effectLst/>
                <a:uLnTx/>
                <a:uFillTx/>
                <a:latin typeface="Arial" panose="020B0604020202020204"/>
                <a:ea typeface="+mn-ea"/>
                <a:cs typeface="+mn-cs"/>
              </a:rPr>
              <a:t>(linking reference flows to functional unit)</a:t>
            </a:r>
          </a:p>
        </p:txBody>
      </p:sp>
      <p:sp>
        <p:nvSpPr>
          <p:cNvPr id="57" name="Rectangle 56">
            <a:extLst>
              <a:ext uri="{FF2B5EF4-FFF2-40B4-BE49-F238E27FC236}">
                <a16:creationId xmlns:a16="http://schemas.microsoft.com/office/drawing/2014/main" id="{B83B3CBF-A2A3-634F-830C-AD81CF9C2F7B}"/>
              </a:ext>
            </a:extLst>
          </p:cNvPr>
          <p:cNvSpPr/>
          <p:nvPr/>
        </p:nvSpPr>
        <p:spPr>
          <a:xfrm>
            <a:off x="3346167" y="2574194"/>
            <a:ext cx="1659784" cy="333602"/>
          </a:xfrm>
          <a:prstGeom prst="rect">
            <a:avLst/>
          </a:prstGeom>
          <a:noFill/>
          <a:ln w="25400">
            <a:noFill/>
          </a:ln>
          <a:effectLst/>
        </p:spPr>
        <p:style>
          <a:lnRef idx="1">
            <a:schemeClr val="accent1"/>
          </a:lnRef>
          <a:fillRef idx="3">
            <a:schemeClr val="accent1"/>
          </a:fillRef>
          <a:effectRef idx="2">
            <a:schemeClr val="accent1"/>
          </a:effectRef>
          <a:fontRef idx="minor">
            <a:schemeClr val="lt1"/>
          </a:fontRef>
        </p:style>
        <p:txBody>
          <a:bodyPr rtlCol="0" anchor="t"/>
          <a:lstStyle/>
          <a:p>
            <a:pPr marL="45720" marR="0" lvl="0" indent="0" algn="l" defTabSz="81281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srgbClr val="00274C"/>
                </a:solidFill>
                <a:effectLst/>
                <a:uLnTx/>
                <a:uFillTx/>
                <a:latin typeface="Arial" panose="020B0604020202020204"/>
                <a:ea typeface="+mn-ea"/>
                <a:cs typeface="+mn-cs"/>
              </a:rPr>
              <a:t>SCENARIO 1</a:t>
            </a:r>
          </a:p>
        </p:txBody>
      </p:sp>
      <p:sp>
        <p:nvSpPr>
          <p:cNvPr id="58" name="Rectangle 57">
            <a:extLst>
              <a:ext uri="{FF2B5EF4-FFF2-40B4-BE49-F238E27FC236}">
                <a16:creationId xmlns:a16="http://schemas.microsoft.com/office/drawing/2014/main" id="{E731080D-481F-C749-B3F6-F3C01F2ECBE6}"/>
              </a:ext>
            </a:extLst>
          </p:cNvPr>
          <p:cNvSpPr/>
          <p:nvPr/>
        </p:nvSpPr>
        <p:spPr>
          <a:xfrm>
            <a:off x="3346167" y="4111971"/>
            <a:ext cx="1659784" cy="328470"/>
          </a:xfrm>
          <a:prstGeom prst="rect">
            <a:avLst/>
          </a:prstGeom>
          <a:noFill/>
          <a:ln w="25400">
            <a:noFill/>
          </a:ln>
          <a:effectLst/>
        </p:spPr>
        <p:style>
          <a:lnRef idx="1">
            <a:schemeClr val="accent1"/>
          </a:lnRef>
          <a:fillRef idx="3">
            <a:schemeClr val="accent1"/>
          </a:fillRef>
          <a:effectRef idx="2">
            <a:schemeClr val="accent1"/>
          </a:effectRef>
          <a:fontRef idx="minor">
            <a:schemeClr val="lt1"/>
          </a:fontRef>
        </p:style>
        <p:txBody>
          <a:bodyPr rtlCol="0" anchor="t"/>
          <a:lstStyle/>
          <a:p>
            <a:pPr marL="45720" marR="0" lvl="0" indent="0" algn="l" defTabSz="81281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srgbClr val="00274C"/>
                </a:solidFill>
                <a:effectLst/>
                <a:uLnTx/>
                <a:uFillTx/>
                <a:latin typeface="Arial" panose="020B0604020202020204"/>
                <a:ea typeface="+mn-ea"/>
                <a:cs typeface="+mn-cs"/>
              </a:rPr>
              <a:t>SCENARIO 2</a:t>
            </a:r>
          </a:p>
        </p:txBody>
      </p:sp>
      <p:cxnSp>
        <p:nvCxnSpPr>
          <p:cNvPr id="59" name="Straight Connector 58">
            <a:extLst>
              <a:ext uri="{FF2B5EF4-FFF2-40B4-BE49-F238E27FC236}">
                <a16:creationId xmlns:a16="http://schemas.microsoft.com/office/drawing/2014/main" id="{1738DA45-3D82-474C-ACF9-B42A306D4F72}"/>
              </a:ext>
            </a:extLst>
          </p:cNvPr>
          <p:cNvCxnSpPr>
            <a:cxnSpLocks/>
          </p:cNvCxnSpPr>
          <p:nvPr/>
        </p:nvCxnSpPr>
        <p:spPr>
          <a:xfrm>
            <a:off x="3186705" y="4032320"/>
            <a:ext cx="1978708" cy="0"/>
          </a:xfrm>
          <a:prstGeom prst="line">
            <a:avLst/>
          </a:prstGeom>
          <a:ln>
            <a:solidFill>
              <a:schemeClr val="bg2">
                <a:lumMod val="90000"/>
              </a:schemeClr>
            </a:solidFill>
          </a:ln>
          <a:effectLst/>
        </p:spPr>
        <p:style>
          <a:lnRef idx="2">
            <a:schemeClr val="accent1"/>
          </a:lnRef>
          <a:fillRef idx="0">
            <a:schemeClr val="accent1"/>
          </a:fillRef>
          <a:effectRef idx="1">
            <a:schemeClr val="accent1"/>
          </a:effectRef>
          <a:fontRef idx="minor">
            <a:schemeClr val="tx1"/>
          </a:fontRef>
        </p:style>
      </p:cxnSp>
      <p:cxnSp>
        <p:nvCxnSpPr>
          <p:cNvPr id="60" name="Straight Connector 59">
            <a:extLst>
              <a:ext uri="{FF2B5EF4-FFF2-40B4-BE49-F238E27FC236}">
                <a16:creationId xmlns:a16="http://schemas.microsoft.com/office/drawing/2014/main" id="{56B6F73B-65C8-6D4A-A433-A02C05356018}"/>
              </a:ext>
            </a:extLst>
          </p:cNvPr>
          <p:cNvCxnSpPr>
            <a:cxnSpLocks/>
          </p:cNvCxnSpPr>
          <p:nvPr/>
        </p:nvCxnSpPr>
        <p:spPr>
          <a:xfrm flipH="1">
            <a:off x="5129938" y="1772564"/>
            <a:ext cx="1" cy="3827740"/>
          </a:xfrm>
          <a:prstGeom prst="line">
            <a:avLst/>
          </a:prstGeom>
          <a:ln>
            <a:solidFill>
              <a:schemeClr val="bg2">
                <a:lumMod val="90000"/>
              </a:schemeClr>
            </a:solidFill>
          </a:ln>
          <a:effectLst/>
        </p:spPr>
        <p:style>
          <a:lnRef idx="2">
            <a:schemeClr val="accent1"/>
          </a:lnRef>
          <a:fillRef idx="0">
            <a:schemeClr val="accent1"/>
          </a:fillRef>
          <a:effectRef idx="1">
            <a:schemeClr val="accent1"/>
          </a:effectRef>
          <a:fontRef idx="minor">
            <a:schemeClr val="tx1"/>
          </a:fontRef>
        </p:style>
      </p:cxnSp>
      <p:cxnSp>
        <p:nvCxnSpPr>
          <p:cNvPr id="61" name="Straight Connector 60">
            <a:extLst>
              <a:ext uri="{FF2B5EF4-FFF2-40B4-BE49-F238E27FC236}">
                <a16:creationId xmlns:a16="http://schemas.microsoft.com/office/drawing/2014/main" id="{666A71F5-C325-244C-A976-2A9974D5FE31}"/>
              </a:ext>
            </a:extLst>
          </p:cNvPr>
          <p:cNvCxnSpPr>
            <a:cxnSpLocks/>
          </p:cNvCxnSpPr>
          <p:nvPr/>
        </p:nvCxnSpPr>
        <p:spPr>
          <a:xfrm>
            <a:off x="9633633" y="1758261"/>
            <a:ext cx="0" cy="3809774"/>
          </a:xfrm>
          <a:prstGeom prst="line">
            <a:avLst/>
          </a:prstGeom>
          <a:ln>
            <a:solidFill>
              <a:schemeClr val="bg2">
                <a:lumMod val="90000"/>
              </a:schemeClr>
            </a:solidFill>
          </a:ln>
          <a:effectLst/>
        </p:spPr>
        <p:style>
          <a:lnRef idx="2">
            <a:schemeClr val="accent1"/>
          </a:lnRef>
          <a:fillRef idx="0">
            <a:schemeClr val="accent1"/>
          </a:fillRef>
          <a:effectRef idx="1">
            <a:schemeClr val="accent1"/>
          </a:effectRef>
          <a:fontRef idx="minor">
            <a:schemeClr val="tx1"/>
          </a:fontRef>
        </p:style>
      </p:cxnSp>
      <p:sp>
        <p:nvSpPr>
          <p:cNvPr id="62" name="Rectangle 61">
            <a:extLst>
              <a:ext uri="{FF2B5EF4-FFF2-40B4-BE49-F238E27FC236}">
                <a16:creationId xmlns:a16="http://schemas.microsoft.com/office/drawing/2014/main" id="{9E885B92-61D2-EC44-9893-057FE9A4D020}"/>
              </a:ext>
            </a:extLst>
          </p:cNvPr>
          <p:cNvSpPr/>
          <p:nvPr/>
        </p:nvSpPr>
        <p:spPr>
          <a:xfrm>
            <a:off x="3151231" y="1772563"/>
            <a:ext cx="10412044" cy="3795472"/>
          </a:xfrm>
          <a:prstGeom prst="rect">
            <a:avLst/>
          </a:prstGeom>
          <a:noFill/>
          <a:ln w="25400">
            <a:solidFill>
              <a:schemeClr val="bg2">
                <a:lumMod val="9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812810" rtl="0" eaLnBrk="1" fontAlgn="auto" latinLnBrk="0" hangingPunct="1">
              <a:lnSpc>
                <a:spcPct val="100000"/>
              </a:lnSpc>
              <a:spcBef>
                <a:spcPts val="0"/>
              </a:spcBef>
              <a:spcAft>
                <a:spcPts val="0"/>
              </a:spcAft>
              <a:buClrTx/>
              <a:buSzTx/>
              <a:buFontTx/>
              <a:buNone/>
              <a:tabLst/>
              <a:defRPr/>
            </a:pPr>
            <a:endParaRPr kumimoji="0" lang="en-US" sz="3200" b="0" i="0" u="none" strike="noStrike" kern="1200" cap="none" spc="0" normalizeH="0" baseline="0" noProof="0">
              <a:ln>
                <a:noFill/>
              </a:ln>
              <a:solidFill>
                <a:prstClr val="white"/>
              </a:solidFill>
              <a:effectLst/>
              <a:uLnTx/>
              <a:uFillTx/>
              <a:latin typeface="Arial" panose="020B0604020202020204"/>
              <a:ea typeface="+mn-ea"/>
              <a:cs typeface="+mn-cs"/>
            </a:endParaRPr>
          </a:p>
        </p:txBody>
      </p:sp>
      <p:sp>
        <p:nvSpPr>
          <p:cNvPr id="63" name="Rectangle 62">
            <a:extLst>
              <a:ext uri="{FF2B5EF4-FFF2-40B4-BE49-F238E27FC236}">
                <a16:creationId xmlns:a16="http://schemas.microsoft.com/office/drawing/2014/main" id="{7639C2A3-0AC0-7E4D-A26E-A4A2F61D0838}"/>
              </a:ext>
            </a:extLst>
          </p:cNvPr>
          <p:cNvSpPr/>
          <p:nvPr/>
        </p:nvSpPr>
        <p:spPr>
          <a:xfrm>
            <a:off x="5000876" y="1758261"/>
            <a:ext cx="1787302" cy="735296"/>
          </a:xfrm>
          <a:prstGeom prst="rect">
            <a:avLst/>
          </a:prstGeom>
          <a:noFill/>
          <a:ln w="25400">
            <a:noFill/>
          </a:ln>
          <a:effectLst/>
        </p:spPr>
        <p:style>
          <a:lnRef idx="1">
            <a:schemeClr val="accent1"/>
          </a:lnRef>
          <a:fillRef idx="3">
            <a:schemeClr val="accent1"/>
          </a:fillRef>
          <a:effectRef idx="2">
            <a:schemeClr val="accent1"/>
          </a:effectRef>
          <a:fontRef idx="minor">
            <a:schemeClr val="lt1"/>
          </a:fontRef>
        </p:style>
        <p:txBody>
          <a:bodyPr rtlCol="0" anchor="t"/>
          <a:lstStyle/>
          <a:p>
            <a:pPr marL="45720" marR="0" lvl="0" indent="0" algn="ctr" defTabSz="81281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srgbClr val="ADA400"/>
                </a:solidFill>
                <a:effectLst/>
                <a:uLnTx/>
                <a:uFillTx/>
                <a:latin typeface="Arial" panose="020B0604020202020204"/>
                <a:ea typeface="+mn-ea"/>
                <a:cs typeface="+mn-cs"/>
              </a:rPr>
              <a:t>FUNCTIONAL </a:t>
            </a:r>
            <a:br>
              <a:rPr kumimoji="0" lang="en-US" sz="1600" b="1" i="0" u="none" strike="noStrike" kern="1200" cap="none" spc="0" normalizeH="0" baseline="0" noProof="0" dirty="0">
                <a:ln>
                  <a:noFill/>
                </a:ln>
                <a:solidFill>
                  <a:srgbClr val="ADA400"/>
                </a:solidFill>
                <a:effectLst/>
                <a:uLnTx/>
                <a:uFillTx/>
                <a:latin typeface="Arial" panose="020B0604020202020204"/>
                <a:ea typeface="+mn-ea"/>
                <a:cs typeface="+mn-cs"/>
              </a:rPr>
            </a:br>
            <a:r>
              <a:rPr kumimoji="0" lang="en-US" sz="1600" b="1" i="0" u="none" strike="noStrike" kern="1200" cap="none" spc="0" normalizeH="0" baseline="0" noProof="0" dirty="0">
                <a:ln>
                  <a:noFill/>
                </a:ln>
                <a:solidFill>
                  <a:srgbClr val="ADA400"/>
                </a:solidFill>
                <a:effectLst/>
                <a:uLnTx/>
                <a:uFillTx/>
                <a:latin typeface="Arial" panose="020B0604020202020204"/>
                <a:ea typeface="+mn-ea"/>
                <a:cs typeface="+mn-cs"/>
              </a:rPr>
              <a:t>UNIT</a:t>
            </a:r>
            <a:r>
              <a:rPr kumimoji="0" lang="en-US" sz="1600" b="1" i="0" u="none" strike="noStrike" kern="1200" cap="none" spc="0" normalizeH="0" baseline="0" noProof="0" dirty="0">
                <a:ln>
                  <a:noFill/>
                </a:ln>
                <a:solidFill>
                  <a:srgbClr val="00274C"/>
                </a:solidFill>
                <a:effectLst/>
                <a:uLnTx/>
                <a:uFillTx/>
                <a:latin typeface="Arial" panose="020B0604020202020204"/>
                <a:ea typeface="+mn-ea"/>
                <a:cs typeface="+mn-cs"/>
              </a:rPr>
              <a:t/>
            </a:r>
            <a:br>
              <a:rPr kumimoji="0" lang="en-US" sz="1600" b="1" i="0" u="none" strike="noStrike" kern="1200" cap="none" spc="0" normalizeH="0" baseline="0" noProof="0" dirty="0">
                <a:ln>
                  <a:noFill/>
                </a:ln>
                <a:solidFill>
                  <a:srgbClr val="00274C"/>
                </a:solidFill>
                <a:effectLst/>
                <a:uLnTx/>
                <a:uFillTx/>
                <a:latin typeface="Arial" panose="020B0604020202020204"/>
                <a:ea typeface="+mn-ea"/>
                <a:cs typeface="+mn-cs"/>
              </a:rPr>
            </a:br>
            <a:r>
              <a:rPr kumimoji="0" lang="en-US" sz="1400" b="0" i="0" u="none" strike="noStrike" kern="1200" cap="none" spc="0" normalizeH="0" baseline="0" noProof="0" dirty="0">
                <a:ln>
                  <a:noFill/>
                </a:ln>
                <a:solidFill>
                  <a:srgbClr val="00274C"/>
                </a:solidFill>
                <a:effectLst/>
                <a:uLnTx/>
                <a:uFillTx/>
                <a:latin typeface="Arial" panose="020B0604020202020204"/>
                <a:ea typeface="+mn-ea"/>
                <a:cs typeface="+mn-cs"/>
              </a:rPr>
              <a:t>(service offered)</a:t>
            </a:r>
          </a:p>
        </p:txBody>
      </p:sp>
      <p:cxnSp>
        <p:nvCxnSpPr>
          <p:cNvPr id="64" name="Straight Connector 63">
            <a:extLst>
              <a:ext uri="{FF2B5EF4-FFF2-40B4-BE49-F238E27FC236}">
                <a16:creationId xmlns:a16="http://schemas.microsoft.com/office/drawing/2014/main" id="{640FEB8F-E158-B242-9711-E15A54DC706F}"/>
              </a:ext>
            </a:extLst>
          </p:cNvPr>
          <p:cNvCxnSpPr>
            <a:cxnSpLocks/>
          </p:cNvCxnSpPr>
          <p:nvPr/>
        </p:nvCxnSpPr>
        <p:spPr>
          <a:xfrm>
            <a:off x="6710608" y="1772564"/>
            <a:ext cx="77570" cy="3795471"/>
          </a:xfrm>
          <a:prstGeom prst="line">
            <a:avLst/>
          </a:prstGeom>
          <a:ln>
            <a:solidFill>
              <a:schemeClr val="bg2">
                <a:lumMod val="90000"/>
              </a:schemeClr>
            </a:solidFill>
          </a:ln>
          <a:effectLst/>
        </p:spPr>
        <p:style>
          <a:lnRef idx="2">
            <a:schemeClr val="accent1"/>
          </a:lnRef>
          <a:fillRef idx="0">
            <a:schemeClr val="accent1"/>
          </a:fillRef>
          <a:effectRef idx="1">
            <a:schemeClr val="accent1"/>
          </a:effectRef>
          <a:fontRef idx="minor">
            <a:schemeClr val="tx1"/>
          </a:fontRef>
        </p:style>
      </p:cxnSp>
      <p:cxnSp>
        <p:nvCxnSpPr>
          <p:cNvPr id="66" name="Straight Connector 65">
            <a:extLst>
              <a:ext uri="{FF2B5EF4-FFF2-40B4-BE49-F238E27FC236}">
                <a16:creationId xmlns:a16="http://schemas.microsoft.com/office/drawing/2014/main" id="{164C0435-FE70-BD49-9669-45307931400F}"/>
              </a:ext>
            </a:extLst>
          </p:cNvPr>
          <p:cNvCxnSpPr>
            <a:cxnSpLocks/>
          </p:cNvCxnSpPr>
          <p:nvPr/>
        </p:nvCxnSpPr>
        <p:spPr>
          <a:xfrm flipV="1">
            <a:off x="6769157" y="4032320"/>
            <a:ext cx="2864476" cy="13975"/>
          </a:xfrm>
          <a:prstGeom prst="line">
            <a:avLst/>
          </a:prstGeom>
          <a:ln>
            <a:solidFill>
              <a:schemeClr val="bg2">
                <a:lumMod val="90000"/>
              </a:schemeClr>
            </a:solidFill>
          </a:ln>
          <a:effectLst/>
        </p:spPr>
        <p:style>
          <a:lnRef idx="2">
            <a:schemeClr val="accent1"/>
          </a:lnRef>
          <a:fillRef idx="0">
            <a:schemeClr val="accent1"/>
          </a:fillRef>
          <a:effectRef idx="1">
            <a:schemeClr val="accent1"/>
          </a:effectRef>
          <a:fontRef idx="minor">
            <a:schemeClr val="tx1"/>
          </a:fontRef>
        </p:style>
      </p:cxnSp>
      <p:sp>
        <p:nvSpPr>
          <p:cNvPr id="70" name="TextBox 69">
            <a:extLst>
              <a:ext uri="{FF2B5EF4-FFF2-40B4-BE49-F238E27FC236}">
                <a16:creationId xmlns:a16="http://schemas.microsoft.com/office/drawing/2014/main" id="{5EBF78A1-BE08-9D47-8ACC-7A6673F03CEC}"/>
              </a:ext>
            </a:extLst>
          </p:cNvPr>
          <p:cNvSpPr txBox="1"/>
          <p:nvPr/>
        </p:nvSpPr>
        <p:spPr>
          <a:xfrm>
            <a:off x="5202237" y="3057972"/>
            <a:ext cx="1429785" cy="1200329"/>
          </a:xfrm>
          <a:prstGeom prst="rect">
            <a:avLst/>
          </a:prstGeom>
          <a:noFill/>
        </p:spPr>
        <p:txBody>
          <a:bodyPr wrap="square" rtlCol="0">
            <a:spAutoFit/>
          </a:bodyPr>
          <a:lstStyle/>
          <a:p>
            <a:pPr marL="0" marR="0" lvl="0" indent="0" algn="l" defTabSz="81281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00274C"/>
                </a:solidFill>
                <a:effectLst/>
                <a:uLnTx/>
                <a:uFillTx/>
                <a:latin typeface="Arial" panose="020B0604020202020204"/>
                <a:ea typeface="+mn-ea"/>
                <a:cs typeface="+mn-cs"/>
              </a:rPr>
              <a:t>800 lumen </a:t>
            </a:r>
          </a:p>
          <a:p>
            <a:pPr marL="0" marR="0" lvl="0" indent="0" algn="l" defTabSz="81281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00274C"/>
                </a:solidFill>
                <a:effectLst/>
                <a:uLnTx/>
                <a:uFillTx/>
                <a:latin typeface="Arial" panose="020B0604020202020204"/>
                <a:ea typeface="+mn-ea"/>
                <a:cs typeface="+mn-cs"/>
              </a:rPr>
              <a:t>for a </a:t>
            </a:r>
            <a:br>
              <a:rPr kumimoji="0" lang="en-US" sz="1800" b="0" i="0" u="none" strike="noStrike" kern="1200" cap="none" spc="0" normalizeH="0" baseline="0" noProof="0" dirty="0">
                <a:ln>
                  <a:noFill/>
                </a:ln>
                <a:solidFill>
                  <a:srgbClr val="00274C"/>
                </a:solidFill>
                <a:effectLst/>
                <a:uLnTx/>
                <a:uFillTx/>
                <a:latin typeface="Arial" panose="020B0604020202020204"/>
                <a:ea typeface="+mn-ea"/>
                <a:cs typeface="+mn-cs"/>
              </a:rPr>
            </a:br>
            <a:r>
              <a:rPr kumimoji="0" lang="en-US" sz="1800" b="0" i="0" u="none" strike="noStrike" kern="1200" cap="none" spc="0" normalizeH="0" baseline="0" noProof="0" dirty="0">
                <a:ln>
                  <a:noFill/>
                </a:ln>
                <a:solidFill>
                  <a:srgbClr val="00274C"/>
                </a:solidFill>
                <a:effectLst/>
                <a:uLnTx/>
                <a:uFillTx/>
                <a:latin typeface="Arial" panose="020B0604020202020204"/>
                <a:ea typeface="+mn-ea"/>
                <a:cs typeface="+mn-cs"/>
              </a:rPr>
              <a:t>duration of </a:t>
            </a:r>
            <a:br>
              <a:rPr kumimoji="0" lang="en-US" sz="1800" b="0" i="0" u="none" strike="noStrike" kern="1200" cap="none" spc="0" normalizeH="0" baseline="0" noProof="0" dirty="0">
                <a:ln>
                  <a:noFill/>
                </a:ln>
                <a:solidFill>
                  <a:srgbClr val="00274C"/>
                </a:solidFill>
                <a:effectLst/>
                <a:uLnTx/>
                <a:uFillTx/>
                <a:latin typeface="Arial" panose="020B0604020202020204"/>
                <a:ea typeface="+mn-ea"/>
                <a:cs typeface="+mn-cs"/>
              </a:rPr>
            </a:br>
            <a:r>
              <a:rPr kumimoji="0" lang="en-US" sz="1800" b="0" i="0" u="none" strike="noStrike" kern="1200" cap="none" spc="0" normalizeH="0" baseline="0" noProof="0" dirty="0">
                <a:ln>
                  <a:noFill/>
                </a:ln>
                <a:solidFill>
                  <a:srgbClr val="00274C"/>
                </a:solidFill>
                <a:effectLst/>
                <a:uLnTx/>
                <a:uFillTx/>
                <a:latin typeface="Arial" panose="020B0604020202020204"/>
                <a:ea typeface="+mn-ea"/>
                <a:cs typeface="+mn-cs"/>
              </a:rPr>
              <a:t>5000 hours</a:t>
            </a:r>
          </a:p>
        </p:txBody>
      </p:sp>
      <p:sp>
        <p:nvSpPr>
          <p:cNvPr id="31" name="Rectangle 30">
            <a:extLst>
              <a:ext uri="{FF2B5EF4-FFF2-40B4-BE49-F238E27FC236}">
                <a16:creationId xmlns:a16="http://schemas.microsoft.com/office/drawing/2014/main" id="{05D3F442-E918-274C-83A6-932C4CEA9C31}"/>
              </a:ext>
            </a:extLst>
          </p:cNvPr>
          <p:cNvSpPr/>
          <p:nvPr/>
        </p:nvSpPr>
        <p:spPr>
          <a:xfrm>
            <a:off x="9742420" y="2665556"/>
            <a:ext cx="3944842" cy="1985159"/>
          </a:xfrm>
          <a:prstGeom prst="rect">
            <a:avLst/>
          </a:prstGeom>
        </p:spPr>
        <p:txBody>
          <a:bodyPr wrap="square">
            <a:spAutoFit/>
          </a:bodyPr>
          <a:lstStyle/>
          <a:p>
            <a:pPr marL="73025" marR="0" lvl="0" indent="-73025" algn="l" defTabSz="812810" rtl="0" eaLnBrk="1" fontAlgn="auto" latinLnBrk="0" hangingPunct="1">
              <a:lnSpc>
                <a:spcPct val="100000"/>
              </a:lnSpc>
              <a:spcBef>
                <a:spcPts val="200"/>
              </a:spcBef>
              <a:spcAft>
                <a:spcPts val="800"/>
              </a:spcAft>
              <a:buClrTx/>
              <a:buSzTx/>
              <a:buFontTx/>
              <a:buNone/>
              <a:tabLst/>
              <a:defRPr/>
            </a:pPr>
            <a:r>
              <a:rPr kumimoji="0" lang="en-US" sz="1800" b="1" i="0" u="none" strike="noStrike" kern="1200" cap="none" spc="0" normalizeH="0" baseline="0" noProof="0" dirty="0">
                <a:ln>
                  <a:noFill/>
                </a:ln>
                <a:solidFill>
                  <a:srgbClr val="00274C"/>
                </a:solidFill>
                <a:effectLst/>
                <a:uLnTx/>
                <a:uFillTx/>
                <a:latin typeface="Arial" panose="020B0604020202020204"/>
                <a:ea typeface="Times New Roman" panose="02020603050405020304" pitchFamily="18" charset="0"/>
                <a:cs typeface="+mn-cs"/>
              </a:rPr>
              <a:t>Efficiency: </a:t>
            </a:r>
            <a:r>
              <a:rPr kumimoji="0" lang="en-US" sz="1800" b="0" i="0" u="none" strike="noStrike" kern="1200" cap="none" spc="0" normalizeH="0" baseline="0" noProof="0" dirty="0">
                <a:ln>
                  <a:noFill/>
                </a:ln>
                <a:solidFill>
                  <a:srgbClr val="00274C"/>
                </a:solidFill>
                <a:effectLst/>
                <a:uLnTx/>
                <a:uFillTx/>
                <a:latin typeface="Arial" panose="020B0604020202020204"/>
                <a:ea typeface="Times New Roman" panose="02020603050405020304" pitchFamily="18" charset="0"/>
                <a:cs typeface="+mn-cs"/>
              </a:rPr>
              <a:t>Lumen / W </a:t>
            </a:r>
            <a:r>
              <a:rPr kumimoji="0" lang="en-US" sz="1800" b="0" i="1" u="none" strike="noStrike" kern="1200" cap="none" spc="0" normalizeH="0" baseline="0" noProof="0" dirty="0">
                <a:ln>
                  <a:noFill/>
                </a:ln>
                <a:solidFill>
                  <a:srgbClr val="00274C"/>
                </a:solidFill>
                <a:effectLst/>
                <a:uLnTx/>
                <a:uFillTx/>
                <a:latin typeface="Arial" panose="020B0604020202020204"/>
                <a:ea typeface="Times New Roman" panose="02020603050405020304" pitchFamily="18" charset="0"/>
                <a:cs typeface="+mn-cs"/>
              </a:rPr>
              <a:t>(use stage)</a:t>
            </a:r>
          </a:p>
          <a:p>
            <a:pPr marL="73025" marR="0" lvl="0" indent="-73025" algn="l" defTabSz="812810" rtl="0" eaLnBrk="1" fontAlgn="auto" latinLnBrk="0" hangingPunct="1">
              <a:lnSpc>
                <a:spcPct val="100000"/>
              </a:lnSpc>
              <a:spcBef>
                <a:spcPts val="200"/>
              </a:spcBef>
              <a:spcAft>
                <a:spcPts val="800"/>
              </a:spcAft>
              <a:buClrTx/>
              <a:buSzTx/>
              <a:buFontTx/>
              <a:buNone/>
              <a:tabLst/>
              <a:defRPr/>
            </a:pPr>
            <a:r>
              <a:rPr kumimoji="0" lang="en-US" sz="1800" b="1" i="0" u="none" strike="noStrike" kern="1200" cap="none" spc="0" normalizeH="0" baseline="0" noProof="0" dirty="0">
                <a:ln>
                  <a:noFill/>
                </a:ln>
                <a:solidFill>
                  <a:srgbClr val="00274C"/>
                </a:solidFill>
                <a:effectLst/>
                <a:uLnTx/>
                <a:uFillTx/>
                <a:latin typeface="Arial" panose="020B0604020202020204"/>
                <a:ea typeface="Times New Roman" panose="02020603050405020304" pitchFamily="18" charset="0"/>
                <a:cs typeface="+mn-cs"/>
              </a:rPr>
              <a:t>Bulb lifespan </a:t>
            </a:r>
            <a:r>
              <a:rPr kumimoji="0" lang="en-US" sz="1800" b="0" i="1" u="none" strike="noStrike" kern="1200" cap="none" spc="0" normalizeH="0" baseline="0" noProof="0" dirty="0">
                <a:ln>
                  <a:noFill/>
                </a:ln>
                <a:solidFill>
                  <a:srgbClr val="00274C"/>
                </a:solidFill>
                <a:effectLst/>
                <a:uLnTx/>
                <a:uFillTx/>
                <a:latin typeface="Arial" panose="020B0604020202020204"/>
                <a:ea typeface="Times New Roman" panose="02020603050405020304" pitchFamily="18" charset="0"/>
                <a:cs typeface="+mn-cs"/>
              </a:rPr>
              <a:t>(manufacturing stage)</a:t>
            </a:r>
          </a:p>
          <a:p>
            <a:pPr marL="0" marR="0" lvl="0" indent="0" algn="l" defTabSz="812810" rtl="0" eaLnBrk="1" fontAlgn="auto" latinLnBrk="0" hangingPunct="1">
              <a:lnSpc>
                <a:spcPct val="100000"/>
              </a:lnSpc>
              <a:spcBef>
                <a:spcPts val="0"/>
              </a:spcBef>
              <a:spcAft>
                <a:spcPts val="800"/>
              </a:spcAft>
              <a:buClrTx/>
              <a:buSzTx/>
              <a:buFontTx/>
              <a:buNone/>
              <a:tabLst/>
              <a:defRPr/>
            </a:pPr>
            <a:r>
              <a:rPr kumimoji="0" lang="en-US" sz="1800" b="1" i="0" u="none" strike="noStrike" kern="1200" cap="none" spc="0" normalizeH="0" baseline="0" noProof="0" dirty="0">
                <a:ln>
                  <a:noFill/>
                </a:ln>
                <a:solidFill>
                  <a:srgbClr val="00274C"/>
                </a:solidFill>
                <a:effectLst/>
                <a:uLnTx/>
                <a:uFillTx/>
                <a:latin typeface="Arial" panose="020B0604020202020204"/>
                <a:ea typeface="Times New Roman" panose="02020603050405020304" pitchFamily="18" charset="0"/>
                <a:cs typeface="+mn-cs"/>
              </a:rPr>
              <a:t>Amount and type of materials </a:t>
            </a:r>
            <a:br>
              <a:rPr kumimoji="0" lang="en-US" sz="1800" b="1" i="0" u="none" strike="noStrike" kern="1200" cap="none" spc="0" normalizeH="0" baseline="0" noProof="0" dirty="0">
                <a:ln>
                  <a:noFill/>
                </a:ln>
                <a:solidFill>
                  <a:srgbClr val="00274C"/>
                </a:solidFill>
                <a:effectLst/>
                <a:uLnTx/>
                <a:uFillTx/>
                <a:latin typeface="Arial" panose="020B0604020202020204"/>
                <a:ea typeface="Times New Roman" panose="02020603050405020304" pitchFamily="18" charset="0"/>
                <a:cs typeface="+mn-cs"/>
              </a:rPr>
            </a:br>
            <a:r>
              <a:rPr kumimoji="0" lang="en-US" sz="1800" b="1" i="0" u="none" strike="noStrike" kern="1200" cap="none" spc="0" normalizeH="0" baseline="0" noProof="0" dirty="0">
                <a:ln>
                  <a:noFill/>
                </a:ln>
                <a:solidFill>
                  <a:srgbClr val="00274C"/>
                </a:solidFill>
                <a:effectLst/>
                <a:uLnTx/>
                <a:uFillTx/>
                <a:latin typeface="Arial" panose="020B0604020202020204"/>
                <a:ea typeface="Times New Roman" panose="02020603050405020304" pitchFamily="18" charset="0"/>
                <a:cs typeface="+mn-cs"/>
              </a:rPr>
              <a:t>per bulb</a:t>
            </a:r>
            <a:r>
              <a:rPr kumimoji="0" lang="en-US" sz="1800" b="0" i="0" u="none" strike="noStrike" kern="1200" cap="none" spc="0" normalizeH="0" baseline="0" noProof="0" dirty="0">
                <a:ln>
                  <a:noFill/>
                </a:ln>
                <a:solidFill>
                  <a:srgbClr val="00274C"/>
                </a:solidFill>
                <a:effectLst/>
                <a:uLnTx/>
                <a:uFillTx/>
                <a:latin typeface="Arial" panose="020B0604020202020204"/>
                <a:ea typeface="Times New Roman" panose="02020603050405020304" pitchFamily="18" charset="0"/>
                <a:cs typeface="+mn-cs"/>
              </a:rPr>
              <a:t/>
            </a:r>
            <a:br>
              <a:rPr kumimoji="0" lang="en-US" sz="1800" b="0" i="0" u="none" strike="noStrike" kern="1200" cap="none" spc="0" normalizeH="0" baseline="0" noProof="0" dirty="0">
                <a:ln>
                  <a:noFill/>
                </a:ln>
                <a:solidFill>
                  <a:srgbClr val="00274C"/>
                </a:solidFill>
                <a:effectLst/>
                <a:uLnTx/>
                <a:uFillTx/>
                <a:latin typeface="Arial" panose="020B0604020202020204"/>
                <a:ea typeface="Times New Roman" panose="02020603050405020304" pitchFamily="18" charset="0"/>
                <a:cs typeface="+mn-cs"/>
              </a:rPr>
            </a:br>
            <a:r>
              <a:rPr kumimoji="0" lang="en-US" sz="1800" b="0" i="1" u="none" strike="noStrike" kern="1200" cap="none" spc="0" normalizeH="0" baseline="0" noProof="0" dirty="0">
                <a:ln>
                  <a:noFill/>
                </a:ln>
                <a:solidFill>
                  <a:srgbClr val="00274C"/>
                </a:solidFill>
                <a:effectLst/>
                <a:uLnTx/>
                <a:uFillTx/>
                <a:latin typeface="Arial" panose="020B0604020202020204"/>
                <a:ea typeface="Times New Roman" panose="02020603050405020304" pitchFamily="18" charset="0"/>
                <a:cs typeface="+mn-cs"/>
              </a:rPr>
              <a:t>(material extraction and </a:t>
            </a:r>
            <a:br>
              <a:rPr kumimoji="0" lang="en-US" sz="1800" b="0" i="1" u="none" strike="noStrike" kern="1200" cap="none" spc="0" normalizeH="0" baseline="0" noProof="0" dirty="0">
                <a:ln>
                  <a:noFill/>
                </a:ln>
                <a:solidFill>
                  <a:srgbClr val="00274C"/>
                </a:solidFill>
                <a:effectLst/>
                <a:uLnTx/>
                <a:uFillTx/>
                <a:latin typeface="Arial" panose="020B0604020202020204"/>
                <a:ea typeface="Times New Roman" panose="02020603050405020304" pitchFamily="18" charset="0"/>
                <a:cs typeface="+mn-cs"/>
              </a:rPr>
            </a:br>
            <a:r>
              <a:rPr kumimoji="0" lang="en-US" sz="1800" b="0" i="1" u="none" strike="noStrike" kern="1200" cap="none" spc="0" normalizeH="0" baseline="0" noProof="0" dirty="0">
                <a:ln>
                  <a:noFill/>
                </a:ln>
                <a:solidFill>
                  <a:srgbClr val="00274C"/>
                </a:solidFill>
                <a:effectLst/>
                <a:uLnTx/>
                <a:uFillTx/>
                <a:latin typeface="Arial" panose="020B0604020202020204"/>
                <a:ea typeface="Times New Roman" panose="02020603050405020304" pitchFamily="18" charset="0"/>
                <a:cs typeface="+mn-cs"/>
              </a:rPr>
              <a:t>manufacturing stages) </a:t>
            </a:r>
            <a:endParaRPr kumimoji="0" lang="en-US" sz="1800" b="0" i="1" u="none" strike="noStrike" kern="1200" cap="none" spc="0" normalizeH="0" baseline="0" noProof="0" dirty="0">
              <a:ln>
                <a:noFill/>
              </a:ln>
              <a:solidFill>
                <a:srgbClr val="00274C"/>
              </a:solidFill>
              <a:effectLst/>
              <a:uLnTx/>
              <a:uFillTx/>
              <a:latin typeface="Arial" panose="020B0604020202020204"/>
              <a:ea typeface="+mn-ea"/>
              <a:cs typeface="+mn-cs"/>
            </a:endParaRPr>
          </a:p>
        </p:txBody>
      </p:sp>
      <p:sp>
        <p:nvSpPr>
          <p:cNvPr id="25" name="Rectangle 24">
            <a:extLst>
              <a:ext uri="{FF2B5EF4-FFF2-40B4-BE49-F238E27FC236}">
                <a16:creationId xmlns:a16="http://schemas.microsoft.com/office/drawing/2014/main" id="{BE3FF6E8-FE52-984C-96A6-2E774C5E0F36}"/>
              </a:ext>
            </a:extLst>
          </p:cNvPr>
          <p:cNvSpPr/>
          <p:nvPr/>
        </p:nvSpPr>
        <p:spPr>
          <a:xfrm>
            <a:off x="3593445" y="5756529"/>
            <a:ext cx="9378636" cy="1077218"/>
          </a:xfrm>
          <a:prstGeom prst="rect">
            <a:avLst/>
          </a:prstGeom>
        </p:spPr>
        <p:txBody>
          <a:bodyPr wrap="square">
            <a:spAutoFit/>
          </a:bodyPr>
          <a:lstStyle/>
          <a:p>
            <a:pPr marL="0" marR="0" lvl="0" indent="0" algn="ctr" defTabSz="812810" rtl="0" eaLnBrk="1" fontAlgn="auto" latinLnBrk="0" hangingPunct="1">
              <a:lnSpc>
                <a:spcPct val="100000"/>
              </a:lnSpc>
              <a:spcBef>
                <a:spcPts val="0"/>
              </a:spcBef>
              <a:spcAft>
                <a:spcPts val="0"/>
              </a:spcAft>
              <a:buClrTx/>
              <a:buSzTx/>
              <a:buFontTx/>
              <a:buNone/>
              <a:tabLst/>
              <a:defRPr/>
            </a:pPr>
            <a:r>
              <a:rPr kumimoji="0" lang="en-US" altLang="en-US" sz="3200" b="0" i="1" u="none" strike="noStrike" kern="1200" cap="none" spc="0" normalizeH="0" baseline="0" noProof="0" dirty="0">
                <a:ln>
                  <a:noFill/>
                </a:ln>
                <a:solidFill>
                  <a:srgbClr val="00274C"/>
                </a:solidFill>
                <a:effectLst/>
                <a:uLnTx/>
                <a:uFillTx/>
                <a:latin typeface="Arial" panose="020B0604020202020204"/>
                <a:ea typeface="+mn-ea"/>
                <a:cs typeface="+mn-cs"/>
              </a:rPr>
              <a:t>The problem is that the fluorescent bulbs are </a:t>
            </a:r>
            <a:br>
              <a:rPr kumimoji="0" lang="en-US" altLang="en-US" sz="3200" b="0" i="1" u="none" strike="noStrike" kern="1200" cap="none" spc="0" normalizeH="0" baseline="0" noProof="0" dirty="0">
                <a:ln>
                  <a:noFill/>
                </a:ln>
                <a:solidFill>
                  <a:srgbClr val="00274C"/>
                </a:solidFill>
                <a:effectLst/>
                <a:uLnTx/>
                <a:uFillTx/>
                <a:latin typeface="Arial" panose="020B0604020202020204"/>
                <a:ea typeface="+mn-ea"/>
                <a:cs typeface="+mn-cs"/>
              </a:rPr>
            </a:br>
            <a:r>
              <a:rPr kumimoji="0" lang="en-US" altLang="en-US" sz="3200" b="0" i="1" u="none" strike="noStrike" kern="1200" cap="none" spc="0" normalizeH="0" baseline="0" noProof="0" dirty="0">
                <a:ln>
                  <a:noFill/>
                </a:ln>
                <a:solidFill>
                  <a:srgbClr val="00274C"/>
                </a:solidFill>
                <a:effectLst/>
                <a:uLnTx/>
                <a:uFillTx/>
                <a:latin typeface="Arial" panose="020B0604020202020204"/>
                <a:ea typeface="+mn-ea"/>
                <a:cs typeface="+mn-cs"/>
              </a:rPr>
              <a:t>more expensive… are they?</a:t>
            </a:r>
          </a:p>
        </p:txBody>
      </p:sp>
    </p:spTree>
    <p:extLst>
      <p:ext uri="{BB962C8B-B14F-4D97-AF65-F5344CB8AC3E}">
        <p14:creationId xmlns:p14="http://schemas.microsoft.com/office/powerpoint/2010/main" val="361721211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7">
            <a:extLst>
              <a:ext uri="{FF2B5EF4-FFF2-40B4-BE49-F238E27FC236}">
                <a16:creationId xmlns:a16="http://schemas.microsoft.com/office/drawing/2014/main" id="{DCE93A83-2E66-F74F-A5CD-47D28E6C7BC3}"/>
              </a:ext>
            </a:extLst>
          </p:cNvPr>
          <p:cNvSpPr txBox="1">
            <a:spLocks/>
          </p:cNvSpPr>
          <p:nvPr/>
        </p:nvSpPr>
        <p:spPr>
          <a:xfrm>
            <a:off x="440871" y="4963041"/>
            <a:ext cx="14799129" cy="1531708"/>
          </a:xfrm>
          <a:prstGeom prst="rect">
            <a:avLst/>
          </a:prstGeom>
        </p:spPr>
        <p:txBody>
          <a:bodyPr anchor="t">
            <a:normAutofit/>
          </a:bodyPr>
          <a:lstStyle>
            <a:lvl1pPr algn="ctr" defTabSz="457200" rtl="0" eaLnBrk="1" latinLnBrk="0" hangingPunct="1">
              <a:spcBef>
                <a:spcPct val="0"/>
              </a:spcBef>
              <a:buNone/>
              <a:defRPr sz="4400" kern="1200">
                <a:solidFill>
                  <a:schemeClr val="tx1"/>
                </a:solidFill>
                <a:latin typeface="+mj-lt"/>
                <a:ea typeface="+mj-ea"/>
                <a:cs typeface="+mj-cs"/>
              </a:defRPr>
            </a:lvl1pPr>
          </a:lstStyle>
          <a:p>
            <a:pPr marL="0" marR="0" lvl="0" indent="0" algn="l" defTabSz="457200" rtl="0" eaLnBrk="1" fontAlgn="auto" latinLnBrk="0" hangingPunct="1">
              <a:lnSpc>
                <a:spcPct val="100000"/>
              </a:lnSpc>
              <a:spcBef>
                <a:spcPct val="0"/>
              </a:spcBef>
              <a:spcAft>
                <a:spcPts val="0"/>
              </a:spcAft>
              <a:buClrTx/>
              <a:buSzTx/>
              <a:buFontTx/>
              <a:buNone/>
              <a:tabLst/>
              <a:defRPr/>
            </a:pPr>
            <a:r>
              <a:rPr kumimoji="0" lang="en-US" sz="5400" b="1" i="0" u="none" strike="noStrike" kern="1200" cap="none" spc="0" normalizeH="0" baseline="0" noProof="0" dirty="0">
                <a:ln>
                  <a:noFill/>
                </a:ln>
                <a:solidFill>
                  <a:srgbClr val="00274C"/>
                </a:solidFill>
                <a:effectLst/>
                <a:uLnTx/>
                <a:uFillTx/>
                <a:latin typeface="Arial"/>
                <a:ea typeface="+mj-ea"/>
                <a:cs typeface="+mj-cs"/>
              </a:rPr>
              <a:t>Function and functional </a:t>
            </a:r>
            <a:r>
              <a:rPr kumimoji="0" lang="en-US" sz="5400" b="1" i="0" u="none" strike="noStrike" kern="1200" cap="none" spc="0" normalizeH="0" baseline="0" noProof="0" dirty="0" smtClean="0">
                <a:ln>
                  <a:noFill/>
                </a:ln>
                <a:solidFill>
                  <a:srgbClr val="00274C"/>
                </a:solidFill>
                <a:effectLst/>
                <a:uLnTx/>
                <a:uFillTx/>
                <a:latin typeface="Arial"/>
                <a:ea typeface="+mj-ea"/>
                <a:cs typeface="+mj-cs"/>
              </a:rPr>
              <a:t>unit</a:t>
            </a:r>
          </a:p>
          <a:p>
            <a:pPr marL="0" marR="0" lvl="0" indent="0" algn="l" defTabSz="812810" rtl="0" eaLnBrk="1" fontAlgn="auto" latinLnBrk="0" hangingPunct="1">
              <a:lnSpc>
                <a:spcPct val="100000"/>
              </a:lnSpc>
              <a:spcBef>
                <a:spcPts val="0"/>
              </a:spcBef>
              <a:spcAft>
                <a:spcPts val="0"/>
              </a:spcAft>
              <a:buClrTx/>
              <a:buSzTx/>
              <a:buFontTx/>
              <a:buNone/>
              <a:tabLst/>
              <a:defRPr/>
            </a:pPr>
            <a:r>
              <a:rPr kumimoji="0" lang="en-US" altLang="en-US" sz="3600" b="1" i="0" u="none" strike="noStrike" kern="1200" cap="none" spc="0" normalizeH="0" baseline="0" noProof="0" dirty="0">
                <a:ln>
                  <a:noFill/>
                </a:ln>
                <a:solidFill>
                  <a:srgbClr val="D86018"/>
                </a:solidFill>
                <a:effectLst/>
                <a:uLnTx/>
                <a:uFillTx/>
                <a:latin typeface="Arial"/>
                <a:ea typeface="+mj-ea"/>
                <a:cs typeface="+mj-cs"/>
              </a:rPr>
              <a:t>Part C</a:t>
            </a:r>
            <a:r>
              <a:rPr kumimoji="0" lang="en-US" altLang="en-US" sz="3600" b="1" i="0" u="none" strike="noStrike" kern="1200" cap="none" spc="0" normalizeH="0" baseline="0" noProof="0" dirty="0" smtClean="0">
                <a:ln>
                  <a:noFill/>
                </a:ln>
                <a:solidFill>
                  <a:srgbClr val="D86018"/>
                </a:solidFill>
                <a:effectLst/>
                <a:uLnTx/>
                <a:uFillTx/>
                <a:latin typeface="Arial"/>
                <a:ea typeface="+mj-ea"/>
                <a:cs typeface="+mj-cs"/>
              </a:rPr>
              <a:t> - Life </a:t>
            </a:r>
            <a:r>
              <a:rPr kumimoji="0" lang="en-US" altLang="en-US" sz="3600" b="1" i="0" u="none" strike="noStrike" kern="1200" cap="none" spc="0" normalizeH="0" baseline="0" noProof="0" dirty="0">
                <a:ln>
                  <a:noFill/>
                </a:ln>
                <a:solidFill>
                  <a:srgbClr val="D86018"/>
                </a:solidFill>
                <a:effectLst/>
                <a:uLnTx/>
                <a:uFillTx/>
                <a:latin typeface="Arial"/>
                <a:ea typeface="+mj-ea"/>
                <a:cs typeface="+mj-cs"/>
              </a:rPr>
              <a:t>cycle Costing and overview</a:t>
            </a:r>
          </a:p>
        </p:txBody>
      </p:sp>
      <p:sp>
        <p:nvSpPr>
          <p:cNvPr id="3" name="TextBox 2">
            <a:extLst>
              <a:ext uri="{FF2B5EF4-FFF2-40B4-BE49-F238E27FC236}">
                <a16:creationId xmlns:a16="http://schemas.microsoft.com/office/drawing/2014/main" id="{F70B5F09-AA9C-0C49-A705-E3ECF1BA7055}"/>
              </a:ext>
            </a:extLst>
          </p:cNvPr>
          <p:cNvSpPr txBox="1"/>
          <p:nvPr/>
        </p:nvSpPr>
        <p:spPr>
          <a:xfrm>
            <a:off x="440871" y="6790584"/>
            <a:ext cx="6635150" cy="477054"/>
          </a:xfrm>
          <a:prstGeom prst="rect">
            <a:avLst/>
          </a:prstGeom>
          <a:noFill/>
        </p:spPr>
        <p:txBody>
          <a:bodyPr wrap="none" rtlCol="0">
            <a:spAutoFit/>
          </a:bodyPr>
          <a:lstStyle/>
          <a:p>
            <a:pPr marL="0" marR="0" lvl="0" indent="0" algn="l" defTabSz="812810" rtl="0" eaLnBrk="1" fontAlgn="auto" latinLnBrk="0" hangingPunct="1">
              <a:lnSpc>
                <a:spcPct val="100000"/>
              </a:lnSpc>
              <a:spcBef>
                <a:spcPts val="0"/>
              </a:spcBef>
              <a:spcAft>
                <a:spcPts val="0"/>
              </a:spcAft>
              <a:buClrTx/>
              <a:buSzTx/>
              <a:buFontTx/>
              <a:buNone/>
              <a:tabLst/>
              <a:defRPr/>
            </a:pPr>
            <a:r>
              <a:rPr kumimoji="0" lang="en-US" sz="2500" b="1" i="0" u="none" strike="noStrike" kern="1200" cap="none" spc="0" normalizeH="0" baseline="0" noProof="0" dirty="0">
                <a:ln>
                  <a:noFill/>
                </a:ln>
                <a:solidFill>
                  <a:srgbClr val="00274C"/>
                </a:solidFill>
                <a:effectLst/>
                <a:uLnTx/>
                <a:uFillTx/>
                <a:latin typeface="Arial"/>
                <a:ea typeface="+mn-ea"/>
                <a:cs typeface="+mn-cs"/>
              </a:rPr>
              <a:t>Shanna </a:t>
            </a:r>
            <a:r>
              <a:rPr kumimoji="0" lang="en-US" sz="2500" b="1" i="0" u="none" strike="noStrike" kern="1200" cap="none" spc="0" normalizeH="0" baseline="0" noProof="0" dirty="0" err="1">
                <a:ln>
                  <a:noFill/>
                </a:ln>
                <a:solidFill>
                  <a:srgbClr val="00274C"/>
                </a:solidFill>
                <a:effectLst/>
                <a:uLnTx/>
                <a:uFillTx/>
                <a:latin typeface="Arial"/>
                <a:ea typeface="+mn-ea"/>
                <a:cs typeface="+mn-cs"/>
              </a:rPr>
              <a:t>Shaked</a:t>
            </a:r>
            <a:r>
              <a:rPr kumimoji="0" lang="en-US" sz="2500" b="1" i="0" u="none" strike="noStrike" kern="1200" cap="none" spc="0" normalizeH="0" baseline="0" noProof="0" dirty="0">
                <a:ln>
                  <a:noFill/>
                </a:ln>
                <a:solidFill>
                  <a:srgbClr val="00274C"/>
                </a:solidFill>
                <a:effectLst/>
                <a:uLnTx/>
                <a:uFillTx/>
                <a:latin typeface="Arial"/>
                <a:ea typeface="+mn-ea"/>
                <a:cs typeface="+mn-cs"/>
              </a:rPr>
              <a:t>, PhD &amp; Olivier Jolliet, PhD</a:t>
            </a:r>
            <a:endParaRPr kumimoji="0" lang="en-US" sz="2500" b="0" i="0" u="none" strike="noStrike" kern="1200" cap="none" spc="0" normalizeH="0" baseline="0" noProof="0" dirty="0">
              <a:ln>
                <a:noFill/>
              </a:ln>
              <a:solidFill>
                <a:srgbClr val="00274C"/>
              </a:solidFill>
              <a:effectLst/>
              <a:uLnTx/>
              <a:uFillTx/>
              <a:latin typeface="Arial"/>
              <a:ea typeface="+mn-ea"/>
              <a:cs typeface="+mn-cs"/>
            </a:endParaRPr>
          </a:p>
        </p:txBody>
      </p:sp>
    </p:spTree>
    <p:extLst>
      <p:ext uri="{BB962C8B-B14F-4D97-AF65-F5344CB8AC3E}">
        <p14:creationId xmlns:p14="http://schemas.microsoft.com/office/powerpoint/2010/main" val="230529375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8439A4-B037-4F4E-AFCE-96000C7C1237}"/>
              </a:ext>
            </a:extLst>
          </p:cNvPr>
          <p:cNvSpPr>
            <a:spLocks noGrp="1"/>
          </p:cNvSpPr>
          <p:nvPr>
            <p:ph type="title"/>
          </p:nvPr>
        </p:nvSpPr>
        <p:spPr>
          <a:xfrm>
            <a:off x="812880" y="279400"/>
            <a:ext cx="14631828" cy="870385"/>
          </a:xfrm>
        </p:spPr>
        <p:txBody>
          <a:bodyPr/>
          <a:lstStyle/>
          <a:p>
            <a:r>
              <a:rPr lang="en-US" altLang="en-US" dirty="0"/>
              <a:t>Life Cycle Costing:</a:t>
            </a:r>
            <a:r>
              <a:rPr lang="fr-FR" altLang="en-US" dirty="0"/>
              <a:t> LCC NOT LCA</a:t>
            </a:r>
            <a:endParaRPr lang="en-US" dirty="0">
              <a:solidFill>
                <a:schemeClr val="tx2"/>
              </a:solidFill>
            </a:endParaRPr>
          </a:p>
        </p:txBody>
      </p:sp>
      <p:sp>
        <p:nvSpPr>
          <p:cNvPr id="17" name="Rectangle 16">
            <a:extLst>
              <a:ext uri="{FF2B5EF4-FFF2-40B4-BE49-F238E27FC236}">
                <a16:creationId xmlns:a16="http://schemas.microsoft.com/office/drawing/2014/main" id="{920ABCF5-C662-F143-BD44-00AAFC643D46}"/>
              </a:ext>
            </a:extLst>
          </p:cNvPr>
          <p:cNvSpPr/>
          <p:nvPr/>
        </p:nvSpPr>
        <p:spPr>
          <a:xfrm>
            <a:off x="812880" y="1783087"/>
            <a:ext cx="14631827" cy="830997"/>
          </a:xfrm>
          <a:prstGeom prst="rect">
            <a:avLst/>
          </a:prstGeom>
        </p:spPr>
        <p:txBody>
          <a:bodyPr wrap="square">
            <a:spAutoFit/>
          </a:bodyPr>
          <a:lstStyle/>
          <a:p>
            <a:pPr marL="0" marR="0" lvl="0" indent="0" algn="ctr" defTabSz="812810" rtl="0" eaLnBrk="1" fontAlgn="auto" latinLnBrk="0" hangingPunct="1">
              <a:lnSpc>
                <a:spcPct val="100000"/>
              </a:lnSpc>
              <a:spcBef>
                <a:spcPts val="0"/>
              </a:spcBef>
              <a:spcAft>
                <a:spcPts val="0"/>
              </a:spcAft>
              <a:buClrTx/>
              <a:buSzTx/>
              <a:buFontTx/>
              <a:buNone/>
              <a:tabLst/>
              <a:defRPr/>
            </a:pPr>
            <a:r>
              <a:rPr kumimoji="0" lang="en-US" altLang="en-US" sz="2400" b="0" i="0" u="none" strike="noStrike" kern="1200" cap="none" spc="0" normalizeH="0" baseline="0" noProof="0" dirty="0">
                <a:ln>
                  <a:noFill/>
                </a:ln>
                <a:solidFill>
                  <a:srgbClr val="00274C"/>
                </a:solidFill>
                <a:effectLst/>
                <a:uLnTx/>
                <a:uFillTx/>
                <a:latin typeface="Arial" panose="020B0604020202020204"/>
                <a:ea typeface="+mn-ea"/>
                <a:cs typeface="+mn-cs"/>
              </a:rPr>
              <a:t>The reference flows:</a:t>
            </a:r>
            <a:r>
              <a:rPr kumimoji="0" lang="en-US" altLang="en-US" sz="2400" b="1" i="0" u="none" strike="noStrike" kern="1200" cap="none" spc="0" normalizeH="0" baseline="0" noProof="0" dirty="0">
                <a:ln>
                  <a:noFill/>
                </a:ln>
                <a:solidFill>
                  <a:srgbClr val="00274C"/>
                </a:solidFill>
                <a:effectLst/>
                <a:uLnTx/>
                <a:uFillTx/>
                <a:latin typeface="Arial" panose="020B0604020202020204"/>
                <a:ea typeface="+mn-ea"/>
                <a:cs typeface="+mn-cs"/>
              </a:rPr>
              <a:t> </a:t>
            </a:r>
            <a:r>
              <a:rPr kumimoji="0" lang="en-US" altLang="en-US" sz="2400" b="0" i="0" u="none" strike="noStrike" kern="1200" cap="none" spc="0" normalizeH="0" baseline="0" noProof="0" dirty="0">
                <a:ln>
                  <a:noFill/>
                </a:ln>
                <a:solidFill>
                  <a:srgbClr val="00274C"/>
                </a:solidFill>
                <a:effectLst/>
                <a:uLnTx/>
                <a:uFillTx/>
                <a:latin typeface="Arial" panose="020B0604020202020204"/>
                <a:ea typeface="+mn-ea"/>
                <a:cs typeface="+mn-cs"/>
              </a:rPr>
              <a:t>what needs to be purchased to ensure the function!</a:t>
            </a:r>
          </a:p>
          <a:p>
            <a:pPr marL="0" marR="0" lvl="0" indent="0" algn="ctr" defTabSz="812810" rtl="0" eaLnBrk="1" fontAlgn="auto" latinLnBrk="0" hangingPunct="1">
              <a:lnSpc>
                <a:spcPct val="100000"/>
              </a:lnSpc>
              <a:spcBef>
                <a:spcPts val="0"/>
              </a:spcBef>
              <a:spcAft>
                <a:spcPts val="0"/>
              </a:spcAft>
              <a:buClrTx/>
              <a:buSzTx/>
              <a:buFontTx/>
              <a:buNone/>
              <a:tabLst/>
              <a:defRPr/>
            </a:pPr>
            <a:r>
              <a:rPr kumimoji="0" lang="en-US" altLang="en-US" sz="2400" b="0" i="0" u="none" strike="noStrike" kern="1200" cap="none" spc="0" normalizeH="0" baseline="0" noProof="0" dirty="0">
                <a:ln>
                  <a:noFill/>
                </a:ln>
                <a:solidFill>
                  <a:srgbClr val="00274C"/>
                </a:solidFill>
                <a:effectLst/>
                <a:uLnTx/>
                <a:uFillTx/>
                <a:latin typeface="Arial" panose="020B0604020202020204"/>
                <a:ea typeface="+mn-ea"/>
                <a:cs typeface="+mn-cs"/>
              </a:rPr>
              <a:t>This is also the </a:t>
            </a:r>
            <a:r>
              <a:rPr kumimoji="0" lang="en-US" altLang="en-US" sz="2400" b="0" i="0" u="none" strike="noStrike" kern="1200" cap="none" spc="0" normalizeH="0" baseline="0" noProof="0" dirty="0">
                <a:ln>
                  <a:noFill/>
                </a:ln>
                <a:solidFill>
                  <a:srgbClr val="407EC9"/>
                </a:solidFill>
                <a:effectLst/>
                <a:uLnTx/>
                <a:uFillTx/>
                <a:latin typeface="Arial" panose="020B0604020202020204"/>
                <a:ea typeface="+mn-ea"/>
                <a:cs typeface="+mn-cs"/>
              </a:rPr>
              <a:t>basis for a life cycle costing</a:t>
            </a:r>
            <a:r>
              <a:rPr kumimoji="0" lang="en-US" altLang="en-US" sz="2400" b="0" i="0" u="none" strike="noStrike" kern="1200" cap="none" spc="0" normalizeH="0" baseline="0" noProof="0" dirty="0">
                <a:ln>
                  <a:noFill/>
                </a:ln>
                <a:solidFill>
                  <a:srgbClr val="00274C"/>
                </a:solidFill>
                <a:effectLst/>
                <a:uLnTx/>
                <a:uFillTx/>
                <a:latin typeface="Arial" panose="020B0604020202020204"/>
                <a:ea typeface="+mn-ea"/>
                <a:cs typeface="+mn-cs"/>
              </a:rPr>
              <a:t>, combining the quantities and the price of the purchased goods</a:t>
            </a:r>
          </a:p>
        </p:txBody>
      </p:sp>
      <p:sp>
        <p:nvSpPr>
          <p:cNvPr id="21" name="TextBox 20">
            <a:extLst>
              <a:ext uri="{FF2B5EF4-FFF2-40B4-BE49-F238E27FC236}">
                <a16:creationId xmlns:a16="http://schemas.microsoft.com/office/drawing/2014/main" id="{881FD7A6-610F-A949-A9D8-4C95A672C213}"/>
              </a:ext>
            </a:extLst>
          </p:cNvPr>
          <p:cNvSpPr txBox="1"/>
          <p:nvPr/>
        </p:nvSpPr>
        <p:spPr>
          <a:xfrm>
            <a:off x="6710608" y="4529523"/>
            <a:ext cx="2516052" cy="584775"/>
          </a:xfrm>
          <a:prstGeom prst="rect">
            <a:avLst/>
          </a:prstGeom>
          <a:noFill/>
        </p:spPr>
        <p:txBody>
          <a:bodyPr wrap="square" rtlCol="0">
            <a:spAutoFit/>
          </a:bodyPr>
          <a:lstStyle/>
          <a:p>
            <a:pPr marL="0" marR="0" lvl="0" indent="0" algn="l" defTabSz="81281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D86018"/>
                </a:solidFill>
                <a:effectLst/>
                <a:uLnTx/>
                <a:uFillTx/>
                <a:latin typeface="Arial" panose="020B0604020202020204"/>
                <a:ea typeface="+mn-ea"/>
                <a:cs typeface="+mn-cs"/>
              </a:rPr>
              <a:t>5</a:t>
            </a:r>
            <a:r>
              <a:rPr kumimoji="0" lang="en-US" sz="1600" b="0" i="0" u="none" strike="noStrike" kern="1200" cap="none" spc="0" normalizeH="0" baseline="0" noProof="0" dirty="0">
                <a:ln>
                  <a:noFill/>
                </a:ln>
                <a:solidFill>
                  <a:srgbClr val="00274C"/>
                </a:solidFill>
                <a:effectLst/>
                <a:uLnTx/>
                <a:uFillTx/>
                <a:latin typeface="Arial" panose="020B0604020202020204"/>
                <a:ea typeface="+mn-ea"/>
                <a:cs typeface="+mn-cs"/>
              </a:rPr>
              <a:t> incandescent </a:t>
            </a:r>
            <a:br>
              <a:rPr kumimoji="0" lang="en-US" sz="1600" b="0" i="0" u="none" strike="noStrike" kern="1200" cap="none" spc="0" normalizeH="0" baseline="0" noProof="0" dirty="0">
                <a:ln>
                  <a:noFill/>
                </a:ln>
                <a:solidFill>
                  <a:srgbClr val="00274C"/>
                </a:solidFill>
                <a:effectLst/>
                <a:uLnTx/>
                <a:uFillTx/>
                <a:latin typeface="Arial" panose="020B0604020202020204"/>
                <a:ea typeface="+mn-ea"/>
                <a:cs typeface="+mn-cs"/>
              </a:rPr>
            </a:br>
            <a:r>
              <a:rPr kumimoji="0" lang="en-US" sz="1600" b="0" i="0" u="none" strike="noStrike" kern="1200" cap="none" spc="0" normalizeH="0" baseline="0" noProof="0" dirty="0">
                <a:ln>
                  <a:noFill/>
                </a:ln>
                <a:solidFill>
                  <a:srgbClr val="00274C"/>
                </a:solidFill>
                <a:effectLst/>
                <a:uLnTx/>
                <a:uFillTx/>
                <a:latin typeface="Arial" panose="020B0604020202020204"/>
                <a:ea typeface="+mn-ea"/>
                <a:cs typeface="+mn-cs"/>
              </a:rPr>
              <a:t>bulbs/FU</a:t>
            </a:r>
          </a:p>
        </p:txBody>
      </p:sp>
      <p:sp>
        <p:nvSpPr>
          <p:cNvPr id="22" name="TextBox 21">
            <a:extLst>
              <a:ext uri="{FF2B5EF4-FFF2-40B4-BE49-F238E27FC236}">
                <a16:creationId xmlns:a16="http://schemas.microsoft.com/office/drawing/2014/main" id="{10CD8642-E4C9-344C-8D81-FF6AE256C960}"/>
              </a:ext>
            </a:extLst>
          </p:cNvPr>
          <p:cNvSpPr txBox="1"/>
          <p:nvPr/>
        </p:nvSpPr>
        <p:spPr>
          <a:xfrm>
            <a:off x="6726146" y="4092552"/>
            <a:ext cx="2484976" cy="338554"/>
          </a:xfrm>
          <a:prstGeom prst="rect">
            <a:avLst/>
          </a:prstGeom>
          <a:noFill/>
        </p:spPr>
        <p:txBody>
          <a:bodyPr wrap="square" rtlCol="0">
            <a:spAutoFit/>
          </a:bodyPr>
          <a:lstStyle/>
          <a:p>
            <a:pPr marL="0" marR="0" lvl="0" indent="0" algn="l" defTabSz="81281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D86018"/>
                </a:solidFill>
                <a:effectLst/>
                <a:uLnTx/>
                <a:uFillTx/>
                <a:latin typeface="Arial" panose="020B0604020202020204"/>
                <a:ea typeface="+mn-ea"/>
                <a:cs typeface="+mn-cs"/>
              </a:rPr>
              <a:t>300</a:t>
            </a:r>
            <a:r>
              <a:rPr kumimoji="0" lang="en-US" sz="1600" b="0" i="0" u="none" strike="noStrike" kern="1200" cap="none" spc="0" normalizeH="0" baseline="0" noProof="0" dirty="0">
                <a:ln>
                  <a:noFill/>
                </a:ln>
                <a:solidFill>
                  <a:srgbClr val="00274C"/>
                </a:solidFill>
                <a:effectLst/>
                <a:uLnTx/>
                <a:uFillTx/>
                <a:latin typeface="Arial" panose="020B0604020202020204"/>
                <a:ea typeface="+mn-ea"/>
                <a:cs typeface="+mn-cs"/>
              </a:rPr>
              <a:t> kWh/FU electricity</a:t>
            </a:r>
          </a:p>
        </p:txBody>
      </p:sp>
      <p:sp>
        <p:nvSpPr>
          <p:cNvPr id="23" name="TextBox 22">
            <a:extLst>
              <a:ext uri="{FF2B5EF4-FFF2-40B4-BE49-F238E27FC236}">
                <a16:creationId xmlns:a16="http://schemas.microsoft.com/office/drawing/2014/main" id="{04CF8320-15E9-6245-8C80-D73276B300EB}"/>
              </a:ext>
            </a:extLst>
          </p:cNvPr>
          <p:cNvSpPr txBox="1"/>
          <p:nvPr/>
        </p:nvSpPr>
        <p:spPr>
          <a:xfrm>
            <a:off x="6743823" y="5380556"/>
            <a:ext cx="2122697" cy="338554"/>
          </a:xfrm>
          <a:prstGeom prst="rect">
            <a:avLst/>
          </a:prstGeom>
          <a:noFill/>
        </p:spPr>
        <p:txBody>
          <a:bodyPr wrap="none" rtlCol="0">
            <a:spAutoFit/>
          </a:bodyPr>
          <a:lstStyle/>
          <a:p>
            <a:pPr marL="0" marR="0" lvl="0" indent="0" algn="l" defTabSz="81281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D86018"/>
                </a:solidFill>
                <a:effectLst/>
                <a:uLnTx/>
                <a:uFillTx/>
                <a:latin typeface="Arial" panose="020B0604020202020204"/>
                <a:ea typeface="+mn-ea"/>
                <a:cs typeface="+mn-cs"/>
              </a:rPr>
              <a:t>65</a:t>
            </a:r>
            <a:r>
              <a:rPr kumimoji="0" lang="en-US" sz="1600" b="0" i="0" u="none" strike="noStrike" kern="1200" cap="none" spc="0" normalizeH="0" baseline="0" noProof="0" dirty="0">
                <a:ln>
                  <a:noFill/>
                </a:ln>
                <a:solidFill>
                  <a:srgbClr val="00274C"/>
                </a:solidFill>
                <a:effectLst/>
                <a:uLnTx/>
                <a:uFillTx/>
                <a:latin typeface="Arial" panose="020B0604020202020204"/>
                <a:ea typeface="+mn-ea"/>
                <a:cs typeface="+mn-cs"/>
              </a:rPr>
              <a:t> kWh/FU electricity</a:t>
            </a:r>
          </a:p>
        </p:txBody>
      </p:sp>
      <p:sp>
        <p:nvSpPr>
          <p:cNvPr id="24" name="TextBox 23">
            <a:extLst>
              <a:ext uri="{FF2B5EF4-FFF2-40B4-BE49-F238E27FC236}">
                <a16:creationId xmlns:a16="http://schemas.microsoft.com/office/drawing/2014/main" id="{B64F4E15-9A65-3446-8AE4-A7B5BD4C7831}"/>
              </a:ext>
            </a:extLst>
          </p:cNvPr>
          <p:cNvSpPr txBox="1"/>
          <p:nvPr/>
        </p:nvSpPr>
        <p:spPr>
          <a:xfrm>
            <a:off x="6738213" y="5910101"/>
            <a:ext cx="2133918" cy="338554"/>
          </a:xfrm>
          <a:prstGeom prst="rect">
            <a:avLst/>
          </a:prstGeom>
          <a:noFill/>
        </p:spPr>
        <p:txBody>
          <a:bodyPr wrap="none" rtlCol="0">
            <a:spAutoFit/>
          </a:bodyPr>
          <a:lstStyle/>
          <a:p>
            <a:pPr marL="0" marR="0" lvl="0" indent="0" algn="l" defTabSz="81281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D86018"/>
                </a:solidFill>
                <a:effectLst/>
                <a:uLnTx/>
                <a:uFillTx/>
                <a:latin typeface="Arial" panose="020B0604020202020204"/>
                <a:ea typeface="+mn-ea"/>
                <a:cs typeface="+mn-cs"/>
              </a:rPr>
              <a:t>1</a:t>
            </a:r>
            <a:r>
              <a:rPr kumimoji="0" lang="en-US" sz="1600" b="0" i="0" u="none" strike="noStrike" kern="1200" cap="none" spc="0" normalizeH="0" baseline="0" noProof="0" dirty="0">
                <a:ln>
                  <a:noFill/>
                </a:ln>
                <a:solidFill>
                  <a:srgbClr val="00274C"/>
                </a:solidFill>
                <a:effectLst/>
                <a:uLnTx/>
                <a:uFillTx/>
                <a:latin typeface="Arial" panose="020B0604020202020204"/>
                <a:ea typeface="+mn-ea"/>
                <a:cs typeface="+mn-cs"/>
              </a:rPr>
              <a:t> fluorescent bulb/FU</a:t>
            </a:r>
          </a:p>
        </p:txBody>
      </p:sp>
      <p:sp>
        <p:nvSpPr>
          <p:cNvPr id="25" name="TextBox 24">
            <a:extLst>
              <a:ext uri="{FF2B5EF4-FFF2-40B4-BE49-F238E27FC236}">
                <a16:creationId xmlns:a16="http://schemas.microsoft.com/office/drawing/2014/main" id="{9111BEBA-E680-EB4F-B84D-F94CBF9EAD28}"/>
              </a:ext>
            </a:extLst>
          </p:cNvPr>
          <p:cNvSpPr txBox="1"/>
          <p:nvPr/>
        </p:nvSpPr>
        <p:spPr>
          <a:xfrm>
            <a:off x="5202237" y="4460284"/>
            <a:ext cx="1429785" cy="1200329"/>
          </a:xfrm>
          <a:prstGeom prst="rect">
            <a:avLst/>
          </a:prstGeom>
          <a:noFill/>
        </p:spPr>
        <p:txBody>
          <a:bodyPr wrap="square" rtlCol="0">
            <a:spAutoFit/>
          </a:bodyPr>
          <a:lstStyle/>
          <a:p>
            <a:pPr marL="0" marR="0" lvl="0" indent="0" algn="l" defTabSz="81281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00274C"/>
                </a:solidFill>
                <a:effectLst/>
                <a:uLnTx/>
                <a:uFillTx/>
                <a:latin typeface="Arial" panose="020B0604020202020204"/>
                <a:ea typeface="+mn-ea"/>
                <a:cs typeface="+mn-cs"/>
              </a:rPr>
              <a:t>800 lumen </a:t>
            </a:r>
          </a:p>
          <a:p>
            <a:pPr marL="0" marR="0" lvl="0" indent="0" algn="l" defTabSz="81281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00274C"/>
                </a:solidFill>
                <a:effectLst/>
                <a:uLnTx/>
                <a:uFillTx/>
                <a:latin typeface="Arial" panose="020B0604020202020204"/>
                <a:ea typeface="+mn-ea"/>
                <a:cs typeface="+mn-cs"/>
              </a:rPr>
              <a:t>for a </a:t>
            </a:r>
            <a:br>
              <a:rPr kumimoji="0" lang="en-US" sz="1800" b="0" i="0" u="none" strike="noStrike" kern="1200" cap="none" spc="0" normalizeH="0" baseline="0" noProof="0" dirty="0">
                <a:ln>
                  <a:noFill/>
                </a:ln>
                <a:solidFill>
                  <a:srgbClr val="00274C"/>
                </a:solidFill>
                <a:effectLst/>
                <a:uLnTx/>
                <a:uFillTx/>
                <a:latin typeface="Arial" panose="020B0604020202020204"/>
                <a:ea typeface="+mn-ea"/>
                <a:cs typeface="+mn-cs"/>
              </a:rPr>
            </a:br>
            <a:r>
              <a:rPr kumimoji="0" lang="en-US" sz="1800" b="0" i="0" u="none" strike="noStrike" kern="1200" cap="none" spc="0" normalizeH="0" baseline="0" noProof="0" dirty="0">
                <a:ln>
                  <a:noFill/>
                </a:ln>
                <a:solidFill>
                  <a:srgbClr val="00274C"/>
                </a:solidFill>
                <a:effectLst/>
                <a:uLnTx/>
                <a:uFillTx/>
                <a:latin typeface="Arial" panose="020B0604020202020204"/>
                <a:ea typeface="+mn-ea"/>
                <a:cs typeface="+mn-cs"/>
              </a:rPr>
              <a:t>duration of </a:t>
            </a:r>
            <a:br>
              <a:rPr kumimoji="0" lang="en-US" sz="1800" b="0" i="0" u="none" strike="noStrike" kern="1200" cap="none" spc="0" normalizeH="0" baseline="0" noProof="0" dirty="0">
                <a:ln>
                  <a:noFill/>
                </a:ln>
                <a:solidFill>
                  <a:srgbClr val="00274C"/>
                </a:solidFill>
                <a:effectLst/>
                <a:uLnTx/>
                <a:uFillTx/>
                <a:latin typeface="Arial" panose="020B0604020202020204"/>
                <a:ea typeface="+mn-ea"/>
                <a:cs typeface="+mn-cs"/>
              </a:rPr>
            </a:br>
            <a:r>
              <a:rPr kumimoji="0" lang="en-US" sz="1800" b="0" i="0" u="none" strike="noStrike" kern="1200" cap="none" spc="0" normalizeH="0" baseline="0" noProof="0" dirty="0">
                <a:ln>
                  <a:noFill/>
                </a:ln>
                <a:solidFill>
                  <a:srgbClr val="00274C"/>
                </a:solidFill>
                <a:effectLst/>
                <a:uLnTx/>
                <a:uFillTx/>
                <a:latin typeface="Arial" panose="020B0604020202020204"/>
                <a:ea typeface="+mn-ea"/>
                <a:cs typeface="+mn-cs"/>
              </a:rPr>
              <a:t>5000 hours</a:t>
            </a:r>
          </a:p>
        </p:txBody>
      </p:sp>
      <p:sp>
        <p:nvSpPr>
          <p:cNvPr id="26" name="Rectangle 25">
            <a:extLst>
              <a:ext uri="{FF2B5EF4-FFF2-40B4-BE49-F238E27FC236}">
                <a16:creationId xmlns:a16="http://schemas.microsoft.com/office/drawing/2014/main" id="{D693C9AC-AA22-F94E-B0CB-79CF2B5AE849}"/>
              </a:ext>
            </a:extLst>
          </p:cNvPr>
          <p:cNvSpPr/>
          <p:nvPr/>
        </p:nvSpPr>
        <p:spPr>
          <a:xfrm>
            <a:off x="3151231" y="3945150"/>
            <a:ext cx="1978708" cy="2428522"/>
          </a:xfrm>
          <a:prstGeom prst="rect">
            <a:avLst/>
          </a:prstGeom>
          <a:solidFill>
            <a:schemeClr val="accent6">
              <a:alpha val="29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812810" rtl="0" eaLnBrk="1" fontAlgn="auto" latinLnBrk="0" hangingPunct="1">
              <a:lnSpc>
                <a:spcPct val="100000"/>
              </a:lnSpc>
              <a:spcBef>
                <a:spcPts val="0"/>
              </a:spcBef>
              <a:spcAft>
                <a:spcPts val="0"/>
              </a:spcAft>
              <a:buClrTx/>
              <a:buSzTx/>
              <a:buFontTx/>
              <a:buNone/>
              <a:tabLst/>
              <a:defRPr/>
            </a:pPr>
            <a:endParaRPr kumimoji="0" lang="en-US" sz="3200" b="0" i="0" u="none" strike="noStrike" kern="1200" cap="none" spc="0" normalizeH="0" baseline="0" noProof="0">
              <a:ln>
                <a:noFill/>
              </a:ln>
              <a:solidFill>
                <a:prstClr val="white"/>
              </a:solidFill>
              <a:effectLst/>
              <a:uLnTx/>
              <a:uFillTx/>
              <a:latin typeface="Arial" panose="020B0604020202020204"/>
              <a:ea typeface="+mn-ea"/>
              <a:cs typeface="+mn-cs"/>
            </a:endParaRPr>
          </a:p>
        </p:txBody>
      </p:sp>
      <p:pic>
        <p:nvPicPr>
          <p:cNvPr id="27" name="Picture 26">
            <a:extLst>
              <a:ext uri="{FF2B5EF4-FFF2-40B4-BE49-F238E27FC236}">
                <a16:creationId xmlns:a16="http://schemas.microsoft.com/office/drawing/2014/main" id="{91D6896D-7479-CA4B-990E-EDA9428F6201}"/>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3928559" y="4375248"/>
            <a:ext cx="457145" cy="637233"/>
          </a:xfrm>
          <a:prstGeom prst="rect">
            <a:avLst/>
          </a:prstGeom>
        </p:spPr>
      </p:pic>
      <p:pic>
        <p:nvPicPr>
          <p:cNvPr id="28" name="Picture 27">
            <a:extLst>
              <a:ext uri="{FF2B5EF4-FFF2-40B4-BE49-F238E27FC236}">
                <a16:creationId xmlns:a16="http://schemas.microsoft.com/office/drawing/2014/main" id="{2CBBAF3E-77C5-CF47-ABDD-1DEB8B851223}"/>
              </a:ext>
            </a:extLst>
          </p:cNvPr>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4007190" y="5587463"/>
            <a:ext cx="271071" cy="631018"/>
          </a:xfrm>
          <a:prstGeom prst="rect">
            <a:avLst/>
          </a:prstGeom>
        </p:spPr>
      </p:pic>
      <p:sp>
        <p:nvSpPr>
          <p:cNvPr id="29" name="Rectangle 28">
            <a:extLst>
              <a:ext uri="{FF2B5EF4-FFF2-40B4-BE49-F238E27FC236}">
                <a16:creationId xmlns:a16="http://schemas.microsoft.com/office/drawing/2014/main" id="{8B58F082-69A1-BE40-BB87-B7BD2D2935B5}"/>
              </a:ext>
            </a:extLst>
          </p:cNvPr>
          <p:cNvSpPr/>
          <p:nvPr/>
        </p:nvSpPr>
        <p:spPr>
          <a:xfrm>
            <a:off x="3151231" y="3253766"/>
            <a:ext cx="1978707" cy="615495"/>
          </a:xfrm>
          <a:prstGeom prst="rect">
            <a:avLst/>
          </a:prstGeom>
          <a:noFill/>
          <a:ln w="25400">
            <a:noFill/>
          </a:ln>
          <a:effectLst/>
        </p:spPr>
        <p:style>
          <a:lnRef idx="1">
            <a:schemeClr val="accent1"/>
          </a:lnRef>
          <a:fillRef idx="3">
            <a:schemeClr val="accent1"/>
          </a:fillRef>
          <a:effectRef idx="2">
            <a:schemeClr val="accent1"/>
          </a:effectRef>
          <a:fontRef idx="minor">
            <a:schemeClr val="lt1"/>
          </a:fontRef>
        </p:style>
        <p:txBody>
          <a:bodyPr rtlCol="0" anchor="t"/>
          <a:lstStyle/>
          <a:p>
            <a:pPr marL="45720" marR="0" lvl="0" indent="0" algn="ctr" defTabSz="81281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srgbClr val="00274C"/>
                </a:solidFill>
                <a:effectLst/>
                <a:uLnTx/>
                <a:uFillTx/>
                <a:latin typeface="Arial" panose="020B0604020202020204"/>
                <a:ea typeface="+mn-ea"/>
                <a:cs typeface="+mn-cs"/>
              </a:rPr>
              <a:t>PRODUCTS </a:t>
            </a:r>
            <a:br>
              <a:rPr kumimoji="0" lang="en-US" sz="1600" b="1" i="0" u="none" strike="noStrike" kern="1200" cap="none" spc="0" normalizeH="0" baseline="0" noProof="0" dirty="0">
                <a:ln>
                  <a:noFill/>
                </a:ln>
                <a:solidFill>
                  <a:srgbClr val="00274C"/>
                </a:solidFill>
                <a:effectLst/>
                <a:uLnTx/>
                <a:uFillTx/>
                <a:latin typeface="Arial" panose="020B0604020202020204"/>
                <a:ea typeface="+mn-ea"/>
                <a:cs typeface="+mn-cs"/>
              </a:rPr>
            </a:br>
            <a:r>
              <a:rPr kumimoji="0" lang="en-US" sz="1600" b="1" i="0" u="none" strike="noStrike" kern="1200" cap="none" spc="0" normalizeH="0" baseline="0" noProof="0" dirty="0">
                <a:ln>
                  <a:noFill/>
                </a:ln>
                <a:solidFill>
                  <a:srgbClr val="00274C"/>
                </a:solidFill>
                <a:effectLst/>
                <a:uLnTx/>
                <a:uFillTx/>
                <a:latin typeface="Arial" panose="020B0604020202020204"/>
                <a:ea typeface="+mn-ea"/>
                <a:cs typeface="+mn-cs"/>
              </a:rPr>
              <a:t>OR SYSTEM</a:t>
            </a:r>
          </a:p>
        </p:txBody>
      </p:sp>
      <p:sp>
        <p:nvSpPr>
          <p:cNvPr id="30" name="Rectangle 29">
            <a:extLst>
              <a:ext uri="{FF2B5EF4-FFF2-40B4-BE49-F238E27FC236}">
                <a16:creationId xmlns:a16="http://schemas.microsoft.com/office/drawing/2014/main" id="{FA4C4B11-A404-E54A-BC20-6B6DE3E9866D}"/>
              </a:ext>
            </a:extLst>
          </p:cNvPr>
          <p:cNvSpPr/>
          <p:nvPr/>
        </p:nvSpPr>
        <p:spPr>
          <a:xfrm>
            <a:off x="6915008" y="3142606"/>
            <a:ext cx="1985887" cy="735296"/>
          </a:xfrm>
          <a:prstGeom prst="rect">
            <a:avLst/>
          </a:prstGeom>
          <a:noFill/>
          <a:ln w="25400">
            <a:noFill/>
          </a:ln>
          <a:effectLst/>
        </p:spPr>
        <p:style>
          <a:lnRef idx="1">
            <a:schemeClr val="accent1"/>
          </a:lnRef>
          <a:fillRef idx="3">
            <a:schemeClr val="accent1"/>
          </a:fillRef>
          <a:effectRef idx="2">
            <a:schemeClr val="accent1"/>
          </a:effectRef>
          <a:fontRef idx="minor">
            <a:schemeClr val="lt1"/>
          </a:fontRef>
        </p:style>
        <p:txBody>
          <a:bodyPr rtlCol="0" anchor="t"/>
          <a:lstStyle/>
          <a:p>
            <a:pPr marL="45720" marR="0" lvl="0" indent="0" algn="ctr" defTabSz="81281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srgbClr val="D86018"/>
                </a:solidFill>
                <a:effectLst/>
                <a:uLnTx/>
                <a:uFillTx/>
                <a:latin typeface="Arial" panose="020B0604020202020204"/>
                <a:ea typeface="+mn-ea"/>
                <a:cs typeface="+mn-cs"/>
              </a:rPr>
              <a:t>REFERENCE FLOWS</a:t>
            </a:r>
            <a:br>
              <a:rPr kumimoji="0" lang="en-US" sz="1600" b="1" i="0" u="none" strike="noStrike" kern="1200" cap="none" spc="0" normalizeH="0" baseline="0" noProof="0" dirty="0">
                <a:ln>
                  <a:noFill/>
                </a:ln>
                <a:solidFill>
                  <a:srgbClr val="D86018"/>
                </a:solidFill>
                <a:effectLst/>
                <a:uLnTx/>
                <a:uFillTx/>
                <a:latin typeface="Arial" panose="020B0604020202020204"/>
                <a:ea typeface="+mn-ea"/>
                <a:cs typeface="+mn-cs"/>
              </a:rPr>
            </a:br>
            <a:r>
              <a:rPr kumimoji="0" lang="en-US" sz="1400" b="0" i="0" u="none" strike="noStrike" kern="1200" cap="none" spc="0" normalizeH="0" baseline="0" noProof="0" dirty="0">
                <a:ln>
                  <a:noFill/>
                </a:ln>
                <a:solidFill>
                  <a:srgbClr val="00274C"/>
                </a:solidFill>
                <a:effectLst/>
                <a:uLnTx/>
                <a:uFillTx/>
                <a:latin typeface="Arial" panose="020B0604020202020204"/>
                <a:ea typeface="+mn-ea"/>
                <a:cs typeface="+mn-cs"/>
              </a:rPr>
              <a:t>(what is purchased)</a:t>
            </a:r>
          </a:p>
        </p:txBody>
      </p:sp>
      <p:cxnSp>
        <p:nvCxnSpPr>
          <p:cNvPr id="35" name="Straight Connector 34">
            <a:extLst>
              <a:ext uri="{FF2B5EF4-FFF2-40B4-BE49-F238E27FC236}">
                <a16:creationId xmlns:a16="http://schemas.microsoft.com/office/drawing/2014/main" id="{0A7E87B4-9701-A34A-AF2A-6CC357A6AF4E}"/>
              </a:ext>
            </a:extLst>
          </p:cNvPr>
          <p:cNvCxnSpPr>
            <a:cxnSpLocks/>
          </p:cNvCxnSpPr>
          <p:nvPr/>
        </p:nvCxnSpPr>
        <p:spPr>
          <a:xfrm>
            <a:off x="3151231" y="3932404"/>
            <a:ext cx="10412044" cy="0"/>
          </a:xfrm>
          <a:prstGeom prst="line">
            <a:avLst/>
          </a:prstGeom>
          <a:ln w="38100">
            <a:solidFill>
              <a:schemeClr val="bg2">
                <a:lumMod val="90000"/>
              </a:schemeClr>
            </a:solidFill>
          </a:ln>
          <a:effectLst/>
        </p:spPr>
        <p:style>
          <a:lnRef idx="2">
            <a:schemeClr val="accent1"/>
          </a:lnRef>
          <a:fillRef idx="0">
            <a:schemeClr val="accent1"/>
          </a:fillRef>
          <a:effectRef idx="1">
            <a:schemeClr val="accent1"/>
          </a:effectRef>
          <a:fontRef idx="minor">
            <a:schemeClr val="tx1"/>
          </a:fontRef>
        </p:style>
      </p:cxnSp>
      <p:sp>
        <p:nvSpPr>
          <p:cNvPr id="36" name="Rectangle 35">
            <a:extLst>
              <a:ext uri="{FF2B5EF4-FFF2-40B4-BE49-F238E27FC236}">
                <a16:creationId xmlns:a16="http://schemas.microsoft.com/office/drawing/2014/main" id="{FEB52A3F-8542-D440-B684-111CF8EC4817}"/>
              </a:ext>
            </a:extLst>
          </p:cNvPr>
          <p:cNvSpPr/>
          <p:nvPr/>
        </p:nvSpPr>
        <p:spPr>
          <a:xfrm>
            <a:off x="9128501" y="3244082"/>
            <a:ext cx="4419275" cy="664588"/>
          </a:xfrm>
          <a:prstGeom prst="rect">
            <a:avLst/>
          </a:prstGeom>
          <a:noFill/>
          <a:ln w="25400">
            <a:noFill/>
          </a:ln>
          <a:effectLst/>
        </p:spPr>
        <p:style>
          <a:lnRef idx="1">
            <a:schemeClr val="accent1"/>
          </a:lnRef>
          <a:fillRef idx="3">
            <a:schemeClr val="accent1"/>
          </a:fillRef>
          <a:effectRef idx="2">
            <a:schemeClr val="accent1"/>
          </a:effectRef>
          <a:fontRef idx="minor">
            <a:schemeClr val="lt1"/>
          </a:fontRef>
        </p:style>
        <p:txBody>
          <a:bodyPr rtlCol="0" anchor="t"/>
          <a:lstStyle/>
          <a:p>
            <a:pPr marL="45720" marR="0" lvl="0" indent="0" algn="ctr" defTabSz="81281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srgbClr val="407EC9"/>
                </a:solidFill>
                <a:effectLst/>
                <a:uLnTx/>
                <a:uFillTx/>
                <a:latin typeface="Arial" panose="020B0604020202020204"/>
                <a:ea typeface="+mn-ea"/>
                <a:cs typeface="+mn-cs"/>
              </a:rPr>
              <a:t>KEY ENVIRONMENTAL PARAMETERS</a:t>
            </a:r>
            <a:r>
              <a:rPr kumimoji="0" lang="en-US" sz="1800" b="1" i="0" u="none" strike="noStrike" kern="1200" cap="none" spc="0" normalizeH="0" baseline="0" noProof="0" dirty="0">
                <a:ln>
                  <a:noFill/>
                </a:ln>
                <a:solidFill>
                  <a:srgbClr val="00274C"/>
                </a:solidFill>
                <a:effectLst/>
                <a:uLnTx/>
                <a:uFillTx/>
                <a:latin typeface="Arial" panose="020B0604020202020204"/>
                <a:ea typeface="+mn-ea"/>
                <a:cs typeface="+mn-cs"/>
              </a:rPr>
              <a:t/>
            </a:r>
            <a:br>
              <a:rPr kumimoji="0" lang="en-US" sz="1800" b="1" i="0" u="none" strike="noStrike" kern="1200" cap="none" spc="0" normalizeH="0" baseline="0" noProof="0" dirty="0">
                <a:ln>
                  <a:noFill/>
                </a:ln>
                <a:solidFill>
                  <a:srgbClr val="00274C"/>
                </a:solidFill>
                <a:effectLst/>
                <a:uLnTx/>
                <a:uFillTx/>
                <a:latin typeface="Arial" panose="020B0604020202020204"/>
                <a:ea typeface="+mn-ea"/>
                <a:cs typeface="+mn-cs"/>
              </a:rPr>
            </a:br>
            <a:r>
              <a:rPr kumimoji="0" lang="en-US" sz="1400" b="0" i="0" u="none" strike="noStrike" kern="1200" cap="none" spc="0" normalizeH="0" baseline="0" noProof="0" dirty="0">
                <a:ln>
                  <a:noFill/>
                </a:ln>
                <a:solidFill>
                  <a:srgbClr val="00274C"/>
                </a:solidFill>
                <a:effectLst/>
                <a:uLnTx/>
                <a:uFillTx/>
                <a:latin typeface="Arial" panose="020B0604020202020204"/>
                <a:ea typeface="+mn-ea"/>
                <a:cs typeface="+mn-cs"/>
              </a:rPr>
              <a:t>(linking reference flows to functional unit)</a:t>
            </a:r>
          </a:p>
        </p:txBody>
      </p:sp>
      <p:sp>
        <p:nvSpPr>
          <p:cNvPr id="42" name="Rectangle 41">
            <a:extLst>
              <a:ext uri="{FF2B5EF4-FFF2-40B4-BE49-F238E27FC236}">
                <a16:creationId xmlns:a16="http://schemas.microsoft.com/office/drawing/2014/main" id="{C08D59A8-7BAF-464A-B725-C6AC06971656}"/>
              </a:ext>
            </a:extLst>
          </p:cNvPr>
          <p:cNvSpPr/>
          <p:nvPr/>
        </p:nvSpPr>
        <p:spPr>
          <a:xfrm>
            <a:off x="3346167" y="3976506"/>
            <a:ext cx="1659784" cy="333602"/>
          </a:xfrm>
          <a:prstGeom prst="rect">
            <a:avLst/>
          </a:prstGeom>
          <a:noFill/>
          <a:ln w="25400">
            <a:noFill/>
          </a:ln>
          <a:effectLst/>
        </p:spPr>
        <p:style>
          <a:lnRef idx="1">
            <a:schemeClr val="accent1"/>
          </a:lnRef>
          <a:fillRef idx="3">
            <a:schemeClr val="accent1"/>
          </a:fillRef>
          <a:effectRef idx="2">
            <a:schemeClr val="accent1"/>
          </a:effectRef>
          <a:fontRef idx="minor">
            <a:schemeClr val="lt1"/>
          </a:fontRef>
        </p:style>
        <p:txBody>
          <a:bodyPr rtlCol="0" anchor="t"/>
          <a:lstStyle/>
          <a:p>
            <a:pPr marL="45720" marR="0" lvl="0" indent="0" algn="l" defTabSz="81281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srgbClr val="00274C"/>
                </a:solidFill>
                <a:effectLst/>
                <a:uLnTx/>
                <a:uFillTx/>
                <a:latin typeface="Arial" panose="020B0604020202020204"/>
                <a:ea typeface="+mn-ea"/>
                <a:cs typeface="+mn-cs"/>
              </a:rPr>
              <a:t>SCENARIO 1</a:t>
            </a:r>
          </a:p>
        </p:txBody>
      </p:sp>
      <p:sp>
        <p:nvSpPr>
          <p:cNvPr id="43" name="Rectangle 42">
            <a:extLst>
              <a:ext uri="{FF2B5EF4-FFF2-40B4-BE49-F238E27FC236}">
                <a16:creationId xmlns:a16="http://schemas.microsoft.com/office/drawing/2014/main" id="{41D4F731-E1D1-9148-838C-73745D2CD2C1}"/>
              </a:ext>
            </a:extLst>
          </p:cNvPr>
          <p:cNvSpPr/>
          <p:nvPr/>
        </p:nvSpPr>
        <p:spPr>
          <a:xfrm>
            <a:off x="3346167" y="5173932"/>
            <a:ext cx="1659784" cy="328470"/>
          </a:xfrm>
          <a:prstGeom prst="rect">
            <a:avLst/>
          </a:prstGeom>
          <a:noFill/>
          <a:ln w="25400">
            <a:noFill/>
          </a:ln>
          <a:effectLst/>
        </p:spPr>
        <p:style>
          <a:lnRef idx="1">
            <a:schemeClr val="accent1"/>
          </a:lnRef>
          <a:fillRef idx="3">
            <a:schemeClr val="accent1"/>
          </a:fillRef>
          <a:effectRef idx="2">
            <a:schemeClr val="accent1"/>
          </a:effectRef>
          <a:fontRef idx="minor">
            <a:schemeClr val="lt1"/>
          </a:fontRef>
        </p:style>
        <p:txBody>
          <a:bodyPr rtlCol="0" anchor="t"/>
          <a:lstStyle/>
          <a:p>
            <a:pPr marL="45720" marR="0" lvl="0" indent="0" algn="l" defTabSz="81281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srgbClr val="00274C"/>
                </a:solidFill>
                <a:effectLst/>
                <a:uLnTx/>
                <a:uFillTx/>
                <a:latin typeface="Arial" panose="020B0604020202020204"/>
                <a:ea typeface="+mn-ea"/>
                <a:cs typeface="+mn-cs"/>
              </a:rPr>
              <a:t>SCENARIO 2</a:t>
            </a:r>
          </a:p>
        </p:txBody>
      </p:sp>
      <p:cxnSp>
        <p:nvCxnSpPr>
          <p:cNvPr id="48" name="Straight Connector 47">
            <a:extLst>
              <a:ext uri="{FF2B5EF4-FFF2-40B4-BE49-F238E27FC236}">
                <a16:creationId xmlns:a16="http://schemas.microsoft.com/office/drawing/2014/main" id="{9447E95E-1713-634A-9757-0EF4741410D0}"/>
              </a:ext>
            </a:extLst>
          </p:cNvPr>
          <p:cNvCxnSpPr>
            <a:cxnSpLocks/>
          </p:cNvCxnSpPr>
          <p:nvPr/>
        </p:nvCxnSpPr>
        <p:spPr>
          <a:xfrm>
            <a:off x="3151231" y="5142245"/>
            <a:ext cx="1978708" cy="0"/>
          </a:xfrm>
          <a:prstGeom prst="line">
            <a:avLst/>
          </a:prstGeom>
          <a:ln>
            <a:solidFill>
              <a:schemeClr val="bg2">
                <a:lumMod val="90000"/>
              </a:schemeClr>
            </a:solidFill>
          </a:ln>
          <a:effectLst/>
        </p:spPr>
        <p:style>
          <a:lnRef idx="2">
            <a:schemeClr val="accent1"/>
          </a:lnRef>
          <a:fillRef idx="0">
            <a:schemeClr val="accent1"/>
          </a:fillRef>
          <a:effectRef idx="1">
            <a:schemeClr val="accent1"/>
          </a:effectRef>
          <a:fontRef idx="minor">
            <a:schemeClr val="tx1"/>
          </a:fontRef>
        </p:style>
      </p:cxnSp>
      <p:cxnSp>
        <p:nvCxnSpPr>
          <p:cNvPr id="49" name="Straight Connector 48">
            <a:extLst>
              <a:ext uri="{FF2B5EF4-FFF2-40B4-BE49-F238E27FC236}">
                <a16:creationId xmlns:a16="http://schemas.microsoft.com/office/drawing/2014/main" id="{DBD3C074-8DFE-3743-9304-CF16CC37BB41}"/>
              </a:ext>
            </a:extLst>
          </p:cNvPr>
          <p:cNvCxnSpPr>
            <a:cxnSpLocks/>
          </p:cNvCxnSpPr>
          <p:nvPr/>
        </p:nvCxnSpPr>
        <p:spPr>
          <a:xfrm>
            <a:off x="5129939" y="3174876"/>
            <a:ext cx="0" cy="3201298"/>
          </a:xfrm>
          <a:prstGeom prst="line">
            <a:avLst/>
          </a:prstGeom>
          <a:ln>
            <a:solidFill>
              <a:schemeClr val="bg2">
                <a:lumMod val="90000"/>
              </a:schemeClr>
            </a:solidFill>
          </a:ln>
          <a:effectLst/>
        </p:spPr>
        <p:style>
          <a:lnRef idx="2">
            <a:schemeClr val="accent1"/>
          </a:lnRef>
          <a:fillRef idx="0">
            <a:schemeClr val="accent1"/>
          </a:fillRef>
          <a:effectRef idx="1">
            <a:schemeClr val="accent1"/>
          </a:effectRef>
          <a:fontRef idx="minor">
            <a:schemeClr val="tx1"/>
          </a:fontRef>
        </p:style>
      </p:cxnSp>
      <p:cxnSp>
        <p:nvCxnSpPr>
          <p:cNvPr id="50" name="Straight Connector 49">
            <a:extLst>
              <a:ext uri="{FF2B5EF4-FFF2-40B4-BE49-F238E27FC236}">
                <a16:creationId xmlns:a16="http://schemas.microsoft.com/office/drawing/2014/main" id="{98D957A8-6D2B-EE4F-9827-2A119BBE00B6}"/>
              </a:ext>
            </a:extLst>
          </p:cNvPr>
          <p:cNvCxnSpPr>
            <a:cxnSpLocks/>
          </p:cNvCxnSpPr>
          <p:nvPr/>
        </p:nvCxnSpPr>
        <p:spPr>
          <a:xfrm>
            <a:off x="9159499" y="3174876"/>
            <a:ext cx="0" cy="3201298"/>
          </a:xfrm>
          <a:prstGeom prst="line">
            <a:avLst/>
          </a:prstGeom>
          <a:ln>
            <a:solidFill>
              <a:schemeClr val="bg2">
                <a:lumMod val="90000"/>
              </a:schemeClr>
            </a:solidFill>
          </a:ln>
          <a:effectLst/>
        </p:spPr>
        <p:style>
          <a:lnRef idx="2">
            <a:schemeClr val="accent1"/>
          </a:lnRef>
          <a:fillRef idx="0">
            <a:schemeClr val="accent1"/>
          </a:fillRef>
          <a:effectRef idx="1">
            <a:schemeClr val="accent1"/>
          </a:effectRef>
          <a:fontRef idx="minor">
            <a:schemeClr val="tx1"/>
          </a:fontRef>
        </p:style>
      </p:cxnSp>
      <p:sp>
        <p:nvSpPr>
          <p:cNvPr id="51" name="Rectangle 50">
            <a:extLst>
              <a:ext uri="{FF2B5EF4-FFF2-40B4-BE49-F238E27FC236}">
                <a16:creationId xmlns:a16="http://schemas.microsoft.com/office/drawing/2014/main" id="{0BFAC39E-A0F4-D041-A818-4390DD76A36A}"/>
              </a:ext>
            </a:extLst>
          </p:cNvPr>
          <p:cNvSpPr/>
          <p:nvPr/>
        </p:nvSpPr>
        <p:spPr>
          <a:xfrm>
            <a:off x="3151231" y="3174876"/>
            <a:ext cx="10412044" cy="3201298"/>
          </a:xfrm>
          <a:prstGeom prst="rect">
            <a:avLst/>
          </a:prstGeom>
          <a:noFill/>
          <a:ln w="25400">
            <a:solidFill>
              <a:schemeClr val="bg2">
                <a:lumMod val="9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812810" rtl="0" eaLnBrk="1" fontAlgn="auto" latinLnBrk="0" hangingPunct="1">
              <a:lnSpc>
                <a:spcPct val="100000"/>
              </a:lnSpc>
              <a:spcBef>
                <a:spcPts val="0"/>
              </a:spcBef>
              <a:spcAft>
                <a:spcPts val="0"/>
              </a:spcAft>
              <a:buClrTx/>
              <a:buSzTx/>
              <a:buFontTx/>
              <a:buNone/>
              <a:tabLst/>
              <a:defRPr/>
            </a:pPr>
            <a:endParaRPr kumimoji="0" lang="en-US" sz="3200" b="0" i="0" u="none" strike="noStrike" kern="1200" cap="none" spc="0" normalizeH="0" baseline="0" noProof="0">
              <a:ln>
                <a:noFill/>
              </a:ln>
              <a:solidFill>
                <a:prstClr val="white"/>
              </a:solidFill>
              <a:effectLst/>
              <a:uLnTx/>
              <a:uFillTx/>
              <a:latin typeface="Arial" panose="020B0604020202020204"/>
              <a:ea typeface="+mn-ea"/>
              <a:cs typeface="+mn-cs"/>
            </a:endParaRPr>
          </a:p>
        </p:txBody>
      </p:sp>
      <p:sp>
        <p:nvSpPr>
          <p:cNvPr id="52" name="Rectangle 51">
            <a:extLst>
              <a:ext uri="{FF2B5EF4-FFF2-40B4-BE49-F238E27FC236}">
                <a16:creationId xmlns:a16="http://schemas.microsoft.com/office/drawing/2014/main" id="{F8A51228-D44C-0B49-BEBC-1E269F8CF017}"/>
              </a:ext>
            </a:extLst>
          </p:cNvPr>
          <p:cNvSpPr/>
          <p:nvPr/>
        </p:nvSpPr>
        <p:spPr>
          <a:xfrm>
            <a:off x="5000876" y="3160573"/>
            <a:ext cx="1787302" cy="735296"/>
          </a:xfrm>
          <a:prstGeom prst="rect">
            <a:avLst/>
          </a:prstGeom>
          <a:noFill/>
          <a:ln w="25400">
            <a:noFill/>
          </a:ln>
          <a:effectLst/>
        </p:spPr>
        <p:style>
          <a:lnRef idx="1">
            <a:schemeClr val="accent1"/>
          </a:lnRef>
          <a:fillRef idx="3">
            <a:schemeClr val="accent1"/>
          </a:fillRef>
          <a:effectRef idx="2">
            <a:schemeClr val="accent1"/>
          </a:effectRef>
          <a:fontRef idx="minor">
            <a:schemeClr val="lt1"/>
          </a:fontRef>
        </p:style>
        <p:txBody>
          <a:bodyPr rtlCol="0" anchor="t"/>
          <a:lstStyle/>
          <a:p>
            <a:pPr marL="45720" marR="0" lvl="0" indent="0" algn="ctr" defTabSz="81281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srgbClr val="ADA400"/>
                </a:solidFill>
                <a:effectLst/>
                <a:uLnTx/>
                <a:uFillTx/>
                <a:latin typeface="Arial" panose="020B0604020202020204"/>
                <a:ea typeface="+mn-ea"/>
                <a:cs typeface="+mn-cs"/>
              </a:rPr>
              <a:t>FUNCTIONAL </a:t>
            </a:r>
            <a:br>
              <a:rPr kumimoji="0" lang="en-US" sz="1600" b="1" i="0" u="none" strike="noStrike" kern="1200" cap="none" spc="0" normalizeH="0" baseline="0" noProof="0" dirty="0">
                <a:ln>
                  <a:noFill/>
                </a:ln>
                <a:solidFill>
                  <a:srgbClr val="ADA400"/>
                </a:solidFill>
                <a:effectLst/>
                <a:uLnTx/>
                <a:uFillTx/>
                <a:latin typeface="Arial" panose="020B0604020202020204"/>
                <a:ea typeface="+mn-ea"/>
                <a:cs typeface="+mn-cs"/>
              </a:rPr>
            </a:br>
            <a:r>
              <a:rPr kumimoji="0" lang="en-US" sz="1600" b="1" i="0" u="none" strike="noStrike" kern="1200" cap="none" spc="0" normalizeH="0" baseline="0" noProof="0" dirty="0">
                <a:ln>
                  <a:noFill/>
                </a:ln>
                <a:solidFill>
                  <a:srgbClr val="ADA400"/>
                </a:solidFill>
                <a:effectLst/>
                <a:uLnTx/>
                <a:uFillTx/>
                <a:latin typeface="Arial" panose="020B0604020202020204"/>
                <a:ea typeface="+mn-ea"/>
                <a:cs typeface="+mn-cs"/>
              </a:rPr>
              <a:t>UNIT</a:t>
            </a:r>
            <a:r>
              <a:rPr kumimoji="0" lang="en-US" sz="1600" b="1" i="0" u="none" strike="noStrike" kern="1200" cap="none" spc="0" normalizeH="0" baseline="0" noProof="0" dirty="0">
                <a:ln>
                  <a:noFill/>
                </a:ln>
                <a:solidFill>
                  <a:srgbClr val="00274C"/>
                </a:solidFill>
                <a:effectLst/>
                <a:uLnTx/>
                <a:uFillTx/>
                <a:latin typeface="Arial" panose="020B0604020202020204"/>
                <a:ea typeface="+mn-ea"/>
                <a:cs typeface="+mn-cs"/>
              </a:rPr>
              <a:t/>
            </a:r>
            <a:br>
              <a:rPr kumimoji="0" lang="en-US" sz="1600" b="1" i="0" u="none" strike="noStrike" kern="1200" cap="none" spc="0" normalizeH="0" baseline="0" noProof="0" dirty="0">
                <a:ln>
                  <a:noFill/>
                </a:ln>
                <a:solidFill>
                  <a:srgbClr val="00274C"/>
                </a:solidFill>
                <a:effectLst/>
                <a:uLnTx/>
                <a:uFillTx/>
                <a:latin typeface="Arial" panose="020B0604020202020204"/>
                <a:ea typeface="+mn-ea"/>
                <a:cs typeface="+mn-cs"/>
              </a:rPr>
            </a:br>
            <a:r>
              <a:rPr kumimoji="0" lang="en-US" sz="1400" b="0" i="0" u="none" strike="noStrike" kern="1200" cap="none" spc="0" normalizeH="0" baseline="0" noProof="0" dirty="0">
                <a:ln>
                  <a:noFill/>
                </a:ln>
                <a:solidFill>
                  <a:srgbClr val="00274C"/>
                </a:solidFill>
                <a:effectLst/>
                <a:uLnTx/>
                <a:uFillTx/>
                <a:latin typeface="Arial" panose="020B0604020202020204"/>
                <a:ea typeface="+mn-ea"/>
                <a:cs typeface="+mn-cs"/>
              </a:rPr>
              <a:t>(service offered)</a:t>
            </a:r>
          </a:p>
        </p:txBody>
      </p:sp>
      <p:cxnSp>
        <p:nvCxnSpPr>
          <p:cNvPr id="53" name="Straight Connector 52">
            <a:extLst>
              <a:ext uri="{FF2B5EF4-FFF2-40B4-BE49-F238E27FC236}">
                <a16:creationId xmlns:a16="http://schemas.microsoft.com/office/drawing/2014/main" id="{67FBF78B-2915-864B-88B0-C07EFC76595B}"/>
              </a:ext>
            </a:extLst>
          </p:cNvPr>
          <p:cNvCxnSpPr>
            <a:cxnSpLocks/>
          </p:cNvCxnSpPr>
          <p:nvPr/>
        </p:nvCxnSpPr>
        <p:spPr>
          <a:xfrm>
            <a:off x="6710608" y="3174876"/>
            <a:ext cx="0" cy="3201298"/>
          </a:xfrm>
          <a:prstGeom prst="line">
            <a:avLst/>
          </a:prstGeom>
          <a:ln>
            <a:solidFill>
              <a:schemeClr val="bg2">
                <a:lumMod val="90000"/>
              </a:schemeClr>
            </a:solidFill>
          </a:ln>
          <a:effectLst/>
        </p:spPr>
        <p:style>
          <a:lnRef idx="2">
            <a:schemeClr val="accent1"/>
          </a:lnRef>
          <a:fillRef idx="0">
            <a:schemeClr val="accent1"/>
          </a:fillRef>
          <a:effectRef idx="1">
            <a:schemeClr val="accent1"/>
          </a:effectRef>
          <a:fontRef idx="minor">
            <a:schemeClr val="tx1"/>
          </a:fontRef>
        </p:style>
      </p:cxnSp>
      <p:cxnSp>
        <p:nvCxnSpPr>
          <p:cNvPr id="54" name="Straight Connector 53">
            <a:extLst>
              <a:ext uri="{FF2B5EF4-FFF2-40B4-BE49-F238E27FC236}">
                <a16:creationId xmlns:a16="http://schemas.microsoft.com/office/drawing/2014/main" id="{DB8D5E30-922A-EC48-A7EB-C214E8D4E665}"/>
              </a:ext>
            </a:extLst>
          </p:cNvPr>
          <p:cNvCxnSpPr>
            <a:cxnSpLocks/>
          </p:cNvCxnSpPr>
          <p:nvPr/>
        </p:nvCxnSpPr>
        <p:spPr>
          <a:xfrm>
            <a:off x="6715841" y="5142245"/>
            <a:ext cx="2443658" cy="0"/>
          </a:xfrm>
          <a:prstGeom prst="line">
            <a:avLst/>
          </a:prstGeom>
          <a:ln>
            <a:solidFill>
              <a:schemeClr val="bg2">
                <a:lumMod val="90000"/>
              </a:schemeClr>
            </a:solidFill>
          </a:ln>
          <a:effectLst/>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401503775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ight Arrow 7">
            <a:extLst>
              <a:ext uri="{FF2B5EF4-FFF2-40B4-BE49-F238E27FC236}">
                <a16:creationId xmlns:a16="http://schemas.microsoft.com/office/drawing/2014/main" id="{D97B9C44-3FD8-2F4B-A730-CB2FED993BE7}"/>
              </a:ext>
            </a:extLst>
          </p:cNvPr>
          <p:cNvSpPr/>
          <p:nvPr/>
        </p:nvSpPr>
        <p:spPr>
          <a:xfrm>
            <a:off x="878783" y="2356667"/>
            <a:ext cx="6785129" cy="4506051"/>
          </a:xfrm>
          <a:prstGeom prst="rightArrow">
            <a:avLst>
              <a:gd name="adj1" fmla="val 100000"/>
              <a:gd name="adj2" fmla="val 26849"/>
            </a:avLst>
          </a:prstGeom>
          <a:noFill/>
          <a:ln w="76200">
            <a:solidFill>
              <a:schemeClr val="accent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812810" rtl="0" eaLnBrk="1" fontAlgn="auto" latinLnBrk="0" hangingPunct="1">
              <a:lnSpc>
                <a:spcPct val="100000"/>
              </a:lnSpc>
              <a:spcBef>
                <a:spcPts val="0"/>
              </a:spcBef>
              <a:spcAft>
                <a:spcPts val="0"/>
              </a:spcAft>
              <a:buClrTx/>
              <a:buSzTx/>
              <a:buFontTx/>
              <a:buNone/>
              <a:tabLst/>
              <a:defRPr/>
            </a:pPr>
            <a:r>
              <a:rPr kumimoji="0" lang="en-US" sz="3200" b="0" i="0" u="none" strike="noStrike" kern="1200" cap="none" spc="0" normalizeH="0" baseline="0" noProof="0" dirty="0">
                <a:ln>
                  <a:noFill/>
                </a:ln>
                <a:solidFill>
                  <a:prstClr val="white"/>
                </a:solidFill>
                <a:effectLst/>
                <a:uLnTx/>
                <a:uFillTx/>
                <a:latin typeface="Arial" panose="020B0604020202020204"/>
                <a:ea typeface="+mn-ea"/>
                <a:cs typeface="+mn-cs"/>
              </a:rPr>
              <a:t>\</a:t>
            </a:r>
          </a:p>
        </p:txBody>
      </p:sp>
      <p:sp>
        <p:nvSpPr>
          <p:cNvPr id="7" name="Right Arrow 6">
            <a:extLst>
              <a:ext uri="{FF2B5EF4-FFF2-40B4-BE49-F238E27FC236}">
                <a16:creationId xmlns:a16="http://schemas.microsoft.com/office/drawing/2014/main" id="{4EE3746B-0D5F-0649-BC60-748888D85CB8}"/>
              </a:ext>
            </a:extLst>
          </p:cNvPr>
          <p:cNvSpPr/>
          <p:nvPr/>
        </p:nvSpPr>
        <p:spPr>
          <a:xfrm>
            <a:off x="1130631" y="2077698"/>
            <a:ext cx="6785129" cy="4506051"/>
          </a:xfrm>
          <a:prstGeom prst="rightArrow">
            <a:avLst>
              <a:gd name="adj1" fmla="val 100000"/>
              <a:gd name="adj2" fmla="val 26849"/>
            </a:avLst>
          </a:prstGeom>
          <a:solidFill>
            <a:schemeClr val="accent3"/>
          </a:solidFill>
          <a:ln w="76200">
            <a:solidFill>
              <a:schemeClr val="bg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812810" rtl="0" eaLnBrk="1" fontAlgn="auto" latinLnBrk="0" hangingPunct="1">
              <a:lnSpc>
                <a:spcPct val="100000"/>
              </a:lnSpc>
              <a:spcBef>
                <a:spcPts val="0"/>
              </a:spcBef>
              <a:spcAft>
                <a:spcPts val="0"/>
              </a:spcAft>
              <a:buClrTx/>
              <a:buSzTx/>
              <a:buFontTx/>
              <a:buNone/>
              <a:tabLst/>
              <a:defRPr/>
            </a:pPr>
            <a:endParaRPr kumimoji="0" lang="en-US" sz="3200" b="0" i="0" u="none" strike="noStrike" kern="1200" cap="none" spc="0" normalizeH="0" baseline="0" noProof="0">
              <a:ln>
                <a:noFill/>
              </a:ln>
              <a:solidFill>
                <a:prstClr val="white"/>
              </a:solidFill>
              <a:effectLst/>
              <a:uLnTx/>
              <a:uFillTx/>
              <a:latin typeface="Arial" panose="020B0604020202020204"/>
              <a:ea typeface="+mn-ea"/>
              <a:cs typeface="+mn-cs"/>
            </a:endParaRPr>
          </a:p>
        </p:txBody>
      </p:sp>
      <p:sp>
        <p:nvSpPr>
          <p:cNvPr id="2" name="Title 1">
            <a:extLst>
              <a:ext uri="{FF2B5EF4-FFF2-40B4-BE49-F238E27FC236}">
                <a16:creationId xmlns:a16="http://schemas.microsoft.com/office/drawing/2014/main" id="{A7046D9F-577B-424E-8508-96821D969EC3}"/>
              </a:ext>
            </a:extLst>
          </p:cNvPr>
          <p:cNvSpPr>
            <a:spLocks noGrp="1"/>
          </p:cNvSpPr>
          <p:nvPr>
            <p:ph type="title"/>
          </p:nvPr>
        </p:nvSpPr>
        <p:spPr/>
        <p:txBody>
          <a:bodyPr/>
          <a:lstStyle/>
          <a:p>
            <a:r>
              <a:rPr lang="en-US" altLang="en-US" dirty="0"/>
              <a:t>Functional unit</a:t>
            </a:r>
            <a:endParaRPr lang="en-US" dirty="0"/>
          </a:p>
        </p:txBody>
      </p:sp>
      <p:sp>
        <p:nvSpPr>
          <p:cNvPr id="4" name="Rectangle 3">
            <a:extLst>
              <a:ext uri="{FF2B5EF4-FFF2-40B4-BE49-F238E27FC236}">
                <a16:creationId xmlns:a16="http://schemas.microsoft.com/office/drawing/2014/main" id="{5B48045D-FFD7-D44D-BBE2-8803F0BAF715}"/>
              </a:ext>
            </a:extLst>
          </p:cNvPr>
          <p:cNvSpPr txBox="1">
            <a:spLocks noChangeArrowheads="1"/>
          </p:cNvSpPr>
          <p:nvPr/>
        </p:nvSpPr>
        <p:spPr>
          <a:xfrm>
            <a:off x="7663912" y="1610978"/>
            <a:ext cx="8033288" cy="5997428"/>
          </a:xfrm>
          <a:prstGeom prst="rect">
            <a:avLst/>
          </a:prstGeom>
        </p:spPr>
        <p:txBody>
          <a:bodyPr/>
          <a:lstStyle>
            <a:lvl1pPr marL="0" indent="0" algn="l" defTabSz="457200" rtl="0" eaLnBrk="1" latinLnBrk="0" hangingPunct="1">
              <a:spcBef>
                <a:spcPct val="20000"/>
              </a:spcBef>
              <a:buFont typeface="Arial"/>
              <a:buNone/>
              <a:defRPr sz="3200" kern="1200">
                <a:solidFill>
                  <a:srgbClr val="00274C"/>
                </a:solidFill>
                <a:latin typeface="+mn-lt"/>
                <a:ea typeface="+mn-ea"/>
                <a:cs typeface="+mn-cs"/>
              </a:defRPr>
            </a:lvl1pPr>
            <a:lvl2pPr marL="457200" indent="0" algn="l" defTabSz="457200" rtl="0" eaLnBrk="1" latinLnBrk="0" hangingPunct="1">
              <a:spcBef>
                <a:spcPct val="20000"/>
              </a:spcBef>
              <a:buFont typeface="Arial"/>
              <a:buNone/>
              <a:defRPr sz="2800" kern="1200">
                <a:solidFill>
                  <a:schemeClr val="tx1"/>
                </a:solidFill>
                <a:latin typeface="+mn-lt"/>
                <a:ea typeface="+mn-ea"/>
                <a:cs typeface="+mn-cs"/>
              </a:defRPr>
            </a:lvl2pPr>
            <a:lvl3pPr marL="914400" indent="0" algn="l" defTabSz="457200" rtl="0" eaLnBrk="1" latinLnBrk="0" hangingPunct="1">
              <a:spcBef>
                <a:spcPct val="20000"/>
              </a:spcBef>
              <a:buFont typeface="Arial"/>
              <a:buNone/>
              <a:defRPr sz="2400" kern="1200">
                <a:solidFill>
                  <a:schemeClr val="tx1"/>
                </a:solidFill>
                <a:latin typeface="+mn-lt"/>
                <a:ea typeface="+mn-ea"/>
                <a:cs typeface="+mn-cs"/>
              </a:defRPr>
            </a:lvl3pPr>
            <a:lvl4pPr marL="1371600" indent="0" algn="l" defTabSz="457200" rtl="0" eaLnBrk="1" latinLnBrk="0" hangingPunct="1">
              <a:spcBef>
                <a:spcPct val="20000"/>
              </a:spcBef>
              <a:buFont typeface="Arial"/>
              <a:buNone/>
              <a:defRPr sz="2000" kern="1200">
                <a:solidFill>
                  <a:schemeClr val="tx1"/>
                </a:solidFill>
                <a:latin typeface="+mn-lt"/>
                <a:ea typeface="+mn-ea"/>
                <a:cs typeface="+mn-cs"/>
              </a:defRPr>
            </a:lvl4pPr>
            <a:lvl5pPr marL="1828800" indent="0" algn="l" defTabSz="457200" rtl="0" eaLnBrk="1" latinLnBrk="0" hangingPunct="1">
              <a:spcBef>
                <a:spcPct val="20000"/>
              </a:spcBef>
              <a:buFont typeface="Arial"/>
              <a:buNone/>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800100" marR="0" lvl="1" indent="-342900" algn="l" defTabSz="457200" rtl="0" eaLnBrk="1" fontAlgn="auto" latinLnBrk="0" hangingPunct="1">
              <a:lnSpc>
                <a:spcPct val="100000"/>
              </a:lnSpc>
              <a:spcBef>
                <a:spcPts val="0"/>
              </a:spcBef>
              <a:spcAft>
                <a:spcPts val="1600"/>
              </a:spcAft>
              <a:buClr>
                <a:srgbClr val="ADA400"/>
              </a:buClr>
              <a:buSzTx/>
              <a:buFont typeface="Wingdings" pitchFamily="2" charset="2"/>
              <a:buChar char="§"/>
              <a:tabLst/>
              <a:defRPr/>
            </a:pPr>
            <a:r>
              <a:rPr kumimoji="0" lang="en-US" altLang="en-US" sz="2400" b="0" i="0" u="none" strike="noStrike" kern="1200" cap="none" spc="0" normalizeH="0" baseline="0" noProof="0" dirty="0">
                <a:ln>
                  <a:noFill/>
                </a:ln>
                <a:solidFill>
                  <a:srgbClr val="00274C"/>
                </a:solidFill>
                <a:effectLst/>
                <a:uLnTx/>
                <a:uFillTx/>
                <a:latin typeface="Arial" panose="020B0604020202020204"/>
                <a:ea typeface="+mn-ea"/>
                <a:cs typeface="+mn-cs"/>
              </a:rPr>
              <a:t>It is the same for all scenarios</a:t>
            </a:r>
            <a:endParaRPr kumimoji="0" lang="en-US" altLang="en-US" sz="900" b="0" i="0" u="none" strike="noStrike" kern="1200" cap="none" spc="0" normalizeH="0" baseline="0" noProof="0" dirty="0">
              <a:ln>
                <a:noFill/>
              </a:ln>
              <a:solidFill>
                <a:srgbClr val="00274C"/>
              </a:solidFill>
              <a:effectLst/>
              <a:uLnTx/>
              <a:uFillTx/>
              <a:latin typeface="Arial" panose="020B0604020202020204"/>
              <a:ea typeface="+mn-ea"/>
              <a:cs typeface="+mn-cs"/>
            </a:endParaRPr>
          </a:p>
          <a:p>
            <a:pPr marL="800100" marR="0" lvl="1" indent="-342900" algn="l" defTabSz="457200" rtl="0" eaLnBrk="1" fontAlgn="auto" latinLnBrk="0" hangingPunct="1">
              <a:lnSpc>
                <a:spcPct val="100000"/>
              </a:lnSpc>
              <a:spcBef>
                <a:spcPts val="0"/>
              </a:spcBef>
              <a:spcAft>
                <a:spcPts val="1600"/>
              </a:spcAft>
              <a:buClr>
                <a:srgbClr val="ADA400"/>
              </a:buClr>
              <a:buSzTx/>
              <a:buFont typeface="Wingdings" pitchFamily="2" charset="2"/>
              <a:buChar char="§"/>
              <a:tabLst/>
              <a:defRPr/>
            </a:pPr>
            <a:r>
              <a:rPr kumimoji="0" lang="en-US" altLang="en-US" sz="2400" b="0" i="0" u="none" strike="noStrike" kern="1200" cap="none" spc="0" normalizeH="0" baseline="0" noProof="0" dirty="0">
                <a:ln>
                  <a:noFill/>
                </a:ln>
                <a:solidFill>
                  <a:srgbClr val="00274C"/>
                </a:solidFill>
                <a:effectLst/>
                <a:uLnTx/>
                <a:uFillTx/>
                <a:latin typeface="Arial" panose="020B0604020202020204"/>
                <a:ea typeface="+mn-ea"/>
                <a:cs typeface="+mn-cs"/>
              </a:rPr>
              <a:t>It is a quantified and additive value, </a:t>
            </a:r>
            <a:r>
              <a:rPr kumimoji="0" lang="en-US" altLang="en-US" sz="2400" b="1" i="0" u="none" strike="noStrike" kern="1200" cap="none" spc="0" normalizeH="0" baseline="0" noProof="0" dirty="0">
                <a:ln>
                  <a:noFill/>
                </a:ln>
                <a:solidFill>
                  <a:srgbClr val="00274C"/>
                </a:solidFill>
                <a:effectLst/>
                <a:uLnTx/>
                <a:uFillTx/>
                <a:latin typeface="Arial" panose="020B0604020202020204"/>
                <a:ea typeface="+mn-ea"/>
                <a:cs typeface="+mn-cs"/>
              </a:rPr>
              <a:t>NOT</a:t>
            </a:r>
            <a:r>
              <a:rPr kumimoji="0" lang="en-US" altLang="en-US" sz="2400" b="0" i="0" u="none" strike="noStrike" kern="1200" cap="none" spc="0" normalizeH="0" baseline="0" noProof="0" dirty="0">
                <a:ln>
                  <a:noFill/>
                </a:ln>
                <a:solidFill>
                  <a:srgbClr val="00274C"/>
                </a:solidFill>
                <a:effectLst/>
                <a:uLnTx/>
                <a:uFillTx/>
                <a:latin typeface="Arial" panose="020B0604020202020204"/>
                <a:ea typeface="+mn-ea"/>
                <a:cs typeface="+mn-cs"/>
              </a:rPr>
              <a:t> a ratio!</a:t>
            </a:r>
            <a:endParaRPr kumimoji="0" lang="en-US" altLang="en-US" sz="900" b="0" i="0" u="none" strike="noStrike" kern="1200" cap="none" spc="0" normalizeH="0" baseline="0" noProof="0" dirty="0">
              <a:ln>
                <a:noFill/>
              </a:ln>
              <a:solidFill>
                <a:srgbClr val="00274C"/>
              </a:solidFill>
              <a:effectLst/>
              <a:uLnTx/>
              <a:uFillTx/>
              <a:latin typeface="Arial" panose="020B0604020202020204"/>
              <a:ea typeface="+mn-ea"/>
              <a:cs typeface="+mn-cs"/>
            </a:endParaRPr>
          </a:p>
          <a:p>
            <a:pPr marL="800100" marR="0" lvl="1" indent="-342900" algn="l" defTabSz="457200" rtl="0" eaLnBrk="1" fontAlgn="auto" latinLnBrk="0" hangingPunct="1">
              <a:lnSpc>
                <a:spcPct val="100000"/>
              </a:lnSpc>
              <a:spcBef>
                <a:spcPts val="0"/>
              </a:spcBef>
              <a:spcAft>
                <a:spcPts val="1600"/>
              </a:spcAft>
              <a:buClr>
                <a:srgbClr val="ADA400"/>
              </a:buClr>
              <a:buSzTx/>
              <a:buFont typeface="Wingdings" pitchFamily="2" charset="2"/>
              <a:buChar char="§"/>
              <a:tabLst/>
              <a:defRPr/>
            </a:pPr>
            <a:r>
              <a:rPr kumimoji="0" lang="en-US" altLang="en-US" sz="2400" b="0" i="0" u="none" strike="noStrike" kern="1200" cap="none" spc="0" normalizeH="0" baseline="0" noProof="0" dirty="0">
                <a:ln>
                  <a:noFill/>
                </a:ln>
                <a:solidFill>
                  <a:srgbClr val="00274C"/>
                </a:solidFill>
                <a:effectLst/>
                <a:uLnTx/>
                <a:uFillTx/>
                <a:latin typeface="Arial" panose="020B0604020202020204"/>
                <a:ea typeface="+mn-ea"/>
                <a:cs typeface="+mn-cs"/>
              </a:rPr>
              <a:t>If a component is studied (e.g. plane engine), </a:t>
            </a:r>
            <a:br>
              <a:rPr kumimoji="0" lang="en-US" altLang="en-US" sz="2400" b="0" i="0" u="none" strike="noStrike" kern="1200" cap="none" spc="0" normalizeH="0" baseline="0" noProof="0" dirty="0">
                <a:ln>
                  <a:noFill/>
                </a:ln>
                <a:solidFill>
                  <a:srgbClr val="00274C"/>
                </a:solidFill>
                <a:effectLst/>
                <a:uLnTx/>
                <a:uFillTx/>
                <a:latin typeface="Arial" panose="020B0604020202020204"/>
                <a:ea typeface="+mn-ea"/>
                <a:cs typeface="+mn-cs"/>
              </a:rPr>
            </a:br>
            <a:r>
              <a:rPr kumimoji="0" lang="en-US" altLang="en-US" sz="2400" b="0" i="0" u="none" strike="noStrike" kern="1200" cap="none" spc="0" normalizeH="0" baseline="0" noProof="0" dirty="0">
                <a:ln>
                  <a:noFill/>
                </a:ln>
                <a:solidFill>
                  <a:srgbClr val="00274C"/>
                </a:solidFill>
                <a:effectLst/>
                <a:uLnTx/>
                <a:uFillTx/>
                <a:latin typeface="Arial" panose="020B0604020202020204"/>
                <a:ea typeface="+mn-ea"/>
                <a:cs typeface="+mn-cs"/>
              </a:rPr>
              <a:t>FU generally refers to the overall function </a:t>
            </a:r>
            <a:br>
              <a:rPr kumimoji="0" lang="en-US" altLang="en-US" sz="2400" b="0" i="0" u="none" strike="noStrike" kern="1200" cap="none" spc="0" normalizeH="0" baseline="0" noProof="0" dirty="0">
                <a:ln>
                  <a:noFill/>
                </a:ln>
                <a:solidFill>
                  <a:srgbClr val="00274C"/>
                </a:solidFill>
                <a:effectLst/>
                <a:uLnTx/>
                <a:uFillTx/>
                <a:latin typeface="Arial" panose="020B0604020202020204"/>
                <a:ea typeface="+mn-ea"/>
                <a:cs typeface="+mn-cs"/>
              </a:rPr>
            </a:br>
            <a:r>
              <a:rPr kumimoji="0" lang="en-US" altLang="en-US" sz="2400" b="0" i="0" u="none" strike="noStrike" kern="1200" cap="none" spc="0" normalizeH="0" baseline="0" noProof="0" dirty="0">
                <a:ln>
                  <a:noFill/>
                </a:ln>
                <a:solidFill>
                  <a:srgbClr val="00274C"/>
                </a:solidFill>
                <a:effectLst/>
                <a:uLnTx/>
                <a:uFillTx/>
                <a:latin typeface="Arial" panose="020B0604020202020204"/>
                <a:ea typeface="+mn-ea"/>
                <a:cs typeface="+mn-cs"/>
              </a:rPr>
              <a:t>(the plane)</a:t>
            </a:r>
            <a:endParaRPr kumimoji="0" lang="en-US" altLang="en-US" sz="900" b="0" i="0" u="none" strike="noStrike" kern="1200" cap="none" spc="0" normalizeH="0" baseline="0" noProof="0" dirty="0">
              <a:ln>
                <a:noFill/>
              </a:ln>
              <a:solidFill>
                <a:srgbClr val="00274C"/>
              </a:solidFill>
              <a:effectLst/>
              <a:uLnTx/>
              <a:uFillTx/>
              <a:latin typeface="Arial" panose="020B0604020202020204"/>
              <a:ea typeface="+mn-ea"/>
              <a:cs typeface="+mn-cs"/>
            </a:endParaRPr>
          </a:p>
          <a:p>
            <a:pPr marL="800100" marR="0" lvl="1" indent="-342900" algn="l" defTabSz="457200" rtl="0" eaLnBrk="1" fontAlgn="auto" latinLnBrk="0" hangingPunct="1">
              <a:lnSpc>
                <a:spcPct val="100000"/>
              </a:lnSpc>
              <a:spcBef>
                <a:spcPts val="0"/>
              </a:spcBef>
              <a:spcAft>
                <a:spcPts val="1600"/>
              </a:spcAft>
              <a:buClr>
                <a:srgbClr val="ADA400"/>
              </a:buClr>
              <a:buSzTx/>
              <a:buFont typeface="Wingdings" pitchFamily="2" charset="2"/>
              <a:buChar char="§"/>
              <a:tabLst/>
              <a:defRPr/>
            </a:pPr>
            <a:r>
              <a:rPr kumimoji="0" lang="en-US" altLang="en-US" sz="2400" b="0" i="0" u="none" strike="noStrike" kern="1200" cap="none" spc="0" normalizeH="0" baseline="0" noProof="0" dirty="0">
                <a:ln>
                  <a:noFill/>
                </a:ln>
                <a:solidFill>
                  <a:srgbClr val="00274C"/>
                </a:solidFill>
                <a:effectLst/>
                <a:uLnTx/>
                <a:uFillTx/>
                <a:latin typeface="Arial" panose="020B0604020202020204"/>
                <a:ea typeface="+mn-ea"/>
                <a:cs typeface="+mn-cs"/>
              </a:rPr>
              <a:t>You can arbitrarily select the amount of functional unit you fix as a reference for comparison</a:t>
            </a:r>
          </a:p>
          <a:p>
            <a:pPr marL="800100" marR="0" lvl="1" indent="-342900" algn="l" defTabSz="457200" rtl="0" eaLnBrk="1" fontAlgn="auto" latinLnBrk="0" hangingPunct="1">
              <a:lnSpc>
                <a:spcPct val="100000"/>
              </a:lnSpc>
              <a:spcBef>
                <a:spcPts val="0"/>
              </a:spcBef>
              <a:spcAft>
                <a:spcPts val="1600"/>
              </a:spcAft>
              <a:buClr>
                <a:srgbClr val="ADA400"/>
              </a:buClr>
              <a:buSzTx/>
              <a:buFont typeface="Wingdings" pitchFamily="2" charset="2"/>
              <a:buChar char="§"/>
              <a:tabLst/>
              <a:defRPr/>
            </a:pPr>
            <a:r>
              <a:rPr kumimoji="0" lang="en-US" sz="2400" b="0" i="0" u="none" strike="noStrike" kern="1200" cap="none" spc="0" normalizeH="0" baseline="0" noProof="0" dirty="0">
                <a:ln>
                  <a:noFill/>
                </a:ln>
                <a:solidFill>
                  <a:srgbClr val="00274C"/>
                </a:solidFill>
                <a:effectLst/>
                <a:uLnTx/>
                <a:uFillTx/>
                <a:latin typeface="Arial" panose="020B0604020202020204"/>
                <a:ea typeface="+mn-ea"/>
                <a:cs typeface="+mn-cs"/>
              </a:rPr>
              <a:t>When what you need to buy per functional unit changes as the service duration is extended, </a:t>
            </a:r>
            <a:br>
              <a:rPr kumimoji="0" lang="en-US" sz="2400" b="0" i="0" u="none" strike="noStrike" kern="1200" cap="none" spc="0" normalizeH="0" baseline="0" noProof="0" dirty="0">
                <a:ln>
                  <a:noFill/>
                </a:ln>
                <a:solidFill>
                  <a:srgbClr val="00274C"/>
                </a:solidFill>
                <a:effectLst/>
                <a:uLnTx/>
                <a:uFillTx/>
                <a:latin typeface="Arial" panose="020B0604020202020204"/>
                <a:ea typeface="+mn-ea"/>
                <a:cs typeface="+mn-cs"/>
              </a:rPr>
            </a:br>
            <a:r>
              <a:rPr kumimoji="0" lang="en-US" sz="2400" b="0" i="0" u="none" strike="noStrike" kern="1200" cap="none" spc="0" normalizeH="0" baseline="0" noProof="0" dirty="0">
                <a:ln>
                  <a:noFill/>
                </a:ln>
                <a:solidFill>
                  <a:srgbClr val="00274C"/>
                </a:solidFill>
                <a:effectLst/>
                <a:uLnTx/>
                <a:uFillTx/>
                <a:latin typeface="Arial" panose="020B0604020202020204"/>
                <a:ea typeface="+mn-ea"/>
                <a:cs typeface="+mn-cs"/>
              </a:rPr>
              <a:t>you need to make the service duration explicit </a:t>
            </a:r>
            <a:br>
              <a:rPr kumimoji="0" lang="en-US" sz="2400" b="0" i="0" u="none" strike="noStrike" kern="1200" cap="none" spc="0" normalizeH="0" baseline="0" noProof="0" dirty="0">
                <a:ln>
                  <a:noFill/>
                </a:ln>
                <a:solidFill>
                  <a:srgbClr val="00274C"/>
                </a:solidFill>
                <a:effectLst/>
                <a:uLnTx/>
                <a:uFillTx/>
                <a:latin typeface="Arial" panose="020B0604020202020204"/>
                <a:ea typeface="+mn-ea"/>
                <a:cs typeface="+mn-cs"/>
              </a:rPr>
            </a:br>
            <a:r>
              <a:rPr kumimoji="0" lang="en-US" sz="2400" b="0" i="0" u="none" strike="noStrike" kern="1200" cap="none" spc="0" normalizeH="0" baseline="0" noProof="0" dirty="0">
                <a:ln>
                  <a:noFill/>
                </a:ln>
                <a:solidFill>
                  <a:srgbClr val="00274C"/>
                </a:solidFill>
                <a:effectLst/>
                <a:uLnTx/>
                <a:uFillTx/>
                <a:latin typeface="Arial" panose="020B0604020202020204"/>
                <a:ea typeface="+mn-ea"/>
                <a:cs typeface="+mn-cs"/>
              </a:rPr>
              <a:t>in the functional unit</a:t>
            </a:r>
          </a:p>
          <a:p>
            <a:pPr marL="800100" marR="0" lvl="1" indent="-342900" algn="l" defTabSz="457200" rtl="0" eaLnBrk="1" fontAlgn="auto" latinLnBrk="0" hangingPunct="1">
              <a:lnSpc>
                <a:spcPct val="100000"/>
              </a:lnSpc>
              <a:spcBef>
                <a:spcPts val="0"/>
              </a:spcBef>
              <a:spcAft>
                <a:spcPts val="1600"/>
              </a:spcAft>
              <a:buClr>
                <a:srgbClr val="ADA400"/>
              </a:buClr>
              <a:buSzTx/>
              <a:buFont typeface="Wingdings" pitchFamily="2" charset="2"/>
              <a:buChar char="§"/>
              <a:tabLst/>
              <a:defRPr/>
            </a:pPr>
            <a:r>
              <a:rPr kumimoji="0" lang="en-US" sz="2400" b="0" i="0" u="none" strike="noStrike" kern="1200" cap="none" spc="0" normalizeH="0" baseline="0" noProof="0" dirty="0">
                <a:ln>
                  <a:noFill/>
                </a:ln>
                <a:solidFill>
                  <a:srgbClr val="00274C"/>
                </a:solidFill>
                <a:effectLst/>
                <a:uLnTx/>
                <a:uFillTx/>
                <a:latin typeface="Arial" panose="020B0604020202020204"/>
                <a:ea typeface="+mn-ea"/>
                <a:cs typeface="+mn-cs"/>
              </a:rPr>
              <a:t>Some functional units already implicitly account </a:t>
            </a:r>
            <a:br>
              <a:rPr kumimoji="0" lang="en-US" sz="2400" b="0" i="0" u="none" strike="noStrike" kern="1200" cap="none" spc="0" normalizeH="0" baseline="0" noProof="0" dirty="0">
                <a:ln>
                  <a:noFill/>
                </a:ln>
                <a:solidFill>
                  <a:srgbClr val="00274C"/>
                </a:solidFill>
                <a:effectLst/>
                <a:uLnTx/>
                <a:uFillTx/>
                <a:latin typeface="Arial" panose="020B0604020202020204"/>
                <a:ea typeface="+mn-ea"/>
                <a:cs typeface="+mn-cs"/>
              </a:rPr>
            </a:br>
            <a:r>
              <a:rPr kumimoji="0" lang="en-US" sz="2400" b="0" i="0" u="none" strike="noStrike" kern="1200" cap="none" spc="0" normalizeH="0" baseline="0" noProof="0" dirty="0">
                <a:ln>
                  <a:noFill/>
                </a:ln>
                <a:solidFill>
                  <a:srgbClr val="00274C"/>
                </a:solidFill>
                <a:effectLst/>
                <a:uLnTx/>
                <a:uFillTx/>
                <a:latin typeface="Arial" panose="020B0604020202020204"/>
                <a:ea typeface="+mn-ea"/>
                <a:cs typeface="+mn-cs"/>
              </a:rPr>
              <a:t>for the duration of the service (e.g. 1kWh)</a:t>
            </a:r>
            <a:endParaRPr kumimoji="0" lang="en-US" altLang="en-US" sz="2400" b="0" i="0" u="none" strike="noStrike" kern="1200" cap="none" spc="0" normalizeH="0" baseline="0" noProof="0" dirty="0">
              <a:ln>
                <a:noFill/>
              </a:ln>
              <a:solidFill>
                <a:srgbClr val="00274C"/>
              </a:solidFill>
              <a:effectLst/>
              <a:uLnTx/>
              <a:uFillTx/>
              <a:latin typeface="Arial" panose="020B0604020202020204"/>
              <a:ea typeface="+mn-ea"/>
              <a:cs typeface="+mn-cs"/>
            </a:endParaRPr>
          </a:p>
        </p:txBody>
      </p:sp>
      <p:sp>
        <p:nvSpPr>
          <p:cNvPr id="6" name="Rectangle 5">
            <a:extLst>
              <a:ext uri="{FF2B5EF4-FFF2-40B4-BE49-F238E27FC236}">
                <a16:creationId xmlns:a16="http://schemas.microsoft.com/office/drawing/2014/main" id="{6401970E-710B-0F43-AAB5-BE9E87C5BC64}"/>
              </a:ext>
            </a:extLst>
          </p:cNvPr>
          <p:cNvSpPr/>
          <p:nvPr/>
        </p:nvSpPr>
        <p:spPr>
          <a:xfrm>
            <a:off x="1479344" y="2649630"/>
            <a:ext cx="6436416" cy="3323987"/>
          </a:xfrm>
          <a:prstGeom prst="rect">
            <a:avLst/>
          </a:prstGeom>
        </p:spPr>
        <p:txBody>
          <a:bodyPr wrap="square">
            <a:spAutoFit/>
          </a:bodyPr>
          <a:lstStyle/>
          <a:p>
            <a:pPr marL="0" marR="0" lvl="0" indent="0" algn="l" defTabSz="812810" rtl="0" eaLnBrk="1" fontAlgn="auto" latinLnBrk="0" hangingPunct="1">
              <a:lnSpc>
                <a:spcPct val="100000"/>
              </a:lnSpc>
              <a:spcBef>
                <a:spcPts val="0"/>
              </a:spcBef>
              <a:spcAft>
                <a:spcPts val="0"/>
              </a:spcAft>
              <a:buClrTx/>
              <a:buSzTx/>
              <a:buFontTx/>
              <a:buNone/>
              <a:tabLst/>
              <a:defRPr/>
            </a:pPr>
            <a:r>
              <a:rPr kumimoji="0" lang="en-US" altLang="en-US" sz="3000" b="1" i="0" u="none" strike="noStrike" kern="1200" cap="none" spc="0" normalizeH="0" baseline="0" noProof="0" dirty="0">
                <a:ln>
                  <a:noFill/>
                </a:ln>
                <a:solidFill>
                  <a:prstClr val="white"/>
                </a:solidFill>
                <a:effectLst/>
                <a:uLnTx/>
                <a:uFillTx/>
                <a:latin typeface="Arial" panose="020B0604020202020204"/>
                <a:ea typeface="+mn-ea"/>
                <a:cs typeface="+mn-cs"/>
              </a:rPr>
              <a:t>The functional unit </a:t>
            </a:r>
            <a:r>
              <a:rPr kumimoji="0" lang="en-US" altLang="en-US" sz="3000" b="0" i="0" u="none" strike="noStrike" kern="1200" cap="none" spc="0" normalizeH="0" baseline="0" noProof="0" dirty="0">
                <a:ln>
                  <a:noFill/>
                </a:ln>
                <a:solidFill>
                  <a:prstClr val="white"/>
                </a:solidFill>
                <a:effectLst/>
                <a:uLnTx/>
                <a:uFillTx/>
                <a:latin typeface="Arial" panose="020B0604020202020204"/>
                <a:ea typeface="+mn-ea"/>
                <a:cs typeface="+mn-cs"/>
              </a:rPr>
              <a:t/>
            </a:r>
            <a:br>
              <a:rPr kumimoji="0" lang="en-US" altLang="en-US" sz="3000" b="0" i="0" u="none" strike="noStrike" kern="1200" cap="none" spc="0" normalizeH="0" baseline="0" noProof="0" dirty="0">
                <a:ln>
                  <a:noFill/>
                </a:ln>
                <a:solidFill>
                  <a:prstClr val="white"/>
                </a:solidFill>
                <a:effectLst/>
                <a:uLnTx/>
                <a:uFillTx/>
                <a:latin typeface="Arial" panose="020B0604020202020204"/>
                <a:ea typeface="+mn-ea"/>
                <a:cs typeface="+mn-cs"/>
              </a:rPr>
            </a:br>
            <a:r>
              <a:rPr kumimoji="0" lang="en-US" altLang="en-US" sz="3000" b="0" i="1" u="none" strike="noStrike" kern="1200" cap="none" spc="0" normalizeH="0" baseline="0" noProof="0" dirty="0">
                <a:ln>
                  <a:noFill/>
                </a:ln>
                <a:solidFill>
                  <a:prstClr val="white"/>
                </a:solidFill>
                <a:effectLst/>
                <a:uLnTx/>
                <a:uFillTx/>
                <a:latin typeface="Arial" panose="020B0604020202020204"/>
                <a:ea typeface="+mn-ea"/>
                <a:cs typeface="+mn-cs"/>
              </a:rPr>
              <a:t>is the common unit representing </a:t>
            </a:r>
            <a:br>
              <a:rPr kumimoji="0" lang="en-US" altLang="en-US" sz="3000" b="0" i="1" u="none" strike="noStrike" kern="1200" cap="none" spc="0" normalizeH="0" baseline="0" noProof="0" dirty="0">
                <a:ln>
                  <a:noFill/>
                </a:ln>
                <a:solidFill>
                  <a:prstClr val="white"/>
                </a:solidFill>
                <a:effectLst/>
                <a:uLnTx/>
                <a:uFillTx/>
                <a:latin typeface="Arial" panose="020B0604020202020204"/>
                <a:ea typeface="+mn-ea"/>
                <a:cs typeface="+mn-cs"/>
              </a:rPr>
            </a:br>
            <a:r>
              <a:rPr kumimoji="0" lang="en-US" altLang="en-US" sz="3000" b="0" i="1" u="none" strike="noStrike" kern="1200" cap="none" spc="0" normalizeH="0" baseline="0" noProof="0" dirty="0">
                <a:ln>
                  <a:noFill/>
                </a:ln>
                <a:solidFill>
                  <a:prstClr val="white"/>
                </a:solidFill>
                <a:effectLst/>
                <a:uLnTx/>
                <a:uFillTx/>
                <a:latin typeface="Arial" panose="020B0604020202020204"/>
                <a:ea typeface="+mn-ea"/>
                <a:cs typeface="+mn-cs"/>
              </a:rPr>
              <a:t>the function of the system </a:t>
            </a:r>
            <a:br>
              <a:rPr kumimoji="0" lang="en-US" altLang="en-US" sz="3000" b="0" i="1" u="none" strike="noStrike" kern="1200" cap="none" spc="0" normalizeH="0" baseline="0" noProof="0" dirty="0">
                <a:ln>
                  <a:noFill/>
                </a:ln>
                <a:solidFill>
                  <a:prstClr val="white"/>
                </a:solidFill>
                <a:effectLst/>
                <a:uLnTx/>
                <a:uFillTx/>
                <a:latin typeface="Arial" panose="020B0604020202020204"/>
                <a:ea typeface="+mn-ea"/>
                <a:cs typeface="+mn-cs"/>
              </a:rPr>
            </a:br>
            <a:r>
              <a:rPr kumimoji="0" lang="en-US" altLang="en-US" sz="3000" b="0" i="1" u="none" strike="noStrike" kern="1200" cap="none" spc="0" normalizeH="0" baseline="0" noProof="0" dirty="0">
                <a:ln>
                  <a:noFill/>
                </a:ln>
                <a:solidFill>
                  <a:prstClr val="white"/>
                </a:solidFill>
                <a:effectLst/>
                <a:uLnTx/>
                <a:uFillTx/>
                <a:latin typeface="Arial" panose="020B0604020202020204"/>
                <a:ea typeface="+mn-ea"/>
                <a:cs typeface="+mn-cs"/>
              </a:rPr>
              <a:t>(the offered service), providing the basis for scenario comparison. </a:t>
            </a:r>
            <a:br>
              <a:rPr kumimoji="0" lang="en-US" altLang="en-US" sz="3000" b="0" i="1" u="none" strike="noStrike" kern="1200" cap="none" spc="0" normalizeH="0" baseline="0" noProof="0" dirty="0">
                <a:ln>
                  <a:noFill/>
                </a:ln>
                <a:solidFill>
                  <a:prstClr val="white"/>
                </a:solidFill>
                <a:effectLst/>
                <a:uLnTx/>
                <a:uFillTx/>
                <a:latin typeface="Arial" panose="020B0604020202020204"/>
                <a:ea typeface="+mn-ea"/>
                <a:cs typeface="+mn-cs"/>
              </a:rPr>
            </a:br>
            <a:r>
              <a:rPr kumimoji="0" lang="en-US" altLang="en-US" sz="3000" b="0" i="1" u="none" strike="noStrike" kern="1200" cap="none" spc="0" normalizeH="0" baseline="0" noProof="0" dirty="0">
                <a:ln>
                  <a:noFill/>
                </a:ln>
                <a:solidFill>
                  <a:prstClr val="white"/>
                </a:solidFill>
                <a:effectLst/>
                <a:uLnTx/>
                <a:uFillTx/>
                <a:latin typeface="Arial" panose="020B0604020202020204"/>
                <a:ea typeface="+mn-ea"/>
                <a:cs typeface="+mn-cs"/>
              </a:rPr>
              <a:t>In the inventory, emissions are calculated per functional unit.</a:t>
            </a:r>
          </a:p>
        </p:txBody>
      </p:sp>
    </p:spTree>
    <p:extLst>
      <p:ext uri="{BB962C8B-B14F-4D97-AF65-F5344CB8AC3E}">
        <p14:creationId xmlns:p14="http://schemas.microsoft.com/office/powerpoint/2010/main" val="52017271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Chevron 9">
            <a:extLst>
              <a:ext uri="{FF2B5EF4-FFF2-40B4-BE49-F238E27FC236}">
                <a16:creationId xmlns:a16="http://schemas.microsoft.com/office/drawing/2014/main" id="{36BFE21B-ABCC-834B-80A9-D3982FA11A05}"/>
              </a:ext>
            </a:extLst>
          </p:cNvPr>
          <p:cNvSpPr/>
          <p:nvPr/>
        </p:nvSpPr>
        <p:spPr>
          <a:xfrm>
            <a:off x="5880865" y="3806727"/>
            <a:ext cx="3952083" cy="1689315"/>
          </a:xfrm>
          <a:prstGeom prst="chevron">
            <a:avLst>
              <a:gd name="adj" fmla="val 27981"/>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812810" rtl="0" eaLnBrk="1" fontAlgn="auto" latinLnBrk="0" hangingPunct="1">
              <a:lnSpc>
                <a:spcPct val="100000"/>
              </a:lnSpc>
              <a:spcBef>
                <a:spcPts val="0"/>
              </a:spcBef>
              <a:spcAft>
                <a:spcPts val="0"/>
              </a:spcAft>
              <a:buClrTx/>
              <a:buSzTx/>
              <a:buFontTx/>
              <a:buNone/>
              <a:tabLst/>
              <a:defRPr/>
            </a:pPr>
            <a:endParaRPr kumimoji="0" lang="en-US" sz="3200" b="0"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2" name="Title 1">
            <a:extLst>
              <a:ext uri="{FF2B5EF4-FFF2-40B4-BE49-F238E27FC236}">
                <a16:creationId xmlns:a16="http://schemas.microsoft.com/office/drawing/2014/main" id="{72960FF9-77D5-0247-AA39-C611CA2B6621}"/>
              </a:ext>
            </a:extLst>
          </p:cNvPr>
          <p:cNvSpPr>
            <a:spLocks noGrp="1"/>
          </p:cNvSpPr>
          <p:nvPr>
            <p:ph type="title"/>
          </p:nvPr>
        </p:nvSpPr>
        <p:spPr/>
        <p:txBody>
          <a:bodyPr/>
          <a:lstStyle/>
          <a:p>
            <a:r>
              <a:rPr lang="en-US" altLang="en-US" dirty="0"/>
              <a:t>Reference flows and environmental key parameters</a:t>
            </a:r>
            <a:endParaRPr lang="en-US" dirty="0"/>
          </a:p>
        </p:txBody>
      </p:sp>
      <p:sp>
        <p:nvSpPr>
          <p:cNvPr id="4" name="Rectangle 3">
            <a:extLst>
              <a:ext uri="{FF2B5EF4-FFF2-40B4-BE49-F238E27FC236}">
                <a16:creationId xmlns:a16="http://schemas.microsoft.com/office/drawing/2014/main" id="{176597B9-1430-C24A-9802-83EF5172157D}"/>
              </a:ext>
            </a:extLst>
          </p:cNvPr>
          <p:cNvSpPr txBox="1">
            <a:spLocks noChangeArrowheads="1"/>
          </p:cNvSpPr>
          <p:nvPr/>
        </p:nvSpPr>
        <p:spPr>
          <a:xfrm>
            <a:off x="10314055" y="2592005"/>
            <a:ext cx="4967272" cy="4180754"/>
          </a:xfrm>
          <a:prstGeom prst="rect">
            <a:avLst/>
          </a:prstGeom>
        </p:spPr>
        <p:txBody>
          <a:bodyPr/>
          <a:lstStyle>
            <a:lvl1pPr marL="0" indent="0" algn="l" defTabSz="457200" rtl="0" eaLnBrk="1" latinLnBrk="0" hangingPunct="1">
              <a:spcBef>
                <a:spcPct val="20000"/>
              </a:spcBef>
              <a:buFont typeface="Arial"/>
              <a:buNone/>
              <a:defRPr sz="3200" kern="1200">
                <a:solidFill>
                  <a:srgbClr val="00274C"/>
                </a:solidFill>
                <a:latin typeface="+mn-lt"/>
                <a:ea typeface="+mn-ea"/>
                <a:cs typeface="+mn-cs"/>
              </a:defRPr>
            </a:lvl1pPr>
            <a:lvl2pPr marL="457200" indent="0" algn="l" defTabSz="457200" rtl="0" eaLnBrk="1" latinLnBrk="0" hangingPunct="1">
              <a:spcBef>
                <a:spcPct val="20000"/>
              </a:spcBef>
              <a:buFont typeface="Arial"/>
              <a:buNone/>
              <a:defRPr sz="2800" kern="1200">
                <a:solidFill>
                  <a:schemeClr val="tx1"/>
                </a:solidFill>
                <a:latin typeface="+mn-lt"/>
                <a:ea typeface="+mn-ea"/>
                <a:cs typeface="+mn-cs"/>
              </a:defRPr>
            </a:lvl2pPr>
            <a:lvl3pPr marL="914400" indent="0" algn="l" defTabSz="457200" rtl="0" eaLnBrk="1" latinLnBrk="0" hangingPunct="1">
              <a:spcBef>
                <a:spcPct val="20000"/>
              </a:spcBef>
              <a:buFont typeface="Arial"/>
              <a:buNone/>
              <a:defRPr sz="2400" kern="1200">
                <a:solidFill>
                  <a:schemeClr val="tx1"/>
                </a:solidFill>
                <a:latin typeface="+mn-lt"/>
                <a:ea typeface="+mn-ea"/>
                <a:cs typeface="+mn-cs"/>
              </a:defRPr>
            </a:lvl3pPr>
            <a:lvl4pPr marL="1371600" indent="0" algn="l" defTabSz="457200" rtl="0" eaLnBrk="1" latinLnBrk="0" hangingPunct="1">
              <a:spcBef>
                <a:spcPct val="20000"/>
              </a:spcBef>
              <a:buFont typeface="Arial"/>
              <a:buNone/>
              <a:defRPr sz="2000" kern="1200">
                <a:solidFill>
                  <a:schemeClr val="tx1"/>
                </a:solidFill>
                <a:latin typeface="+mn-lt"/>
                <a:ea typeface="+mn-ea"/>
                <a:cs typeface="+mn-cs"/>
              </a:defRPr>
            </a:lvl4pPr>
            <a:lvl5pPr marL="1828800" indent="0" algn="l" defTabSz="457200" rtl="0" eaLnBrk="1" latinLnBrk="0" hangingPunct="1">
              <a:spcBef>
                <a:spcPct val="20000"/>
              </a:spcBef>
              <a:buFont typeface="Arial"/>
              <a:buNone/>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marR="0" lvl="0" indent="0" algn="l" defTabSz="457200" rtl="0" eaLnBrk="1" fontAlgn="auto" latinLnBrk="0" hangingPunct="1">
              <a:lnSpc>
                <a:spcPct val="90000"/>
              </a:lnSpc>
              <a:spcBef>
                <a:spcPct val="20000"/>
              </a:spcBef>
              <a:spcAft>
                <a:spcPts val="1000"/>
              </a:spcAft>
              <a:buClrTx/>
              <a:buSzTx/>
              <a:buFont typeface="Arial"/>
              <a:buNone/>
              <a:tabLst/>
              <a:defRPr/>
            </a:pPr>
            <a:r>
              <a:rPr kumimoji="0" lang="en-US" altLang="en-US" sz="2800" b="1" i="0" u="none" strike="noStrike" kern="1200" cap="none" spc="0" normalizeH="0" baseline="0" noProof="0" dirty="0">
                <a:ln>
                  <a:noFill/>
                </a:ln>
                <a:solidFill>
                  <a:srgbClr val="407EC9"/>
                </a:solidFill>
                <a:effectLst/>
                <a:uLnTx/>
                <a:uFillTx/>
                <a:latin typeface="Arial" panose="020B0604020202020204"/>
                <a:ea typeface="+mn-ea"/>
                <a:cs typeface="+mn-cs"/>
              </a:rPr>
              <a:t>The key parameters for </a:t>
            </a:r>
            <a:br>
              <a:rPr kumimoji="0" lang="en-US" altLang="en-US" sz="2800" b="1" i="0" u="none" strike="noStrike" kern="1200" cap="none" spc="0" normalizeH="0" baseline="0" noProof="0" dirty="0">
                <a:ln>
                  <a:noFill/>
                </a:ln>
                <a:solidFill>
                  <a:srgbClr val="407EC9"/>
                </a:solidFill>
                <a:effectLst/>
                <a:uLnTx/>
                <a:uFillTx/>
                <a:latin typeface="Arial" panose="020B0604020202020204"/>
                <a:ea typeface="+mn-ea"/>
                <a:cs typeface="+mn-cs"/>
              </a:rPr>
            </a:br>
            <a:r>
              <a:rPr kumimoji="0" lang="en-US" altLang="en-US" sz="2800" b="1" i="0" u="none" strike="noStrike" kern="1200" cap="none" spc="0" normalizeH="0" baseline="0" noProof="0" dirty="0">
                <a:ln>
                  <a:noFill/>
                </a:ln>
                <a:solidFill>
                  <a:srgbClr val="407EC9"/>
                </a:solidFill>
                <a:effectLst/>
                <a:uLnTx/>
                <a:uFillTx/>
                <a:latin typeface="Arial" panose="020B0604020202020204"/>
                <a:ea typeface="+mn-ea"/>
                <a:cs typeface="+mn-cs"/>
              </a:rPr>
              <a:t>environmental optimization </a:t>
            </a:r>
            <a:r>
              <a:rPr kumimoji="0" lang="en-US" altLang="en-US" sz="2800" b="0" i="0" u="none" strike="noStrike" kern="1200" cap="none" spc="0" normalizeH="0" baseline="0" noProof="0" dirty="0">
                <a:ln>
                  <a:noFill/>
                </a:ln>
                <a:solidFill>
                  <a:srgbClr val="00274C"/>
                </a:solidFill>
                <a:effectLst/>
                <a:uLnTx/>
                <a:uFillTx/>
                <a:latin typeface="Arial" panose="020B0604020202020204"/>
                <a:ea typeface="+mn-ea"/>
                <a:cs typeface="+mn-cs"/>
              </a:rPr>
              <a:t/>
            </a:r>
            <a:br>
              <a:rPr kumimoji="0" lang="en-US" altLang="en-US" sz="2800" b="0" i="0" u="none" strike="noStrike" kern="1200" cap="none" spc="0" normalizeH="0" baseline="0" noProof="0" dirty="0">
                <a:ln>
                  <a:noFill/>
                </a:ln>
                <a:solidFill>
                  <a:srgbClr val="00274C"/>
                </a:solidFill>
                <a:effectLst/>
                <a:uLnTx/>
                <a:uFillTx/>
                <a:latin typeface="Arial" panose="020B0604020202020204"/>
                <a:ea typeface="+mn-ea"/>
                <a:cs typeface="+mn-cs"/>
              </a:rPr>
            </a:br>
            <a:r>
              <a:rPr kumimoji="0" lang="en-US" altLang="en-US" sz="2800" b="0" i="0" u="none" strike="noStrike" kern="1200" cap="none" spc="0" normalizeH="0" baseline="0" noProof="0" dirty="0">
                <a:ln>
                  <a:noFill/>
                </a:ln>
                <a:solidFill>
                  <a:srgbClr val="00274C"/>
                </a:solidFill>
                <a:effectLst/>
                <a:uLnTx/>
                <a:uFillTx/>
                <a:latin typeface="Arial" panose="020B0604020202020204"/>
                <a:ea typeface="+mn-ea"/>
                <a:cs typeface="+mn-cs"/>
              </a:rPr>
              <a:t>are multiplicative factors that relate the functional unit to </a:t>
            </a:r>
            <a:br>
              <a:rPr kumimoji="0" lang="en-US" altLang="en-US" sz="2800" b="0" i="0" u="none" strike="noStrike" kern="1200" cap="none" spc="0" normalizeH="0" baseline="0" noProof="0" dirty="0">
                <a:ln>
                  <a:noFill/>
                </a:ln>
                <a:solidFill>
                  <a:srgbClr val="00274C"/>
                </a:solidFill>
                <a:effectLst/>
                <a:uLnTx/>
                <a:uFillTx/>
                <a:latin typeface="Arial" panose="020B0604020202020204"/>
                <a:ea typeface="+mn-ea"/>
                <a:cs typeface="+mn-cs"/>
              </a:rPr>
            </a:br>
            <a:r>
              <a:rPr kumimoji="0" lang="en-US" altLang="en-US" sz="2800" b="0" i="0" u="none" strike="noStrike" kern="1200" cap="none" spc="0" normalizeH="0" baseline="0" noProof="0" dirty="0">
                <a:ln>
                  <a:noFill/>
                </a:ln>
                <a:solidFill>
                  <a:srgbClr val="00274C"/>
                </a:solidFill>
                <a:effectLst/>
                <a:uLnTx/>
                <a:uFillTx/>
                <a:latin typeface="Arial" panose="020B0604020202020204"/>
                <a:ea typeface="+mn-ea"/>
                <a:cs typeface="+mn-cs"/>
              </a:rPr>
              <a:t>the reference flows. </a:t>
            </a:r>
            <a:br>
              <a:rPr kumimoji="0" lang="en-US" altLang="en-US" sz="2800" b="0" i="0" u="none" strike="noStrike" kern="1200" cap="none" spc="0" normalizeH="0" baseline="0" noProof="0" dirty="0">
                <a:ln>
                  <a:noFill/>
                </a:ln>
                <a:solidFill>
                  <a:srgbClr val="00274C"/>
                </a:solidFill>
                <a:effectLst/>
                <a:uLnTx/>
                <a:uFillTx/>
                <a:latin typeface="Arial" panose="020B0604020202020204"/>
                <a:ea typeface="+mn-ea"/>
                <a:cs typeface="+mn-cs"/>
              </a:rPr>
            </a:br>
            <a:r>
              <a:rPr kumimoji="0" lang="en-US" altLang="en-US" sz="2800" b="0" i="0" u="none" strike="noStrike" kern="1200" cap="none" spc="0" normalizeH="0" baseline="0" noProof="0" dirty="0">
                <a:ln>
                  <a:noFill/>
                </a:ln>
                <a:solidFill>
                  <a:srgbClr val="00274C"/>
                </a:solidFill>
                <a:effectLst/>
                <a:uLnTx/>
                <a:uFillTx/>
                <a:latin typeface="Arial" panose="020B0604020202020204"/>
                <a:ea typeface="+mn-ea"/>
                <a:cs typeface="+mn-cs"/>
              </a:rPr>
              <a:t>Impacts may be directly </a:t>
            </a:r>
            <a:br>
              <a:rPr kumimoji="0" lang="en-US" altLang="en-US" sz="2800" b="0" i="0" u="none" strike="noStrike" kern="1200" cap="none" spc="0" normalizeH="0" baseline="0" noProof="0" dirty="0">
                <a:ln>
                  <a:noFill/>
                </a:ln>
                <a:solidFill>
                  <a:srgbClr val="00274C"/>
                </a:solidFill>
                <a:effectLst/>
                <a:uLnTx/>
                <a:uFillTx/>
                <a:latin typeface="Arial" panose="020B0604020202020204"/>
                <a:ea typeface="+mn-ea"/>
                <a:cs typeface="+mn-cs"/>
              </a:rPr>
            </a:br>
            <a:r>
              <a:rPr kumimoji="0" lang="en-US" altLang="en-US" sz="2800" b="0" i="0" u="none" strike="noStrike" kern="1200" cap="none" spc="0" normalizeH="0" baseline="0" noProof="0" dirty="0">
                <a:ln>
                  <a:noFill/>
                </a:ln>
                <a:solidFill>
                  <a:srgbClr val="00274C"/>
                </a:solidFill>
                <a:effectLst/>
                <a:uLnTx/>
                <a:uFillTx/>
                <a:latin typeface="Arial" panose="020B0604020202020204"/>
                <a:ea typeface="+mn-ea"/>
                <a:cs typeface="+mn-cs"/>
              </a:rPr>
              <a:t>proportional to these factors:</a:t>
            </a:r>
          </a:p>
          <a:p>
            <a:pPr marL="457200" marR="0" lvl="0" indent="-457200" algn="l" defTabSz="457200" rtl="0" eaLnBrk="1" fontAlgn="auto" latinLnBrk="0" hangingPunct="1">
              <a:lnSpc>
                <a:spcPct val="90000"/>
              </a:lnSpc>
              <a:spcBef>
                <a:spcPct val="20000"/>
              </a:spcBef>
              <a:spcAft>
                <a:spcPts val="0"/>
              </a:spcAft>
              <a:buClr>
                <a:srgbClr val="407EC9"/>
              </a:buClr>
              <a:buSzTx/>
              <a:buFont typeface="Wingdings" pitchFamily="2" charset="2"/>
              <a:buChar char="§"/>
              <a:tabLst/>
              <a:defRPr/>
            </a:pPr>
            <a:r>
              <a:rPr kumimoji="0" lang="en-US" altLang="en-US" sz="2400" b="0" i="0" u="none" strike="noStrike" kern="1200" cap="none" spc="0" normalizeH="0" baseline="0" noProof="0" dirty="0">
                <a:ln>
                  <a:noFill/>
                </a:ln>
                <a:solidFill>
                  <a:srgbClr val="407EC9"/>
                </a:solidFill>
                <a:effectLst/>
                <a:uLnTx/>
                <a:uFillTx/>
                <a:latin typeface="Arial" panose="020B0604020202020204"/>
                <a:ea typeface="+mn-ea"/>
                <a:cs typeface="+mn-cs"/>
              </a:rPr>
              <a:t>product lifetime</a:t>
            </a:r>
          </a:p>
          <a:p>
            <a:pPr marL="457200" marR="0" lvl="0" indent="-457200" algn="l" defTabSz="457200" rtl="0" eaLnBrk="1" fontAlgn="auto" latinLnBrk="0" hangingPunct="1">
              <a:lnSpc>
                <a:spcPct val="90000"/>
              </a:lnSpc>
              <a:spcBef>
                <a:spcPct val="20000"/>
              </a:spcBef>
              <a:spcAft>
                <a:spcPts val="0"/>
              </a:spcAft>
              <a:buClr>
                <a:srgbClr val="407EC9"/>
              </a:buClr>
              <a:buSzTx/>
              <a:buFont typeface="Wingdings" pitchFamily="2" charset="2"/>
              <a:buChar char="§"/>
              <a:tabLst/>
              <a:defRPr/>
            </a:pPr>
            <a:r>
              <a:rPr kumimoji="0" lang="en-US" altLang="en-US" sz="2400" b="0" i="0" u="none" strike="noStrike" kern="1200" cap="none" spc="0" normalizeH="0" baseline="0" noProof="0" dirty="0">
                <a:ln>
                  <a:noFill/>
                </a:ln>
                <a:solidFill>
                  <a:srgbClr val="407EC9"/>
                </a:solidFill>
                <a:effectLst/>
                <a:uLnTx/>
                <a:uFillTx/>
                <a:latin typeface="Arial" panose="020B0604020202020204"/>
                <a:ea typeface="+mn-ea"/>
                <a:cs typeface="+mn-cs"/>
              </a:rPr>
              <a:t>number of uses</a:t>
            </a:r>
          </a:p>
          <a:p>
            <a:pPr marL="457200" marR="0" lvl="0" indent="-457200" algn="l" defTabSz="457200" rtl="0" eaLnBrk="1" fontAlgn="auto" latinLnBrk="0" hangingPunct="1">
              <a:lnSpc>
                <a:spcPct val="90000"/>
              </a:lnSpc>
              <a:spcBef>
                <a:spcPct val="20000"/>
              </a:spcBef>
              <a:spcAft>
                <a:spcPts val="0"/>
              </a:spcAft>
              <a:buClr>
                <a:srgbClr val="407EC9"/>
              </a:buClr>
              <a:buSzTx/>
              <a:buFont typeface="Wingdings" pitchFamily="2" charset="2"/>
              <a:buChar char="§"/>
              <a:tabLst/>
              <a:defRPr/>
            </a:pPr>
            <a:r>
              <a:rPr kumimoji="0" lang="en-US" altLang="en-US" sz="2400" b="0" i="0" u="none" strike="noStrike" kern="1200" cap="none" spc="0" normalizeH="0" baseline="0" noProof="0" dirty="0">
                <a:ln>
                  <a:noFill/>
                </a:ln>
                <a:solidFill>
                  <a:srgbClr val="407EC9"/>
                </a:solidFill>
                <a:effectLst/>
                <a:uLnTx/>
                <a:uFillTx/>
                <a:latin typeface="Arial" panose="020B0604020202020204"/>
                <a:ea typeface="+mn-ea"/>
                <a:cs typeface="+mn-cs"/>
              </a:rPr>
              <a:t>consumption</a:t>
            </a:r>
          </a:p>
        </p:txBody>
      </p:sp>
      <p:sp>
        <p:nvSpPr>
          <p:cNvPr id="5" name="Rectangle 4">
            <a:extLst>
              <a:ext uri="{FF2B5EF4-FFF2-40B4-BE49-F238E27FC236}">
                <a16:creationId xmlns:a16="http://schemas.microsoft.com/office/drawing/2014/main" id="{B43EDB78-450B-9A48-8CD6-AB1B91B44AE0}"/>
              </a:ext>
            </a:extLst>
          </p:cNvPr>
          <p:cNvSpPr/>
          <p:nvPr/>
        </p:nvSpPr>
        <p:spPr>
          <a:xfrm>
            <a:off x="1088325" y="2891772"/>
            <a:ext cx="4274088" cy="3539430"/>
          </a:xfrm>
          <a:prstGeom prst="rect">
            <a:avLst/>
          </a:prstGeom>
        </p:spPr>
        <p:txBody>
          <a:bodyPr wrap="square">
            <a:spAutoFit/>
          </a:bodyPr>
          <a:lstStyle/>
          <a:p>
            <a:pPr marL="0" marR="0" lvl="0" indent="0" algn="l" defTabSz="812810" rtl="0" eaLnBrk="1" fontAlgn="auto" latinLnBrk="0" hangingPunct="1">
              <a:lnSpc>
                <a:spcPct val="100000"/>
              </a:lnSpc>
              <a:spcBef>
                <a:spcPts val="0"/>
              </a:spcBef>
              <a:spcAft>
                <a:spcPts val="0"/>
              </a:spcAft>
              <a:buClrTx/>
              <a:buSzTx/>
              <a:buFontTx/>
              <a:buNone/>
              <a:tabLst/>
              <a:defRPr/>
            </a:pPr>
            <a:r>
              <a:rPr kumimoji="0" lang="en-US" altLang="en-US" sz="2800" b="1" i="0" u="none" strike="noStrike" kern="1200" cap="none" spc="0" normalizeH="0" baseline="0" noProof="0" dirty="0">
                <a:ln>
                  <a:noFill/>
                </a:ln>
                <a:solidFill>
                  <a:srgbClr val="D86018"/>
                </a:solidFill>
                <a:effectLst/>
                <a:uLnTx/>
                <a:uFillTx/>
                <a:latin typeface="Arial" panose="020B0604020202020204"/>
                <a:ea typeface="+mn-ea"/>
                <a:cs typeface="+mn-cs"/>
              </a:rPr>
              <a:t>The reference flow </a:t>
            </a:r>
            <a:r>
              <a:rPr kumimoji="0" lang="en-US" altLang="en-US" sz="2800" b="0" i="0" u="none" strike="noStrike" kern="1200" cap="none" spc="0" normalizeH="0" baseline="0" noProof="0" dirty="0">
                <a:ln>
                  <a:noFill/>
                </a:ln>
                <a:solidFill>
                  <a:srgbClr val="D86018"/>
                </a:solidFill>
                <a:effectLst/>
                <a:uLnTx/>
                <a:uFillTx/>
                <a:latin typeface="Arial" panose="020B0604020202020204"/>
                <a:ea typeface="+mn-ea"/>
                <a:cs typeface="+mn-cs"/>
              </a:rPr>
              <a:t/>
            </a:r>
            <a:br>
              <a:rPr kumimoji="0" lang="en-US" altLang="en-US" sz="2800" b="0" i="0" u="none" strike="noStrike" kern="1200" cap="none" spc="0" normalizeH="0" baseline="0" noProof="0" dirty="0">
                <a:ln>
                  <a:noFill/>
                </a:ln>
                <a:solidFill>
                  <a:srgbClr val="D86018"/>
                </a:solidFill>
                <a:effectLst/>
                <a:uLnTx/>
                <a:uFillTx/>
                <a:latin typeface="Arial" panose="020B0604020202020204"/>
                <a:ea typeface="+mn-ea"/>
                <a:cs typeface="+mn-cs"/>
              </a:rPr>
            </a:br>
            <a:r>
              <a:rPr kumimoji="0" lang="en-US" altLang="en-US" sz="2800" b="0" i="1" u="none" strike="noStrike" kern="1200" cap="none" spc="0" normalizeH="0" baseline="0" noProof="0" dirty="0">
                <a:ln>
                  <a:noFill/>
                </a:ln>
                <a:solidFill>
                  <a:srgbClr val="00274C"/>
                </a:solidFill>
                <a:effectLst/>
                <a:uLnTx/>
                <a:uFillTx/>
                <a:latin typeface="Arial" panose="020B0604020202020204"/>
                <a:ea typeface="+mn-ea"/>
                <a:cs typeface="+mn-cs"/>
              </a:rPr>
              <a:t>(what you buy) </a:t>
            </a:r>
            <a:r>
              <a:rPr kumimoji="0" lang="en-US" altLang="en-US" sz="2800" b="0" i="0" u="none" strike="noStrike" kern="1200" cap="none" spc="0" normalizeH="0" baseline="0" noProof="0" dirty="0">
                <a:ln>
                  <a:noFill/>
                </a:ln>
                <a:solidFill>
                  <a:srgbClr val="00274C"/>
                </a:solidFill>
                <a:effectLst/>
                <a:uLnTx/>
                <a:uFillTx/>
                <a:latin typeface="Arial" panose="020B0604020202020204"/>
                <a:ea typeface="+mn-ea"/>
                <a:cs typeface="+mn-cs"/>
              </a:rPr>
              <a:t>provides for each scenario the basic product quantities needed per functional unit. It provides a </a:t>
            </a:r>
            <a:r>
              <a:rPr kumimoji="0" lang="en-US" altLang="en-US" sz="2800" b="0" i="0" u="none" strike="noStrike" kern="1200" cap="none" spc="0" normalizeH="0" baseline="0" noProof="0" dirty="0">
                <a:ln>
                  <a:noFill/>
                </a:ln>
                <a:solidFill>
                  <a:srgbClr val="D86018"/>
                </a:solidFill>
                <a:effectLst/>
                <a:uLnTx/>
                <a:uFillTx/>
                <a:latin typeface="Arial" panose="020B0604020202020204"/>
                <a:ea typeface="+mn-ea"/>
                <a:cs typeface="+mn-cs"/>
              </a:rPr>
              <a:t>flow </a:t>
            </a:r>
            <a:r>
              <a:rPr kumimoji="0" lang="en-US" altLang="en-US" sz="2800" b="0" i="0" u="none" strike="noStrike" kern="1200" cap="none" spc="0" normalizeH="0" baseline="0" noProof="0" dirty="0">
                <a:ln>
                  <a:noFill/>
                </a:ln>
                <a:solidFill>
                  <a:srgbClr val="00274C"/>
                </a:solidFill>
                <a:effectLst/>
                <a:uLnTx/>
                <a:uFillTx/>
                <a:latin typeface="Arial" panose="020B0604020202020204"/>
                <a:ea typeface="+mn-ea"/>
                <a:cs typeface="+mn-cs"/>
              </a:rPr>
              <a:t>per </a:t>
            </a:r>
            <a:r>
              <a:rPr kumimoji="0" lang="en-US" altLang="en-US" sz="2800" b="0" i="0" u="none" strike="noStrike" kern="1200" cap="none" spc="0" normalizeH="0" baseline="0" noProof="0" dirty="0">
                <a:ln>
                  <a:noFill/>
                </a:ln>
                <a:solidFill>
                  <a:srgbClr val="ADA400"/>
                </a:solidFill>
                <a:effectLst/>
                <a:uLnTx/>
                <a:uFillTx/>
                <a:latin typeface="Arial" panose="020B0604020202020204"/>
                <a:ea typeface="+mn-ea"/>
                <a:cs typeface="+mn-cs"/>
              </a:rPr>
              <a:t>functional unit </a:t>
            </a:r>
            <a:r>
              <a:rPr kumimoji="0" lang="en-US" altLang="en-US" sz="2800" b="0" i="0" u="none" strike="noStrike" kern="1200" cap="none" spc="0" normalizeH="0" baseline="0" noProof="0" dirty="0">
                <a:ln>
                  <a:noFill/>
                </a:ln>
                <a:solidFill>
                  <a:srgbClr val="00274C"/>
                </a:solidFill>
                <a:effectLst/>
                <a:uLnTx/>
                <a:uFillTx/>
                <a:latin typeface="Arial" panose="020B0604020202020204"/>
                <a:ea typeface="+mn-ea"/>
                <a:cs typeface="+mn-cs"/>
              </a:rPr>
              <a:t>and need to be quantified</a:t>
            </a:r>
            <a:endParaRPr kumimoji="0" lang="en-US" sz="2800" b="0" i="0" u="none" strike="noStrike" kern="1200" cap="none" spc="0" normalizeH="0" baseline="0" noProof="0" dirty="0">
              <a:ln>
                <a:noFill/>
              </a:ln>
              <a:solidFill>
                <a:srgbClr val="00274C"/>
              </a:solidFill>
              <a:effectLst/>
              <a:uLnTx/>
              <a:uFillTx/>
              <a:latin typeface="Arial" panose="020B0604020202020204"/>
              <a:ea typeface="+mn-ea"/>
              <a:cs typeface="+mn-cs"/>
            </a:endParaRPr>
          </a:p>
        </p:txBody>
      </p:sp>
      <p:sp>
        <p:nvSpPr>
          <p:cNvPr id="6" name="Right Arrow 5">
            <a:extLst>
              <a:ext uri="{FF2B5EF4-FFF2-40B4-BE49-F238E27FC236}">
                <a16:creationId xmlns:a16="http://schemas.microsoft.com/office/drawing/2014/main" id="{E9866F3B-34BB-F444-92C0-94BFCE7EB98B}"/>
              </a:ext>
            </a:extLst>
          </p:cNvPr>
          <p:cNvSpPr/>
          <p:nvPr/>
        </p:nvSpPr>
        <p:spPr>
          <a:xfrm>
            <a:off x="878783" y="2251500"/>
            <a:ext cx="5196553" cy="4819973"/>
          </a:xfrm>
          <a:prstGeom prst="rightArrow">
            <a:avLst>
              <a:gd name="adj1" fmla="val 100000"/>
              <a:gd name="adj2" fmla="val 26849"/>
            </a:avLst>
          </a:prstGeom>
          <a:noFill/>
          <a:ln w="76200">
            <a:solidFill>
              <a:schemeClr val="accent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812810" rtl="0" eaLnBrk="1" fontAlgn="auto" latinLnBrk="0" hangingPunct="1">
              <a:lnSpc>
                <a:spcPct val="100000"/>
              </a:lnSpc>
              <a:spcBef>
                <a:spcPts val="0"/>
              </a:spcBef>
              <a:spcAft>
                <a:spcPts val="0"/>
              </a:spcAft>
              <a:buClrTx/>
              <a:buSzTx/>
              <a:buFontTx/>
              <a:buNone/>
              <a:tabLst/>
              <a:defRPr/>
            </a:pPr>
            <a:r>
              <a:rPr kumimoji="0" lang="en-US" sz="3200" b="0" i="0" u="none" strike="noStrike" kern="1200" cap="none" spc="0" normalizeH="0" baseline="0" noProof="0" dirty="0">
                <a:ln>
                  <a:noFill/>
                </a:ln>
                <a:solidFill>
                  <a:prstClr val="white"/>
                </a:solidFill>
                <a:effectLst/>
                <a:uLnTx/>
                <a:uFillTx/>
                <a:latin typeface="Arial" panose="020B0604020202020204"/>
                <a:ea typeface="+mn-ea"/>
                <a:cs typeface="+mn-cs"/>
              </a:rPr>
              <a:t>\</a:t>
            </a:r>
          </a:p>
        </p:txBody>
      </p:sp>
      <p:sp>
        <p:nvSpPr>
          <p:cNvPr id="7" name="Rectangle 6">
            <a:extLst>
              <a:ext uri="{FF2B5EF4-FFF2-40B4-BE49-F238E27FC236}">
                <a16:creationId xmlns:a16="http://schemas.microsoft.com/office/drawing/2014/main" id="{08F4EF23-CE55-8C42-AD31-2FE4BAFA30C4}"/>
              </a:ext>
            </a:extLst>
          </p:cNvPr>
          <p:cNvSpPr/>
          <p:nvPr/>
        </p:nvSpPr>
        <p:spPr>
          <a:xfrm>
            <a:off x="9980907" y="2251500"/>
            <a:ext cx="5529703" cy="4819973"/>
          </a:xfrm>
          <a:prstGeom prst="rect">
            <a:avLst/>
          </a:prstGeom>
          <a:noFill/>
          <a:ln w="76200">
            <a:solidFill>
              <a:schemeClr val="accent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812810" rtl="0" eaLnBrk="1" fontAlgn="auto" latinLnBrk="0" hangingPunct="1">
              <a:lnSpc>
                <a:spcPct val="100000"/>
              </a:lnSpc>
              <a:spcBef>
                <a:spcPts val="0"/>
              </a:spcBef>
              <a:spcAft>
                <a:spcPts val="0"/>
              </a:spcAft>
              <a:buClrTx/>
              <a:buSzTx/>
              <a:buFontTx/>
              <a:buNone/>
              <a:tabLst/>
              <a:defRPr/>
            </a:pPr>
            <a:endParaRPr kumimoji="0" lang="en-US" sz="3200" b="0" i="0" u="none" strike="noStrike" kern="1200" cap="none" spc="0" normalizeH="0" baseline="0" noProof="0">
              <a:ln>
                <a:noFill/>
              </a:ln>
              <a:solidFill>
                <a:prstClr val="white"/>
              </a:solidFill>
              <a:effectLst/>
              <a:uLnTx/>
              <a:uFillTx/>
              <a:latin typeface="Arial" panose="020B0604020202020204"/>
              <a:ea typeface="+mn-ea"/>
              <a:cs typeface="+mn-cs"/>
            </a:endParaRPr>
          </a:p>
        </p:txBody>
      </p:sp>
      <p:sp>
        <p:nvSpPr>
          <p:cNvPr id="8" name="Rectangle 7">
            <a:extLst>
              <a:ext uri="{FF2B5EF4-FFF2-40B4-BE49-F238E27FC236}">
                <a16:creationId xmlns:a16="http://schemas.microsoft.com/office/drawing/2014/main" id="{2F59762B-0C91-084F-9620-51B377B320ED}"/>
              </a:ext>
            </a:extLst>
          </p:cNvPr>
          <p:cNvSpPr/>
          <p:nvPr/>
        </p:nvSpPr>
        <p:spPr>
          <a:xfrm>
            <a:off x="6439480" y="4162021"/>
            <a:ext cx="2848857" cy="978729"/>
          </a:xfrm>
          <a:prstGeom prst="rect">
            <a:avLst/>
          </a:prstGeom>
        </p:spPr>
        <p:txBody>
          <a:bodyPr wrap="none">
            <a:spAutoFit/>
          </a:bodyPr>
          <a:lstStyle/>
          <a:p>
            <a:pPr marL="0" marR="0" lvl="0" indent="0" algn="ctr" defTabSz="812810" rtl="0" eaLnBrk="1" fontAlgn="auto" latinLnBrk="0" hangingPunct="1">
              <a:lnSpc>
                <a:spcPct val="90000"/>
              </a:lnSpc>
              <a:spcBef>
                <a:spcPts val="0"/>
              </a:spcBef>
              <a:spcAft>
                <a:spcPts val="0"/>
              </a:spcAft>
              <a:buClrTx/>
              <a:buSzTx/>
              <a:buFontTx/>
              <a:buNone/>
              <a:tabLst/>
              <a:defRPr/>
            </a:pPr>
            <a:r>
              <a:rPr kumimoji="0" lang="en-US" altLang="en-US" sz="3200" b="0" i="1" u="none" strike="noStrike" kern="1200" cap="none" spc="0" normalizeH="0" baseline="0" noProof="0" dirty="0">
                <a:ln>
                  <a:noFill/>
                </a:ln>
                <a:solidFill>
                  <a:srgbClr val="00274C"/>
                </a:solidFill>
                <a:effectLst/>
                <a:uLnTx/>
                <a:uFillTx/>
                <a:latin typeface="Arial" panose="020B0604020202020204"/>
                <a:ea typeface="+mn-ea"/>
                <a:cs typeface="+mn-cs"/>
              </a:rPr>
              <a:t>It differs for </a:t>
            </a:r>
            <a:br>
              <a:rPr kumimoji="0" lang="en-US" altLang="en-US" sz="3200" b="0" i="1" u="none" strike="noStrike" kern="1200" cap="none" spc="0" normalizeH="0" baseline="0" noProof="0" dirty="0">
                <a:ln>
                  <a:noFill/>
                </a:ln>
                <a:solidFill>
                  <a:srgbClr val="00274C"/>
                </a:solidFill>
                <a:effectLst/>
                <a:uLnTx/>
                <a:uFillTx/>
                <a:latin typeface="Arial" panose="020B0604020202020204"/>
                <a:ea typeface="+mn-ea"/>
                <a:cs typeface="+mn-cs"/>
              </a:rPr>
            </a:br>
            <a:r>
              <a:rPr kumimoji="0" lang="en-US" altLang="en-US" sz="3200" b="0" i="1" u="none" strike="noStrike" kern="1200" cap="none" spc="0" normalizeH="0" baseline="0" noProof="0" dirty="0">
                <a:ln>
                  <a:noFill/>
                </a:ln>
                <a:solidFill>
                  <a:srgbClr val="00274C"/>
                </a:solidFill>
                <a:effectLst/>
                <a:uLnTx/>
                <a:uFillTx/>
                <a:latin typeface="Arial" panose="020B0604020202020204"/>
                <a:ea typeface="+mn-ea"/>
                <a:cs typeface="+mn-cs"/>
              </a:rPr>
              <a:t>each scenario.</a:t>
            </a:r>
          </a:p>
        </p:txBody>
      </p:sp>
    </p:spTree>
    <p:extLst>
      <p:ext uri="{BB962C8B-B14F-4D97-AF65-F5344CB8AC3E}">
        <p14:creationId xmlns:p14="http://schemas.microsoft.com/office/powerpoint/2010/main" val="364068313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8439A4-B037-4F4E-AFCE-96000C7C1237}"/>
              </a:ext>
            </a:extLst>
          </p:cNvPr>
          <p:cNvSpPr>
            <a:spLocks noGrp="1"/>
          </p:cNvSpPr>
          <p:nvPr>
            <p:ph type="title"/>
          </p:nvPr>
        </p:nvSpPr>
        <p:spPr>
          <a:xfrm>
            <a:off x="812880" y="279400"/>
            <a:ext cx="14631828" cy="870385"/>
          </a:xfrm>
        </p:spPr>
        <p:txBody>
          <a:bodyPr/>
          <a:lstStyle/>
          <a:p>
            <a:r>
              <a:rPr lang="en-US" altLang="en-US" dirty="0"/>
              <a:t>Life Cycle Costing:</a:t>
            </a:r>
            <a:r>
              <a:rPr lang="fr-FR" altLang="en-US" dirty="0"/>
              <a:t> LCC NOT LCA</a:t>
            </a:r>
            <a:endParaRPr lang="en-US" dirty="0">
              <a:solidFill>
                <a:schemeClr val="tx2"/>
              </a:solidFill>
            </a:endParaRPr>
          </a:p>
        </p:txBody>
      </p:sp>
      <p:sp>
        <p:nvSpPr>
          <p:cNvPr id="19" name="Rectangle 18">
            <a:extLst>
              <a:ext uri="{FF2B5EF4-FFF2-40B4-BE49-F238E27FC236}">
                <a16:creationId xmlns:a16="http://schemas.microsoft.com/office/drawing/2014/main" id="{297B3F10-F9ED-8E45-A32A-B01DF0DDE2FF}"/>
              </a:ext>
            </a:extLst>
          </p:cNvPr>
          <p:cNvSpPr/>
          <p:nvPr/>
        </p:nvSpPr>
        <p:spPr>
          <a:xfrm>
            <a:off x="9398314" y="4136975"/>
            <a:ext cx="3944842" cy="923330"/>
          </a:xfrm>
          <a:prstGeom prst="rect">
            <a:avLst/>
          </a:prstGeom>
        </p:spPr>
        <p:txBody>
          <a:bodyPr wrap="square">
            <a:spAutoFit/>
          </a:bodyPr>
          <a:lstStyle/>
          <a:p>
            <a:pPr marL="73025" marR="0" lvl="0" indent="-73025" algn="l" defTabSz="812810" rtl="0" eaLnBrk="1" fontAlgn="auto" latinLnBrk="0" hangingPunct="1">
              <a:lnSpc>
                <a:spcPct val="100000"/>
              </a:lnSpc>
              <a:spcBef>
                <a:spcPts val="200"/>
              </a:spcBef>
              <a:spcAft>
                <a:spcPts val="800"/>
              </a:spcAft>
              <a:buClrTx/>
              <a:buSzTx/>
              <a:buFontTx/>
              <a:buNone/>
              <a:tabLst/>
              <a:defRPr/>
            </a:pPr>
            <a:r>
              <a:rPr kumimoji="0" lang="en-US" sz="1800" b="0" i="0" u="none" strike="noStrike" kern="1200" cap="none" spc="0" normalizeH="0" baseline="0" noProof="0" dirty="0">
                <a:ln>
                  <a:noFill/>
                </a:ln>
                <a:solidFill>
                  <a:srgbClr val="D86018"/>
                </a:solidFill>
                <a:effectLst/>
                <a:uLnTx/>
                <a:uFillTx/>
                <a:latin typeface="Arial" panose="020B0604020202020204"/>
                <a:ea typeface="Times New Roman" panose="02020603050405020304" pitchFamily="18" charset="0"/>
                <a:cs typeface="+mn-cs"/>
              </a:rPr>
              <a:t>300 </a:t>
            </a:r>
            <a:r>
              <a:rPr kumimoji="0" lang="en-US" sz="1800" b="0" i="0" u="none" strike="noStrike" kern="1200" cap="none" spc="0" normalizeH="0" baseline="0" noProof="0" dirty="0">
                <a:ln>
                  <a:noFill/>
                </a:ln>
                <a:solidFill>
                  <a:srgbClr val="00274C"/>
                </a:solidFill>
                <a:effectLst/>
                <a:uLnTx/>
                <a:uFillTx/>
                <a:latin typeface="Arial" panose="020B0604020202020204"/>
                <a:ea typeface="Times New Roman" panose="02020603050405020304" pitchFamily="18" charset="0"/>
                <a:cs typeface="+mn-cs"/>
              </a:rPr>
              <a:t>kWh/FU • $0.1/kWh = $30/FU</a:t>
            </a:r>
            <a:br>
              <a:rPr kumimoji="0" lang="en-US" sz="1800" b="0" i="0" u="none" strike="noStrike" kern="1200" cap="none" spc="0" normalizeH="0" baseline="0" noProof="0" dirty="0">
                <a:ln>
                  <a:noFill/>
                </a:ln>
                <a:solidFill>
                  <a:srgbClr val="00274C"/>
                </a:solidFill>
                <a:effectLst/>
                <a:uLnTx/>
                <a:uFillTx/>
                <a:latin typeface="Arial" panose="020B0604020202020204"/>
                <a:ea typeface="Times New Roman" panose="02020603050405020304" pitchFamily="18" charset="0"/>
                <a:cs typeface="+mn-cs"/>
              </a:rPr>
            </a:br>
            <a:r>
              <a:rPr kumimoji="0" lang="en-US" sz="1800" b="0" i="0" u="none" strike="noStrike" kern="1200" cap="none" spc="0" normalizeH="0" baseline="0" noProof="0" dirty="0">
                <a:ln>
                  <a:noFill/>
                </a:ln>
                <a:solidFill>
                  <a:srgbClr val="D86018"/>
                </a:solidFill>
                <a:effectLst/>
                <a:uLnTx/>
                <a:uFillTx/>
                <a:latin typeface="Arial" panose="020B0604020202020204"/>
                <a:ea typeface="Times New Roman" panose="02020603050405020304" pitchFamily="18" charset="0"/>
                <a:cs typeface="+mn-cs"/>
              </a:rPr>
              <a:t>5</a:t>
            </a:r>
            <a:r>
              <a:rPr kumimoji="0" lang="en-US" sz="1800" b="0" i="0" u="none" strike="noStrike" kern="1200" cap="none" spc="0" normalizeH="0" baseline="0" noProof="0" dirty="0">
                <a:ln>
                  <a:noFill/>
                </a:ln>
                <a:solidFill>
                  <a:srgbClr val="00274C"/>
                </a:solidFill>
                <a:effectLst/>
                <a:uLnTx/>
                <a:uFillTx/>
                <a:latin typeface="Arial" panose="020B0604020202020204"/>
                <a:ea typeface="Times New Roman" panose="02020603050405020304" pitchFamily="18" charset="0"/>
                <a:cs typeface="+mn-cs"/>
              </a:rPr>
              <a:t> • $0.5 = $2.5/FU</a:t>
            </a:r>
            <a:br>
              <a:rPr kumimoji="0" lang="en-US" sz="1800" b="0" i="0" u="none" strike="noStrike" kern="1200" cap="none" spc="0" normalizeH="0" baseline="0" noProof="0" dirty="0">
                <a:ln>
                  <a:noFill/>
                </a:ln>
                <a:solidFill>
                  <a:srgbClr val="00274C"/>
                </a:solidFill>
                <a:effectLst/>
                <a:uLnTx/>
                <a:uFillTx/>
                <a:latin typeface="Arial" panose="020B0604020202020204"/>
                <a:ea typeface="Times New Roman" panose="02020603050405020304" pitchFamily="18" charset="0"/>
                <a:cs typeface="+mn-cs"/>
              </a:rPr>
            </a:br>
            <a:r>
              <a:rPr kumimoji="0" lang="en-US" sz="1800" b="1" i="0" u="none" strike="noStrike" kern="1200" cap="none" spc="0" normalizeH="0" baseline="0" noProof="0" dirty="0">
                <a:ln>
                  <a:noFill/>
                </a:ln>
                <a:solidFill>
                  <a:srgbClr val="00274C"/>
                </a:solidFill>
                <a:effectLst/>
                <a:uLnTx/>
                <a:uFillTx/>
                <a:latin typeface="Arial" panose="020B0604020202020204"/>
                <a:ea typeface="Times New Roman" panose="02020603050405020304" pitchFamily="18" charset="0"/>
                <a:cs typeface="+mn-cs"/>
              </a:rPr>
              <a:t>TOTAL = </a:t>
            </a:r>
            <a:r>
              <a:rPr kumimoji="0" lang="en-US" sz="1800" b="1" i="0" u="none" strike="noStrike" kern="1200" cap="none" spc="0" normalizeH="0" baseline="0" noProof="0" dirty="0">
                <a:ln>
                  <a:noFill/>
                </a:ln>
                <a:solidFill>
                  <a:srgbClr val="407EC9"/>
                </a:solidFill>
                <a:effectLst/>
                <a:uLnTx/>
                <a:uFillTx/>
                <a:latin typeface="Arial" panose="020B0604020202020204"/>
                <a:ea typeface="Times New Roman" panose="02020603050405020304" pitchFamily="18" charset="0"/>
                <a:cs typeface="+mn-cs"/>
              </a:rPr>
              <a:t>$32.5/FU</a:t>
            </a:r>
            <a:endParaRPr kumimoji="0" lang="en-US" sz="1800" b="1" i="1" u="none" strike="noStrike" kern="1200" cap="none" spc="0" normalizeH="0" baseline="0" noProof="0" dirty="0">
              <a:ln>
                <a:noFill/>
              </a:ln>
              <a:solidFill>
                <a:srgbClr val="407EC9"/>
              </a:solidFill>
              <a:effectLst/>
              <a:uLnTx/>
              <a:uFillTx/>
              <a:latin typeface="Arial" panose="020B0604020202020204"/>
              <a:ea typeface="+mn-ea"/>
              <a:cs typeface="+mn-cs"/>
            </a:endParaRPr>
          </a:p>
        </p:txBody>
      </p:sp>
      <p:sp>
        <p:nvSpPr>
          <p:cNvPr id="25" name="TextBox 24">
            <a:extLst>
              <a:ext uri="{FF2B5EF4-FFF2-40B4-BE49-F238E27FC236}">
                <a16:creationId xmlns:a16="http://schemas.microsoft.com/office/drawing/2014/main" id="{9111BEBA-E680-EB4F-B84D-F94CBF9EAD28}"/>
              </a:ext>
            </a:extLst>
          </p:cNvPr>
          <p:cNvSpPr txBox="1"/>
          <p:nvPr/>
        </p:nvSpPr>
        <p:spPr>
          <a:xfrm>
            <a:off x="5202237" y="4460284"/>
            <a:ext cx="1429785" cy="1200329"/>
          </a:xfrm>
          <a:prstGeom prst="rect">
            <a:avLst/>
          </a:prstGeom>
          <a:noFill/>
        </p:spPr>
        <p:txBody>
          <a:bodyPr wrap="square" rtlCol="0">
            <a:spAutoFit/>
          </a:bodyPr>
          <a:lstStyle/>
          <a:p>
            <a:pPr marL="0" marR="0" lvl="0" indent="0" algn="l" defTabSz="81281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00274C"/>
                </a:solidFill>
                <a:effectLst/>
                <a:uLnTx/>
                <a:uFillTx/>
                <a:latin typeface="Arial" panose="020B0604020202020204"/>
                <a:ea typeface="+mn-ea"/>
                <a:cs typeface="+mn-cs"/>
              </a:rPr>
              <a:t>800 lumen </a:t>
            </a:r>
          </a:p>
          <a:p>
            <a:pPr marL="0" marR="0" lvl="0" indent="0" algn="l" defTabSz="81281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00274C"/>
                </a:solidFill>
                <a:effectLst/>
                <a:uLnTx/>
                <a:uFillTx/>
                <a:latin typeface="Arial" panose="020B0604020202020204"/>
                <a:ea typeface="+mn-ea"/>
                <a:cs typeface="+mn-cs"/>
              </a:rPr>
              <a:t>for a </a:t>
            </a:r>
            <a:br>
              <a:rPr kumimoji="0" lang="en-US" sz="1800" b="0" i="0" u="none" strike="noStrike" kern="1200" cap="none" spc="0" normalizeH="0" baseline="0" noProof="0" dirty="0">
                <a:ln>
                  <a:noFill/>
                </a:ln>
                <a:solidFill>
                  <a:srgbClr val="00274C"/>
                </a:solidFill>
                <a:effectLst/>
                <a:uLnTx/>
                <a:uFillTx/>
                <a:latin typeface="Arial" panose="020B0604020202020204"/>
                <a:ea typeface="+mn-ea"/>
                <a:cs typeface="+mn-cs"/>
              </a:rPr>
            </a:br>
            <a:r>
              <a:rPr kumimoji="0" lang="en-US" sz="1800" b="0" i="0" u="none" strike="noStrike" kern="1200" cap="none" spc="0" normalizeH="0" baseline="0" noProof="0" dirty="0">
                <a:ln>
                  <a:noFill/>
                </a:ln>
                <a:solidFill>
                  <a:srgbClr val="00274C"/>
                </a:solidFill>
                <a:effectLst/>
                <a:uLnTx/>
                <a:uFillTx/>
                <a:latin typeface="Arial" panose="020B0604020202020204"/>
                <a:ea typeface="+mn-ea"/>
                <a:cs typeface="+mn-cs"/>
              </a:rPr>
              <a:t>duration of </a:t>
            </a:r>
            <a:br>
              <a:rPr kumimoji="0" lang="en-US" sz="1800" b="0" i="0" u="none" strike="noStrike" kern="1200" cap="none" spc="0" normalizeH="0" baseline="0" noProof="0" dirty="0">
                <a:ln>
                  <a:noFill/>
                </a:ln>
                <a:solidFill>
                  <a:srgbClr val="00274C"/>
                </a:solidFill>
                <a:effectLst/>
                <a:uLnTx/>
                <a:uFillTx/>
                <a:latin typeface="Arial" panose="020B0604020202020204"/>
                <a:ea typeface="+mn-ea"/>
                <a:cs typeface="+mn-cs"/>
              </a:rPr>
            </a:br>
            <a:r>
              <a:rPr kumimoji="0" lang="en-US" sz="1800" b="0" i="0" u="none" strike="noStrike" kern="1200" cap="none" spc="0" normalizeH="0" baseline="0" noProof="0" dirty="0">
                <a:ln>
                  <a:noFill/>
                </a:ln>
                <a:solidFill>
                  <a:srgbClr val="00274C"/>
                </a:solidFill>
                <a:effectLst/>
                <a:uLnTx/>
                <a:uFillTx/>
                <a:latin typeface="Arial" panose="020B0604020202020204"/>
                <a:ea typeface="+mn-ea"/>
                <a:cs typeface="+mn-cs"/>
              </a:rPr>
              <a:t>5000 hours</a:t>
            </a:r>
          </a:p>
        </p:txBody>
      </p:sp>
      <p:sp>
        <p:nvSpPr>
          <p:cNvPr id="26" name="Rectangle 25">
            <a:extLst>
              <a:ext uri="{FF2B5EF4-FFF2-40B4-BE49-F238E27FC236}">
                <a16:creationId xmlns:a16="http://schemas.microsoft.com/office/drawing/2014/main" id="{D693C9AC-AA22-F94E-B0CB-79CF2B5AE849}"/>
              </a:ext>
            </a:extLst>
          </p:cNvPr>
          <p:cNvSpPr/>
          <p:nvPr/>
        </p:nvSpPr>
        <p:spPr>
          <a:xfrm>
            <a:off x="3151231" y="3945150"/>
            <a:ext cx="1978708" cy="2428522"/>
          </a:xfrm>
          <a:prstGeom prst="rect">
            <a:avLst/>
          </a:prstGeom>
          <a:solidFill>
            <a:schemeClr val="accent6">
              <a:alpha val="29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812810" rtl="0" eaLnBrk="1" fontAlgn="auto" latinLnBrk="0" hangingPunct="1">
              <a:lnSpc>
                <a:spcPct val="100000"/>
              </a:lnSpc>
              <a:spcBef>
                <a:spcPts val="0"/>
              </a:spcBef>
              <a:spcAft>
                <a:spcPts val="0"/>
              </a:spcAft>
              <a:buClrTx/>
              <a:buSzTx/>
              <a:buFontTx/>
              <a:buNone/>
              <a:tabLst/>
              <a:defRPr/>
            </a:pPr>
            <a:endParaRPr kumimoji="0" lang="en-US" sz="3200" b="0" i="0" u="none" strike="noStrike" kern="1200" cap="none" spc="0" normalizeH="0" baseline="0" noProof="0">
              <a:ln>
                <a:noFill/>
              </a:ln>
              <a:solidFill>
                <a:prstClr val="white"/>
              </a:solidFill>
              <a:effectLst/>
              <a:uLnTx/>
              <a:uFillTx/>
              <a:latin typeface="Arial" panose="020B0604020202020204"/>
              <a:ea typeface="+mn-ea"/>
              <a:cs typeface="+mn-cs"/>
            </a:endParaRPr>
          </a:p>
        </p:txBody>
      </p:sp>
      <p:pic>
        <p:nvPicPr>
          <p:cNvPr id="27" name="Picture 26">
            <a:extLst>
              <a:ext uri="{FF2B5EF4-FFF2-40B4-BE49-F238E27FC236}">
                <a16:creationId xmlns:a16="http://schemas.microsoft.com/office/drawing/2014/main" id="{91D6896D-7479-CA4B-990E-EDA9428F6201}"/>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3928559" y="4375248"/>
            <a:ext cx="457145" cy="637233"/>
          </a:xfrm>
          <a:prstGeom prst="rect">
            <a:avLst/>
          </a:prstGeom>
        </p:spPr>
      </p:pic>
      <p:pic>
        <p:nvPicPr>
          <p:cNvPr id="28" name="Picture 27">
            <a:extLst>
              <a:ext uri="{FF2B5EF4-FFF2-40B4-BE49-F238E27FC236}">
                <a16:creationId xmlns:a16="http://schemas.microsoft.com/office/drawing/2014/main" id="{2CBBAF3E-77C5-CF47-ABDD-1DEB8B851223}"/>
              </a:ext>
            </a:extLst>
          </p:cNvPr>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4007190" y="5587463"/>
            <a:ext cx="271071" cy="631018"/>
          </a:xfrm>
          <a:prstGeom prst="rect">
            <a:avLst/>
          </a:prstGeom>
        </p:spPr>
      </p:pic>
      <p:sp>
        <p:nvSpPr>
          <p:cNvPr id="29" name="Rectangle 28">
            <a:extLst>
              <a:ext uri="{FF2B5EF4-FFF2-40B4-BE49-F238E27FC236}">
                <a16:creationId xmlns:a16="http://schemas.microsoft.com/office/drawing/2014/main" id="{8B58F082-69A1-BE40-BB87-B7BD2D2935B5}"/>
              </a:ext>
            </a:extLst>
          </p:cNvPr>
          <p:cNvSpPr/>
          <p:nvPr/>
        </p:nvSpPr>
        <p:spPr>
          <a:xfrm>
            <a:off x="3151231" y="3253766"/>
            <a:ext cx="1978707" cy="615495"/>
          </a:xfrm>
          <a:prstGeom prst="rect">
            <a:avLst/>
          </a:prstGeom>
          <a:noFill/>
          <a:ln w="25400">
            <a:noFill/>
          </a:ln>
          <a:effectLst/>
        </p:spPr>
        <p:style>
          <a:lnRef idx="1">
            <a:schemeClr val="accent1"/>
          </a:lnRef>
          <a:fillRef idx="3">
            <a:schemeClr val="accent1"/>
          </a:fillRef>
          <a:effectRef idx="2">
            <a:schemeClr val="accent1"/>
          </a:effectRef>
          <a:fontRef idx="minor">
            <a:schemeClr val="lt1"/>
          </a:fontRef>
        </p:style>
        <p:txBody>
          <a:bodyPr rtlCol="0" anchor="t"/>
          <a:lstStyle/>
          <a:p>
            <a:pPr marL="45720" marR="0" lvl="0" indent="0" algn="ctr" defTabSz="81281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srgbClr val="00274C"/>
                </a:solidFill>
                <a:effectLst/>
                <a:uLnTx/>
                <a:uFillTx/>
                <a:latin typeface="Arial" panose="020B0604020202020204"/>
                <a:ea typeface="+mn-ea"/>
                <a:cs typeface="+mn-cs"/>
              </a:rPr>
              <a:t>PRODUCTS </a:t>
            </a:r>
            <a:br>
              <a:rPr kumimoji="0" lang="en-US" sz="1600" b="1" i="0" u="none" strike="noStrike" kern="1200" cap="none" spc="0" normalizeH="0" baseline="0" noProof="0" dirty="0">
                <a:ln>
                  <a:noFill/>
                </a:ln>
                <a:solidFill>
                  <a:srgbClr val="00274C"/>
                </a:solidFill>
                <a:effectLst/>
                <a:uLnTx/>
                <a:uFillTx/>
                <a:latin typeface="Arial" panose="020B0604020202020204"/>
                <a:ea typeface="+mn-ea"/>
                <a:cs typeface="+mn-cs"/>
              </a:rPr>
            </a:br>
            <a:r>
              <a:rPr kumimoji="0" lang="en-US" sz="1600" b="1" i="0" u="none" strike="noStrike" kern="1200" cap="none" spc="0" normalizeH="0" baseline="0" noProof="0" dirty="0">
                <a:ln>
                  <a:noFill/>
                </a:ln>
                <a:solidFill>
                  <a:srgbClr val="00274C"/>
                </a:solidFill>
                <a:effectLst/>
                <a:uLnTx/>
                <a:uFillTx/>
                <a:latin typeface="Arial" panose="020B0604020202020204"/>
                <a:ea typeface="+mn-ea"/>
                <a:cs typeface="+mn-cs"/>
              </a:rPr>
              <a:t>OR SYSTEM</a:t>
            </a:r>
          </a:p>
        </p:txBody>
      </p:sp>
      <p:sp>
        <p:nvSpPr>
          <p:cNvPr id="30" name="Rectangle 29">
            <a:extLst>
              <a:ext uri="{FF2B5EF4-FFF2-40B4-BE49-F238E27FC236}">
                <a16:creationId xmlns:a16="http://schemas.microsoft.com/office/drawing/2014/main" id="{FA4C4B11-A404-E54A-BC20-6B6DE3E9866D}"/>
              </a:ext>
            </a:extLst>
          </p:cNvPr>
          <p:cNvSpPr/>
          <p:nvPr/>
        </p:nvSpPr>
        <p:spPr>
          <a:xfrm>
            <a:off x="6915008" y="3142606"/>
            <a:ext cx="1985887" cy="735296"/>
          </a:xfrm>
          <a:prstGeom prst="rect">
            <a:avLst/>
          </a:prstGeom>
          <a:noFill/>
          <a:ln w="25400">
            <a:noFill/>
          </a:ln>
          <a:effectLst/>
        </p:spPr>
        <p:style>
          <a:lnRef idx="1">
            <a:schemeClr val="accent1"/>
          </a:lnRef>
          <a:fillRef idx="3">
            <a:schemeClr val="accent1"/>
          </a:fillRef>
          <a:effectRef idx="2">
            <a:schemeClr val="accent1"/>
          </a:effectRef>
          <a:fontRef idx="minor">
            <a:schemeClr val="lt1"/>
          </a:fontRef>
        </p:style>
        <p:txBody>
          <a:bodyPr rtlCol="0" anchor="t"/>
          <a:lstStyle/>
          <a:p>
            <a:pPr marL="45720" marR="0" lvl="0" indent="0" algn="ctr" defTabSz="81281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srgbClr val="D86018"/>
                </a:solidFill>
                <a:effectLst/>
                <a:uLnTx/>
                <a:uFillTx/>
                <a:latin typeface="Arial" panose="020B0604020202020204"/>
                <a:ea typeface="+mn-ea"/>
                <a:cs typeface="+mn-cs"/>
              </a:rPr>
              <a:t>REFERENCE FLOWS</a:t>
            </a:r>
            <a:r>
              <a:rPr kumimoji="0" lang="en-US" sz="1600" b="1" i="0" u="none" strike="noStrike" kern="1200" cap="none" spc="0" normalizeH="0" baseline="0" noProof="0" dirty="0">
                <a:ln>
                  <a:noFill/>
                </a:ln>
                <a:solidFill>
                  <a:srgbClr val="00274C"/>
                </a:solidFill>
                <a:effectLst/>
                <a:uLnTx/>
                <a:uFillTx/>
                <a:latin typeface="Arial" panose="020B0604020202020204"/>
                <a:ea typeface="+mn-ea"/>
                <a:cs typeface="+mn-cs"/>
              </a:rPr>
              <a:t/>
            </a:r>
            <a:br>
              <a:rPr kumimoji="0" lang="en-US" sz="1600" b="1" i="0" u="none" strike="noStrike" kern="1200" cap="none" spc="0" normalizeH="0" baseline="0" noProof="0" dirty="0">
                <a:ln>
                  <a:noFill/>
                </a:ln>
                <a:solidFill>
                  <a:srgbClr val="00274C"/>
                </a:solidFill>
                <a:effectLst/>
                <a:uLnTx/>
                <a:uFillTx/>
                <a:latin typeface="Arial" panose="020B0604020202020204"/>
                <a:ea typeface="+mn-ea"/>
                <a:cs typeface="+mn-cs"/>
              </a:rPr>
            </a:br>
            <a:r>
              <a:rPr kumimoji="0" lang="en-US" sz="1400" b="0" i="0" u="none" strike="noStrike" kern="1200" cap="none" spc="0" normalizeH="0" baseline="0" noProof="0" dirty="0">
                <a:ln>
                  <a:noFill/>
                </a:ln>
                <a:solidFill>
                  <a:srgbClr val="00274C"/>
                </a:solidFill>
                <a:effectLst/>
                <a:uLnTx/>
                <a:uFillTx/>
                <a:latin typeface="Arial" panose="020B0604020202020204"/>
                <a:ea typeface="+mn-ea"/>
                <a:cs typeface="+mn-cs"/>
              </a:rPr>
              <a:t>(what is purchased)</a:t>
            </a:r>
          </a:p>
        </p:txBody>
      </p:sp>
      <p:cxnSp>
        <p:nvCxnSpPr>
          <p:cNvPr id="35" name="Straight Connector 34">
            <a:extLst>
              <a:ext uri="{FF2B5EF4-FFF2-40B4-BE49-F238E27FC236}">
                <a16:creationId xmlns:a16="http://schemas.microsoft.com/office/drawing/2014/main" id="{0A7E87B4-9701-A34A-AF2A-6CC357A6AF4E}"/>
              </a:ext>
            </a:extLst>
          </p:cNvPr>
          <p:cNvCxnSpPr>
            <a:cxnSpLocks/>
          </p:cNvCxnSpPr>
          <p:nvPr/>
        </p:nvCxnSpPr>
        <p:spPr>
          <a:xfrm>
            <a:off x="3151231" y="3932404"/>
            <a:ext cx="10412044" cy="0"/>
          </a:xfrm>
          <a:prstGeom prst="line">
            <a:avLst/>
          </a:prstGeom>
          <a:ln w="38100">
            <a:solidFill>
              <a:schemeClr val="bg2">
                <a:lumMod val="90000"/>
              </a:schemeClr>
            </a:solidFill>
          </a:ln>
          <a:effectLst/>
        </p:spPr>
        <p:style>
          <a:lnRef idx="2">
            <a:schemeClr val="accent1"/>
          </a:lnRef>
          <a:fillRef idx="0">
            <a:schemeClr val="accent1"/>
          </a:fillRef>
          <a:effectRef idx="1">
            <a:schemeClr val="accent1"/>
          </a:effectRef>
          <a:fontRef idx="minor">
            <a:schemeClr val="tx1"/>
          </a:fontRef>
        </p:style>
      </p:cxnSp>
      <p:sp>
        <p:nvSpPr>
          <p:cNvPr id="36" name="Rectangle 35">
            <a:extLst>
              <a:ext uri="{FF2B5EF4-FFF2-40B4-BE49-F238E27FC236}">
                <a16:creationId xmlns:a16="http://schemas.microsoft.com/office/drawing/2014/main" id="{FEB52A3F-8542-D440-B684-111CF8EC4817}"/>
              </a:ext>
            </a:extLst>
          </p:cNvPr>
          <p:cNvSpPr/>
          <p:nvPr/>
        </p:nvSpPr>
        <p:spPr>
          <a:xfrm>
            <a:off x="9128501" y="3244082"/>
            <a:ext cx="4419275" cy="664588"/>
          </a:xfrm>
          <a:prstGeom prst="rect">
            <a:avLst/>
          </a:prstGeom>
          <a:noFill/>
          <a:ln w="25400">
            <a:noFill/>
          </a:ln>
          <a:effectLst/>
        </p:spPr>
        <p:style>
          <a:lnRef idx="1">
            <a:schemeClr val="accent1"/>
          </a:lnRef>
          <a:fillRef idx="3">
            <a:schemeClr val="accent1"/>
          </a:fillRef>
          <a:effectRef idx="2">
            <a:schemeClr val="accent1"/>
          </a:effectRef>
          <a:fontRef idx="minor">
            <a:schemeClr val="lt1"/>
          </a:fontRef>
        </p:style>
        <p:txBody>
          <a:bodyPr rtlCol="0" anchor="t"/>
          <a:lstStyle/>
          <a:p>
            <a:pPr marL="45720" marR="0" lvl="0" indent="0" algn="ctr" defTabSz="81281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srgbClr val="407EC9"/>
                </a:solidFill>
                <a:effectLst/>
                <a:uLnTx/>
                <a:uFillTx/>
                <a:latin typeface="Arial" panose="020B0604020202020204"/>
                <a:ea typeface="+mn-ea"/>
                <a:cs typeface="+mn-cs"/>
              </a:rPr>
              <a:t>LIFE CYCLE COSTS</a:t>
            </a:r>
            <a:r>
              <a:rPr kumimoji="0" lang="en-US" sz="1800" b="1" i="0" u="none" strike="noStrike" kern="1200" cap="none" spc="0" normalizeH="0" baseline="0" noProof="0" dirty="0">
                <a:ln>
                  <a:noFill/>
                </a:ln>
                <a:solidFill>
                  <a:srgbClr val="407EC9"/>
                </a:solidFill>
                <a:effectLst/>
                <a:uLnTx/>
                <a:uFillTx/>
                <a:latin typeface="Arial" panose="020B0604020202020204"/>
                <a:ea typeface="+mn-ea"/>
                <a:cs typeface="+mn-cs"/>
              </a:rPr>
              <a:t/>
            </a:r>
            <a:br>
              <a:rPr kumimoji="0" lang="en-US" sz="1800" b="1" i="0" u="none" strike="noStrike" kern="1200" cap="none" spc="0" normalizeH="0" baseline="0" noProof="0" dirty="0">
                <a:ln>
                  <a:noFill/>
                </a:ln>
                <a:solidFill>
                  <a:srgbClr val="407EC9"/>
                </a:solidFill>
                <a:effectLst/>
                <a:uLnTx/>
                <a:uFillTx/>
                <a:latin typeface="Arial" panose="020B0604020202020204"/>
                <a:ea typeface="+mn-ea"/>
                <a:cs typeface="+mn-cs"/>
              </a:rPr>
            </a:br>
            <a:r>
              <a:rPr kumimoji="0" lang="en-US" sz="1400" b="0" i="0" u="none" strike="noStrike" kern="1200" cap="none" spc="0" normalizeH="0" baseline="0" noProof="0" dirty="0">
                <a:ln>
                  <a:noFill/>
                </a:ln>
                <a:solidFill>
                  <a:srgbClr val="000000"/>
                </a:solidFill>
                <a:effectLst/>
                <a:uLnTx/>
                <a:uFillTx/>
                <a:latin typeface="Arial" panose="020B0604020202020204"/>
                <a:ea typeface="+mn-ea"/>
                <a:cs typeface="+mn-cs"/>
              </a:rPr>
              <a:t>(combining quantities with prices)</a:t>
            </a:r>
          </a:p>
        </p:txBody>
      </p:sp>
      <p:sp>
        <p:nvSpPr>
          <p:cNvPr id="42" name="Rectangle 41">
            <a:extLst>
              <a:ext uri="{FF2B5EF4-FFF2-40B4-BE49-F238E27FC236}">
                <a16:creationId xmlns:a16="http://schemas.microsoft.com/office/drawing/2014/main" id="{C08D59A8-7BAF-464A-B725-C6AC06971656}"/>
              </a:ext>
            </a:extLst>
          </p:cNvPr>
          <p:cNvSpPr/>
          <p:nvPr/>
        </p:nvSpPr>
        <p:spPr>
          <a:xfrm>
            <a:off x="3346167" y="3976506"/>
            <a:ext cx="1659784" cy="333602"/>
          </a:xfrm>
          <a:prstGeom prst="rect">
            <a:avLst/>
          </a:prstGeom>
          <a:noFill/>
          <a:ln w="25400">
            <a:noFill/>
          </a:ln>
          <a:effectLst/>
        </p:spPr>
        <p:style>
          <a:lnRef idx="1">
            <a:schemeClr val="accent1"/>
          </a:lnRef>
          <a:fillRef idx="3">
            <a:schemeClr val="accent1"/>
          </a:fillRef>
          <a:effectRef idx="2">
            <a:schemeClr val="accent1"/>
          </a:effectRef>
          <a:fontRef idx="minor">
            <a:schemeClr val="lt1"/>
          </a:fontRef>
        </p:style>
        <p:txBody>
          <a:bodyPr rtlCol="0" anchor="t"/>
          <a:lstStyle/>
          <a:p>
            <a:pPr marL="45720" marR="0" lvl="0" indent="0" algn="l" defTabSz="81281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srgbClr val="00274C"/>
                </a:solidFill>
                <a:effectLst/>
                <a:uLnTx/>
                <a:uFillTx/>
                <a:latin typeface="Arial" panose="020B0604020202020204"/>
                <a:ea typeface="+mn-ea"/>
                <a:cs typeface="+mn-cs"/>
              </a:rPr>
              <a:t>SCENARIO 1</a:t>
            </a:r>
          </a:p>
        </p:txBody>
      </p:sp>
      <p:sp>
        <p:nvSpPr>
          <p:cNvPr id="43" name="Rectangle 42">
            <a:extLst>
              <a:ext uri="{FF2B5EF4-FFF2-40B4-BE49-F238E27FC236}">
                <a16:creationId xmlns:a16="http://schemas.microsoft.com/office/drawing/2014/main" id="{41D4F731-E1D1-9148-838C-73745D2CD2C1}"/>
              </a:ext>
            </a:extLst>
          </p:cNvPr>
          <p:cNvSpPr/>
          <p:nvPr/>
        </p:nvSpPr>
        <p:spPr>
          <a:xfrm>
            <a:off x="3346167" y="5173932"/>
            <a:ext cx="1659784" cy="328470"/>
          </a:xfrm>
          <a:prstGeom prst="rect">
            <a:avLst/>
          </a:prstGeom>
          <a:noFill/>
          <a:ln w="25400">
            <a:noFill/>
          </a:ln>
          <a:effectLst/>
        </p:spPr>
        <p:style>
          <a:lnRef idx="1">
            <a:schemeClr val="accent1"/>
          </a:lnRef>
          <a:fillRef idx="3">
            <a:schemeClr val="accent1"/>
          </a:fillRef>
          <a:effectRef idx="2">
            <a:schemeClr val="accent1"/>
          </a:effectRef>
          <a:fontRef idx="minor">
            <a:schemeClr val="lt1"/>
          </a:fontRef>
        </p:style>
        <p:txBody>
          <a:bodyPr rtlCol="0" anchor="t"/>
          <a:lstStyle/>
          <a:p>
            <a:pPr marL="45720" marR="0" lvl="0" indent="0" algn="l" defTabSz="81281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srgbClr val="00274C"/>
                </a:solidFill>
                <a:effectLst/>
                <a:uLnTx/>
                <a:uFillTx/>
                <a:latin typeface="Arial" panose="020B0604020202020204"/>
                <a:ea typeface="+mn-ea"/>
                <a:cs typeface="+mn-cs"/>
              </a:rPr>
              <a:t>SCENARIO 2</a:t>
            </a:r>
          </a:p>
        </p:txBody>
      </p:sp>
      <p:cxnSp>
        <p:nvCxnSpPr>
          <p:cNvPr id="48" name="Straight Connector 47">
            <a:extLst>
              <a:ext uri="{FF2B5EF4-FFF2-40B4-BE49-F238E27FC236}">
                <a16:creationId xmlns:a16="http://schemas.microsoft.com/office/drawing/2014/main" id="{9447E95E-1713-634A-9757-0EF4741410D0}"/>
              </a:ext>
            </a:extLst>
          </p:cNvPr>
          <p:cNvCxnSpPr>
            <a:cxnSpLocks/>
          </p:cNvCxnSpPr>
          <p:nvPr/>
        </p:nvCxnSpPr>
        <p:spPr>
          <a:xfrm>
            <a:off x="3151231" y="5142245"/>
            <a:ext cx="1978708" cy="0"/>
          </a:xfrm>
          <a:prstGeom prst="line">
            <a:avLst/>
          </a:prstGeom>
          <a:ln>
            <a:solidFill>
              <a:schemeClr val="bg2">
                <a:lumMod val="90000"/>
              </a:schemeClr>
            </a:solidFill>
          </a:ln>
          <a:effectLst/>
        </p:spPr>
        <p:style>
          <a:lnRef idx="2">
            <a:schemeClr val="accent1"/>
          </a:lnRef>
          <a:fillRef idx="0">
            <a:schemeClr val="accent1"/>
          </a:fillRef>
          <a:effectRef idx="1">
            <a:schemeClr val="accent1"/>
          </a:effectRef>
          <a:fontRef idx="minor">
            <a:schemeClr val="tx1"/>
          </a:fontRef>
        </p:style>
      </p:cxnSp>
      <p:cxnSp>
        <p:nvCxnSpPr>
          <p:cNvPr id="49" name="Straight Connector 48">
            <a:extLst>
              <a:ext uri="{FF2B5EF4-FFF2-40B4-BE49-F238E27FC236}">
                <a16:creationId xmlns:a16="http://schemas.microsoft.com/office/drawing/2014/main" id="{DBD3C074-8DFE-3743-9304-CF16CC37BB41}"/>
              </a:ext>
            </a:extLst>
          </p:cNvPr>
          <p:cNvCxnSpPr>
            <a:cxnSpLocks/>
          </p:cNvCxnSpPr>
          <p:nvPr/>
        </p:nvCxnSpPr>
        <p:spPr>
          <a:xfrm>
            <a:off x="5129939" y="3174876"/>
            <a:ext cx="0" cy="3201298"/>
          </a:xfrm>
          <a:prstGeom prst="line">
            <a:avLst/>
          </a:prstGeom>
          <a:ln>
            <a:solidFill>
              <a:schemeClr val="bg2">
                <a:lumMod val="90000"/>
              </a:schemeClr>
            </a:solidFill>
          </a:ln>
          <a:effectLst/>
        </p:spPr>
        <p:style>
          <a:lnRef idx="2">
            <a:schemeClr val="accent1"/>
          </a:lnRef>
          <a:fillRef idx="0">
            <a:schemeClr val="accent1"/>
          </a:fillRef>
          <a:effectRef idx="1">
            <a:schemeClr val="accent1"/>
          </a:effectRef>
          <a:fontRef idx="minor">
            <a:schemeClr val="tx1"/>
          </a:fontRef>
        </p:style>
      </p:cxnSp>
      <p:cxnSp>
        <p:nvCxnSpPr>
          <p:cNvPr id="50" name="Straight Connector 49">
            <a:extLst>
              <a:ext uri="{FF2B5EF4-FFF2-40B4-BE49-F238E27FC236}">
                <a16:creationId xmlns:a16="http://schemas.microsoft.com/office/drawing/2014/main" id="{98D957A8-6D2B-EE4F-9827-2A119BBE00B6}"/>
              </a:ext>
            </a:extLst>
          </p:cNvPr>
          <p:cNvCxnSpPr>
            <a:cxnSpLocks/>
          </p:cNvCxnSpPr>
          <p:nvPr/>
        </p:nvCxnSpPr>
        <p:spPr>
          <a:xfrm>
            <a:off x="9159499" y="3174876"/>
            <a:ext cx="0" cy="3201298"/>
          </a:xfrm>
          <a:prstGeom prst="line">
            <a:avLst/>
          </a:prstGeom>
          <a:ln>
            <a:solidFill>
              <a:schemeClr val="bg2">
                <a:lumMod val="90000"/>
              </a:schemeClr>
            </a:solidFill>
          </a:ln>
          <a:effectLst/>
        </p:spPr>
        <p:style>
          <a:lnRef idx="2">
            <a:schemeClr val="accent1"/>
          </a:lnRef>
          <a:fillRef idx="0">
            <a:schemeClr val="accent1"/>
          </a:fillRef>
          <a:effectRef idx="1">
            <a:schemeClr val="accent1"/>
          </a:effectRef>
          <a:fontRef idx="minor">
            <a:schemeClr val="tx1"/>
          </a:fontRef>
        </p:style>
      </p:cxnSp>
      <p:sp>
        <p:nvSpPr>
          <p:cNvPr id="51" name="Rectangle 50">
            <a:extLst>
              <a:ext uri="{FF2B5EF4-FFF2-40B4-BE49-F238E27FC236}">
                <a16:creationId xmlns:a16="http://schemas.microsoft.com/office/drawing/2014/main" id="{0BFAC39E-A0F4-D041-A818-4390DD76A36A}"/>
              </a:ext>
            </a:extLst>
          </p:cNvPr>
          <p:cNvSpPr/>
          <p:nvPr/>
        </p:nvSpPr>
        <p:spPr>
          <a:xfrm>
            <a:off x="3151231" y="3174876"/>
            <a:ext cx="10412044" cy="3201298"/>
          </a:xfrm>
          <a:prstGeom prst="rect">
            <a:avLst/>
          </a:prstGeom>
          <a:noFill/>
          <a:ln w="25400">
            <a:solidFill>
              <a:schemeClr val="bg2">
                <a:lumMod val="9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812810" rtl="0" eaLnBrk="1" fontAlgn="auto" latinLnBrk="0" hangingPunct="1">
              <a:lnSpc>
                <a:spcPct val="100000"/>
              </a:lnSpc>
              <a:spcBef>
                <a:spcPts val="0"/>
              </a:spcBef>
              <a:spcAft>
                <a:spcPts val="0"/>
              </a:spcAft>
              <a:buClrTx/>
              <a:buSzTx/>
              <a:buFontTx/>
              <a:buNone/>
              <a:tabLst/>
              <a:defRPr/>
            </a:pPr>
            <a:endParaRPr kumimoji="0" lang="en-US" sz="3200" b="0" i="0" u="none" strike="noStrike" kern="1200" cap="none" spc="0" normalizeH="0" baseline="0" noProof="0">
              <a:ln>
                <a:noFill/>
              </a:ln>
              <a:solidFill>
                <a:prstClr val="white"/>
              </a:solidFill>
              <a:effectLst/>
              <a:uLnTx/>
              <a:uFillTx/>
              <a:latin typeface="Arial" panose="020B0604020202020204"/>
              <a:ea typeface="+mn-ea"/>
              <a:cs typeface="+mn-cs"/>
            </a:endParaRPr>
          </a:p>
        </p:txBody>
      </p:sp>
      <p:sp>
        <p:nvSpPr>
          <p:cNvPr id="52" name="Rectangle 51">
            <a:extLst>
              <a:ext uri="{FF2B5EF4-FFF2-40B4-BE49-F238E27FC236}">
                <a16:creationId xmlns:a16="http://schemas.microsoft.com/office/drawing/2014/main" id="{F8A51228-D44C-0B49-BEBC-1E269F8CF017}"/>
              </a:ext>
            </a:extLst>
          </p:cNvPr>
          <p:cNvSpPr/>
          <p:nvPr/>
        </p:nvSpPr>
        <p:spPr>
          <a:xfrm>
            <a:off x="5000876" y="3160573"/>
            <a:ext cx="1787302" cy="735296"/>
          </a:xfrm>
          <a:prstGeom prst="rect">
            <a:avLst/>
          </a:prstGeom>
          <a:noFill/>
          <a:ln w="25400">
            <a:noFill/>
          </a:ln>
          <a:effectLst/>
        </p:spPr>
        <p:style>
          <a:lnRef idx="1">
            <a:schemeClr val="accent1"/>
          </a:lnRef>
          <a:fillRef idx="3">
            <a:schemeClr val="accent1"/>
          </a:fillRef>
          <a:effectRef idx="2">
            <a:schemeClr val="accent1"/>
          </a:effectRef>
          <a:fontRef idx="minor">
            <a:schemeClr val="lt1"/>
          </a:fontRef>
        </p:style>
        <p:txBody>
          <a:bodyPr rtlCol="0" anchor="t"/>
          <a:lstStyle/>
          <a:p>
            <a:pPr marL="45720" marR="0" lvl="0" indent="0" algn="ctr" defTabSz="81281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srgbClr val="D86018"/>
                </a:solidFill>
                <a:effectLst/>
                <a:uLnTx/>
                <a:uFillTx/>
                <a:latin typeface="Arial" panose="020B0604020202020204"/>
                <a:ea typeface="+mn-ea"/>
                <a:cs typeface="+mn-cs"/>
              </a:rPr>
              <a:t>FUNCTIONAL </a:t>
            </a:r>
            <a:br>
              <a:rPr kumimoji="0" lang="en-US" sz="1600" b="1" i="0" u="none" strike="noStrike" kern="1200" cap="none" spc="0" normalizeH="0" baseline="0" noProof="0" dirty="0">
                <a:ln>
                  <a:noFill/>
                </a:ln>
                <a:solidFill>
                  <a:srgbClr val="D86018"/>
                </a:solidFill>
                <a:effectLst/>
                <a:uLnTx/>
                <a:uFillTx/>
                <a:latin typeface="Arial" panose="020B0604020202020204"/>
                <a:ea typeface="+mn-ea"/>
                <a:cs typeface="+mn-cs"/>
              </a:rPr>
            </a:br>
            <a:r>
              <a:rPr kumimoji="0" lang="en-US" sz="1600" b="1" i="0" u="none" strike="noStrike" kern="1200" cap="none" spc="0" normalizeH="0" baseline="0" noProof="0" dirty="0">
                <a:ln>
                  <a:noFill/>
                </a:ln>
                <a:solidFill>
                  <a:srgbClr val="D86018"/>
                </a:solidFill>
                <a:effectLst/>
                <a:uLnTx/>
                <a:uFillTx/>
                <a:latin typeface="Arial" panose="020B0604020202020204"/>
                <a:ea typeface="+mn-ea"/>
                <a:cs typeface="+mn-cs"/>
              </a:rPr>
              <a:t>UNIT</a:t>
            </a:r>
            <a:br>
              <a:rPr kumimoji="0" lang="en-US" sz="1600" b="1" i="0" u="none" strike="noStrike" kern="1200" cap="none" spc="0" normalizeH="0" baseline="0" noProof="0" dirty="0">
                <a:ln>
                  <a:noFill/>
                </a:ln>
                <a:solidFill>
                  <a:srgbClr val="D86018"/>
                </a:solidFill>
                <a:effectLst/>
                <a:uLnTx/>
                <a:uFillTx/>
                <a:latin typeface="Arial" panose="020B0604020202020204"/>
                <a:ea typeface="+mn-ea"/>
                <a:cs typeface="+mn-cs"/>
              </a:rPr>
            </a:br>
            <a:r>
              <a:rPr kumimoji="0" lang="en-US" sz="1400" b="0" i="0" u="none" strike="noStrike" kern="1200" cap="none" spc="0" normalizeH="0" baseline="0" noProof="0" dirty="0">
                <a:ln>
                  <a:noFill/>
                </a:ln>
                <a:solidFill>
                  <a:srgbClr val="00274C"/>
                </a:solidFill>
                <a:effectLst/>
                <a:uLnTx/>
                <a:uFillTx/>
                <a:latin typeface="Arial" panose="020B0604020202020204"/>
                <a:ea typeface="+mn-ea"/>
                <a:cs typeface="+mn-cs"/>
              </a:rPr>
              <a:t>(service offered)</a:t>
            </a:r>
          </a:p>
        </p:txBody>
      </p:sp>
      <p:cxnSp>
        <p:nvCxnSpPr>
          <p:cNvPr id="53" name="Straight Connector 52">
            <a:extLst>
              <a:ext uri="{FF2B5EF4-FFF2-40B4-BE49-F238E27FC236}">
                <a16:creationId xmlns:a16="http://schemas.microsoft.com/office/drawing/2014/main" id="{67FBF78B-2915-864B-88B0-C07EFC76595B}"/>
              </a:ext>
            </a:extLst>
          </p:cNvPr>
          <p:cNvCxnSpPr>
            <a:cxnSpLocks/>
          </p:cNvCxnSpPr>
          <p:nvPr/>
        </p:nvCxnSpPr>
        <p:spPr>
          <a:xfrm>
            <a:off x="6710608" y="3174876"/>
            <a:ext cx="0" cy="3201298"/>
          </a:xfrm>
          <a:prstGeom prst="line">
            <a:avLst/>
          </a:prstGeom>
          <a:ln>
            <a:solidFill>
              <a:schemeClr val="bg2">
                <a:lumMod val="90000"/>
              </a:schemeClr>
            </a:solidFill>
          </a:ln>
          <a:effectLst/>
        </p:spPr>
        <p:style>
          <a:lnRef idx="2">
            <a:schemeClr val="accent1"/>
          </a:lnRef>
          <a:fillRef idx="0">
            <a:schemeClr val="accent1"/>
          </a:fillRef>
          <a:effectRef idx="1">
            <a:schemeClr val="accent1"/>
          </a:effectRef>
          <a:fontRef idx="minor">
            <a:schemeClr val="tx1"/>
          </a:fontRef>
        </p:style>
      </p:cxnSp>
      <p:cxnSp>
        <p:nvCxnSpPr>
          <p:cNvPr id="54" name="Straight Connector 53">
            <a:extLst>
              <a:ext uri="{FF2B5EF4-FFF2-40B4-BE49-F238E27FC236}">
                <a16:creationId xmlns:a16="http://schemas.microsoft.com/office/drawing/2014/main" id="{DB8D5E30-922A-EC48-A7EB-C214E8D4E665}"/>
              </a:ext>
            </a:extLst>
          </p:cNvPr>
          <p:cNvCxnSpPr>
            <a:cxnSpLocks/>
          </p:cNvCxnSpPr>
          <p:nvPr/>
        </p:nvCxnSpPr>
        <p:spPr>
          <a:xfrm>
            <a:off x="6715841" y="5142245"/>
            <a:ext cx="2443658" cy="0"/>
          </a:xfrm>
          <a:prstGeom prst="line">
            <a:avLst/>
          </a:prstGeom>
          <a:ln>
            <a:solidFill>
              <a:schemeClr val="bg2">
                <a:lumMod val="90000"/>
              </a:schemeClr>
            </a:solidFill>
          </a:ln>
          <a:effectLst/>
        </p:spPr>
        <p:style>
          <a:lnRef idx="2">
            <a:schemeClr val="accent1"/>
          </a:lnRef>
          <a:fillRef idx="0">
            <a:schemeClr val="accent1"/>
          </a:fillRef>
          <a:effectRef idx="1">
            <a:schemeClr val="accent1"/>
          </a:effectRef>
          <a:fontRef idx="minor">
            <a:schemeClr val="tx1"/>
          </a:fontRef>
        </p:style>
      </p:cxnSp>
      <p:sp>
        <p:nvSpPr>
          <p:cNvPr id="56" name="Rectangle 55">
            <a:extLst>
              <a:ext uri="{FF2B5EF4-FFF2-40B4-BE49-F238E27FC236}">
                <a16:creationId xmlns:a16="http://schemas.microsoft.com/office/drawing/2014/main" id="{516DDAA4-8E8D-1B43-A8D7-AEEA01433D42}"/>
              </a:ext>
            </a:extLst>
          </p:cNvPr>
          <p:cNvSpPr/>
          <p:nvPr/>
        </p:nvSpPr>
        <p:spPr>
          <a:xfrm>
            <a:off x="9398314" y="5312346"/>
            <a:ext cx="3944842" cy="923330"/>
          </a:xfrm>
          <a:prstGeom prst="rect">
            <a:avLst/>
          </a:prstGeom>
        </p:spPr>
        <p:txBody>
          <a:bodyPr wrap="square">
            <a:spAutoFit/>
          </a:bodyPr>
          <a:lstStyle/>
          <a:p>
            <a:pPr marL="73025" marR="0" lvl="0" indent="-73025" algn="l" defTabSz="812810" rtl="0" eaLnBrk="1" fontAlgn="auto" latinLnBrk="0" hangingPunct="1">
              <a:lnSpc>
                <a:spcPct val="100000"/>
              </a:lnSpc>
              <a:spcBef>
                <a:spcPts val="200"/>
              </a:spcBef>
              <a:spcAft>
                <a:spcPts val="800"/>
              </a:spcAft>
              <a:buClrTx/>
              <a:buSzTx/>
              <a:buFontTx/>
              <a:buNone/>
              <a:tabLst/>
              <a:defRPr/>
            </a:pPr>
            <a:r>
              <a:rPr kumimoji="0" lang="en-US" sz="1800" b="0" i="0" u="none" strike="noStrike" kern="1200" cap="none" spc="0" normalizeH="0" baseline="0" noProof="0" dirty="0">
                <a:ln>
                  <a:noFill/>
                </a:ln>
                <a:solidFill>
                  <a:srgbClr val="D86018"/>
                </a:solidFill>
                <a:effectLst/>
                <a:uLnTx/>
                <a:uFillTx/>
                <a:latin typeface="Arial" panose="020B0604020202020204"/>
                <a:ea typeface="Times New Roman" panose="02020603050405020304" pitchFamily="18" charset="0"/>
                <a:cs typeface="+mn-cs"/>
              </a:rPr>
              <a:t>65</a:t>
            </a:r>
            <a:r>
              <a:rPr kumimoji="0" lang="en-US" sz="1800" b="0" i="0" u="none" strike="noStrike" kern="1200" cap="none" spc="0" normalizeH="0" baseline="0" noProof="0" dirty="0">
                <a:ln>
                  <a:noFill/>
                </a:ln>
                <a:solidFill>
                  <a:srgbClr val="00274C"/>
                </a:solidFill>
                <a:effectLst/>
                <a:uLnTx/>
                <a:uFillTx/>
                <a:latin typeface="Arial" panose="020B0604020202020204"/>
                <a:ea typeface="Times New Roman" panose="02020603050405020304" pitchFamily="18" charset="0"/>
                <a:cs typeface="+mn-cs"/>
              </a:rPr>
              <a:t> kWh/FU • $0.1/kWh = $6.5/FU</a:t>
            </a:r>
            <a:br>
              <a:rPr kumimoji="0" lang="en-US" sz="1800" b="0" i="0" u="none" strike="noStrike" kern="1200" cap="none" spc="0" normalizeH="0" baseline="0" noProof="0" dirty="0">
                <a:ln>
                  <a:noFill/>
                </a:ln>
                <a:solidFill>
                  <a:srgbClr val="00274C"/>
                </a:solidFill>
                <a:effectLst/>
                <a:uLnTx/>
                <a:uFillTx/>
                <a:latin typeface="Arial" panose="020B0604020202020204"/>
                <a:ea typeface="Times New Roman" panose="02020603050405020304" pitchFamily="18" charset="0"/>
                <a:cs typeface="+mn-cs"/>
              </a:rPr>
            </a:br>
            <a:r>
              <a:rPr kumimoji="0" lang="en-US" sz="1800" b="0" i="0" u="none" strike="noStrike" kern="1200" cap="none" spc="0" normalizeH="0" baseline="0" noProof="0" dirty="0">
                <a:ln>
                  <a:noFill/>
                </a:ln>
                <a:solidFill>
                  <a:srgbClr val="D86018"/>
                </a:solidFill>
                <a:effectLst/>
                <a:uLnTx/>
                <a:uFillTx/>
                <a:latin typeface="Arial" panose="020B0604020202020204"/>
                <a:ea typeface="Times New Roman" panose="02020603050405020304" pitchFamily="18" charset="0"/>
                <a:cs typeface="+mn-cs"/>
              </a:rPr>
              <a:t>1</a:t>
            </a:r>
            <a:r>
              <a:rPr kumimoji="0" lang="en-US" sz="1800" b="0" i="0" u="none" strike="noStrike" kern="1200" cap="none" spc="0" normalizeH="0" baseline="0" noProof="0" dirty="0">
                <a:ln>
                  <a:noFill/>
                </a:ln>
                <a:solidFill>
                  <a:srgbClr val="00274C"/>
                </a:solidFill>
                <a:effectLst/>
                <a:uLnTx/>
                <a:uFillTx/>
                <a:latin typeface="Arial" panose="020B0604020202020204"/>
                <a:ea typeface="Times New Roman" panose="02020603050405020304" pitchFamily="18" charset="0"/>
                <a:cs typeface="+mn-cs"/>
              </a:rPr>
              <a:t> • $2 = $2/FU</a:t>
            </a:r>
            <a:br>
              <a:rPr kumimoji="0" lang="en-US" sz="1800" b="0" i="0" u="none" strike="noStrike" kern="1200" cap="none" spc="0" normalizeH="0" baseline="0" noProof="0" dirty="0">
                <a:ln>
                  <a:noFill/>
                </a:ln>
                <a:solidFill>
                  <a:srgbClr val="00274C"/>
                </a:solidFill>
                <a:effectLst/>
                <a:uLnTx/>
                <a:uFillTx/>
                <a:latin typeface="Arial" panose="020B0604020202020204"/>
                <a:ea typeface="Times New Roman" panose="02020603050405020304" pitchFamily="18" charset="0"/>
                <a:cs typeface="+mn-cs"/>
              </a:rPr>
            </a:br>
            <a:r>
              <a:rPr kumimoji="0" lang="en-US" sz="1800" b="1" i="0" u="none" strike="noStrike" kern="1200" cap="none" spc="0" normalizeH="0" baseline="0" noProof="0" dirty="0">
                <a:ln>
                  <a:noFill/>
                </a:ln>
                <a:solidFill>
                  <a:srgbClr val="00274C"/>
                </a:solidFill>
                <a:effectLst/>
                <a:uLnTx/>
                <a:uFillTx/>
                <a:latin typeface="Arial" panose="020B0604020202020204"/>
                <a:ea typeface="Times New Roman" panose="02020603050405020304" pitchFamily="18" charset="0"/>
                <a:cs typeface="+mn-cs"/>
              </a:rPr>
              <a:t>TOTAL = </a:t>
            </a:r>
            <a:r>
              <a:rPr kumimoji="0" lang="en-US" sz="1800" b="1" i="0" u="none" strike="noStrike" kern="1200" cap="none" spc="0" normalizeH="0" baseline="0" noProof="0" dirty="0">
                <a:ln>
                  <a:noFill/>
                </a:ln>
                <a:solidFill>
                  <a:srgbClr val="407EC9"/>
                </a:solidFill>
                <a:effectLst/>
                <a:uLnTx/>
                <a:uFillTx/>
                <a:latin typeface="Arial" panose="020B0604020202020204"/>
                <a:ea typeface="Times New Roman" panose="02020603050405020304" pitchFamily="18" charset="0"/>
                <a:cs typeface="+mn-cs"/>
              </a:rPr>
              <a:t>$8.5/FU</a:t>
            </a:r>
            <a:endParaRPr kumimoji="0" lang="en-US" sz="1800" b="1" i="1" u="none" strike="noStrike" kern="1200" cap="none" spc="0" normalizeH="0" baseline="0" noProof="0" dirty="0">
              <a:ln>
                <a:noFill/>
              </a:ln>
              <a:solidFill>
                <a:srgbClr val="407EC9"/>
              </a:solidFill>
              <a:effectLst/>
              <a:uLnTx/>
              <a:uFillTx/>
              <a:latin typeface="Arial" panose="020B0604020202020204"/>
              <a:ea typeface="+mn-ea"/>
              <a:cs typeface="+mn-cs"/>
            </a:endParaRPr>
          </a:p>
        </p:txBody>
      </p:sp>
      <p:sp>
        <p:nvSpPr>
          <p:cNvPr id="31" name="TextBox 30">
            <a:extLst>
              <a:ext uri="{FF2B5EF4-FFF2-40B4-BE49-F238E27FC236}">
                <a16:creationId xmlns:a16="http://schemas.microsoft.com/office/drawing/2014/main" id="{881FD7A6-610F-A949-A9D8-4C95A672C213}"/>
              </a:ext>
            </a:extLst>
          </p:cNvPr>
          <p:cNvSpPr txBox="1"/>
          <p:nvPr/>
        </p:nvSpPr>
        <p:spPr>
          <a:xfrm>
            <a:off x="6710608" y="4529523"/>
            <a:ext cx="2516052" cy="584775"/>
          </a:xfrm>
          <a:prstGeom prst="rect">
            <a:avLst/>
          </a:prstGeom>
          <a:noFill/>
        </p:spPr>
        <p:txBody>
          <a:bodyPr wrap="square" rtlCol="0">
            <a:spAutoFit/>
          </a:bodyPr>
          <a:lstStyle/>
          <a:p>
            <a:pPr marL="0" marR="0" lvl="0" indent="0" algn="l" defTabSz="81281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D86018"/>
                </a:solidFill>
                <a:effectLst/>
                <a:uLnTx/>
                <a:uFillTx/>
                <a:latin typeface="Arial" panose="020B0604020202020204"/>
                <a:ea typeface="+mn-ea"/>
                <a:cs typeface="+mn-cs"/>
              </a:rPr>
              <a:t>5</a:t>
            </a:r>
            <a:r>
              <a:rPr kumimoji="0" lang="en-US" sz="1600" b="0" i="0" u="none" strike="noStrike" kern="1200" cap="none" spc="0" normalizeH="0" baseline="0" noProof="0" dirty="0">
                <a:ln>
                  <a:noFill/>
                </a:ln>
                <a:solidFill>
                  <a:srgbClr val="00274C"/>
                </a:solidFill>
                <a:effectLst/>
                <a:uLnTx/>
                <a:uFillTx/>
                <a:latin typeface="Arial" panose="020B0604020202020204"/>
                <a:ea typeface="+mn-ea"/>
                <a:cs typeface="+mn-cs"/>
              </a:rPr>
              <a:t> incandescent </a:t>
            </a:r>
            <a:br>
              <a:rPr kumimoji="0" lang="en-US" sz="1600" b="0" i="0" u="none" strike="noStrike" kern="1200" cap="none" spc="0" normalizeH="0" baseline="0" noProof="0" dirty="0">
                <a:ln>
                  <a:noFill/>
                </a:ln>
                <a:solidFill>
                  <a:srgbClr val="00274C"/>
                </a:solidFill>
                <a:effectLst/>
                <a:uLnTx/>
                <a:uFillTx/>
                <a:latin typeface="Arial" panose="020B0604020202020204"/>
                <a:ea typeface="+mn-ea"/>
                <a:cs typeface="+mn-cs"/>
              </a:rPr>
            </a:br>
            <a:r>
              <a:rPr kumimoji="0" lang="en-US" sz="1600" b="0" i="0" u="none" strike="noStrike" kern="1200" cap="none" spc="0" normalizeH="0" baseline="0" noProof="0" dirty="0">
                <a:ln>
                  <a:noFill/>
                </a:ln>
                <a:solidFill>
                  <a:srgbClr val="00274C"/>
                </a:solidFill>
                <a:effectLst/>
                <a:uLnTx/>
                <a:uFillTx/>
                <a:latin typeface="Arial" panose="020B0604020202020204"/>
                <a:ea typeface="+mn-ea"/>
                <a:cs typeface="+mn-cs"/>
              </a:rPr>
              <a:t>bulbs/FU</a:t>
            </a:r>
          </a:p>
        </p:txBody>
      </p:sp>
      <p:sp>
        <p:nvSpPr>
          <p:cNvPr id="32" name="TextBox 31">
            <a:extLst>
              <a:ext uri="{FF2B5EF4-FFF2-40B4-BE49-F238E27FC236}">
                <a16:creationId xmlns:a16="http://schemas.microsoft.com/office/drawing/2014/main" id="{10CD8642-E4C9-344C-8D81-FF6AE256C960}"/>
              </a:ext>
            </a:extLst>
          </p:cNvPr>
          <p:cNvSpPr txBox="1"/>
          <p:nvPr/>
        </p:nvSpPr>
        <p:spPr>
          <a:xfrm>
            <a:off x="6726146" y="4092552"/>
            <a:ext cx="2484976" cy="338554"/>
          </a:xfrm>
          <a:prstGeom prst="rect">
            <a:avLst/>
          </a:prstGeom>
          <a:noFill/>
        </p:spPr>
        <p:txBody>
          <a:bodyPr wrap="square" rtlCol="0">
            <a:spAutoFit/>
          </a:bodyPr>
          <a:lstStyle/>
          <a:p>
            <a:pPr marL="0" marR="0" lvl="0" indent="0" algn="l" defTabSz="81281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D86018"/>
                </a:solidFill>
                <a:effectLst/>
                <a:uLnTx/>
                <a:uFillTx/>
                <a:latin typeface="Arial" panose="020B0604020202020204"/>
                <a:ea typeface="+mn-ea"/>
                <a:cs typeface="+mn-cs"/>
              </a:rPr>
              <a:t>300</a:t>
            </a:r>
            <a:r>
              <a:rPr kumimoji="0" lang="en-US" sz="1600" b="0" i="0" u="none" strike="noStrike" kern="1200" cap="none" spc="0" normalizeH="0" baseline="0" noProof="0" dirty="0">
                <a:ln>
                  <a:noFill/>
                </a:ln>
                <a:solidFill>
                  <a:srgbClr val="00274C"/>
                </a:solidFill>
                <a:effectLst/>
                <a:uLnTx/>
                <a:uFillTx/>
                <a:latin typeface="Arial" panose="020B0604020202020204"/>
                <a:ea typeface="+mn-ea"/>
                <a:cs typeface="+mn-cs"/>
              </a:rPr>
              <a:t> kWh/FU electricity</a:t>
            </a:r>
          </a:p>
        </p:txBody>
      </p:sp>
      <p:sp>
        <p:nvSpPr>
          <p:cNvPr id="33" name="TextBox 32">
            <a:extLst>
              <a:ext uri="{FF2B5EF4-FFF2-40B4-BE49-F238E27FC236}">
                <a16:creationId xmlns:a16="http://schemas.microsoft.com/office/drawing/2014/main" id="{04CF8320-15E9-6245-8C80-D73276B300EB}"/>
              </a:ext>
            </a:extLst>
          </p:cNvPr>
          <p:cNvSpPr txBox="1"/>
          <p:nvPr/>
        </p:nvSpPr>
        <p:spPr>
          <a:xfrm>
            <a:off x="6743823" y="5380556"/>
            <a:ext cx="2122697" cy="338554"/>
          </a:xfrm>
          <a:prstGeom prst="rect">
            <a:avLst/>
          </a:prstGeom>
          <a:noFill/>
        </p:spPr>
        <p:txBody>
          <a:bodyPr wrap="none" rtlCol="0">
            <a:spAutoFit/>
          </a:bodyPr>
          <a:lstStyle/>
          <a:p>
            <a:pPr marL="0" marR="0" lvl="0" indent="0" algn="l" defTabSz="81281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D86018"/>
                </a:solidFill>
                <a:effectLst/>
                <a:uLnTx/>
                <a:uFillTx/>
                <a:latin typeface="Arial" panose="020B0604020202020204"/>
                <a:ea typeface="+mn-ea"/>
                <a:cs typeface="+mn-cs"/>
              </a:rPr>
              <a:t>65</a:t>
            </a:r>
            <a:r>
              <a:rPr kumimoji="0" lang="en-US" sz="1600" b="0" i="0" u="none" strike="noStrike" kern="1200" cap="none" spc="0" normalizeH="0" baseline="0" noProof="0" dirty="0">
                <a:ln>
                  <a:noFill/>
                </a:ln>
                <a:solidFill>
                  <a:srgbClr val="00274C"/>
                </a:solidFill>
                <a:effectLst/>
                <a:uLnTx/>
                <a:uFillTx/>
                <a:latin typeface="Arial" panose="020B0604020202020204"/>
                <a:ea typeface="+mn-ea"/>
                <a:cs typeface="+mn-cs"/>
              </a:rPr>
              <a:t> kWh/FU electricity</a:t>
            </a:r>
          </a:p>
        </p:txBody>
      </p:sp>
      <p:sp>
        <p:nvSpPr>
          <p:cNvPr id="34" name="TextBox 33">
            <a:extLst>
              <a:ext uri="{FF2B5EF4-FFF2-40B4-BE49-F238E27FC236}">
                <a16:creationId xmlns:a16="http://schemas.microsoft.com/office/drawing/2014/main" id="{B64F4E15-9A65-3446-8AE4-A7B5BD4C7831}"/>
              </a:ext>
            </a:extLst>
          </p:cNvPr>
          <p:cNvSpPr txBox="1"/>
          <p:nvPr/>
        </p:nvSpPr>
        <p:spPr>
          <a:xfrm>
            <a:off x="6738213" y="5910101"/>
            <a:ext cx="2133918" cy="338554"/>
          </a:xfrm>
          <a:prstGeom prst="rect">
            <a:avLst/>
          </a:prstGeom>
          <a:noFill/>
        </p:spPr>
        <p:txBody>
          <a:bodyPr wrap="none" rtlCol="0">
            <a:spAutoFit/>
          </a:bodyPr>
          <a:lstStyle/>
          <a:p>
            <a:pPr marL="0" marR="0" lvl="0" indent="0" algn="l" defTabSz="81281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D86018"/>
                </a:solidFill>
                <a:effectLst/>
                <a:uLnTx/>
                <a:uFillTx/>
                <a:latin typeface="Arial" panose="020B0604020202020204"/>
                <a:ea typeface="+mn-ea"/>
                <a:cs typeface="+mn-cs"/>
              </a:rPr>
              <a:t>1</a:t>
            </a:r>
            <a:r>
              <a:rPr kumimoji="0" lang="en-US" sz="1600" b="0" i="0" u="none" strike="noStrike" kern="1200" cap="none" spc="0" normalizeH="0" baseline="0" noProof="0" dirty="0">
                <a:ln>
                  <a:noFill/>
                </a:ln>
                <a:solidFill>
                  <a:srgbClr val="00274C"/>
                </a:solidFill>
                <a:effectLst/>
                <a:uLnTx/>
                <a:uFillTx/>
                <a:latin typeface="Arial" panose="020B0604020202020204"/>
                <a:ea typeface="+mn-ea"/>
                <a:cs typeface="+mn-cs"/>
              </a:rPr>
              <a:t> fluorescent bulb/FU</a:t>
            </a:r>
          </a:p>
        </p:txBody>
      </p:sp>
      <p:sp>
        <p:nvSpPr>
          <p:cNvPr id="37" name="Rectangle 36">
            <a:extLst>
              <a:ext uri="{FF2B5EF4-FFF2-40B4-BE49-F238E27FC236}">
                <a16:creationId xmlns:a16="http://schemas.microsoft.com/office/drawing/2014/main" id="{83F07522-0DB1-604F-9B29-3F676E670F69}"/>
              </a:ext>
            </a:extLst>
          </p:cNvPr>
          <p:cNvSpPr/>
          <p:nvPr/>
        </p:nvSpPr>
        <p:spPr>
          <a:xfrm>
            <a:off x="812880" y="1783087"/>
            <a:ext cx="14631827" cy="830997"/>
          </a:xfrm>
          <a:prstGeom prst="rect">
            <a:avLst/>
          </a:prstGeom>
        </p:spPr>
        <p:txBody>
          <a:bodyPr wrap="square">
            <a:spAutoFit/>
          </a:bodyPr>
          <a:lstStyle/>
          <a:p>
            <a:pPr marL="0" marR="0" lvl="0" indent="0" algn="ctr" defTabSz="812810" rtl="0" eaLnBrk="1" fontAlgn="auto" latinLnBrk="0" hangingPunct="1">
              <a:lnSpc>
                <a:spcPct val="100000"/>
              </a:lnSpc>
              <a:spcBef>
                <a:spcPts val="0"/>
              </a:spcBef>
              <a:spcAft>
                <a:spcPts val="0"/>
              </a:spcAft>
              <a:buClrTx/>
              <a:buSzTx/>
              <a:buFontTx/>
              <a:buNone/>
              <a:tabLst/>
              <a:defRPr/>
            </a:pPr>
            <a:r>
              <a:rPr kumimoji="0" lang="en-US" altLang="en-US" sz="2400" b="0" i="0" u="none" strike="noStrike" kern="1200" cap="none" spc="0" normalizeH="0" baseline="0" noProof="0" dirty="0">
                <a:ln>
                  <a:noFill/>
                </a:ln>
                <a:solidFill>
                  <a:srgbClr val="00274C"/>
                </a:solidFill>
                <a:effectLst/>
                <a:uLnTx/>
                <a:uFillTx/>
                <a:latin typeface="Arial" panose="020B0604020202020204"/>
                <a:ea typeface="+mn-ea"/>
                <a:cs typeface="+mn-cs"/>
              </a:rPr>
              <a:t>The reference flows:</a:t>
            </a:r>
            <a:r>
              <a:rPr kumimoji="0" lang="en-US" altLang="en-US" sz="2400" b="1" i="0" u="none" strike="noStrike" kern="1200" cap="none" spc="0" normalizeH="0" baseline="0" noProof="0" dirty="0">
                <a:ln>
                  <a:noFill/>
                </a:ln>
                <a:solidFill>
                  <a:srgbClr val="00274C"/>
                </a:solidFill>
                <a:effectLst/>
                <a:uLnTx/>
                <a:uFillTx/>
                <a:latin typeface="Arial" panose="020B0604020202020204"/>
                <a:ea typeface="+mn-ea"/>
                <a:cs typeface="+mn-cs"/>
              </a:rPr>
              <a:t> </a:t>
            </a:r>
            <a:r>
              <a:rPr kumimoji="0" lang="en-US" altLang="en-US" sz="2400" b="0" i="0" u="none" strike="noStrike" kern="1200" cap="none" spc="0" normalizeH="0" baseline="0" noProof="0" dirty="0">
                <a:ln>
                  <a:noFill/>
                </a:ln>
                <a:solidFill>
                  <a:srgbClr val="00274C"/>
                </a:solidFill>
                <a:effectLst/>
                <a:uLnTx/>
                <a:uFillTx/>
                <a:latin typeface="Arial" panose="020B0604020202020204"/>
                <a:ea typeface="+mn-ea"/>
                <a:cs typeface="+mn-cs"/>
              </a:rPr>
              <a:t>what needs to be purchased to ensure the function!</a:t>
            </a:r>
          </a:p>
          <a:p>
            <a:pPr marL="0" marR="0" lvl="0" indent="0" algn="ctr" defTabSz="812810" rtl="0" eaLnBrk="1" fontAlgn="auto" latinLnBrk="0" hangingPunct="1">
              <a:lnSpc>
                <a:spcPct val="100000"/>
              </a:lnSpc>
              <a:spcBef>
                <a:spcPts val="0"/>
              </a:spcBef>
              <a:spcAft>
                <a:spcPts val="0"/>
              </a:spcAft>
              <a:buClrTx/>
              <a:buSzTx/>
              <a:buFontTx/>
              <a:buNone/>
              <a:tabLst/>
              <a:defRPr/>
            </a:pPr>
            <a:r>
              <a:rPr kumimoji="0" lang="en-US" altLang="en-US" sz="2400" b="0" i="0" u="none" strike="noStrike" kern="1200" cap="none" spc="0" normalizeH="0" baseline="0" noProof="0" dirty="0">
                <a:ln>
                  <a:noFill/>
                </a:ln>
                <a:solidFill>
                  <a:srgbClr val="00274C"/>
                </a:solidFill>
                <a:effectLst/>
                <a:uLnTx/>
                <a:uFillTx/>
                <a:latin typeface="Arial" panose="020B0604020202020204"/>
                <a:ea typeface="+mn-ea"/>
                <a:cs typeface="+mn-cs"/>
              </a:rPr>
              <a:t>This is also the </a:t>
            </a:r>
            <a:r>
              <a:rPr kumimoji="0" lang="en-US" altLang="en-US" sz="2400" b="0" i="0" u="none" strike="noStrike" kern="1200" cap="none" spc="0" normalizeH="0" baseline="0" noProof="0" dirty="0">
                <a:ln>
                  <a:noFill/>
                </a:ln>
                <a:solidFill>
                  <a:srgbClr val="407EC9"/>
                </a:solidFill>
                <a:effectLst/>
                <a:uLnTx/>
                <a:uFillTx/>
                <a:latin typeface="Arial" panose="020B0604020202020204"/>
                <a:ea typeface="+mn-ea"/>
                <a:cs typeface="+mn-cs"/>
              </a:rPr>
              <a:t>basis for a life cycle costing</a:t>
            </a:r>
            <a:r>
              <a:rPr kumimoji="0" lang="en-US" altLang="en-US" sz="2400" b="0" i="0" u="none" strike="noStrike" kern="1200" cap="none" spc="0" normalizeH="0" baseline="0" noProof="0" dirty="0">
                <a:ln>
                  <a:noFill/>
                </a:ln>
                <a:solidFill>
                  <a:srgbClr val="00274C"/>
                </a:solidFill>
                <a:effectLst/>
                <a:uLnTx/>
                <a:uFillTx/>
                <a:latin typeface="Arial" panose="020B0604020202020204"/>
                <a:ea typeface="+mn-ea"/>
                <a:cs typeface="+mn-cs"/>
              </a:rPr>
              <a:t>, combining the quantities and the price of the purchased goods</a:t>
            </a:r>
          </a:p>
        </p:txBody>
      </p:sp>
    </p:spTree>
    <p:extLst>
      <p:ext uri="{BB962C8B-B14F-4D97-AF65-F5344CB8AC3E}">
        <p14:creationId xmlns:p14="http://schemas.microsoft.com/office/powerpoint/2010/main" val="69648302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5D65D693-B9A4-8B44-A6FE-E1004602640D}"/>
              </a:ext>
            </a:extLst>
          </p:cNvPr>
          <p:cNvSpPr/>
          <p:nvPr/>
        </p:nvSpPr>
        <p:spPr>
          <a:xfrm>
            <a:off x="3681817" y="1432562"/>
            <a:ext cx="11828794" cy="814574"/>
          </a:xfrm>
          <a:prstGeom prst="rect">
            <a:avLst/>
          </a:prstGeom>
          <a:solidFill>
            <a:schemeClr val="accent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4290088-7D08-AD44-B09D-E4C06BCEFBA7}"/>
              </a:ext>
            </a:extLst>
          </p:cNvPr>
          <p:cNvSpPr>
            <a:spLocks noGrp="1"/>
          </p:cNvSpPr>
          <p:nvPr>
            <p:ph type="title"/>
          </p:nvPr>
        </p:nvSpPr>
        <p:spPr/>
        <p:txBody>
          <a:bodyPr/>
          <a:lstStyle/>
          <a:p>
            <a:r>
              <a:rPr lang="en-US" altLang="en-US" dirty="0"/>
              <a:t>Healthy and Sustainable Foods and Products</a:t>
            </a:r>
            <a:endParaRPr lang="en-US" dirty="0"/>
          </a:p>
        </p:txBody>
      </p:sp>
      <p:sp>
        <p:nvSpPr>
          <p:cNvPr id="3" name="Text Placeholder 2">
            <a:extLst>
              <a:ext uri="{FF2B5EF4-FFF2-40B4-BE49-F238E27FC236}">
                <a16:creationId xmlns:a16="http://schemas.microsoft.com/office/drawing/2014/main" id="{40730F7C-857B-BF4B-BA5A-A23345B4853C}"/>
              </a:ext>
            </a:extLst>
          </p:cNvPr>
          <p:cNvSpPr>
            <a:spLocks noGrp="1"/>
          </p:cNvSpPr>
          <p:nvPr>
            <p:ph type="body" sz="quarter" idx="10"/>
          </p:nvPr>
        </p:nvSpPr>
        <p:spPr>
          <a:xfrm>
            <a:off x="4091552" y="1549992"/>
            <a:ext cx="10659642" cy="636441"/>
          </a:xfrm>
        </p:spPr>
        <p:txBody>
          <a:bodyPr/>
          <a:lstStyle/>
          <a:p>
            <a:r>
              <a:rPr lang="en-US" altLang="en-US" b="1" dirty="0">
                <a:solidFill>
                  <a:schemeClr val="bg1"/>
                </a:solidFill>
              </a:rPr>
              <a:t>Table of </a:t>
            </a:r>
            <a:r>
              <a:rPr lang="en-US" altLang="en-US" b="1" dirty="0" smtClean="0">
                <a:solidFill>
                  <a:schemeClr val="bg1"/>
                </a:solidFill>
              </a:rPr>
              <a:t>contents 3.2 Goal and scope </a:t>
            </a:r>
            <a:r>
              <a:rPr lang="en-US" altLang="en-US" b="1" dirty="0" err="1" smtClean="0">
                <a:solidFill>
                  <a:schemeClr val="bg1"/>
                </a:solidFill>
              </a:rPr>
              <a:t>defintion</a:t>
            </a:r>
            <a:endParaRPr lang="en-US" b="1" dirty="0">
              <a:solidFill>
                <a:schemeClr val="bg1"/>
              </a:solidFill>
            </a:endParaRPr>
          </a:p>
        </p:txBody>
      </p:sp>
      <p:sp>
        <p:nvSpPr>
          <p:cNvPr id="4" name="Rectangle 2">
            <a:extLst>
              <a:ext uri="{FF2B5EF4-FFF2-40B4-BE49-F238E27FC236}">
                <a16:creationId xmlns:a16="http://schemas.microsoft.com/office/drawing/2014/main" id="{3474DB9F-4BBA-B544-82D6-C55AE6A4BE16}"/>
              </a:ext>
            </a:extLst>
          </p:cNvPr>
          <p:cNvSpPr txBox="1">
            <a:spLocks noChangeArrowheads="1"/>
          </p:cNvSpPr>
          <p:nvPr/>
        </p:nvSpPr>
        <p:spPr bwMode="auto">
          <a:xfrm>
            <a:off x="3681817" y="2384742"/>
            <a:ext cx="11069377" cy="5189537"/>
          </a:xfrm>
          <a:prstGeom prst="rect">
            <a:avLst/>
          </a:prstGeom>
          <a:noFill/>
          <a:ln>
            <a:noFill/>
          </a:ln>
        </p:spPr>
        <p:txBody>
          <a:bodyPr/>
          <a:lstStyle>
            <a:lvl1pPr marL="342900" indent="-342900" algn="l" rtl="0" eaLnBrk="0" fontAlgn="base" hangingPunct="0">
              <a:spcBef>
                <a:spcPct val="20000"/>
              </a:spcBef>
              <a:spcAft>
                <a:spcPct val="0"/>
              </a:spcAft>
              <a:buClr>
                <a:srgbClr val="FF9900"/>
              </a:buClr>
              <a:buChar char="•"/>
              <a:defRPr sz="3200" b="1">
                <a:solidFill>
                  <a:srgbClr val="01035B"/>
                </a:solidFill>
                <a:latin typeface="+mn-lt"/>
                <a:ea typeface="+mn-ea"/>
                <a:cs typeface="+mn-cs"/>
              </a:defRPr>
            </a:lvl1pPr>
            <a:lvl2pPr marL="742950" indent="-285750" algn="l" rtl="0" eaLnBrk="0" fontAlgn="base" hangingPunct="0">
              <a:spcBef>
                <a:spcPct val="20000"/>
              </a:spcBef>
              <a:spcAft>
                <a:spcPct val="0"/>
              </a:spcAft>
              <a:buClr>
                <a:srgbClr val="FF9900"/>
              </a:buClr>
              <a:buChar char="–"/>
              <a:defRPr sz="2800" b="1">
                <a:solidFill>
                  <a:srgbClr val="01035B"/>
                </a:solidFill>
                <a:latin typeface="+mn-lt"/>
              </a:defRPr>
            </a:lvl2pPr>
            <a:lvl3pPr marL="1143000" indent="-228600" algn="l" rtl="0" eaLnBrk="0" fontAlgn="base" hangingPunct="0">
              <a:spcBef>
                <a:spcPct val="20000"/>
              </a:spcBef>
              <a:spcAft>
                <a:spcPct val="0"/>
              </a:spcAft>
              <a:buClr>
                <a:srgbClr val="FF9900"/>
              </a:buClr>
              <a:buChar char="•"/>
              <a:defRPr sz="2400" b="1">
                <a:solidFill>
                  <a:srgbClr val="01035B"/>
                </a:solidFill>
                <a:latin typeface="+mn-lt"/>
              </a:defRPr>
            </a:lvl3pPr>
            <a:lvl4pPr marL="1600200" indent="-228600" algn="l" rtl="0" eaLnBrk="0" fontAlgn="base" hangingPunct="0">
              <a:spcBef>
                <a:spcPct val="20000"/>
              </a:spcBef>
              <a:spcAft>
                <a:spcPct val="0"/>
              </a:spcAft>
              <a:buClr>
                <a:srgbClr val="FF9900"/>
              </a:buClr>
              <a:buChar char="–"/>
              <a:defRPr sz="2000" b="1">
                <a:solidFill>
                  <a:srgbClr val="01035B"/>
                </a:solidFill>
                <a:latin typeface="+mn-lt"/>
              </a:defRPr>
            </a:lvl4pPr>
            <a:lvl5pPr marL="2057400" indent="-228600" algn="l" rtl="0" eaLnBrk="0" fontAlgn="base" hangingPunct="0">
              <a:spcBef>
                <a:spcPct val="20000"/>
              </a:spcBef>
              <a:spcAft>
                <a:spcPct val="0"/>
              </a:spcAft>
              <a:buClr>
                <a:srgbClr val="FF9900"/>
              </a:buClr>
              <a:buChar char="»"/>
              <a:defRPr sz="2000" b="1">
                <a:solidFill>
                  <a:srgbClr val="01035B"/>
                </a:solidFill>
                <a:latin typeface="+mn-lt"/>
              </a:defRPr>
            </a:lvl5pPr>
            <a:lvl6pPr marL="2514600" indent="-228600" algn="l" rtl="0" fontAlgn="base">
              <a:spcBef>
                <a:spcPct val="20000"/>
              </a:spcBef>
              <a:spcAft>
                <a:spcPct val="0"/>
              </a:spcAft>
              <a:buClr>
                <a:srgbClr val="FF9900"/>
              </a:buClr>
              <a:buChar char="»"/>
              <a:defRPr sz="2000" b="1">
                <a:solidFill>
                  <a:srgbClr val="01035B"/>
                </a:solidFill>
                <a:latin typeface="+mn-lt"/>
              </a:defRPr>
            </a:lvl6pPr>
            <a:lvl7pPr marL="2971800" indent="-228600" algn="l" rtl="0" fontAlgn="base">
              <a:spcBef>
                <a:spcPct val="20000"/>
              </a:spcBef>
              <a:spcAft>
                <a:spcPct val="0"/>
              </a:spcAft>
              <a:buClr>
                <a:srgbClr val="FF9900"/>
              </a:buClr>
              <a:buChar char="»"/>
              <a:defRPr sz="2000" b="1">
                <a:solidFill>
                  <a:srgbClr val="01035B"/>
                </a:solidFill>
                <a:latin typeface="+mn-lt"/>
              </a:defRPr>
            </a:lvl7pPr>
            <a:lvl8pPr marL="3429000" indent="-228600" algn="l" rtl="0" fontAlgn="base">
              <a:spcBef>
                <a:spcPct val="20000"/>
              </a:spcBef>
              <a:spcAft>
                <a:spcPct val="0"/>
              </a:spcAft>
              <a:buClr>
                <a:srgbClr val="FF9900"/>
              </a:buClr>
              <a:buChar char="»"/>
              <a:defRPr sz="2000" b="1">
                <a:solidFill>
                  <a:srgbClr val="01035B"/>
                </a:solidFill>
                <a:latin typeface="+mn-lt"/>
              </a:defRPr>
            </a:lvl8pPr>
            <a:lvl9pPr marL="3886200" indent="-228600" algn="l" rtl="0" fontAlgn="base">
              <a:spcBef>
                <a:spcPct val="20000"/>
              </a:spcBef>
              <a:spcAft>
                <a:spcPct val="0"/>
              </a:spcAft>
              <a:buClr>
                <a:srgbClr val="FF9900"/>
              </a:buClr>
              <a:buChar char="»"/>
              <a:defRPr sz="2000" b="1">
                <a:solidFill>
                  <a:srgbClr val="01035B"/>
                </a:solidFill>
                <a:latin typeface="+mn-lt"/>
              </a:defRPr>
            </a:lvl9pPr>
          </a:lstStyle>
          <a:p>
            <a:pPr marL="514350" indent="-514350">
              <a:buAutoNum type="arabicPeriod"/>
              <a:defRPr/>
            </a:pPr>
            <a:r>
              <a:rPr lang="en-US" altLang="en-US" sz="2800" kern="0" dirty="0" smtClean="0"/>
              <a:t>MAIN </a:t>
            </a:r>
            <a:r>
              <a:rPr lang="en-US" altLang="en-US" sz="2800" kern="0" dirty="0"/>
              <a:t>FACTORS IMPACTING SUSTAINABILITY AND </a:t>
            </a:r>
            <a:r>
              <a:rPr lang="en-US" altLang="en-US" sz="2800" kern="0" dirty="0" smtClean="0"/>
              <a:t>HEALTH</a:t>
            </a:r>
            <a:endParaRPr lang="en-US" altLang="en-US" sz="2800" kern="0" dirty="0"/>
          </a:p>
          <a:p>
            <a:pPr marL="514350" indent="-514350">
              <a:buAutoNum type="arabicPeriod"/>
              <a:defRPr/>
            </a:pPr>
            <a:r>
              <a:rPr lang="en-US" altLang="en-US" sz="2800" kern="0" dirty="0" smtClean="0"/>
              <a:t>HEALTHY </a:t>
            </a:r>
            <a:r>
              <a:rPr lang="en-US" altLang="en-US" sz="2800" kern="0" dirty="0"/>
              <a:t>AND SUSTAINABLE </a:t>
            </a:r>
            <a:r>
              <a:rPr lang="en-US" altLang="en-US" sz="2800" kern="0" dirty="0" smtClean="0"/>
              <a:t>FOODS</a:t>
            </a:r>
          </a:p>
          <a:p>
            <a:pPr marL="514350" indent="-514350">
              <a:buAutoNum type="arabicPeriod"/>
              <a:defRPr/>
            </a:pPr>
            <a:r>
              <a:rPr lang="en-US" altLang="en-US" sz="2800" kern="0" dirty="0" smtClean="0"/>
              <a:t>LIFE </a:t>
            </a:r>
            <a:r>
              <a:rPr lang="en-US" altLang="en-US" sz="2800" kern="0" dirty="0"/>
              <a:t>CYCLE IMPACTS OF PRODUCTS (LCA)</a:t>
            </a:r>
          </a:p>
          <a:p>
            <a:pPr lvl="1">
              <a:buClr>
                <a:schemeClr val="accent5"/>
              </a:buClr>
              <a:buFont typeface="Wingdings" pitchFamily="2" charset="2"/>
              <a:buChar char="§"/>
              <a:defRPr/>
            </a:pPr>
            <a:r>
              <a:rPr lang="en-US" altLang="en-US" sz="2400" b="0" kern="0" dirty="0"/>
              <a:t>3.1 Introduction to LCA</a:t>
            </a:r>
          </a:p>
          <a:p>
            <a:pPr lvl="1">
              <a:buClr>
                <a:schemeClr val="accent5"/>
              </a:buClr>
              <a:buFont typeface="Wingdings" pitchFamily="2" charset="2"/>
              <a:buChar char="§"/>
              <a:defRPr/>
            </a:pPr>
            <a:r>
              <a:rPr lang="en-US" altLang="en-US" sz="2400" b="0" kern="0" dirty="0" smtClean="0">
                <a:solidFill>
                  <a:schemeClr val="accent5"/>
                </a:solidFill>
              </a:rPr>
              <a:t>3.2 Goal and scope definition</a:t>
            </a:r>
            <a:endParaRPr lang="en-US" altLang="en-US" sz="2400" b="0" kern="0" dirty="0">
              <a:solidFill>
                <a:schemeClr val="accent5"/>
              </a:solidFill>
            </a:endParaRPr>
          </a:p>
          <a:p>
            <a:pPr lvl="2">
              <a:buClr>
                <a:schemeClr val="accent5"/>
              </a:buClr>
              <a:buFont typeface="Wingdings" pitchFamily="2" charset="2"/>
              <a:buChar char="§"/>
              <a:defRPr/>
            </a:pPr>
            <a:r>
              <a:rPr lang="en-US" altLang="en-US" sz="2000" b="0" kern="0" dirty="0"/>
              <a:t>3.2.1 LCA goal definition</a:t>
            </a:r>
          </a:p>
          <a:p>
            <a:pPr lvl="2">
              <a:buClr>
                <a:schemeClr val="accent5"/>
              </a:buClr>
              <a:buFont typeface="Wingdings" pitchFamily="2" charset="2"/>
              <a:buChar char="§"/>
              <a:defRPr/>
            </a:pPr>
            <a:r>
              <a:rPr lang="en-US" altLang="en-US" sz="2000" b="0" kern="0" dirty="0"/>
              <a:t>3.2.2 Function and functional unit</a:t>
            </a:r>
          </a:p>
          <a:p>
            <a:pPr lvl="2">
              <a:buClr>
                <a:schemeClr val="accent5"/>
              </a:buClr>
              <a:buFont typeface="Wingdings" pitchFamily="2" charset="2"/>
              <a:buChar char="§"/>
              <a:defRPr/>
            </a:pPr>
            <a:r>
              <a:rPr lang="en-US" altLang="en-US" sz="2000" b="0" kern="0" dirty="0">
                <a:solidFill>
                  <a:schemeClr val="accent5"/>
                </a:solidFill>
              </a:rPr>
              <a:t>3.2.3 Building the product system and process tree</a:t>
            </a:r>
          </a:p>
          <a:p>
            <a:pPr lvl="2">
              <a:buClr>
                <a:schemeClr val="accent5"/>
              </a:buClr>
              <a:buFont typeface="Wingdings" pitchFamily="2" charset="2"/>
              <a:buChar char="§"/>
              <a:defRPr/>
            </a:pPr>
            <a:r>
              <a:rPr lang="en-US" altLang="en-US" sz="2000" b="0" kern="0" dirty="0"/>
              <a:t>3.2.4 </a:t>
            </a:r>
            <a:r>
              <a:rPr lang="en-US" altLang="en-US" sz="2000" b="0" kern="0" dirty="0" smtClean="0"/>
              <a:t>System boundaries</a:t>
            </a:r>
            <a:endParaRPr lang="en-US" altLang="en-US" sz="2000" b="0" kern="0" dirty="0"/>
          </a:p>
          <a:p>
            <a:pPr lvl="1">
              <a:buClr>
                <a:schemeClr val="accent5"/>
              </a:buClr>
              <a:buFont typeface="Wingdings" pitchFamily="2" charset="2"/>
              <a:buChar char="§"/>
              <a:defRPr/>
            </a:pPr>
            <a:r>
              <a:rPr lang="en-US" altLang="en-US" sz="2400" b="0" kern="0" dirty="0" smtClean="0"/>
              <a:t>3.3 Life </a:t>
            </a:r>
            <a:r>
              <a:rPr lang="en-US" altLang="en-US" sz="2400" b="0" kern="0" dirty="0"/>
              <a:t>cycle inventory</a:t>
            </a:r>
          </a:p>
          <a:p>
            <a:pPr lvl="1">
              <a:buClr>
                <a:schemeClr val="accent5"/>
              </a:buClr>
              <a:buFont typeface="Wingdings" pitchFamily="2" charset="2"/>
              <a:buChar char="§"/>
              <a:defRPr/>
            </a:pPr>
            <a:r>
              <a:rPr lang="en-US" altLang="en-US" sz="2400" b="0" kern="0" dirty="0" smtClean="0"/>
              <a:t>3.4 Life </a:t>
            </a:r>
            <a:r>
              <a:rPr lang="en-US" altLang="en-US" sz="2400" b="0" kern="0" dirty="0"/>
              <a:t>cycle impact assessment</a:t>
            </a:r>
          </a:p>
          <a:p>
            <a:pPr lvl="1">
              <a:buClr>
                <a:schemeClr val="accent5"/>
              </a:buClr>
              <a:buFont typeface="Wingdings" pitchFamily="2" charset="2"/>
              <a:buChar char="§"/>
              <a:defRPr/>
            </a:pPr>
            <a:r>
              <a:rPr lang="en-US" altLang="en-US" sz="2400" b="0" kern="0" dirty="0" smtClean="0"/>
              <a:t>3.5 Interpretation </a:t>
            </a:r>
            <a:endParaRPr lang="en-US" altLang="en-US" sz="2400" b="0" kern="0" dirty="0"/>
          </a:p>
          <a:p>
            <a:pPr lvl="1">
              <a:buClr>
                <a:schemeClr val="accent5"/>
              </a:buClr>
              <a:buFont typeface="Wingdings" pitchFamily="2" charset="2"/>
              <a:buChar char="§"/>
              <a:defRPr/>
            </a:pPr>
            <a:r>
              <a:rPr lang="en-US" altLang="en-US" sz="2400" b="0" kern="0" dirty="0" smtClean="0"/>
              <a:t>3.6 Impacts </a:t>
            </a:r>
            <a:r>
              <a:rPr lang="en-US" altLang="en-US" sz="2400" b="0" kern="0" dirty="0"/>
              <a:t>of fine particulate and chemicals in products</a:t>
            </a:r>
          </a:p>
          <a:p>
            <a:pPr marL="457200" lvl="1" indent="0">
              <a:buNone/>
              <a:defRPr/>
            </a:pPr>
            <a:endParaRPr lang="en-US" altLang="en-US" sz="600" b="0" kern="0" dirty="0"/>
          </a:p>
          <a:p>
            <a:pPr marL="0" indent="0">
              <a:buNone/>
              <a:defRPr/>
            </a:pPr>
            <a:r>
              <a:rPr lang="en-US" altLang="en-US" sz="2800" kern="0" dirty="0">
                <a:solidFill>
                  <a:schemeClr val="accent5"/>
                </a:solidFill>
              </a:rPr>
              <a:t>4. </a:t>
            </a:r>
            <a:r>
              <a:rPr lang="en-US" altLang="en-US" sz="2800" kern="0" dirty="0"/>
              <a:t>SUSTAINABLE </a:t>
            </a:r>
            <a:r>
              <a:rPr lang="en-US" altLang="en-US" sz="2800" kern="0" dirty="0" smtClean="0"/>
              <a:t>CONSUMPTION</a:t>
            </a:r>
            <a:endParaRPr lang="en-US" altLang="en-US" sz="2800" kern="0" dirty="0"/>
          </a:p>
        </p:txBody>
      </p:sp>
      <p:pic>
        <p:nvPicPr>
          <p:cNvPr id="6" name="Picture 5"/>
          <p:cNvPicPr>
            <a:picLocks noChangeAspect="1"/>
          </p:cNvPicPr>
          <p:nvPr/>
        </p:nvPicPr>
        <p:blipFill>
          <a:blip r:embed="rId2"/>
          <a:stretch>
            <a:fillRect/>
          </a:stretch>
        </p:blipFill>
        <p:spPr>
          <a:xfrm>
            <a:off x="1428077" y="3668969"/>
            <a:ext cx="1821180" cy="1150620"/>
          </a:xfrm>
          <a:prstGeom prst="rect">
            <a:avLst/>
          </a:prstGeom>
        </p:spPr>
      </p:pic>
      <p:pic>
        <p:nvPicPr>
          <p:cNvPr id="7" name="Picture 6"/>
          <p:cNvPicPr>
            <a:picLocks noChangeAspect="1"/>
          </p:cNvPicPr>
          <p:nvPr/>
        </p:nvPicPr>
        <p:blipFill>
          <a:blip r:embed="rId3"/>
          <a:stretch>
            <a:fillRect/>
          </a:stretch>
        </p:blipFill>
        <p:spPr>
          <a:xfrm>
            <a:off x="1458582" y="1901040"/>
            <a:ext cx="1859280" cy="1112520"/>
          </a:xfrm>
          <a:prstGeom prst="rect">
            <a:avLst/>
          </a:prstGeom>
        </p:spPr>
      </p:pic>
      <p:pic>
        <p:nvPicPr>
          <p:cNvPr id="8" name="Picture 7"/>
          <p:cNvPicPr>
            <a:picLocks noChangeAspect="1"/>
          </p:cNvPicPr>
          <p:nvPr/>
        </p:nvPicPr>
        <p:blipFill>
          <a:blip r:embed="rId4"/>
          <a:stretch>
            <a:fillRect/>
          </a:stretch>
        </p:blipFill>
        <p:spPr>
          <a:xfrm>
            <a:off x="1644837" y="5450869"/>
            <a:ext cx="1304657" cy="1280271"/>
          </a:xfrm>
          <a:prstGeom prst="rect">
            <a:avLst/>
          </a:prstGeom>
        </p:spPr>
      </p:pic>
      <p:pic>
        <p:nvPicPr>
          <p:cNvPr id="9" name="Picture 8"/>
          <p:cNvPicPr>
            <a:picLocks noChangeAspect="1"/>
          </p:cNvPicPr>
          <p:nvPr/>
        </p:nvPicPr>
        <p:blipFill>
          <a:blip r:embed="rId5"/>
          <a:stretch>
            <a:fillRect/>
          </a:stretch>
        </p:blipFill>
        <p:spPr>
          <a:xfrm>
            <a:off x="1622412" y="7362420"/>
            <a:ext cx="1531620" cy="1104900"/>
          </a:xfrm>
          <a:prstGeom prst="rect">
            <a:avLst/>
          </a:prstGeom>
        </p:spPr>
      </p:pic>
    </p:spTree>
    <p:extLst>
      <p:ext uri="{BB962C8B-B14F-4D97-AF65-F5344CB8AC3E}">
        <p14:creationId xmlns:p14="http://schemas.microsoft.com/office/powerpoint/2010/main" val="667189304"/>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7">
            <a:extLst>
              <a:ext uri="{FF2B5EF4-FFF2-40B4-BE49-F238E27FC236}">
                <a16:creationId xmlns:a16="http://schemas.microsoft.com/office/drawing/2014/main" id="{DCE93A83-2E66-F74F-A5CD-47D28E6C7BC3}"/>
              </a:ext>
            </a:extLst>
          </p:cNvPr>
          <p:cNvSpPr txBox="1">
            <a:spLocks/>
          </p:cNvSpPr>
          <p:nvPr/>
        </p:nvSpPr>
        <p:spPr>
          <a:xfrm>
            <a:off x="440871" y="5021568"/>
            <a:ext cx="14799129" cy="1718216"/>
          </a:xfrm>
          <a:prstGeom prst="rect">
            <a:avLst/>
          </a:prstGeom>
        </p:spPr>
        <p:txBody>
          <a:bodyPr anchor="t">
            <a:normAutofit/>
          </a:bodyPr>
          <a:lstStyle>
            <a:lvl1pPr algn="ctr" defTabSz="457200" rtl="0" eaLnBrk="1" latinLnBrk="0" hangingPunct="1">
              <a:spcBef>
                <a:spcPct val="0"/>
              </a:spcBef>
              <a:buNone/>
              <a:defRPr sz="4400" kern="1200">
                <a:solidFill>
                  <a:schemeClr val="tx1"/>
                </a:solidFill>
                <a:latin typeface="+mj-lt"/>
                <a:ea typeface="+mj-ea"/>
                <a:cs typeface="+mj-cs"/>
              </a:defRPr>
            </a:lvl1pPr>
          </a:lstStyle>
          <a:p>
            <a:pPr marL="0" marR="0" lvl="0" indent="0" algn="l" defTabSz="457200" rtl="0" eaLnBrk="1" fontAlgn="auto" latinLnBrk="0" hangingPunct="1">
              <a:lnSpc>
                <a:spcPct val="100000"/>
              </a:lnSpc>
              <a:spcBef>
                <a:spcPct val="0"/>
              </a:spcBef>
              <a:spcAft>
                <a:spcPts val="0"/>
              </a:spcAft>
              <a:buClrTx/>
              <a:buSzTx/>
              <a:buFontTx/>
              <a:buNone/>
              <a:tabLst/>
              <a:defRPr/>
            </a:pPr>
            <a:r>
              <a:rPr kumimoji="0" lang="en-US" sz="5000" b="1" i="0" u="none" strike="noStrike" kern="1200" cap="none" spc="0" normalizeH="0" baseline="0" noProof="0" dirty="0">
                <a:ln>
                  <a:noFill/>
                </a:ln>
                <a:solidFill>
                  <a:srgbClr val="00274C"/>
                </a:solidFill>
                <a:effectLst/>
                <a:uLnTx/>
                <a:uFillTx/>
                <a:latin typeface="Arial"/>
                <a:ea typeface="+mj-ea"/>
                <a:cs typeface="+mj-cs"/>
              </a:rPr>
              <a:t>Building of product system and process tree</a:t>
            </a:r>
          </a:p>
          <a:p>
            <a:pPr marL="0" marR="0" lvl="0" indent="0" algn="l" defTabSz="457200" rtl="0" eaLnBrk="1" fontAlgn="auto" latinLnBrk="0" hangingPunct="1">
              <a:lnSpc>
                <a:spcPct val="100000"/>
              </a:lnSpc>
              <a:spcBef>
                <a:spcPct val="0"/>
              </a:spcBef>
              <a:spcAft>
                <a:spcPts val="0"/>
              </a:spcAft>
              <a:buClrTx/>
              <a:buSzTx/>
              <a:buFontTx/>
              <a:buNone/>
              <a:tabLst/>
              <a:defRPr/>
            </a:pPr>
            <a:r>
              <a:rPr kumimoji="0" lang="en-US" altLang="en-US" sz="3600" b="1" i="0" u="none" strike="noStrike" kern="1200" cap="none" spc="0" normalizeH="0" baseline="0" noProof="0" dirty="0">
                <a:ln>
                  <a:noFill/>
                </a:ln>
                <a:solidFill>
                  <a:srgbClr val="D86018"/>
                </a:solidFill>
                <a:effectLst/>
                <a:uLnTx/>
                <a:uFillTx/>
                <a:latin typeface="Arial"/>
                <a:ea typeface="+mj-ea"/>
                <a:cs typeface="+mj-cs"/>
              </a:rPr>
              <a:t>Part A Theory</a:t>
            </a:r>
          </a:p>
        </p:txBody>
      </p:sp>
      <p:sp>
        <p:nvSpPr>
          <p:cNvPr id="3" name="TextBox 2">
            <a:extLst>
              <a:ext uri="{FF2B5EF4-FFF2-40B4-BE49-F238E27FC236}">
                <a16:creationId xmlns:a16="http://schemas.microsoft.com/office/drawing/2014/main" id="{F70B5F09-AA9C-0C49-A705-E3ECF1BA7055}"/>
              </a:ext>
            </a:extLst>
          </p:cNvPr>
          <p:cNvSpPr txBox="1"/>
          <p:nvPr/>
        </p:nvSpPr>
        <p:spPr>
          <a:xfrm>
            <a:off x="440871" y="6790584"/>
            <a:ext cx="3021981" cy="477054"/>
          </a:xfrm>
          <a:prstGeom prst="rect">
            <a:avLst/>
          </a:prstGeom>
          <a:noFill/>
        </p:spPr>
        <p:txBody>
          <a:bodyPr wrap="none" rtlCol="0">
            <a:spAutoFit/>
          </a:bodyPr>
          <a:lstStyle/>
          <a:p>
            <a:pPr marL="0" marR="0" lvl="0" indent="0" algn="l" defTabSz="812810" rtl="0" eaLnBrk="1" fontAlgn="auto" latinLnBrk="0" hangingPunct="1">
              <a:lnSpc>
                <a:spcPct val="100000"/>
              </a:lnSpc>
              <a:spcBef>
                <a:spcPts val="0"/>
              </a:spcBef>
              <a:spcAft>
                <a:spcPts val="0"/>
              </a:spcAft>
              <a:buClrTx/>
              <a:buSzTx/>
              <a:buFontTx/>
              <a:buNone/>
              <a:tabLst/>
              <a:defRPr/>
            </a:pPr>
            <a:r>
              <a:rPr kumimoji="0" lang="en-US" sz="2500" b="1" i="0" u="none" strike="noStrike" kern="1200" cap="none" spc="0" normalizeH="0" baseline="0" noProof="0" dirty="0">
                <a:ln>
                  <a:noFill/>
                </a:ln>
                <a:solidFill>
                  <a:srgbClr val="00274C"/>
                </a:solidFill>
                <a:effectLst/>
                <a:uLnTx/>
                <a:uFillTx/>
                <a:latin typeface="Arial"/>
                <a:ea typeface="+mn-ea"/>
                <a:cs typeface="+mn-cs"/>
              </a:rPr>
              <a:t>Olivier Jolliet</a:t>
            </a:r>
            <a:r>
              <a:rPr kumimoji="0" lang="en-US" sz="2500" b="1" i="0" u="none" strike="noStrike" kern="1200" cap="none" spc="0" normalizeH="0" baseline="0" noProof="0">
                <a:ln>
                  <a:noFill/>
                </a:ln>
                <a:solidFill>
                  <a:srgbClr val="00274C"/>
                </a:solidFill>
                <a:effectLst/>
                <a:uLnTx/>
                <a:uFillTx/>
                <a:latin typeface="Arial"/>
                <a:ea typeface="+mn-ea"/>
                <a:cs typeface="+mn-cs"/>
              </a:rPr>
              <a:t>, PhD</a:t>
            </a:r>
            <a:endParaRPr kumimoji="0" lang="en-US" sz="2500" b="0" i="0" u="none" strike="noStrike" kern="1200" cap="none" spc="0" normalizeH="0" baseline="0" noProof="0" dirty="0">
              <a:ln>
                <a:noFill/>
              </a:ln>
              <a:solidFill>
                <a:srgbClr val="00274C"/>
              </a:solidFill>
              <a:effectLst/>
              <a:uLnTx/>
              <a:uFillTx/>
              <a:latin typeface="Arial"/>
              <a:ea typeface="+mn-ea"/>
              <a:cs typeface="+mn-cs"/>
            </a:endParaRPr>
          </a:p>
        </p:txBody>
      </p:sp>
    </p:spTree>
    <p:extLst>
      <p:ext uri="{BB962C8B-B14F-4D97-AF65-F5344CB8AC3E}">
        <p14:creationId xmlns:p14="http://schemas.microsoft.com/office/powerpoint/2010/main" val="227433044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8439A4-B037-4F4E-AFCE-96000C7C1237}"/>
              </a:ext>
            </a:extLst>
          </p:cNvPr>
          <p:cNvSpPr>
            <a:spLocks noGrp="1"/>
          </p:cNvSpPr>
          <p:nvPr>
            <p:ph type="title"/>
          </p:nvPr>
        </p:nvSpPr>
        <p:spPr/>
        <p:txBody>
          <a:bodyPr/>
          <a:lstStyle/>
          <a:p>
            <a:r>
              <a:rPr lang="en-US" dirty="0"/>
              <a:t>Learning Objectives</a:t>
            </a:r>
          </a:p>
        </p:txBody>
      </p:sp>
      <p:sp>
        <p:nvSpPr>
          <p:cNvPr id="45" name="Text Placeholder 2">
            <a:extLst>
              <a:ext uri="{FF2B5EF4-FFF2-40B4-BE49-F238E27FC236}">
                <a16:creationId xmlns:a16="http://schemas.microsoft.com/office/drawing/2014/main" id="{1C63FD6C-8B55-0A4A-A3F9-421E18D7D835}"/>
              </a:ext>
            </a:extLst>
          </p:cNvPr>
          <p:cNvSpPr>
            <a:spLocks noGrp="1"/>
          </p:cNvSpPr>
          <p:nvPr>
            <p:ph type="body" sz="quarter" idx="10"/>
          </p:nvPr>
        </p:nvSpPr>
        <p:spPr>
          <a:xfrm>
            <a:off x="880211" y="1783976"/>
            <a:ext cx="14630400" cy="5429624"/>
          </a:xfrm>
        </p:spPr>
        <p:txBody>
          <a:bodyPr>
            <a:normAutofit/>
          </a:bodyPr>
          <a:lstStyle/>
          <a:p>
            <a:pPr marL="693738" indent="-681038">
              <a:spcAft>
                <a:spcPts val="1200"/>
              </a:spcAft>
              <a:buClr>
                <a:schemeClr val="accent1"/>
              </a:buClr>
              <a:buFont typeface="Arial Bold"/>
              <a:buChar char="►"/>
            </a:pPr>
            <a:r>
              <a:rPr lang="en-US" altLang="en-US" dirty="0"/>
              <a:t>Build the product system and process tree, more specifically</a:t>
            </a:r>
          </a:p>
          <a:p>
            <a:pPr marL="1150938" lvl="1" indent="-681038">
              <a:spcAft>
                <a:spcPts val="1200"/>
              </a:spcAft>
              <a:buClr>
                <a:schemeClr val="accent1"/>
              </a:buClr>
              <a:buFont typeface="Arial Bold"/>
              <a:buChar char="►"/>
            </a:pPr>
            <a:r>
              <a:rPr lang="en-US" altLang="en-US" dirty="0">
                <a:solidFill>
                  <a:schemeClr val="tx2"/>
                </a:solidFill>
              </a:rPr>
              <a:t>Define the product system on a functional basis</a:t>
            </a:r>
          </a:p>
          <a:p>
            <a:pPr marL="1150938" lvl="1" indent="-681038">
              <a:spcAft>
                <a:spcPts val="1200"/>
              </a:spcAft>
              <a:buClr>
                <a:schemeClr val="accent1"/>
              </a:buClr>
              <a:buFont typeface="Arial Bold"/>
              <a:buChar char="►"/>
            </a:pPr>
            <a:r>
              <a:rPr lang="en-US" altLang="en-US" dirty="0">
                <a:solidFill>
                  <a:schemeClr val="tx2"/>
                </a:solidFill>
              </a:rPr>
              <a:t>Identify intermediary and elementary flows</a:t>
            </a:r>
          </a:p>
          <a:p>
            <a:pPr marL="1150938" lvl="1" indent="-681038">
              <a:spcAft>
                <a:spcPts val="3200"/>
              </a:spcAft>
              <a:buClr>
                <a:schemeClr val="accent1"/>
              </a:buClr>
              <a:buFont typeface="Arial Bold"/>
              <a:buChar char="►"/>
            </a:pPr>
            <a:r>
              <a:rPr lang="en-US" altLang="en-US" dirty="0">
                <a:solidFill>
                  <a:schemeClr val="tx2"/>
                </a:solidFill>
              </a:rPr>
              <a:t>Build the system process tree, composed of unit processes linked </a:t>
            </a:r>
            <a:br>
              <a:rPr lang="en-US" altLang="en-US" dirty="0">
                <a:solidFill>
                  <a:schemeClr val="tx2"/>
                </a:solidFill>
              </a:rPr>
            </a:br>
            <a:r>
              <a:rPr lang="en-US" altLang="en-US" dirty="0">
                <a:solidFill>
                  <a:schemeClr val="tx2"/>
                </a:solidFill>
              </a:rPr>
              <a:t>by intermediary flows</a:t>
            </a:r>
          </a:p>
          <a:p>
            <a:pPr marL="693738" indent="-681038">
              <a:spcAft>
                <a:spcPts val="3200"/>
              </a:spcAft>
              <a:buClr>
                <a:schemeClr val="accent1"/>
              </a:buClr>
              <a:buFont typeface="Arial Bold"/>
              <a:buChar char="►"/>
            </a:pPr>
            <a:endParaRPr lang="en-US" dirty="0"/>
          </a:p>
          <a:p>
            <a:pPr marL="693738" indent="-681038">
              <a:spcAft>
                <a:spcPts val="3200"/>
              </a:spcAft>
              <a:buClr>
                <a:schemeClr val="accent1"/>
              </a:buClr>
              <a:buFont typeface="Arial Bold"/>
              <a:buChar char="►"/>
            </a:pPr>
            <a:endParaRPr lang="en-US" altLang="en-US" dirty="0"/>
          </a:p>
          <a:p>
            <a:pPr marL="693738" indent="-681038">
              <a:spcAft>
                <a:spcPts val="3200"/>
              </a:spcAft>
              <a:buClr>
                <a:schemeClr val="accent1"/>
              </a:buClr>
              <a:buFont typeface="Arial Bold"/>
              <a:buChar char="►"/>
            </a:pPr>
            <a:endParaRPr lang="en-US" dirty="0"/>
          </a:p>
        </p:txBody>
      </p:sp>
    </p:spTree>
    <p:extLst>
      <p:ext uri="{BB962C8B-B14F-4D97-AF65-F5344CB8AC3E}">
        <p14:creationId xmlns:p14="http://schemas.microsoft.com/office/powerpoint/2010/main" val="13093270"/>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8439A4-B037-4F4E-AFCE-96000C7C1237}"/>
              </a:ext>
            </a:extLst>
          </p:cNvPr>
          <p:cNvSpPr>
            <a:spLocks noGrp="1"/>
          </p:cNvSpPr>
          <p:nvPr>
            <p:ph type="title"/>
          </p:nvPr>
        </p:nvSpPr>
        <p:spPr>
          <a:xfrm>
            <a:off x="812880" y="279400"/>
            <a:ext cx="14631828" cy="870385"/>
          </a:xfrm>
        </p:spPr>
        <p:txBody>
          <a:bodyPr/>
          <a:lstStyle/>
          <a:p>
            <a:r>
              <a:rPr lang="en-US" altLang="en-US" noProof="1"/>
              <a:t>Product system definition: Function-based</a:t>
            </a:r>
            <a:endParaRPr lang="en-US" dirty="0">
              <a:solidFill>
                <a:schemeClr val="tx2"/>
              </a:solidFill>
            </a:endParaRPr>
          </a:p>
        </p:txBody>
      </p:sp>
      <p:sp>
        <p:nvSpPr>
          <p:cNvPr id="8" name="Text Box 4">
            <a:extLst>
              <a:ext uri="{FF2B5EF4-FFF2-40B4-BE49-F238E27FC236}">
                <a16:creationId xmlns:a16="http://schemas.microsoft.com/office/drawing/2014/main" id="{537C4823-32FD-7F48-8F8D-4EC5218FF371}"/>
              </a:ext>
            </a:extLst>
          </p:cNvPr>
          <p:cNvSpPr txBox="1">
            <a:spLocks noChangeArrowheads="1"/>
          </p:cNvSpPr>
          <p:nvPr/>
        </p:nvSpPr>
        <p:spPr bwMode="auto">
          <a:xfrm>
            <a:off x="812880" y="2701448"/>
            <a:ext cx="6402929" cy="13849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square">
            <a:spAutoFit/>
          </a:bodyPr>
          <a:lstStyle>
            <a:lvl1pPr>
              <a:spcBef>
                <a:spcPct val="20000"/>
              </a:spcBef>
              <a:buClr>
                <a:srgbClr val="FF9900"/>
              </a:buClr>
              <a:buChar char="•"/>
              <a:defRPr sz="3200" b="1">
                <a:solidFill>
                  <a:srgbClr val="01035B"/>
                </a:solidFill>
                <a:latin typeface="Arial" panose="020B0604020202020204" pitchFamily="34" charset="0"/>
              </a:defRPr>
            </a:lvl1pPr>
            <a:lvl2pPr marL="742950" indent="-285750">
              <a:spcBef>
                <a:spcPct val="20000"/>
              </a:spcBef>
              <a:buClr>
                <a:srgbClr val="FF9900"/>
              </a:buClr>
              <a:buChar char="–"/>
              <a:defRPr sz="2800" b="1">
                <a:solidFill>
                  <a:srgbClr val="01035B"/>
                </a:solidFill>
                <a:latin typeface="Arial" panose="020B0604020202020204" pitchFamily="34" charset="0"/>
              </a:defRPr>
            </a:lvl2pPr>
            <a:lvl3pPr marL="1143000" indent="-228600">
              <a:spcBef>
                <a:spcPct val="20000"/>
              </a:spcBef>
              <a:buClr>
                <a:srgbClr val="FF9900"/>
              </a:buClr>
              <a:buChar char="•"/>
              <a:defRPr sz="2400" b="1">
                <a:solidFill>
                  <a:srgbClr val="01035B"/>
                </a:solidFill>
                <a:latin typeface="Arial" panose="020B0604020202020204" pitchFamily="34" charset="0"/>
              </a:defRPr>
            </a:lvl3pPr>
            <a:lvl4pPr marL="1600200" indent="-228600">
              <a:spcBef>
                <a:spcPct val="20000"/>
              </a:spcBef>
              <a:buClr>
                <a:srgbClr val="FF9900"/>
              </a:buClr>
              <a:buChar char="–"/>
              <a:defRPr sz="2000" b="1">
                <a:solidFill>
                  <a:srgbClr val="01035B"/>
                </a:solidFill>
                <a:latin typeface="Arial" panose="020B0604020202020204" pitchFamily="34" charset="0"/>
              </a:defRPr>
            </a:lvl4pPr>
            <a:lvl5pPr marL="2057400" indent="-228600">
              <a:spcBef>
                <a:spcPct val="20000"/>
              </a:spcBef>
              <a:buClr>
                <a:srgbClr val="FF9900"/>
              </a:buClr>
              <a:buChar char="»"/>
              <a:defRPr sz="2000" b="1">
                <a:solidFill>
                  <a:srgbClr val="01035B"/>
                </a:solidFill>
                <a:latin typeface="Arial" panose="020B0604020202020204" pitchFamily="34" charset="0"/>
              </a:defRPr>
            </a:lvl5pPr>
            <a:lvl6pPr marL="25146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6pPr>
            <a:lvl7pPr marL="29718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7pPr>
            <a:lvl8pPr marL="34290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8pPr>
            <a:lvl9pPr marL="38862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9pPr>
          </a:lstStyle>
          <a:p>
            <a:pPr marL="0" marR="0" lvl="0" indent="0" algn="l" defTabSz="812810" rtl="0" eaLnBrk="1" fontAlgn="auto" latinLnBrk="0" hangingPunct="1">
              <a:lnSpc>
                <a:spcPct val="100000"/>
              </a:lnSpc>
              <a:spcBef>
                <a:spcPct val="50000"/>
              </a:spcBef>
              <a:spcAft>
                <a:spcPts val="0"/>
              </a:spcAft>
              <a:buClrTx/>
              <a:buSzTx/>
              <a:buFontTx/>
              <a:buNone/>
              <a:tabLst/>
              <a:defRPr/>
            </a:pPr>
            <a:r>
              <a:rPr kumimoji="0" lang="en-US" altLang="en-US" sz="2800" b="1" i="0" u="none" strike="noStrike" kern="1200" cap="none" spc="0" normalizeH="0" baseline="0" noProof="0" dirty="0">
                <a:ln>
                  <a:noFill/>
                </a:ln>
                <a:solidFill>
                  <a:srgbClr val="D86018"/>
                </a:solidFill>
                <a:effectLst/>
                <a:uLnTx/>
                <a:uFillTx/>
                <a:latin typeface="Arial" panose="020B0604020202020204" pitchFamily="34" charset="0"/>
                <a:ea typeface="+mn-ea"/>
                <a:cs typeface="+mn-cs"/>
              </a:rPr>
              <a:t>A product system </a:t>
            </a:r>
            <a:r>
              <a:rPr kumimoji="0" lang="en-US" altLang="en-US" sz="2800" b="0" i="0" u="none" strike="noStrike" kern="1200" cap="none" spc="0" normalizeH="0" baseline="0" noProof="0" dirty="0">
                <a:ln>
                  <a:noFill/>
                </a:ln>
                <a:solidFill>
                  <a:srgbClr val="01035B"/>
                </a:solidFill>
                <a:effectLst/>
                <a:uLnTx/>
                <a:uFillTx/>
                <a:latin typeface="Arial" panose="020B0604020202020204" pitchFamily="34" charset="0"/>
                <a:ea typeface="+mn-ea"/>
                <a:cs typeface="+mn-cs"/>
              </a:rPr>
              <a:t>is a collection </a:t>
            </a:r>
            <a:br>
              <a:rPr kumimoji="0" lang="en-US" altLang="en-US" sz="2800" b="0" i="0" u="none" strike="noStrike" kern="1200" cap="none" spc="0" normalizeH="0" baseline="0" noProof="0" dirty="0">
                <a:ln>
                  <a:noFill/>
                </a:ln>
                <a:solidFill>
                  <a:srgbClr val="01035B"/>
                </a:solidFill>
                <a:effectLst/>
                <a:uLnTx/>
                <a:uFillTx/>
                <a:latin typeface="Arial" panose="020B0604020202020204" pitchFamily="34" charset="0"/>
                <a:ea typeface="+mn-ea"/>
                <a:cs typeface="+mn-cs"/>
              </a:rPr>
            </a:br>
            <a:r>
              <a:rPr kumimoji="0" lang="en-US" altLang="en-US" sz="2800" b="0" i="0" u="none" strike="noStrike" kern="1200" cap="none" spc="0" normalizeH="0" baseline="0" noProof="0" dirty="0">
                <a:ln>
                  <a:noFill/>
                </a:ln>
                <a:solidFill>
                  <a:srgbClr val="01035B"/>
                </a:solidFill>
                <a:effectLst/>
                <a:uLnTx/>
                <a:uFillTx/>
                <a:latin typeface="Arial" panose="020B0604020202020204" pitchFamily="34" charset="0"/>
                <a:ea typeface="+mn-ea"/>
                <a:cs typeface="+mn-cs"/>
              </a:rPr>
              <a:t>of </a:t>
            </a:r>
            <a:r>
              <a:rPr kumimoji="0" lang="en-US" altLang="en-US" sz="2800" b="0" i="1" u="none" strike="noStrike" kern="1200" cap="none" spc="0" normalizeH="0" baseline="0" noProof="0" dirty="0">
                <a:ln>
                  <a:noFill/>
                </a:ln>
                <a:solidFill>
                  <a:srgbClr val="01035B"/>
                </a:solidFill>
                <a:effectLst/>
                <a:uLnTx/>
                <a:uFillTx/>
                <a:latin typeface="Arial" panose="020B0604020202020204" pitchFamily="34" charset="0"/>
                <a:ea typeface="+mn-ea"/>
                <a:cs typeface="+mn-cs"/>
              </a:rPr>
              <a:t>unit processes </a:t>
            </a:r>
            <a:r>
              <a:rPr kumimoji="0" lang="en-US" altLang="en-US" sz="2800" b="0" i="0" u="none" strike="noStrike" kern="1200" cap="none" spc="0" normalizeH="0" baseline="0" noProof="0" dirty="0">
                <a:ln>
                  <a:noFill/>
                </a:ln>
                <a:solidFill>
                  <a:srgbClr val="01035B"/>
                </a:solidFill>
                <a:effectLst/>
                <a:uLnTx/>
                <a:uFillTx/>
                <a:latin typeface="Arial" panose="020B0604020202020204" pitchFamily="34" charset="0"/>
                <a:ea typeface="+mn-ea"/>
                <a:cs typeface="+mn-cs"/>
              </a:rPr>
              <a:t>(UP) which perform </a:t>
            </a:r>
            <a:br>
              <a:rPr kumimoji="0" lang="en-US" altLang="en-US" sz="2800" b="0" i="0" u="none" strike="noStrike" kern="1200" cap="none" spc="0" normalizeH="0" baseline="0" noProof="0" dirty="0">
                <a:ln>
                  <a:noFill/>
                </a:ln>
                <a:solidFill>
                  <a:srgbClr val="01035B"/>
                </a:solidFill>
                <a:effectLst/>
                <a:uLnTx/>
                <a:uFillTx/>
                <a:latin typeface="Arial" panose="020B0604020202020204" pitchFamily="34" charset="0"/>
                <a:ea typeface="+mn-ea"/>
                <a:cs typeface="+mn-cs"/>
              </a:rPr>
            </a:br>
            <a:r>
              <a:rPr kumimoji="0" lang="en-US" altLang="en-US" sz="2800" b="0" i="0" u="none" strike="noStrike" kern="1200" cap="none" spc="0" normalizeH="0" baseline="0" noProof="0" dirty="0">
                <a:ln>
                  <a:noFill/>
                </a:ln>
                <a:solidFill>
                  <a:srgbClr val="01035B"/>
                </a:solidFill>
                <a:effectLst/>
                <a:uLnTx/>
                <a:uFillTx/>
                <a:latin typeface="Arial" panose="020B0604020202020204" pitchFamily="34" charset="0"/>
                <a:ea typeface="+mn-ea"/>
                <a:cs typeface="+mn-cs"/>
              </a:rPr>
              <a:t>one or more defined functions.</a:t>
            </a:r>
            <a:endParaRPr kumimoji="0" lang="en-US" altLang="en-US" sz="2800" b="0" i="0" u="none" strike="noStrike" kern="1200" cap="none" spc="0" normalizeH="0" baseline="0" noProof="1">
              <a:ln>
                <a:noFill/>
              </a:ln>
              <a:solidFill>
                <a:srgbClr val="01035B"/>
              </a:solidFill>
              <a:effectLst/>
              <a:uLnTx/>
              <a:uFillTx/>
              <a:latin typeface="Arial" panose="020B0604020202020204" pitchFamily="34" charset="0"/>
              <a:ea typeface="+mn-ea"/>
              <a:cs typeface="+mn-cs"/>
            </a:endParaRPr>
          </a:p>
        </p:txBody>
      </p:sp>
      <p:sp>
        <p:nvSpPr>
          <p:cNvPr id="21" name="Text Box 7">
            <a:extLst>
              <a:ext uri="{FF2B5EF4-FFF2-40B4-BE49-F238E27FC236}">
                <a16:creationId xmlns:a16="http://schemas.microsoft.com/office/drawing/2014/main" id="{3111FA41-6AC0-9240-B475-C1F86DE8A511}"/>
              </a:ext>
            </a:extLst>
          </p:cNvPr>
          <p:cNvSpPr txBox="1">
            <a:spLocks noChangeArrowheads="1"/>
          </p:cNvSpPr>
          <p:nvPr/>
        </p:nvSpPr>
        <p:spPr bwMode="auto">
          <a:xfrm>
            <a:off x="9889150" y="3883807"/>
            <a:ext cx="1225015"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FF9900"/>
              </a:buClr>
              <a:buChar char="•"/>
              <a:defRPr sz="3200" b="1">
                <a:solidFill>
                  <a:srgbClr val="01035B"/>
                </a:solidFill>
                <a:latin typeface="Arial" panose="020B0604020202020204" pitchFamily="34" charset="0"/>
              </a:defRPr>
            </a:lvl1pPr>
            <a:lvl2pPr marL="742950" indent="-285750">
              <a:spcBef>
                <a:spcPct val="20000"/>
              </a:spcBef>
              <a:buClr>
                <a:srgbClr val="FF9900"/>
              </a:buClr>
              <a:buChar char="–"/>
              <a:defRPr sz="2800" b="1">
                <a:solidFill>
                  <a:srgbClr val="01035B"/>
                </a:solidFill>
                <a:latin typeface="Arial" panose="020B0604020202020204" pitchFamily="34" charset="0"/>
              </a:defRPr>
            </a:lvl2pPr>
            <a:lvl3pPr marL="1143000" indent="-228600">
              <a:spcBef>
                <a:spcPct val="20000"/>
              </a:spcBef>
              <a:buClr>
                <a:srgbClr val="FF9900"/>
              </a:buClr>
              <a:buChar char="•"/>
              <a:defRPr sz="2400" b="1">
                <a:solidFill>
                  <a:srgbClr val="01035B"/>
                </a:solidFill>
                <a:latin typeface="Arial" panose="020B0604020202020204" pitchFamily="34" charset="0"/>
              </a:defRPr>
            </a:lvl3pPr>
            <a:lvl4pPr marL="1600200" indent="-228600">
              <a:spcBef>
                <a:spcPct val="20000"/>
              </a:spcBef>
              <a:buClr>
                <a:srgbClr val="FF9900"/>
              </a:buClr>
              <a:buChar char="–"/>
              <a:defRPr sz="2000" b="1">
                <a:solidFill>
                  <a:srgbClr val="01035B"/>
                </a:solidFill>
                <a:latin typeface="Arial" panose="020B0604020202020204" pitchFamily="34" charset="0"/>
              </a:defRPr>
            </a:lvl4pPr>
            <a:lvl5pPr marL="2057400" indent="-228600">
              <a:spcBef>
                <a:spcPct val="20000"/>
              </a:spcBef>
              <a:buClr>
                <a:srgbClr val="FF9900"/>
              </a:buClr>
              <a:buChar char="»"/>
              <a:defRPr sz="2000" b="1">
                <a:solidFill>
                  <a:srgbClr val="01035B"/>
                </a:solidFill>
                <a:latin typeface="Arial" panose="020B0604020202020204" pitchFamily="34" charset="0"/>
              </a:defRPr>
            </a:lvl5pPr>
            <a:lvl6pPr marL="25146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6pPr>
            <a:lvl7pPr marL="29718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7pPr>
            <a:lvl8pPr marL="34290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8pPr>
            <a:lvl9pPr marL="38862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9pPr>
          </a:lstStyle>
          <a:p>
            <a:pPr marL="0" marR="0" lvl="0" indent="0" algn="ctr" defTabSz="812810" rtl="0" eaLnBrk="1" fontAlgn="auto" latinLnBrk="0" hangingPunct="1">
              <a:lnSpc>
                <a:spcPct val="100000"/>
              </a:lnSpc>
              <a:spcBef>
                <a:spcPct val="0"/>
              </a:spcBef>
              <a:spcAft>
                <a:spcPts val="0"/>
              </a:spcAft>
              <a:buClrTx/>
              <a:buSzTx/>
              <a:buFontTx/>
              <a:buNone/>
              <a:tabLst/>
              <a:defRPr/>
            </a:pPr>
            <a:r>
              <a:rPr kumimoji="0" lang="en-US" altLang="en-US" sz="2000" b="1" i="0" u="none" strike="noStrike" kern="1200" cap="none" spc="0" normalizeH="0" baseline="0" noProof="0" dirty="0">
                <a:ln>
                  <a:noFill/>
                </a:ln>
                <a:solidFill>
                  <a:srgbClr val="00274C"/>
                </a:solidFill>
                <a:effectLst/>
                <a:uLnTx/>
                <a:uFillTx/>
                <a:latin typeface="Arial" panose="020B0604020202020204" pitchFamily="34" charset="0"/>
                <a:ea typeface="+mn-ea"/>
                <a:cs typeface="Arial" panose="020B0604020202020204" pitchFamily="34" charset="0"/>
              </a:rPr>
              <a:t>Product</a:t>
            </a:r>
            <a:r>
              <a:rPr kumimoji="0" lang="fr-CH" altLang="en-US" sz="2000" b="1" i="0" u="none" strike="noStrike" kern="1200" cap="none" spc="0" normalizeH="0" baseline="0" noProof="0" dirty="0">
                <a:ln>
                  <a:noFill/>
                </a:ln>
                <a:solidFill>
                  <a:srgbClr val="00274C"/>
                </a:solidFill>
                <a:effectLst/>
                <a:uLnTx/>
                <a:uFillTx/>
                <a:latin typeface="Arial" panose="020B0604020202020204" pitchFamily="34" charset="0"/>
                <a:ea typeface="+mn-ea"/>
                <a:cs typeface="Arial" panose="020B0604020202020204" pitchFamily="34" charset="0"/>
              </a:rPr>
              <a:t> </a:t>
            </a:r>
            <a:br>
              <a:rPr kumimoji="0" lang="fr-CH" altLang="en-US" sz="2000" b="1" i="0" u="none" strike="noStrike" kern="1200" cap="none" spc="0" normalizeH="0" baseline="0" noProof="0" dirty="0">
                <a:ln>
                  <a:noFill/>
                </a:ln>
                <a:solidFill>
                  <a:srgbClr val="00274C"/>
                </a:solidFill>
                <a:effectLst/>
                <a:uLnTx/>
                <a:uFillTx/>
                <a:latin typeface="Arial" panose="020B0604020202020204" pitchFamily="34" charset="0"/>
                <a:ea typeface="+mn-ea"/>
                <a:cs typeface="Arial" panose="020B0604020202020204" pitchFamily="34" charset="0"/>
              </a:rPr>
            </a:br>
            <a:r>
              <a:rPr kumimoji="0" lang="fr-CH" altLang="en-US" sz="2000" b="1" i="0" u="none" strike="noStrike" kern="1200" cap="none" spc="0" normalizeH="0" baseline="0" noProof="0" dirty="0">
                <a:ln>
                  <a:noFill/>
                </a:ln>
                <a:solidFill>
                  <a:srgbClr val="00274C"/>
                </a:solidFill>
                <a:effectLst/>
                <a:uLnTx/>
                <a:uFillTx/>
                <a:latin typeface="Arial" panose="020B0604020202020204" pitchFamily="34" charset="0"/>
                <a:ea typeface="+mn-ea"/>
                <a:cs typeface="Arial" panose="020B0604020202020204" pitchFamily="34" charset="0"/>
              </a:rPr>
              <a:t>system</a:t>
            </a:r>
            <a:endParaRPr kumimoji="0" lang="en-GB" altLang="en-US" sz="2000" b="1" i="0" u="none" strike="noStrike" kern="1200" cap="none" spc="0" normalizeH="0" baseline="0" noProof="0" dirty="0">
              <a:ln>
                <a:noFill/>
              </a:ln>
              <a:solidFill>
                <a:srgbClr val="00274C"/>
              </a:solidFill>
              <a:effectLst/>
              <a:uLnTx/>
              <a:uFillTx/>
              <a:latin typeface="Arial" panose="020B0604020202020204" pitchFamily="34" charset="0"/>
              <a:ea typeface="+mn-ea"/>
              <a:cs typeface="Arial" panose="020B0604020202020204" pitchFamily="34" charset="0"/>
            </a:endParaRPr>
          </a:p>
        </p:txBody>
      </p:sp>
      <p:sp>
        <p:nvSpPr>
          <p:cNvPr id="31" name="Rectangle 2">
            <a:extLst>
              <a:ext uri="{FF2B5EF4-FFF2-40B4-BE49-F238E27FC236}">
                <a16:creationId xmlns:a16="http://schemas.microsoft.com/office/drawing/2014/main" id="{08A9DC8D-32C3-1741-A6CA-6D3B1DD1E54F}"/>
              </a:ext>
            </a:extLst>
          </p:cNvPr>
          <p:cNvSpPr>
            <a:spLocks noChangeArrowheads="1"/>
          </p:cNvSpPr>
          <p:nvPr/>
        </p:nvSpPr>
        <p:spPr bwMode="auto">
          <a:xfrm>
            <a:off x="812880" y="4327264"/>
            <a:ext cx="6402929" cy="24929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square">
            <a:spAutoFit/>
          </a:bodyPr>
          <a:lstStyle>
            <a:lvl1pPr>
              <a:spcBef>
                <a:spcPct val="20000"/>
              </a:spcBef>
              <a:buClr>
                <a:srgbClr val="FF9900"/>
              </a:buClr>
              <a:buChar char="•"/>
              <a:defRPr sz="3200" b="1">
                <a:solidFill>
                  <a:srgbClr val="01035B"/>
                </a:solidFill>
                <a:latin typeface="Arial" panose="020B0604020202020204" pitchFamily="34" charset="0"/>
              </a:defRPr>
            </a:lvl1pPr>
            <a:lvl2pPr marL="742950" indent="-285750">
              <a:spcBef>
                <a:spcPct val="20000"/>
              </a:spcBef>
              <a:buClr>
                <a:srgbClr val="FF9900"/>
              </a:buClr>
              <a:buChar char="–"/>
              <a:defRPr sz="2800" b="1">
                <a:solidFill>
                  <a:srgbClr val="01035B"/>
                </a:solidFill>
                <a:latin typeface="Arial" panose="020B0604020202020204" pitchFamily="34" charset="0"/>
              </a:defRPr>
            </a:lvl2pPr>
            <a:lvl3pPr marL="1143000" indent="-228600">
              <a:spcBef>
                <a:spcPct val="20000"/>
              </a:spcBef>
              <a:buClr>
                <a:srgbClr val="FF9900"/>
              </a:buClr>
              <a:buChar char="•"/>
              <a:defRPr sz="2400" b="1">
                <a:solidFill>
                  <a:srgbClr val="01035B"/>
                </a:solidFill>
                <a:latin typeface="Arial" panose="020B0604020202020204" pitchFamily="34" charset="0"/>
              </a:defRPr>
            </a:lvl3pPr>
            <a:lvl4pPr marL="1600200" indent="-228600">
              <a:spcBef>
                <a:spcPct val="20000"/>
              </a:spcBef>
              <a:buClr>
                <a:srgbClr val="FF9900"/>
              </a:buClr>
              <a:buChar char="–"/>
              <a:defRPr sz="2000" b="1">
                <a:solidFill>
                  <a:srgbClr val="01035B"/>
                </a:solidFill>
                <a:latin typeface="Arial" panose="020B0604020202020204" pitchFamily="34" charset="0"/>
              </a:defRPr>
            </a:lvl4pPr>
            <a:lvl5pPr marL="2057400" indent="-228600">
              <a:spcBef>
                <a:spcPct val="20000"/>
              </a:spcBef>
              <a:buClr>
                <a:srgbClr val="FF9900"/>
              </a:buClr>
              <a:buChar char="»"/>
              <a:defRPr sz="2000" b="1">
                <a:solidFill>
                  <a:srgbClr val="01035B"/>
                </a:solidFill>
                <a:latin typeface="Arial" panose="020B0604020202020204" pitchFamily="34" charset="0"/>
              </a:defRPr>
            </a:lvl5pPr>
            <a:lvl6pPr marL="25146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6pPr>
            <a:lvl7pPr marL="29718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7pPr>
            <a:lvl8pPr marL="34290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8pPr>
            <a:lvl9pPr marL="38862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9pPr>
          </a:lstStyle>
          <a:p>
            <a:pPr marL="0" marR="0" lvl="0" indent="0" algn="l" defTabSz="812810" rtl="0" eaLnBrk="1" fontAlgn="auto" latinLnBrk="0" hangingPunct="1">
              <a:lnSpc>
                <a:spcPct val="100000"/>
              </a:lnSpc>
              <a:spcBef>
                <a:spcPct val="50000"/>
              </a:spcBef>
              <a:spcAft>
                <a:spcPts val="0"/>
              </a:spcAft>
              <a:buClrTx/>
              <a:buSzTx/>
              <a:buFontTx/>
              <a:buNone/>
              <a:tabLst/>
              <a:defRPr/>
            </a:pPr>
            <a:r>
              <a:rPr kumimoji="0" lang="en-US" altLang="en-US" sz="2400" b="0" i="0" u="none" strike="noStrike" kern="1200" cap="none" spc="0" normalizeH="0" baseline="0" noProof="0" dirty="0">
                <a:ln>
                  <a:noFill/>
                </a:ln>
                <a:solidFill>
                  <a:srgbClr val="D86018"/>
                </a:solidFill>
                <a:effectLst/>
                <a:uLnTx/>
                <a:uFillTx/>
                <a:latin typeface="Arial" panose="020B0604020202020204" pitchFamily="34" charset="0"/>
                <a:ea typeface="+mn-ea"/>
                <a:cs typeface="+mn-cs"/>
              </a:rPr>
              <a:t>The essential property of a product system </a:t>
            </a:r>
            <a:br>
              <a:rPr kumimoji="0" lang="en-US" altLang="en-US" sz="2400" b="0" i="0" u="none" strike="noStrike" kern="1200" cap="none" spc="0" normalizeH="0" baseline="0" noProof="0" dirty="0">
                <a:ln>
                  <a:noFill/>
                </a:ln>
                <a:solidFill>
                  <a:srgbClr val="D86018"/>
                </a:solidFill>
                <a:effectLst/>
                <a:uLnTx/>
                <a:uFillTx/>
                <a:latin typeface="Arial" panose="020B0604020202020204" pitchFamily="34" charset="0"/>
                <a:ea typeface="+mn-ea"/>
                <a:cs typeface="+mn-cs"/>
              </a:rPr>
            </a:br>
            <a:r>
              <a:rPr kumimoji="0" lang="en-US" altLang="en-US" sz="2400" b="0" i="0" u="none" strike="noStrike" kern="1200" cap="none" spc="0" normalizeH="0" baseline="0" noProof="0" dirty="0">
                <a:ln>
                  <a:noFill/>
                </a:ln>
                <a:solidFill>
                  <a:srgbClr val="D86018"/>
                </a:solidFill>
                <a:effectLst/>
                <a:uLnTx/>
                <a:uFillTx/>
                <a:latin typeface="Arial" panose="020B0604020202020204" pitchFamily="34" charset="0"/>
                <a:ea typeface="+mn-ea"/>
                <a:cs typeface="+mn-cs"/>
              </a:rPr>
              <a:t>is characterized by its function and cannot be </a:t>
            </a:r>
            <a:br>
              <a:rPr kumimoji="0" lang="en-US" altLang="en-US" sz="2400" b="0" i="0" u="none" strike="noStrike" kern="1200" cap="none" spc="0" normalizeH="0" baseline="0" noProof="0" dirty="0">
                <a:ln>
                  <a:noFill/>
                </a:ln>
                <a:solidFill>
                  <a:srgbClr val="D86018"/>
                </a:solidFill>
                <a:effectLst/>
                <a:uLnTx/>
                <a:uFillTx/>
                <a:latin typeface="Arial" panose="020B0604020202020204" pitchFamily="34" charset="0"/>
                <a:ea typeface="+mn-ea"/>
                <a:cs typeface="+mn-cs"/>
              </a:rPr>
            </a:br>
            <a:r>
              <a:rPr kumimoji="0" lang="en-US" altLang="en-US" sz="2400" b="0" i="0" u="none" strike="noStrike" kern="1200" cap="none" spc="0" normalizeH="0" baseline="0" noProof="0" dirty="0">
                <a:ln>
                  <a:noFill/>
                </a:ln>
                <a:solidFill>
                  <a:srgbClr val="D86018"/>
                </a:solidFill>
                <a:effectLst/>
                <a:uLnTx/>
                <a:uFillTx/>
                <a:latin typeface="Arial" panose="020B0604020202020204" pitchFamily="34" charset="0"/>
                <a:ea typeface="+mn-ea"/>
                <a:cs typeface="+mn-cs"/>
              </a:rPr>
              <a:t>defined solely in terms of the final products.</a:t>
            </a:r>
          </a:p>
          <a:p>
            <a:pPr marL="0" marR="0" lvl="0" indent="0" algn="l" defTabSz="812810" rtl="0" eaLnBrk="1" fontAlgn="auto" latinLnBrk="0" hangingPunct="1">
              <a:lnSpc>
                <a:spcPct val="100000"/>
              </a:lnSpc>
              <a:spcBef>
                <a:spcPct val="50000"/>
              </a:spcBef>
              <a:spcAft>
                <a:spcPts val="0"/>
              </a:spcAft>
              <a:buClrTx/>
              <a:buSzTx/>
              <a:buFontTx/>
              <a:buNone/>
              <a:tabLst/>
              <a:defRPr/>
            </a:pPr>
            <a:r>
              <a:rPr kumimoji="0" lang="en-US" altLang="en-US" sz="2400" b="0" i="0" u="none" strike="noStrike" kern="1200" cap="none" spc="0" normalizeH="0" baseline="0" noProof="1">
                <a:ln>
                  <a:noFill/>
                </a:ln>
                <a:solidFill>
                  <a:srgbClr val="D86018"/>
                </a:solidFill>
                <a:effectLst/>
                <a:uLnTx/>
                <a:uFillTx/>
                <a:latin typeface="Arial" panose="020B0604020202020204" pitchFamily="34" charset="0"/>
                <a:ea typeface="+mn-ea"/>
                <a:cs typeface="+mn-cs"/>
              </a:rPr>
              <a:t>Ideally, the product system contains all </a:t>
            </a:r>
            <a:br>
              <a:rPr kumimoji="0" lang="en-US" altLang="en-US" sz="2400" b="0" i="0" u="none" strike="noStrike" kern="1200" cap="none" spc="0" normalizeH="0" baseline="0" noProof="1">
                <a:ln>
                  <a:noFill/>
                </a:ln>
                <a:solidFill>
                  <a:srgbClr val="D86018"/>
                </a:solidFill>
                <a:effectLst/>
                <a:uLnTx/>
                <a:uFillTx/>
                <a:latin typeface="Arial" panose="020B0604020202020204" pitchFamily="34" charset="0"/>
                <a:ea typeface="+mn-ea"/>
                <a:cs typeface="+mn-cs"/>
              </a:rPr>
            </a:br>
            <a:r>
              <a:rPr kumimoji="0" lang="en-US" altLang="en-US" sz="2400" b="0" i="0" u="none" strike="noStrike" kern="1200" cap="none" spc="0" normalizeH="0" baseline="0" noProof="1">
                <a:ln>
                  <a:noFill/>
                </a:ln>
                <a:solidFill>
                  <a:srgbClr val="D86018"/>
                </a:solidFill>
                <a:effectLst/>
                <a:uLnTx/>
                <a:uFillTx/>
                <a:latin typeface="Arial" panose="020B0604020202020204" pitchFamily="34" charset="0"/>
                <a:ea typeface="+mn-ea"/>
                <a:cs typeface="+mn-cs"/>
              </a:rPr>
              <a:t>processes required to achieve the system </a:t>
            </a:r>
            <a:br>
              <a:rPr kumimoji="0" lang="en-US" altLang="en-US" sz="2400" b="0" i="0" u="none" strike="noStrike" kern="1200" cap="none" spc="0" normalizeH="0" baseline="0" noProof="1">
                <a:ln>
                  <a:noFill/>
                </a:ln>
                <a:solidFill>
                  <a:srgbClr val="D86018"/>
                </a:solidFill>
                <a:effectLst/>
                <a:uLnTx/>
                <a:uFillTx/>
                <a:latin typeface="Arial" panose="020B0604020202020204" pitchFamily="34" charset="0"/>
                <a:ea typeface="+mn-ea"/>
                <a:cs typeface="+mn-cs"/>
              </a:rPr>
            </a:br>
            <a:r>
              <a:rPr kumimoji="0" lang="en-US" altLang="en-US" sz="2400" b="0" i="0" u="none" strike="noStrike" kern="1200" cap="none" spc="0" normalizeH="0" baseline="0" noProof="1">
                <a:ln>
                  <a:noFill/>
                </a:ln>
                <a:solidFill>
                  <a:srgbClr val="D86018"/>
                </a:solidFill>
                <a:effectLst/>
                <a:uLnTx/>
                <a:uFillTx/>
                <a:latin typeface="Arial" panose="020B0604020202020204" pitchFamily="34" charset="0"/>
                <a:ea typeface="+mn-ea"/>
                <a:cs typeface="+mn-cs"/>
              </a:rPr>
              <a:t>function (0 input from economy).</a:t>
            </a:r>
          </a:p>
        </p:txBody>
      </p:sp>
      <p:sp>
        <p:nvSpPr>
          <p:cNvPr id="32" name="Rectangle 31">
            <a:extLst>
              <a:ext uri="{FF2B5EF4-FFF2-40B4-BE49-F238E27FC236}">
                <a16:creationId xmlns:a16="http://schemas.microsoft.com/office/drawing/2014/main" id="{B88E2C7D-F978-204A-8094-59C4590A6525}"/>
              </a:ext>
            </a:extLst>
          </p:cNvPr>
          <p:cNvSpPr/>
          <p:nvPr/>
        </p:nvSpPr>
        <p:spPr bwMode="auto">
          <a:xfrm>
            <a:off x="10051047" y="5024630"/>
            <a:ext cx="338138" cy="263525"/>
          </a:xfrm>
          <a:prstGeom prst="rect">
            <a:avLst/>
          </a:prstGeom>
          <a:solidFill>
            <a:schemeClr val="bg1">
              <a:lumMod val="75000"/>
            </a:schemeClr>
          </a:solidFill>
          <a:ln w="12700" cap="flat" cmpd="sng" algn="ctr">
            <a:solidFill>
              <a:schemeClr val="tx1"/>
            </a:solidFill>
            <a:prstDash val="solid"/>
            <a:round/>
            <a:headEnd type="none" w="med" len="med"/>
            <a:tailEnd type="none" w="med" len="med"/>
          </a:ln>
          <a:effectLst/>
        </p:spPr>
        <p:txBody>
          <a:bodyPr wrap="none" anchor="ctr"/>
          <a:lstStyle/>
          <a:p>
            <a:pPr marL="0" marR="0" lvl="0" indent="0" algn="l" defTabSz="812810" rtl="0" eaLnBrk="1" fontAlgn="auto" latinLnBrk="0" hangingPunct="1">
              <a:lnSpc>
                <a:spcPct val="100000"/>
              </a:lnSpc>
              <a:spcBef>
                <a:spcPts val="0"/>
              </a:spcBef>
              <a:spcAft>
                <a:spcPts val="0"/>
              </a:spcAft>
              <a:buClrTx/>
              <a:buSzTx/>
              <a:buFontTx/>
              <a:buNone/>
              <a:tabLst/>
              <a:defRPr/>
            </a:pPr>
            <a:endParaRPr kumimoji="0" lang="en-US" sz="3200" b="0" i="0" u="none" strike="noStrike" kern="1200" cap="none" spc="0" normalizeH="0" baseline="0" noProof="0">
              <a:ln>
                <a:noFill/>
              </a:ln>
              <a:solidFill>
                <a:srgbClr val="000000"/>
              </a:solidFill>
              <a:effectLst/>
              <a:uLnTx/>
              <a:uFillTx/>
              <a:latin typeface="Arial" charset="0"/>
              <a:ea typeface="+mn-ea"/>
              <a:cs typeface="+mn-cs"/>
            </a:endParaRPr>
          </a:p>
        </p:txBody>
      </p:sp>
      <p:sp>
        <p:nvSpPr>
          <p:cNvPr id="33" name="Rectangle 32">
            <a:extLst>
              <a:ext uri="{FF2B5EF4-FFF2-40B4-BE49-F238E27FC236}">
                <a16:creationId xmlns:a16="http://schemas.microsoft.com/office/drawing/2014/main" id="{055A66D6-5443-754F-9678-46406961B779}"/>
              </a:ext>
            </a:extLst>
          </p:cNvPr>
          <p:cNvSpPr/>
          <p:nvPr/>
        </p:nvSpPr>
        <p:spPr bwMode="auto">
          <a:xfrm>
            <a:off x="10546347" y="5032568"/>
            <a:ext cx="338138" cy="265112"/>
          </a:xfrm>
          <a:prstGeom prst="rect">
            <a:avLst/>
          </a:prstGeom>
          <a:solidFill>
            <a:schemeClr val="bg1">
              <a:lumMod val="75000"/>
            </a:schemeClr>
          </a:solidFill>
          <a:ln w="12700" cap="flat" cmpd="sng" algn="ctr">
            <a:solidFill>
              <a:schemeClr val="tx1"/>
            </a:solidFill>
            <a:prstDash val="solid"/>
            <a:round/>
            <a:headEnd type="none" w="med" len="med"/>
            <a:tailEnd type="none" w="med" len="med"/>
          </a:ln>
          <a:effectLst/>
        </p:spPr>
        <p:txBody>
          <a:bodyPr wrap="none" anchor="ctr"/>
          <a:lstStyle/>
          <a:p>
            <a:pPr marL="0" marR="0" lvl="0" indent="0" algn="l" defTabSz="812810" rtl="0" eaLnBrk="1" fontAlgn="auto" latinLnBrk="0" hangingPunct="1">
              <a:lnSpc>
                <a:spcPct val="100000"/>
              </a:lnSpc>
              <a:spcBef>
                <a:spcPts val="0"/>
              </a:spcBef>
              <a:spcAft>
                <a:spcPts val="0"/>
              </a:spcAft>
              <a:buClrTx/>
              <a:buSzTx/>
              <a:buFontTx/>
              <a:buNone/>
              <a:tabLst/>
              <a:defRPr/>
            </a:pPr>
            <a:endParaRPr kumimoji="0" lang="en-US" sz="3200" b="0" i="0" u="none" strike="noStrike" kern="1200" cap="none" spc="0" normalizeH="0" baseline="0" noProof="0">
              <a:ln>
                <a:noFill/>
              </a:ln>
              <a:solidFill>
                <a:srgbClr val="000000"/>
              </a:solidFill>
              <a:effectLst/>
              <a:uLnTx/>
              <a:uFillTx/>
              <a:latin typeface="Arial" charset="0"/>
              <a:ea typeface="+mn-ea"/>
              <a:cs typeface="+mn-cs"/>
            </a:endParaRPr>
          </a:p>
        </p:txBody>
      </p:sp>
      <p:sp>
        <p:nvSpPr>
          <p:cNvPr id="34" name="Rectangle 33">
            <a:extLst>
              <a:ext uri="{FF2B5EF4-FFF2-40B4-BE49-F238E27FC236}">
                <a16:creationId xmlns:a16="http://schemas.microsoft.com/office/drawing/2014/main" id="{814CC83A-B243-274C-B0D0-F895A5E10BDC}"/>
              </a:ext>
            </a:extLst>
          </p:cNvPr>
          <p:cNvSpPr/>
          <p:nvPr/>
        </p:nvSpPr>
        <p:spPr bwMode="auto">
          <a:xfrm>
            <a:off x="10282822" y="5607243"/>
            <a:ext cx="338138" cy="265112"/>
          </a:xfrm>
          <a:prstGeom prst="rect">
            <a:avLst/>
          </a:prstGeom>
          <a:solidFill>
            <a:schemeClr val="bg1">
              <a:lumMod val="75000"/>
            </a:schemeClr>
          </a:solidFill>
          <a:ln w="12700" cap="flat" cmpd="sng" algn="ctr">
            <a:solidFill>
              <a:schemeClr val="tx1"/>
            </a:solidFill>
            <a:prstDash val="solid"/>
            <a:round/>
            <a:headEnd type="none" w="med" len="med"/>
            <a:tailEnd type="none" w="med" len="med"/>
          </a:ln>
          <a:effectLst/>
        </p:spPr>
        <p:txBody>
          <a:bodyPr wrap="none" anchor="ctr"/>
          <a:lstStyle/>
          <a:p>
            <a:pPr marL="0" marR="0" lvl="0" indent="0" algn="l" defTabSz="812810" rtl="0" eaLnBrk="1" fontAlgn="auto" latinLnBrk="0" hangingPunct="1">
              <a:lnSpc>
                <a:spcPct val="100000"/>
              </a:lnSpc>
              <a:spcBef>
                <a:spcPts val="0"/>
              </a:spcBef>
              <a:spcAft>
                <a:spcPts val="0"/>
              </a:spcAft>
              <a:buClrTx/>
              <a:buSzTx/>
              <a:buFontTx/>
              <a:buNone/>
              <a:tabLst/>
              <a:defRPr/>
            </a:pPr>
            <a:endParaRPr kumimoji="0" lang="en-US" sz="3200" b="0" i="0" u="none" strike="noStrike" kern="1200" cap="none" spc="0" normalizeH="0" baseline="0" noProof="0">
              <a:ln>
                <a:noFill/>
              </a:ln>
              <a:solidFill>
                <a:srgbClr val="000000"/>
              </a:solidFill>
              <a:effectLst/>
              <a:uLnTx/>
              <a:uFillTx/>
              <a:latin typeface="Arial" charset="0"/>
              <a:ea typeface="+mn-ea"/>
              <a:cs typeface="+mn-cs"/>
            </a:endParaRPr>
          </a:p>
        </p:txBody>
      </p:sp>
      <p:cxnSp>
        <p:nvCxnSpPr>
          <p:cNvPr id="35" name="Elbow Connector 5">
            <a:extLst>
              <a:ext uri="{FF2B5EF4-FFF2-40B4-BE49-F238E27FC236}">
                <a16:creationId xmlns:a16="http://schemas.microsoft.com/office/drawing/2014/main" id="{C672494F-DB56-A642-8176-93FCAB867265}"/>
              </a:ext>
            </a:extLst>
          </p:cNvPr>
          <p:cNvCxnSpPr>
            <a:cxnSpLocks noChangeShapeType="1"/>
            <a:stCxn id="32" idx="2"/>
            <a:endCxn id="34" idx="0"/>
          </p:cNvCxnSpPr>
          <p:nvPr/>
        </p:nvCxnSpPr>
        <p:spPr bwMode="auto">
          <a:xfrm rot="16200000" flipH="1">
            <a:off x="10175666" y="5331811"/>
            <a:ext cx="319088" cy="231775"/>
          </a:xfrm>
          <a:prstGeom prst="bentConnector3">
            <a:avLst>
              <a:gd name="adj1" fmla="val 50000"/>
            </a:avLst>
          </a:prstGeom>
          <a:noFill/>
          <a:ln w="12700" algn="ctr">
            <a:solidFill>
              <a:schemeClr val="accent4"/>
            </a:solidFill>
            <a:round/>
            <a:headEnd/>
            <a:tailEnd type="triangle" w="med" len="med"/>
          </a:ln>
          <a:extLst>
            <a:ext uri="{909E8E84-426E-40DD-AFC4-6F175D3DCCD1}">
              <a14:hiddenFill xmlns:a14="http://schemas.microsoft.com/office/drawing/2010/main">
                <a:noFill/>
              </a14:hiddenFill>
            </a:ext>
          </a:extLst>
        </p:spPr>
      </p:cxnSp>
      <p:cxnSp>
        <p:nvCxnSpPr>
          <p:cNvPr id="36" name="Elbow Connector 7">
            <a:extLst>
              <a:ext uri="{FF2B5EF4-FFF2-40B4-BE49-F238E27FC236}">
                <a16:creationId xmlns:a16="http://schemas.microsoft.com/office/drawing/2014/main" id="{51AE1E5C-E9E8-8E4A-A374-427C0DE5394F}"/>
              </a:ext>
            </a:extLst>
          </p:cNvPr>
          <p:cNvCxnSpPr>
            <a:cxnSpLocks noChangeShapeType="1"/>
            <a:stCxn id="33" idx="2"/>
            <a:endCxn id="34" idx="0"/>
          </p:cNvCxnSpPr>
          <p:nvPr/>
        </p:nvCxnSpPr>
        <p:spPr bwMode="auto">
          <a:xfrm rot="5400000">
            <a:off x="10428078" y="5320699"/>
            <a:ext cx="309563" cy="263525"/>
          </a:xfrm>
          <a:prstGeom prst="bentConnector3">
            <a:avLst>
              <a:gd name="adj1" fmla="val 50000"/>
            </a:avLst>
          </a:prstGeom>
          <a:noFill/>
          <a:ln w="12700" algn="ctr">
            <a:solidFill>
              <a:schemeClr val="accent4"/>
            </a:solidFill>
            <a:round/>
            <a:headEnd/>
            <a:tailEnd type="triangle" w="med" len="med"/>
          </a:ln>
          <a:extLst>
            <a:ext uri="{909E8E84-426E-40DD-AFC4-6F175D3DCCD1}">
              <a14:hiddenFill xmlns:a14="http://schemas.microsoft.com/office/drawing/2010/main">
                <a:noFill/>
              </a14:hiddenFill>
            </a:ext>
          </a:extLst>
        </p:spPr>
      </p:cxnSp>
      <p:sp>
        <p:nvSpPr>
          <p:cNvPr id="3" name="Rectangle 2">
            <a:extLst>
              <a:ext uri="{FF2B5EF4-FFF2-40B4-BE49-F238E27FC236}">
                <a16:creationId xmlns:a16="http://schemas.microsoft.com/office/drawing/2014/main" id="{5D486ECB-09C8-E144-A2A7-3757A0D63648}"/>
              </a:ext>
            </a:extLst>
          </p:cNvPr>
          <p:cNvSpPr/>
          <p:nvPr/>
        </p:nvSpPr>
        <p:spPr>
          <a:xfrm>
            <a:off x="8128795" y="2763078"/>
            <a:ext cx="7037618" cy="3617844"/>
          </a:xfrm>
          <a:prstGeom prst="rect">
            <a:avLst/>
          </a:prstGeom>
          <a:noFill/>
          <a:ln w="28575" cap="flat" cmpd="sng" algn="ctr">
            <a:solidFill>
              <a:schemeClr val="tx2"/>
            </a:solidFill>
            <a:prstDash val="solid"/>
            <a:round/>
            <a:headEnd type="none" w="med" len="med"/>
            <a:tailEnd type="none" w="med" len="med"/>
          </a:ln>
        </p:spPr>
        <p:style>
          <a:lnRef idx="0">
            <a:scrgbClr r="0" g="0" b="0"/>
          </a:lnRef>
          <a:fillRef idx="0">
            <a:scrgbClr r="0" g="0" b="0"/>
          </a:fillRef>
          <a:effectRef idx="0">
            <a:scrgbClr r="0" g="0" b="0"/>
          </a:effectRef>
          <a:fontRef idx="minor">
            <a:schemeClr val="accent4"/>
          </a:fontRef>
        </p:style>
        <p:txBody>
          <a:bodyPr rtlCol="0" anchor="ctr"/>
          <a:lstStyle/>
          <a:p>
            <a:pPr marL="0" marR="0" lvl="0" indent="0" algn="ctr" defTabSz="812810" rtl="0" eaLnBrk="1" fontAlgn="auto" latinLnBrk="0" hangingPunct="1">
              <a:lnSpc>
                <a:spcPct val="100000"/>
              </a:lnSpc>
              <a:spcBef>
                <a:spcPts val="0"/>
              </a:spcBef>
              <a:spcAft>
                <a:spcPts val="0"/>
              </a:spcAft>
              <a:buClrTx/>
              <a:buSzTx/>
              <a:buFontTx/>
              <a:buNone/>
              <a:tabLst/>
              <a:defRPr/>
            </a:pPr>
            <a:endParaRPr kumimoji="0" lang="en-US" sz="3200" b="0" i="0" u="none" strike="noStrike" kern="1200" cap="none" spc="0" normalizeH="0" baseline="0" noProof="0">
              <a:ln>
                <a:noFill/>
              </a:ln>
              <a:solidFill>
                <a:srgbClr val="407EC9"/>
              </a:solidFill>
              <a:effectLst/>
              <a:uLnTx/>
              <a:uFillTx/>
              <a:latin typeface="Arial" panose="020B0604020202020204"/>
              <a:ea typeface="+mn-ea"/>
              <a:cs typeface="+mn-cs"/>
            </a:endParaRPr>
          </a:p>
        </p:txBody>
      </p:sp>
      <p:cxnSp>
        <p:nvCxnSpPr>
          <p:cNvPr id="5" name="Straight Connector 4">
            <a:extLst>
              <a:ext uri="{FF2B5EF4-FFF2-40B4-BE49-F238E27FC236}">
                <a16:creationId xmlns:a16="http://schemas.microsoft.com/office/drawing/2014/main" id="{6E829B20-D919-6B42-A027-67D0C449D316}"/>
              </a:ext>
            </a:extLst>
          </p:cNvPr>
          <p:cNvCxnSpPr>
            <a:cxnSpLocks/>
          </p:cNvCxnSpPr>
          <p:nvPr/>
        </p:nvCxnSpPr>
        <p:spPr>
          <a:xfrm>
            <a:off x="11162736" y="2763078"/>
            <a:ext cx="0" cy="3617844"/>
          </a:xfrm>
          <a:prstGeom prst="line">
            <a:avLst/>
          </a:prstGeom>
          <a:ln>
            <a:solidFill>
              <a:schemeClr val="tx2"/>
            </a:solidFill>
          </a:ln>
          <a:effectLst/>
        </p:spPr>
        <p:style>
          <a:lnRef idx="2">
            <a:schemeClr val="accent1"/>
          </a:lnRef>
          <a:fillRef idx="0">
            <a:schemeClr val="accent1"/>
          </a:fillRef>
          <a:effectRef idx="1">
            <a:schemeClr val="accent1"/>
          </a:effectRef>
          <a:fontRef idx="minor">
            <a:schemeClr val="tx1"/>
          </a:fontRef>
        </p:style>
      </p:cxnSp>
      <p:sp>
        <p:nvSpPr>
          <p:cNvPr id="7" name="TextBox 6">
            <a:extLst>
              <a:ext uri="{FF2B5EF4-FFF2-40B4-BE49-F238E27FC236}">
                <a16:creationId xmlns:a16="http://schemas.microsoft.com/office/drawing/2014/main" id="{CA6394A2-15ED-5440-A2D3-A91359D8A926}"/>
              </a:ext>
            </a:extLst>
          </p:cNvPr>
          <p:cNvSpPr txBox="1"/>
          <p:nvPr/>
        </p:nvSpPr>
        <p:spPr>
          <a:xfrm>
            <a:off x="8908349" y="2922751"/>
            <a:ext cx="1510350" cy="400110"/>
          </a:xfrm>
          <a:prstGeom prst="rect">
            <a:avLst/>
          </a:prstGeom>
          <a:noFill/>
        </p:spPr>
        <p:txBody>
          <a:bodyPr wrap="none" rtlCol="0">
            <a:spAutoFit/>
          </a:bodyPr>
          <a:lstStyle/>
          <a:p>
            <a:pPr marL="0" marR="0" lvl="0" indent="0" algn="l" defTabSz="81281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00B2A9"/>
                </a:solidFill>
                <a:effectLst/>
                <a:uLnTx/>
                <a:uFillTx/>
                <a:latin typeface="Arial" panose="020B0604020202020204"/>
                <a:ea typeface="+mn-ea"/>
                <a:cs typeface="+mn-cs"/>
              </a:rPr>
              <a:t>ECONOMY</a:t>
            </a:r>
          </a:p>
        </p:txBody>
      </p:sp>
      <p:sp>
        <p:nvSpPr>
          <p:cNvPr id="37" name="TextBox 36">
            <a:extLst>
              <a:ext uri="{FF2B5EF4-FFF2-40B4-BE49-F238E27FC236}">
                <a16:creationId xmlns:a16="http://schemas.microsoft.com/office/drawing/2014/main" id="{C06812AF-769F-2D46-B049-19663BDCD63B}"/>
              </a:ext>
            </a:extLst>
          </p:cNvPr>
          <p:cNvSpPr txBox="1"/>
          <p:nvPr/>
        </p:nvSpPr>
        <p:spPr>
          <a:xfrm>
            <a:off x="12194905" y="2922751"/>
            <a:ext cx="2082621" cy="400110"/>
          </a:xfrm>
          <a:prstGeom prst="rect">
            <a:avLst/>
          </a:prstGeom>
          <a:noFill/>
        </p:spPr>
        <p:txBody>
          <a:bodyPr wrap="none" rtlCol="0">
            <a:spAutoFit/>
          </a:bodyPr>
          <a:lstStyle/>
          <a:p>
            <a:pPr marL="0" marR="0" lvl="0" indent="0" algn="l" defTabSz="81281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ADA400"/>
                </a:solidFill>
                <a:effectLst/>
                <a:uLnTx/>
                <a:uFillTx/>
                <a:latin typeface="Arial" panose="020B0604020202020204"/>
                <a:ea typeface="+mn-ea"/>
                <a:cs typeface="+mn-cs"/>
              </a:rPr>
              <a:t>ENVIRONMENT</a:t>
            </a:r>
          </a:p>
        </p:txBody>
      </p:sp>
      <p:sp>
        <p:nvSpPr>
          <p:cNvPr id="38" name="Text Box 9">
            <a:extLst>
              <a:ext uri="{FF2B5EF4-FFF2-40B4-BE49-F238E27FC236}">
                <a16:creationId xmlns:a16="http://schemas.microsoft.com/office/drawing/2014/main" id="{9BB0555A-5C23-FF48-B71F-BF6053A48CBE}"/>
              </a:ext>
            </a:extLst>
          </p:cNvPr>
          <p:cNvSpPr txBox="1">
            <a:spLocks noChangeArrowheads="1"/>
          </p:cNvSpPr>
          <p:nvPr/>
        </p:nvSpPr>
        <p:spPr bwMode="auto">
          <a:xfrm>
            <a:off x="11946870" y="5013149"/>
            <a:ext cx="2856505" cy="10169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FF9900"/>
              </a:buClr>
              <a:buChar char="•"/>
              <a:defRPr sz="3200" b="1">
                <a:solidFill>
                  <a:srgbClr val="01035B"/>
                </a:solidFill>
                <a:latin typeface="Arial" panose="020B0604020202020204" pitchFamily="34" charset="0"/>
              </a:defRPr>
            </a:lvl1pPr>
            <a:lvl2pPr marL="742950" indent="-285750">
              <a:spcBef>
                <a:spcPct val="20000"/>
              </a:spcBef>
              <a:buClr>
                <a:srgbClr val="FF9900"/>
              </a:buClr>
              <a:buChar char="–"/>
              <a:defRPr sz="2800" b="1">
                <a:solidFill>
                  <a:srgbClr val="01035B"/>
                </a:solidFill>
                <a:latin typeface="Arial" panose="020B0604020202020204" pitchFamily="34" charset="0"/>
              </a:defRPr>
            </a:lvl2pPr>
            <a:lvl3pPr marL="1143000" indent="-228600">
              <a:spcBef>
                <a:spcPct val="20000"/>
              </a:spcBef>
              <a:buClr>
                <a:srgbClr val="FF9900"/>
              </a:buClr>
              <a:buChar char="•"/>
              <a:defRPr sz="2400" b="1">
                <a:solidFill>
                  <a:srgbClr val="01035B"/>
                </a:solidFill>
                <a:latin typeface="Arial" panose="020B0604020202020204" pitchFamily="34" charset="0"/>
              </a:defRPr>
            </a:lvl3pPr>
            <a:lvl4pPr marL="1600200" indent="-228600">
              <a:spcBef>
                <a:spcPct val="20000"/>
              </a:spcBef>
              <a:buClr>
                <a:srgbClr val="FF9900"/>
              </a:buClr>
              <a:buChar char="–"/>
              <a:defRPr sz="2000" b="1">
                <a:solidFill>
                  <a:srgbClr val="01035B"/>
                </a:solidFill>
                <a:latin typeface="Arial" panose="020B0604020202020204" pitchFamily="34" charset="0"/>
              </a:defRPr>
            </a:lvl4pPr>
            <a:lvl5pPr marL="2057400" indent="-228600">
              <a:spcBef>
                <a:spcPct val="20000"/>
              </a:spcBef>
              <a:buClr>
                <a:srgbClr val="FF9900"/>
              </a:buClr>
              <a:buChar char="»"/>
              <a:defRPr sz="2000" b="1">
                <a:solidFill>
                  <a:srgbClr val="01035B"/>
                </a:solidFill>
                <a:latin typeface="Arial" panose="020B0604020202020204" pitchFamily="34" charset="0"/>
              </a:defRPr>
            </a:lvl5pPr>
            <a:lvl6pPr marL="25146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6pPr>
            <a:lvl7pPr marL="29718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7pPr>
            <a:lvl8pPr marL="34290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8pPr>
            <a:lvl9pPr marL="38862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9pPr>
          </a:lstStyle>
          <a:p>
            <a:pPr marL="0" marR="0" lvl="0" indent="0" algn="l" defTabSz="812810" rtl="0" eaLnBrk="1" fontAlgn="auto" latinLnBrk="0" hangingPunct="1">
              <a:lnSpc>
                <a:spcPct val="100000"/>
              </a:lnSpc>
              <a:spcBef>
                <a:spcPct val="0"/>
              </a:spcBef>
              <a:spcAft>
                <a:spcPts val="0"/>
              </a:spcAft>
              <a:buClrTx/>
              <a:buSzTx/>
              <a:buFontTx/>
              <a:buNone/>
              <a:tabLst/>
              <a:defRPr/>
            </a:pPr>
            <a:r>
              <a:rPr kumimoji="0" lang="en-US" altLang="en-US" sz="2000" b="1" i="0" u="none" strike="noStrike" kern="1200" cap="none" spc="0" normalizeH="0" baseline="0" noProof="0" dirty="0">
                <a:ln>
                  <a:noFill/>
                </a:ln>
                <a:solidFill>
                  <a:srgbClr val="00274C"/>
                </a:solidFill>
                <a:effectLst/>
                <a:uLnTx/>
                <a:uFillTx/>
                <a:latin typeface="Arial" panose="020B0604020202020204" pitchFamily="34" charset="0"/>
                <a:ea typeface="+mn-ea"/>
                <a:cs typeface="Arial" panose="020B0604020202020204" pitchFamily="34" charset="0"/>
              </a:rPr>
              <a:t>Emission</a:t>
            </a:r>
            <a:r>
              <a:rPr kumimoji="0" lang="en-US" altLang="en-US" sz="2000" b="0" i="0" u="none" strike="noStrike" kern="1200" cap="none" spc="0" normalizeH="0" baseline="0" noProof="0" dirty="0">
                <a:ln>
                  <a:noFill/>
                </a:ln>
                <a:solidFill>
                  <a:srgbClr val="00274C"/>
                </a:solidFill>
                <a:effectLst/>
                <a:uLnTx/>
                <a:uFillTx/>
                <a:latin typeface="Arial" panose="020B0604020202020204" pitchFamily="34" charset="0"/>
                <a:ea typeface="+mn-ea"/>
                <a:cs typeface="Arial" panose="020B0604020202020204" pitchFamily="34" charset="0"/>
              </a:rPr>
              <a:t> (to air, water and soil; of substances, noise, etc.)</a:t>
            </a:r>
          </a:p>
        </p:txBody>
      </p:sp>
      <p:sp>
        <p:nvSpPr>
          <p:cNvPr id="39" name="Text Box 11">
            <a:extLst>
              <a:ext uri="{FF2B5EF4-FFF2-40B4-BE49-F238E27FC236}">
                <a16:creationId xmlns:a16="http://schemas.microsoft.com/office/drawing/2014/main" id="{67531FDC-4CC8-534B-AB75-9E3807A68126}"/>
              </a:ext>
            </a:extLst>
          </p:cNvPr>
          <p:cNvSpPr txBox="1">
            <a:spLocks noChangeArrowheads="1"/>
          </p:cNvSpPr>
          <p:nvPr/>
        </p:nvSpPr>
        <p:spPr bwMode="auto">
          <a:xfrm>
            <a:off x="11910939" y="3864114"/>
            <a:ext cx="3255473"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rgbClr val="FF9900"/>
              </a:buClr>
              <a:buChar char="•"/>
              <a:defRPr sz="3200" b="1">
                <a:solidFill>
                  <a:srgbClr val="01035B"/>
                </a:solidFill>
                <a:latin typeface="Arial" panose="020B0604020202020204" pitchFamily="34" charset="0"/>
              </a:defRPr>
            </a:lvl1pPr>
            <a:lvl2pPr marL="742950" indent="-285750">
              <a:spcBef>
                <a:spcPct val="20000"/>
              </a:spcBef>
              <a:buClr>
                <a:srgbClr val="FF9900"/>
              </a:buClr>
              <a:buChar char="–"/>
              <a:defRPr sz="2800" b="1">
                <a:solidFill>
                  <a:srgbClr val="01035B"/>
                </a:solidFill>
                <a:latin typeface="Arial" panose="020B0604020202020204" pitchFamily="34" charset="0"/>
              </a:defRPr>
            </a:lvl2pPr>
            <a:lvl3pPr marL="1143000" indent="-228600">
              <a:spcBef>
                <a:spcPct val="20000"/>
              </a:spcBef>
              <a:buClr>
                <a:srgbClr val="FF9900"/>
              </a:buClr>
              <a:buChar char="•"/>
              <a:defRPr sz="2400" b="1">
                <a:solidFill>
                  <a:srgbClr val="01035B"/>
                </a:solidFill>
                <a:latin typeface="Arial" panose="020B0604020202020204" pitchFamily="34" charset="0"/>
              </a:defRPr>
            </a:lvl3pPr>
            <a:lvl4pPr marL="1600200" indent="-228600">
              <a:spcBef>
                <a:spcPct val="20000"/>
              </a:spcBef>
              <a:buClr>
                <a:srgbClr val="FF9900"/>
              </a:buClr>
              <a:buChar char="–"/>
              <a:defRPr sz="2000" b="1">
                <a:solidFill>
                  <a:srgbClr val="01035B"/>
                </a:solidFill>
                <a:latin typeface="Arial" panose="020B0604020202020204" pitchFamily="34" charset="0"/>
              </a:defRPr>
            </a:lvl4pPr>
            <a:lvl5pPr marL="2057400" indent="-228600">
              <a:spcBef>
                <a:spcPct val="20000"/>
              </a:spcBef>
              <a:buClr>
                <a:srgbClr val="FF9900"/>
              </a:buClr>
              <a:buChar char="»"/>
              <a:defRPr sz="2000" b="1">
                <a:solidFill>
                  <a:srgbClr val="01035B"/>
                </a:solidFill>
                <a:latin typeface="Arial" panose="020B0604020202020204" pitchFamily="34" charset="0"/>
              </a:defRPr>
            </a:lvl5pPr>
            <a:lvl6pPr marL="25146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6pPr>
            <a:lvl7pPr marL="29718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7pPr>
            <a:lvl8pPr marL="34290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8pPr>
            <a:lvl9pPr marL="38862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9pPr>
          </a:lstStyle>
          <a:p>
            <a:pPr marL="0" marR="0" lvl="0" indent="0" algn="l" defTabSz="812810" rtl="0" eaLnBrk="1" fontAlgn="auto" latinLnBrk="0" hangingPunct="1">
              <a:lnSpc>
                <a:spcPct val="100000"/>
              </a:lnSpc>
              <a:spcBef>
                <a:spcPct val="0"/>
              </a:spcBef>
              <a:spcAft>
                <a:spcPts val="0"/>
              </a:spcAft>
              <a:buClrTx/>
              <a:buSzTx/>
              <a:buFontTx/>
              <a:buNone/>
              <a:tabLst/>
              <a:defRPr/>
            </a:pPr>
            <a:r>
              <a:rPr kumimoji="0" lang="en-US" altLang="en-US" sz="2000" b="1" i="0" u="none" strike="noStrike" kern="1200" cap="none" spc="0" normalizeH="0" baseline="0" noProof="0" dirty="0">
                <a:ln>
                  <a:noFill/>
                </a:ln>
                <a:solidFill>
                  <a:srgbClr val="00274C"/>
                </a:solidFill>
                <a:effectLst/>
                <a:uLnTx/>
                <a:uFillTx/>
                <a:latin typeface="Arial" panose="020B0604020202020204" pitchFamily="34" charset="0"/>
                <a:ea typeface="+mn-ea"/>
                <a:cs typeface="Arial" panose="020B0604020202020204" pitchFamily="34" charset="0"/>
              </a:rPr>
              <a:t>Resource extraction </a:t>
            </a:r>
            <a:r>
              <a:rPr kumimoji="0" lang="en-US" altLang="en-US" sz="2000" b="0" i="0" u="none" strike="noStrike" kern="1200" cap="none" spc="0" normalizeH="0" baseline="0" noProof="0" dirty="0">
                <a:ln>
                  <a:noFill/>
                </a:ln>
                <a:solidFill>
                  <a:srgbClr val="00274C"/>
                </a:solidFill>
                <a:effectLst/>
                <a:uLnTx/>
                <a:uFillTx/>
                <a:latin typeface="Arial" panose="020B0604020202020204" pitchFamily="34" charset="0"/>
                <a:ea typeface="+mn-ea"/>
                <a:cs typeface="Arial" panose="020B0604020202020204" pitchFamily="34" charset="0"/>
              </a:rPr>
              <a:t/>
            </a:r>
            <a:br>
              <a:rPr kumimoji="0" lang="en-US" altLang="en-US" sz="2000" b="0" i="0" u="none" strike="noStrike" kern="1200" cap="none" spc="0" normalizeH="0" baseline="0" noProof="0" dirty="0">
                <a:ln>
                  <a:noFill/>
                </a:ln>
                <a:solidFill>
                  <a:srgbClr val="00274C"/>
                </a:solidFill>
                <a:effectLst/>
                <a:uLnTx/>
                <a:uFillTx/>
                <a:latin typeface="Arial" panose="020B0604020202020204" pitchFamily="34" charset="0"/>
                <a:ea typeface="+mn-ea"/>
                <a:cs typeface="Arial" panose="020B0604020202020204" pitchFamily="34" charset="0"/>
              </a:rPr>
            </a:br>
            <a:r>
              <a:rPr kumimoji="0" lang="en-US" altLang="en-US" sz="2000" b="0" i="0" u="none" strike="noStrike" kern="1200" cap="none" spc="0" normalizeH="0" baseline="0" noProof="0" dirty="0">
                <a:ln>
                  <a:noFill/>
                </a:ln>
                <a:solidFill>
                  <a:srgbClr val="00274C"/>
                </a:solidFill>
                <a:effectLst/>
                <a:uLnTx/>
                <a:uFillTx/>
                <a:latin typeface="Arial" panose="020B0604020202020204" pitchFamily="34" charset="0"/>
                <a:ea typeface="+mn-ea"/>
                <a:cs typeface="Arial" panose="020B0604020202020204" pitchFamily="34" charset="0"/>
              </a:rPr>
              <a:t>(minerals, land, water, etc.)</a:t>
            </a:r>
          </a:p>
        </p:txBody>
      </p:sp>
      <p:cxnSp>
        <p:nvCxnSpPr>
          <p:cNvPr id="17" name="Straight Arrow Connector 16">
            <a:extLst>
              <a:ext uri="{FF2B5EF4-FFF2-40B4-BE49-F238E27FC236}">
                <a16:creationId xmlns:a16="http://schemas.microsoft.com/office/drawing/2014/main" id="{7EB59EB5-1E2E-F84F-A224-30DAC604A532}"/>
              </a:ext>
            </a:extLst>
          </p:cNvPr>
          <p:cNvCxnSpPr/>
          <p:nvPr/>
        </p:nvCxnSpPr>
        <p:spPr>
          <a:xfrm flipH="1">
            <a:off x="11200837" y="4066565"/>
            <a:ext cx="746033" cy="0"/>
          </a:xfrm>
          <a:prstGeom prst="straightConnector1">
            <a:avLst/>
          </a:prstGeom>
          <a:ln>
            <a:solidFill>
              <a:schemeClr val="accent3"/>
            </a:solidFill>
            <a:tailEnd type="arrow"/>
          </a:ln>
          <a:effectLst/>
        </p:spPr>
        <p:style>
          <a:lnRef idx="2">
            <a:schemeClr val="accent1"/>
          </a:lnRef>
          <a:fillRef idx="0">
            <a:schemeClr val="accent1"/>
          </a:fillRef>
          <a:effectRef idx="1">
            <a:schemeClr val="accent1"/>
          </a:effectRef>
          <a:fontRef idx="minor">
            <a:schemeClr val="tx1"/>
          </a:fontRef>
        </p:style>
      </p:cxnSp>
      <p:cxnSp>
        <p:nvCxnSpPr>
          <p:cNvPr id="40" name="Straight Arrow Connector 39">
            <a:extLst>
              <a:ext uri="{FF2B5EF4-FFF2-40B4-BE49-F238E27FC236}">
                <a16:creationId xmlns:a16="http://schemas.microsoft.com/office/drawing/2014/main" id="{91C53BDB-26E2-F847-8F0A-501209A483A9}"/>
              </a:ext>
            </a:extLst>
          </p:cNvPr>
          <p:cNvCxnSpPr>
            <a:cxnSpLocks/>
          </p:cNvCxnSpPr>
          <p:nvPr/>
        </p:nvCxnSpPr>
        <p:spPr>
          <a:xfrm>
            <a:off x="11240593" y="5199626"/>
            <a:ext cx="746033" cy="0"/>
          </a:xfrm>
          <a:prstGeom prst="straightConnector1">
            <a:avLst/>
          </a:prstGeom>
          <a:ln>
            <a:solidFill>
              <a:schemeClr val="accent3"/>
            </a:solidFill>
            <a:tailEnd type="arrow"/>
          </a:ln>
          <a:effectLst/>
        </p:spPr>
        <p:style>
          <a:lnRef idx="2">
            <a:schemeClr val="accent1"/>
          </a:lnRef>
          <a:fillRef idx="0">
            <a:schemeClr val="accent1"/>
          </a:fillRef>
          <a:effectRef idx="1">
            <a:schemeClr val="accent1"/>
          </a:effectRef>
          <a:fontRef idx="minor">
            <a:schemeClr val="tx1"/>
          </a:fontRef>
        </p:style>
      </p:cxnSp>
      <p:sp>
        <p:nvSpPr>
          <p:cNvPr id="41" name="Text Box 11">
            <a:extLst>
              <a:ext uri="{FF2B5EF4-FFF2-40B4-BE49-F238E27FC236}">
                <a16:creationId xmlns:a16="http://schemas.microsoft.com/office/drawing/2014/main" id="{47453A75-69D5-B14C-853D-ED7F7A51FF62}"/>
              </a:ext>
            </a:extLst>
          </p:cNvPr>
          <p:cNvSpPr txBox="1">
            <a:spLocks noChangeArrowheads="1"/>
          </p:cNvSpPr>
          <p:nvPr/>
        </p:nvSpPr>
        <p:spPr bwMode="auto">
          <a:xfrm>
            <a:off x="8153953" y="3864114"/>
            <a:ext cx="1151444"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rgbClr val="FF9900"/>
              </a:buClr>
              <a:buChar char="•"/>
              <a:defRPr sz="3200" b="1">
                <a:solidFill>
                  <a:srgbClr val="01035B"/>
                </a:solidFill>
                <a:latin typeface="Arial" panose="020B0604020202020204" pitchFamily="34" charset="0"/>
              </a:defRPr>
            </a:lvl1pPr>
            <a:lvl2pPr marL="742950" indent="-285750">
              <a:spcBef>
                <a:spcPct val="20000"/>
              </a:spcBef>
              <a:buClr>
                <a:srgbClr val="FF9900"/>
              </a:buClr>
              <a:buChar char="–"/>
              <a:defRPr sz="2800" b="1">
                <a:solidFill>
                  <a:srgbClr val="01035B"/>
                </a:solidFill>
                <a:latin typeface="Arial" panose="020B0604020202020204" pitchFamily="34" charset="0"/>
              </a:defRPr>
            </a:lvl2pPr>
            <a:lvl3pPr marL="1143000" indent="-228600">
              <a:spcBef>
                <a:spcPct val="20000"/>
              </a:spcBef>
              <a:buClr>
                <a:srgbClr val="FF9900"/>
              </a:buClr>
              <a:buChar char="•"/>
              <a:defRPr sz="2400" b="1">
                <a:solidFill>
                  <a:srgbClr val="01035B"/>
                </a:solidFill>
                <a:latin typeface="Arial" panose="020B0604020202020204" pitchFamily="34" charset="0"/>
              </a:defRPr>
            </a:lvl3pPr>
            <a:lvl4pPr marL="1600200" indent="-228600">
              <a:spcBef>
                <a:spcPct val="20000"/>
              </a:spcBef>
              <a:buClr>
                <a:srgbClr val="FF9900"/>
              </a:buClr>
              <a:buChar char="–"/>
              <a:defRPr sz="2000" b="1">
                <a:solidFill>
                  <a:srgbClr val="01035B"/>
                </a:solidFill>
                <a:latin typeface="Arial" panose="020B0604020202020204" pitchFamily="34" charset="0"/>
              </a:defRPr>
            </a:lvl4pPr>
            <a:lvl5pPr marL="2057400" indent="-228600">
              <a:spcBef>
                <a:spcPct val="20000"/>
              </a:spcBef>
              <a:buClr>
                <a:srgbClr val="FF9900"/>
              </a:buClr>
              <a:buChar char="»"/>
              <a:defRPr sz="2000" b="1">
                <a:solidFill>
                  <a:srgbClr val="01035B"/>
                </a:solidFill>
                <a:latin typeface="Arial" panose="020B0604020202020204" pitchFamily="34" charset="0"/>
              </a:defRPr>
            </a:lvl5pPr>
            <a:lvl6pPr marL="25146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6pPr>
            <a:lvl7pPr marL="29718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7pPr>
            <a:lvl8pPr marL="34290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8pPr>
            <a:lvl9pPr marL="38862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9pPr>
          </a:lstStyle>
          <a:p>
            <a:pPr marL="0" marR="0" lvl="0" indent="0" algn="l" defTabSz="812810" rtl="0" eaLnBrk="1" fontAlgn="auto" latinLnBrk="0" hangingPunct="1">
              <a:lnSpc>
                <a:spcPct val="100000"/>
              </a:lnSpc>
              <a:spcBef>
                <a:spcPct val="0"/>
              </a:spcBef>
              <a:spcAft>
                <a:spcPts val="0"/>
              </a:spcAft>
              <a:buClrTx/>
              <a:buSzTx/>
              <a:buFontTx/>
              <a:buNone/>
              <a:tabLst/>
              <a:defRPr/>
            </a:pPr>
            <a:r>
              <a:rPr kumimoji="0" lang="en-US" altLang="en-US" sz="2000" b="1" i="0" u="none" strike="noStrike" kern="1200" cap="none" spc="0" normalizeH="0" baseline="0" noProof="0" dirty="0">
                <a:ln>
                  <a:noFill/>
                </a:ln>
                <a:solidFill>
                  <a:srgbClr val="00274C"/>
                </a:solidFill>
                <a:effectLst/>
                <a:uLnTx/>
                <a:uFillTx/>
                <a:latin typeface="Arial" panose="020B0604020202020204" pitchFamily="34" charset="0"/>
                <a:ea typeface="+mn-ea"/>
                <a:cs typeface="Arial" panose="020B0604020202020204" pitchFamily="34" charset="0"/>
              </a:rPr>
              <a:t>Input=0</a:t>
            </a:r>
          </a:p>
        </p:txBody>
      </p:sp>
      <p:sp>
        <p:nvSpPr>
          <p:cNvPr id="42" name="Text Box 11">
            <a:extLst>
              <a:ext uri="{FF2B5EF4-FFF2-40B4-BE49-F238E27FC236}">
                <a16:creationId xmlns:a16="http://schemas.microsoft.com/office/drawing/2014/main" id="{72BA80D3-B112-1043-AF47-3713BA5BECEC}"/>
              </a:ext>
            </a:extLst>
          </p:cNvPr>
          <p:cNvSpPr txBox="1">
            <a:spLocks noChangeArrowheads="1"/>
          </p:cNvSpPr>
          <p:nvPr/>
        </p:nvSpPr>
        <p:spPr bwMode="auto">
          <a:xfrm>
            <a:off x="8153952" y="5215836"/>
            <a:ext cx="1308097"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rgbClr val="FF9900"/>
              </a:buClr>
              <a:buChar char="•"/>
              <a:defRPr sz="3200" b="1">
                <a:solidFill>
                  <a:srgbClr val="01035B"/>
                </a:solidFill>
                <a:latin typeface="Arial" panose="020B0604020202020204" pitchFamily="34" charset="0"/>
              </a:defRPr>
            </a:lvl1pPr>
            <a:lvl2pPr marL="742950" indent="-285750">
              <a:spcBef>
                <a:spcPct val="20000"/>
              </a:spcBef>
              <a:buClr>
                <a:srgbClr val="FF9900"/>
              </a:buClr>
              <a:buChar char="–"/>
              <a:defRPr sz="2800" b="1">
                <a:solidFill>
                  <a:srgbClr val="01035B"/>
                </a:solidFill>
                <a:latin typeface="Arial" panose="020B0604020202020204" pitchFamily="34" charset="0"/>
              </a:defRPr>
            </a:lvl2pPr>
            <a:lvl3pPr marL="1143000" indent="-228600">
              <a:spcBef>
                <a:spcPct val="20000"/>
              </a:spcBef>
              <a:buClr>
                <a:srgbClr val="FF9900"/>
              </a:buClr>
              <a:buChar char="•"/>
              <a:defRPr sz="2400" b="1">
                <a:solidFill>
                  <a:srgbClr val="01035B"/>
                </a:solidFill>
                <a:latin typeface="Arial" panose="020B0604020202020204" pitchFamily="34" charset="0"/>
              </a:defRPr>
            </a:lvl3pPr>
            <a:lvl4pPr marL="1600200" indent="-228600">
              <a:spcBef>
                <a:spcPct val="20000"/>
              </a:spcBef>
              <a:buClr>
                <a:srgbClr val="FF9900"/>
              </a:buClr>
              <a:buChar char="–"/>
              <a:defRPr sz="2000" b="1">
                <a:solidFill>
                  <a:srgbClr val="01035B"/>
                </a:solidFill>
                <a:latin typeface="Arial" panose="020B0604020202020204" pitchFamily="34" charset="0"/>
              </a:defRPr>
            </a:lvl4pPr>
            <a:lvl5pPr marL="2057400" indent="-228600">
              <a:spcBef>
                <a:spcPct val="20000"/>
              </a:spcBef>
              <a:buClr>
                <a:srgbClr val="FF9900"/>
              </a:buClr>
              <a:buChar char="»"/>
              <a:defRPr sz="2000" b="1">
                <a:solidFill>
                  <a:srgbClr val="01035B"/>
                </a:solidFill>
                <a:latin typeface="Arial" panose="020B0604020202020204" pitchFamily="34" charset="0"/>
              </a:defRPr>
            </a:lvl5pPr>
            <a:lvl6pPr marL="25146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6pPr>
            <a:lvl7pPr marL="29718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7pPr>
            <a:lvl8pPr marL="34290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8pPr>
            <a:lvl9pPr marL="38862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9pPr>
          </a:lstStyle>
          <a:p>
            <a:pPr marL="0" marR="0" lvl="0" indent="0" algn="l" defTabSz="812810" rtl="0" eaLnBrk="1" fontAlgn="auto" latinLnBrk="0" hangingPunct="1">
              <a:lnSpc>
                <a:spcPct val="100000"/>
              </a:lnSpc>
              <a:spcBef>
                <a:spcPct val="0"/>
              </a:spcBef>
              <a:spcAft>
                <a:spcPts val="0"/>
              </a:spcAft>
              <a:buClrTx/>
              <a:buSzTx/>
              <a:buFontTx/>
              <a:buNone/>
              <a:tabLst/>
              <a:defRPr/>
            </a:pPr>
            <a:r>
              <a:rPr kumimoji="0" lang="en-US" altLang="en-US" sz="2000" b="1" i="0" u="none" strike="noStrike" kern="1200" cap="none" spc="0" normalizeH="0" baseline="0" noProof="0" dirty="0">
                <a:ln>
                  <a:noFill/>
                </a:ln>
                <a:solidFill>
                  <a:srgbClr val="00274C"/>
                </a:solidFill>
                <a:effectLst/>
                <a:uLnTx/>
                <a:uFillTx/>
                <a:latin typeface="Arial" panose="020B0604020202020204" pitchFamily="34" charset="0"/>
                <a:ea typeface="+mn-ea"/>
                <a:cs typeface="Arial" panose="020B0604020202020204" pitchFamily="34" charset="0"/>
              </a:rPr>
              <a:t>Product</a:t>
            </a:r>
            <a:br>
              <a:rPr kumimoji="0" lang="en-US" altLang="en-US" sz="2000" b="1" i="0" u="none" strike="noStrike" kern="1200" cap="none" spc="0" normalizeH="0" baseline="0" noProof="0" dirty="0">
                <a:ln>
                  <a:noFill/>
                </a:ln>
                <a:solidFill>
                  <a:srgbClr val="00274C"/>
                </a:solidFill>
                <a:effectLst/>
                <a:uLnTx/>
                <a:uFillTx/>
                <a:latin typeface="Arial" panose="020B0604020202020204" pitchFamily="34" charset="0"/>
                <a:ea typeface="+mn-ea"/>
                <a:cs typeface="Arial" panose="020B0604020202020204" pitchFamily="34" charset="0"/>
              </a:rPr>
            </a:br>
            <a:r>
              <a:rPr kumimoji="0" lang="en-US" altLang="en-US" sz="2000" b="1" i="0" u="none" strike="noStrike" kern="1200" cap="none" spc="0" normalizeH="0" baseline="0" noProof="0" dirty="0">
                <a:ln>
                  <a:noFill/>
                </a:ln>
                <a:solidFill>
                  <a:srgbClr val="00274C"/>
                </a:solidFill>
                <a:effectLst/>
                <a:uLnTx/>
                <a:uFillTx/>
                <a:latin typeface="Arial" panose="020B0604020202020204" pitchFamily="34" charset="0"/>
                <a:ea typeface="+mn-ea"/>
                <a:cs typeface="Arial" panose="020B0604020202020204" pitchFamily="34" charset="0"/>
              </a:rPr>
              <a:t>function</a:t>
            </a:r>
          </a:p>
        </p:txBody>
      </p:sp>
      <p:sp>
        <p:nvSpPr>
          <p:cNvPr id="43" name="Text Box 11">
            <a:extLst>
              <a:ext uri="{FF2B5EF4-FFF2-40B4-BE49-F238E27FC236}">
                <a16:creationId xmlns:a16="http://schemas.microsoft.com/office/drawing/2014/main" id="{83F15B16-4EB9-3948-BDC8-88407E23C901}"/>
              </a:ext>
            </a:extLst>
          </p:cNvPr>
          <p:cNvSpPr txBox="1">
            <a:spLocks noChangeArrowheads="1"/>
          </p:cNvSpPr>
          <p:nvPr/>
        </p:nvSpPr>
        <p:spPr bwMode="auto">
          <a:xfrm>
            <a:off x="8968961" y="6954353"/>
            <a:ext cx="2325536"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rgbClr val="FF9900"/>
              </a:buClr>
              <a:buChar char="•"/>
              <a:defRPr sz="3200" b="1">
                <a:solidFill>
                  <a:srgbClr val="01035B"/>
                </a:solidFill>
                <a:latin typeface="Arial" panose="020B0604020202020204" pitchFamily="34" charset="0"/>
              </a:defRPr>
            </a:lvl1pPr>
            <a:lvl2pPr marL="742950" indent="-285750">
              <a:spcBef>
                <a:spcPct val="20000"/>
              </a:spcBef>
              <a:buClr>
                <a:srgbClr val="FF9900"/>
              </a:buClr>
              <a:buChar char="–"/>
              <a:defRPr sz="2800" b="1">
                <a:solidFill>
                  <a:srgbClr val="01035B"/>
                </a:solidFill>
                <a:latin typeface="Arial" panose="020B0604020202020204" pitchFamily="34" charset="0"/>
              </a:defRPr>
            </a:lvl2pPr>
            <a:lvl3pPr marL="1143000" indent="-228600">
              <a:spcBef>
                <a:spcPct val="20000"/>
              </a:spcBef>
              <a:buClr>
                <a:srgbClr val="FF9900"/>
              </a:buClr>
              <a:buChar char="•"/>
              <a:defRPr sz="2400" b="1">
                <a:solidFill>
                  <a:srgbClr val="01035B"/>
                </a:solidFill>
                <a:latin typeface="Arial" panose="020B0604020202020204" pitchFamily="34" charset="0"/>
              </a:defRPr>
            </a:lvl3pPr>
            <a:lvl4pPr marL="1600200" indent="-228600">
              <a:spcBef>
                <a:spcPct val="20000"/>
              </a:spcBef>
              <a:buClr>
                <a:srgbClr val="FF9900"/>
              </a:buClr>
              <a:buChar char="–"/>
              <a:defRPr sz="2000" b="1">
                <a:solidFill>
                  <a:srgbClr val="01035B"/>
                </a:solidFill>
                <a:latin typeface="Arial" panose="020B0604020202020204" pitchFamily="34" charset="0"/>
              </a:defRPr>
            </a:lvl4pPr>
            <a:lvl5pPr marL="2057400" indent="-228600">
              <a:spcBef>
                <a:spcPct val="20000"/>
              </a:spcBef>
              <a:buClr>
                <a:srgbClr val="FF9900"/>
              </a:buClr>
              <a:buChar char="»"/>
              <a:defRPr sz="2000" b="1">
                <a:solidFill>
                  <a:srgbClr val="01035B"/>
                </a:solidFill>
                <a:latin typeface="Arial" panose="020B0604020202020204" pitchFamily="34" charset="0"/>
              </a:defRPr>
            </a:lvl5pPr>
            <a:lvl6pPr marL="25146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6pPr>
            <a:lvl7pPr marL="29718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7pPr>
            <a:lvl8pPr marL="34290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8pPr>
            <a:lvl9pPr marL="38862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9pPr>
          </a:lstStyle>
          <a:p>
            <a:pPr marL="0" marR="0" lvl="0" indent="0" algn="l" defTabSz="812810" rtl="0" eaLnBrk="1" fontAlgn="auto" latinLnBrk="0" hangingPunct="1">
              <a:lnSpc>
                <a:spcPct val="100000"/>
              </a:lnSpc>
              <a:spcBef>
                <a:spcPct val="0"/>
              </a:spcBef>
              <a:spcAft>
                <a:spcPts val="0"/>
              </a:spcAft>
              <a:buClrTx/>
              <a:buSzTx/>
              <a:buFontTx/>
              <a:buNone/>
              <a:tabLst/>
              <a:defRPr/>
            </a:pPr>
            <a:r>
              <a:rPr kumimoji="0" lang="en-US" altLang="en-US" sz="2000" b="1" i="0" u="none" strike="noStrike" kern="1200" cap="none" spc="0" normalizeH="0" baseline="0" noProof="0" dirty="0">
                <a:ln>
                  <a:noFill/>
                </a:ln>
                <a:solidFill>
                  <a:srgbClr val="00274C"/>
                </a:solidFill>
                <a:effectLst/>
                <a:uLnTx/>
                <a:uFillTx/>
                <a:latin typeface="Arial" panose="020B0604020202020204" pitchFamily="34" charset="0"/>
                <a:ea typeface="+mn-ea"/>
                <a:cs typeface="Arial" panose="020B0604020202020204" pitchFamily="34" charset="0"/>
              </a:rPr>
              <a:t>System boundary</a:t>
            </a:r>
          </a:p>
        </p:txBody>
      </p:sp>
      <p:sp>
        <p:nvSpPr>
          <p:cNvPr id="18" name="Rectangle 17">
            <a:extLst>
              <a:ext uri="{FF2B5EF4-FFF2-40B4-BE49-F238E27FC236}">
                <a16:creationId xmlns:a16="http://schemas.microsoft.com/office/drawing/2014/main" id="{AA927355-60D5-BA46-9482-6FCF9A6CB9BE}"/>
              </a:ext>
            </a:extLst>
          </p:cNvPr>
          <p:cNvSpPr/>
          <p:nvPr/>
        </p:nvSpPr>
        <p:spPr>
          <a:xfrm>
            <a:off x="9811588" y="3784602"/>
            <a:ext cx="1308097" cy="2516808"/>
          </a:xfrm>
          <a:prstGeom prst="rect">
            <a:avLst/>
          </a:prstGeom>
          <a:noFill/>
          <a:ln w="25400">
            <a:solidFill>
              <a:schemeClr val="accent5"/>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812810" rtl="0" eaLnBrk="1" fontAlgn="auto" latinLnBrk="0" hangingPunct="1">
              <a:lnSpc>
                <a:spcPct val="100000"/>
              </a:lnSpc>
              <a:spcBef>
                <a:spcPts val="0"/>
              </a:spcBef>
              <a:spcAft>
                <a:spcPts val="0"/>
              </a:spcAft>
              <a:buClrTx/>
              <a:buSzTx/>
              <a:buFontTx/>
              <a:buNone/>
              <a:tabLst/>
              <a:defRPr/>
            </a:pPr>
            <a:endParaRPr kumimoji="0" lang="en-US" sz="3200" b="0" i="0" u="none" strike="noStrike" kern="1200" cap="none" spc="0" normalizeH="0" baseline="0" noProof="0">
              <a:ln>
                <a:noFill/>
              </a:ln>
              <a:solidFill>
                <a:prstClr val="white"/>
              </a:solidFill>
              <a:effectLst/>
              <a:uLnTx/>
              <a:uFillTx/>
              <a:latin typeface="Arial" panose="020B0604020202020204"/>
              <a:ea typeface="+mn-ea"/>
              <a:cs typeface="+mn-cs"/>
            </a:endParaRPr>
          </a:p>
        </p:txBody>
      </p:sp>
      <p:cxnSp>
        <p:nvCxnSpPr>
          <p:cNvPr id="44" name="Straight Arrow Connector 43">
            <a:extLst>
              <a:ext uri="{FF2B5EF4-FFF2-40B4-BE49-F238E27FC236}">
                <a16:creationId xmlns:a16="http://schemas.microsoft.com/office/drawing/2014/main" id="{946D0CA8-D18F-8342-AACE-47FDF2720FFA}"/>
              </a:ext>
            </a:extLst>
          </p:cNvPr>
          <p:cNvCxnSpPr>
            <a:cxnSpLocks/>
          </p:cNvCxnSpPr>
          <p:nvPr/>
        </p:nvCxnSpPr>
        <p:spPr>
          <a:xfrm>
            <a:off x="9213011" y="4026809"/>
            <a:ext cx="538943" cy="0"/>
          </a:xfrm>
          <a:prstGeom prst="straightConnector1">
            <a:avLst/>
          </a:prstGeom>
          <a:ln>
            <a:solidFill>
              <a:schemeClr val="tx2"/>
            </a:solidFill>
            <a:tailEnd type="arrow"/>
          </a:ln>
          <a:effectLst/>
        </p:spPr>
        <p:style>
          <a:lnRef idx="2">
            <a:schemeClr val="accent1"/>
          </a:lnRef>
          <a:fillRef idx="0">
            <a:schemeClr val="accent1"/>
          </a:fillRef>
          <a:effectRef idx="1">
            <a:schemeClr val="accent1"/>
          </a:effectRef>
          <a:fontRef idx="minor">
            <a:schemeClr val="tx1"/>
          </a:fontRef>
        </p:style>
      </p:cxnSp>
      <p:cxnSp>
        <p:nvCxnSpPr>
          <p:cNvPr id="46" name="Straight Arrow Connector 45">
            <a:extLst>
              <a:ext uri="{FF2B5EF4-FFF2-40B4-BE49-F238E27FC236}">
                <a16:creationId xmlns:a16="http://schemas.microsoft.com/office/drawing/2014/main" id="{5E5FCDB7-58F5-DD43-A170-4FE1F28AD1E4}"/>
              </a:ext>
            </a:extLst>
          </p:cNvPr>
          <p:cNvCxnSpPr>
            <a:cxnSpLocks/>
          </p:cNvCxnSpPr>
          <p:nvPr/>
        </p:nvCxnSpPr>
        <p:spPr>
          <a:xfrm flipH="1">
            <a:off x="9252767" y="5557435"/>
            <a:ext cx="538943" cy="0"/>
          </a:xfrm>
          <a:prstGeom prst="straightConnector1">
            <a:avLst/>
          </a:prstGeom>
          <a:ln>
            <a:solidFill>
              <a:schemeClr val="tx2"/>
            </a:solidFill>
            <a:tailEnd type="arrow"/>
          </a:ln>
          <a:effectLst/>
        </p:spPr>
        <p:style>
          <a:lnRef idx="2">
            <a:schemeClr val="accent1"/>
          </a:lnRef>
          <a:fillRef idx="0">
            <a:schemeClr val="accent1"/>
          </a:fillRef>
          <a:effectRef idx="1">
            <a:schemeClr val="accent1"/>
          </a:effectRef>
          <a:fontRef idx="minor">
            <a:schemeClr val="tx1"/>
          </a:fontRef>
        </p:style>
      </p:cxnSp>
      <p:cxnSp>
        <p:nvCxnSpPr>
          <p:cNvPr id="47" name="Straight Arrow Connector 46">
            <a:extLst>
              <a:ext uri="{FF2B5EF4-FFF2-40B4-BE49-F238E27FC236}">
                <a16:creationId xmlns:a16="http://schemas.microsoft.com/office/drawing/2014/main" id="{78B90374-7DEF-0342-99C9-17635F68ECF3}"/>
              </a:ext>
            </a:extLst>
          </p:cNvPr>
          <p:cNvCxnSpPr>
            <a:cxnSpLocks/>
          </p:cNvCxnSpPr>
          <p:nvPr/>
        </p:nvCxnSpPr>
        <p:spPr>
          <a:xfrm rot="5400000" flipH="1">
            <a:off x="10365955" y="6710375"/>
            <a:ext cx="538943" cy="0"/>
          </a:xfrm>
          <a:prstGeom prst="straightConnector1">
            <a:avLst/>
          </a:prstGeom>
          <a:ln>
            <a:solidFill>
              <a:schemeClr val="tx2"/>
            </a:solidFill>
            <a:tailEnd type="arrow"/>
          </a:ln>
          <a:effectLst/>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51176950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8439A4-B037-4F4E-AFCE-96000C7C1237}"/>
              </a:ext>
            </a:extLst>
          </p:cNvPr>
          <p:cNvSpPr>
            <a:spLocks noGrp="1"/>
          </p:cNvSpPr>
          <p:nvPr>
            <p:ph type="title"/>
          </p:nvPr>
        </p:nvSpPr>
        <p:spPr>
          <a:xfrm>
            <a:off x="812880" y="279400"/>
            <a:ext cx="14631828" cy="870385"/>
          </a:xfrm>
        </p:spPr>
        <p:txBody>
          <a:bodyPr/>
          <a:lstStyle/>
          <a:p>
            <a:r>
              <a:rPr lang="en-US" altLang="en-US" dirty="0"/>
              <a:t>Unit process: Illustration</a:t>
            </a:r>
            <a:endParaRPr lang="en-US" dirty="0">
              <a:solidFill>
                <a:schemeClr val="tx2"/>
              </a:solidFill>
            </a:endParaRPr>
          </a:p>
        </p:txBody>
      </p:sp>
      <p:sp>
        <p:nvSpPr>
          <p:cNvPr id="30" name="Rectangle 3">
            <a:extLst>
              <a:ext uri="{FF2B5EF4-FFF2-40B4-BE49-F238E27FC236}">
                <a16:creationId xmlns:a16="http://schemas.microsoft.com/office/drawing/2014/main" id="{107E5F13-5DBB-6E4E-977A-2426CFC834BB}"/>
              </a:ext>
            </a:extLst>
          </p:cNvPr>
          <p:cNvSpPr txBox="1">
            <a:spLocks noChangeArrowheads="1"/>
          </p:cNvSpPr>
          <p:nvPr/>
        </p:nvSpPr>
        <p:spPr>
          <a:xfrm>
            <a:off x="869397" y="1781982"/>
            <a:ext cx="4772487" cy="5768162"/>
          </a:xfrm>
          <a:prstGeom prst="rect">
            <a:avLst/>
          </a:prstGeom>
          <a:noFill/>
        </p:spPr>
        <p:txBody>
          <a:bodyPr lIns="90488" tIns="44450" rIns="90488" bIns="44450"/>
          <a:lstStyle>
            <a:lvl1pPr marL="0" indent="0" algn="l" defTabSz="457200" rtl="0" eaLnBrk="1" latinLnBrk="0" hangingPunct="1">
              <a:spcBef>
                <a:spcPct val="20000"/>
              </a:spcBef>
              <a:buFont typeface="Arial"/>
              <a:buNone/>
              <a:defRPr sz="3200" kern="1200">
                <a:solidFill>
                  <a:srgbClr val="00274C"/>
                </a:solidFill>
                <a:latin typeface="+mn-lt"/>
                <a:ea typeface="+mn-ea"/>
                <a:cs typeface="+mn-cs"/>
              </a:defRPr>
            </a:lvl1pPr>
            <a:lvl2pPr marL="457200" indent="0" algn="l" defTabSz="457200" rtl="0" eaLnBrk="1" latinLnBrk="0" hangingPunct="1">
              <a:spcBef>
                <a:spcPct val="20000"/>
              </a:spcBef>
              <a:buFont typeface="Arial"/>
              <a:buNone/>
              <a:defRPr sz="2800" kern="1200">
                <a:solidFill>
                  <a:schemeClr val="tx1"/>
                </a:solidFill>
                <a:latin typeface="+mn-lt"/>
                <a:ea typeface="+mn-ea"/>
                <a:cs typeface="+mn-cs"/>
              </a:defRPr>
            </a:lvl2pPr>
            <a:lvl3pPr marL="914400" indent="0" algn="l" defTabSz="457200" rtl="0" eaLnBrk="1" latinLnBrk="0" hangingPunct="1">
              <a:spcBef>
                <a:spcPct val="20000"/>
              </a:spcBef>
              <a:buFont typeface="Arial"/>
              <a:buNone/>
              <a:defRPr sz="2400" kern="1200">
                <a:solidFill>
                  <a:schemeClr val="tx1"/>
                </a:solidFill>
                <a:latin typeface="+mn-lt"/>
                <a:ea typeface="+mn-ea"/>
                <a:cs typeface="+mn-cs"/>
              </a:defRPr>
            </a:lvl3pPr>
            <a:lvl4pPr marL="1371600" indent="0" algn="l" defTabSz="457200" rtl="0" eaLnBrk="1" latinLnBrk="0" hangingPunct="1">
              <a:spcBef>
                <a:spcPct val="20000"/>
              </a:spcBef>
              <a:buFont typeface="Arial"/>
              <a:buNone/>
              <a:defRPr sz="2000" kern="1200">
                <a:solidFill>
                  <a:schemeClr val="tx1"/>
                </a:solidFill>
                <a:latin typeface="+mn-lt"/>
                <a:ea typeface="+mn-ea"/>
                <a:cs typeface="+mn-cs"/>
              </a:defRPr>
            </a:lvl4pPr>
            <a:lvl5pPr marL="1828800" indent="0" algn="l" defTabSz="457200" rtl="0" eaLnBrk="1" latinLnBrk="0" hangingPunct="1">
              <a:spcBef>
                <a:spcPct val="20000"/>
              </a:spcBef>
              <a:buFont typeface="Arial"/>
              <a:buNone/>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marR="0" lvl="0" indent="0" algn="l" defTabSz="457200" rtl="0" eaLnBrk="1" fontAlgn="auto" latinLnBrk="0" hangingPunct="1">
              <a:lnSpc>
                <a:spcPct val="100000"/>
              </a:lnSpc>
              <a:spcBef>
                <a:spcPct val="20000"/>
              </a:spcBef>
              <a:spcAft>
                <a:spcPts val="1200"/>
              </a:spcAft>
              <a:buClrTx/>
              <a:buSzTx/>
              <a:buFont typeface="Arial"/>
              <a:buNone/>
              <a:tabLst/>
              <a:defRPr/>
            </a:pPr>
            <a:r>
              <a:rPr kumimoji="0" lang="en-US" altLang="en-US" sz="2400" b="1" i="0" u="none" strike="noStrike" kern="1200" cap="none" spc="0" normalizeH="0" baseline="0" noProof="0" dirty="0">
                <a:ln>
                  <a:noFill/>
                </a:ln>
                <a:solidFill>
                  <a:srgbClr val="D86018"/>
                </a:solidFill>
                <a:effectLst/>
                <a:uLnTx/>
                <a:uFillTx/>
                <a:latin typeface="Arial" panose="020B0604020202020204"/>
                <a:ea typeface="+mn-ea"/>
                <a:cs typeface="+mn-cs"/>
              </a:rPr>
              <a:t>The product system </a:t>
            </a:r>
            <a:r>
              <a:rPr kumimoji="0" lang="en-US" altLang="en-US" sz="2400" b="0" i="0" u="none" strike="noStrike" kern="1200" cap="none" spc="0" normalizeH="0" baseline="0" noProof="0" dirty="0">
                <a:ln>
                  <a:noFill/>
                </a:ln>
                <a:solidFill>
                  <a:srgbClr val="00274C"/>
                </a:solidFill>
                <a:effectLst/>
                <a:uLnTx/>
                <a:uFillTx/>
                <a:latin typeface="Arial" panose="020B0604020202020204"/>
                <a:ea typeface="+mn-ea"/>
                <a:cs typeface="+mn-cs"/>
              </a:rPr>
              <a:t>can be disaggregated into </a:t>
            </a:r>
            <a:r>
              <a:rPr kumimoji="0" lang="en-US" altLang="en-US" sz="2400" b="0" i="1" u="none" strike="noStrike" kern="1200" cap="none" spc="0" normalizeH="0" baseline="0" noProof="0" dirty="0">
                <a:ln>
                  <a:noFill/>
                </a:ln>
                <a:solidFill>
                  <a:srgbClr val="00B2A9"/>
                </a:solidFill>
                <a:effectLst/>
                <a:uLnTx/>
                <a:uFillTx/>
                <a:latin typeface="Arial" panose="020B0604020202020204"/>
                <a:ea typeface="+mn-ea"/>
                <a:cs typeface="+mn-cs"/>
              </a:rPr>
              <a:t>unit processes </a:t>
            </a:r>
            <a:r>
              <a:rPr kumimoji="0" lang="en-US" altLang="en-US" sz="2400" b="0" i="0" u="none" strike="noStrike" kern="1200" cap="none" spc="0" normalizeH="0" baseline="0" noProof="0" dirty="0">
                <a:ln>
                  <a:noFill/>
                </a:ln>
                <a:solidFill>
                  <a:srgbClr val="00274C"/>
                </a:solidFill>
                <a:effectLst/>
                <a:uLnTx/>
                <a:uFillTx/>
                <a:latin typeface="Arial" panose="020B0604020202020204"/>
                <a:ea typeface="+mn-ea"/>
                <a:cs typeface="+mn-cs"/>
              </a:rPr>
              <a:t>(</a:t>
            </a:r>
            <a:r>
              <a:rPr kumimoji="0" lang="en-US" altLang="en-US" sz="2400" b="0" i="0" u="none" strike="noStrike" kern="1200" cap="none" spc="0" normalizeH="0" baseline="0" noProof="0" dirty="0">
                <a:ln>
                  <a:noFill/>
                </a:ln>
                <a:solidFill>
                  <a:srgbClr val="00B2A9"/>
                </a:solidFill>
                <a:effectLst/>
                <a:uLnTx/>
                <a:uFillTx/>
                <a:latin typeface="Arial" panose="020B0604020202020204"/>
                <a:ea typeface="+mn-ea"/>
                <a:cs typeface="+mn-cs"/>
              </a:rPr>
              <a:t>UP</a:t>
            </a:r>
            <a:r>
              <a:rPr kumimoji="0" lang="en-US" altLang="en-US" sz="2400" b="0" i="0" u="none" strike="noStrike" kern="1200" cap="none" spc="0" normalizeH="0" baseline="0" noProof="0" dirty="0">
                <a:ln>
                  <a:noFill/>
                </a:ln>
                <a:solidFill>
                  <a:srgbClr val="00274C"/>
                </a:solidFill>
                <a:effectLst/>
                <a:uLnTx/>
                <a:uFillTx/>
                <a:latin typeface="Arial" panose="020B0604020202020204"/>
                <a:ea typeface="+mn-ea"/>
                <a:cs typeface="+mn-cs"/>
              </a:rPr>
              <a:t>).</a:t>
            </a:r>
          </a:p>
          <a:p>
            <a:pPr marL="0" marR="0" lvl="0" indent="0" algn="l" defTabSz="457200" rtl="0" eaLnBrk="1" fontAlgn="auto" latinLnBrk="0" hangingPunct="1">
              <a:lnSpc>
                <a:spcPct val="100000"/>
              </a:lnSpc>
              <a:spcBef>
                <a:spcPct val="20000"/>
              </a:spcBef>
              <a:spcAft>
                <a:spcPts val="1200"/>
              </a:spcAft>
              <a:buClrTx/>
              <a:buSzTx/>
              <a:buFont typeface="Arial"/>
              <a:buNone/>
              <a:tabLst/>
              <a:defRPr/>
            </a:pPr>
            <a:r>
              <a:rPr kumimoji="0" lang="en-US" altLang="en-US" sz="2400" b="1" i="0" u="none" strike="noStrike" kern="1200" cap="none" spc="0" normalizeH="0" baseline="0" noProof="0" dirty="0">
                <a:ln>
                  <a:noFill/>
                </a:ln>
                <a:solidFill>
                  <a:srgbClr val="00B2A9"/>
                </a:solidFill>
                <a:effectLst/>
                <a:uLnTx/>
                <a:uFillTx/>
                <a:latin typeface="Arial" panose="020B0604020202020204"/>
                <a:ea typeface="+mn-ea"/>
                <a:cs typeface="+mn-cs"/>
              </a:rPr>
              <a:t>The unit processes </a:t>
            </a:r>
            <a:r>
              <a:rPr kumimoji="0" lang="en-US" altLang="en-US" sz="2400" b="0" i="0" u="none" strike="noStrike" kern="1200" cap="none" spc="0" normalizeH="0" baseline="0" noProof="0" dirty="0">
                <a:ln>
                  <a:noFill/>
                </a:ln>
                <a:solidFill>
                  <a:srgbClr val="00274C"/>
                </a:solidFill>
                <a:effectLst/>
                <a:uLnTx/>
                <a:uFillTx/>
                <a:latin typeface="Arial" panose="020B0604020202020204"/>
                <a:ea typeface="+mn-ea"/>
                <a:cs typeface="+mn-cs"/>
              </a:rPr>
              <a:t>are linked by </a:t>
            </a:r>
            <a:r>
              <a:rPr kumimoji="0" lang="en-US" altLang="en-US" sz="2400" b="0" i="1" u="none" strike="noStrike" kern="1200" cap="none" spc="0" normalizeH="0" baseline="0" noProof="0" dirty="0">
                <a:ln>
                  <a:noFill/>
                </a:ln>
                <a:solidFill>
                  <a:srgbClr val="407EC9"/>
                </a:solidFill>
                <a:effectLst/>
                <a:uLnTx/>
                <a:uFillTx/>
                <a:latin typeface="Arial" panose="020B0604020202020204"/>
                <a:ea typeface="+mn-ea"/>
                <a:cs typeface="+mn-cs"/>
              </a:rPr>
              <a:t>intermediary flows </a:t>
            </a:r>
            <a:r>
              <a:rPr kumimoji="0" lang="en-US" altLang="en-US" sz="2400" b="0" i="0" u="none" strike="noStrike" kern="1200" cap="none" spc="0" normalizeH="0" baseline="0" noProof="0" dirty="0">
                <a:ln>
                  <a:noFill/>
                </a:ln>
                <a:solidFill>
                  <a:srgbClr val="00274C"/>
                </a:solidFill>
                <a:effectLst/>
                <a:uLnTx/>
                <a:uFillTx/>
                <a:latin typeface="Arial" panose="020B0604020202020204"/>
                <a:ea typeface="+mn-ea"/>
                <a:cs typeface="+mn-cs"/>
              </a:rPr>
              <a:t>that connect the different processes.</a:t>
            </a:r>
          </a:p>
          <a:p>
            <a:pPr marL="0" marR="0" lvl="0" indent="0" algn="l" defTabSz="457200" rtl="0" eaLnBrk="1" fontAlgn="auto" latinLnBrk="0" hangingPunct="1">
              <a:lnSpc>
                <a:spcPct val="100000"/>
              </a:lnSpc>
              <a:spcBef>
                <a:spcPct val="20000"/>
              </a:spcBef>
              <a:spcAft>
                <a:spcPts val="0"/>
              </a:spcAft>
              <a:buClrTx/>
              <a:buSzTx/>
              <a:buFont typeface="Arial"/>
              <a:buNone/>
              <a:tabLst/>
              <a:defRPr/>
            </a:pPr>
            <a:r>
              <a:rPr kumimoji="0" lang="en-US" altLang="en-US" sz="2400" b="0" i="0" u="none" strike="noStrike" kern="1200" cap="none" spc="0" normalizeH="0" baseline="0" noProof="0" dirty="0">
                <a:ln>
                  <a:noFill/>
                </a:ln>
                <a:solidFill>
                  <a:srgbClr val="00274C"/>
                </a:solidFill>
                <a:effectLst/>
                <a:uLnTx/>
                <a:uFillTx/>
                <a:latin typeface="Arial" panose="020B0604020202020204"/>
                <a:ea typeface="+mn-ea"/>
                <a:cs typeface="+mn-cs"/>
              </a:rPr>
              <a:t>In addition, each </a:t>
            </a:r>
            <a:r>
              <a:rPr kumimoji="0" lang="en-US" altLang="en-US" sz="2400" b="1" i="0" u="none" strike="noStrike" kern="1200" cap="none" spc="0" normalizeH="0" baseline="0" noProof="0" dirty="0">
                <a:ln>
                  <a:noFill/>
                </a:ln>
                <a:solidFill>
                  <a:srgbClr val="00B2A9"/>
                </a:solidFill>
                <a:effectLst/>
                <a:uLnTx/>
                <a:uFillTx/>
                <a:latin typeface="Arial" panose="020B0604020202020204"/>
                <a:ea typeface="+mn-ea"/>
                <a:cs typeface="+mn-cs"/>
              </a:rPr>
              <a:t>UP</a:t>
            </a:r>
            <a:r>
              <a:rPr kumimoji="0" lang="en-US" altLang="en-US" sz="2400" b="0" i="0" u="none" strike="noStrike" kern="1200" cap="none" spc="0" normalizeH="0" baseline="0" noProof="0" dirty="0">
                <a:ln>
                  <a:noFill/>
                </a:ln>
                <a:solidFill>
                  <a:srgbClr val="00274C"/>
                </a:solidFill>
                <a:effectLst/>
                <a:uLnTx/>
                <a:uFillTx/>
                <a:latin typeface="Arial" panose="020B0604020202020204"/>
                <a:ea typeface="+mn-ea"/>
                <a:cs typeface="+mn-cs"/>
              </a:rPr>
              <a:t> can have inputs or extractions from the </a:t>
            </a:r>
            <a:r>
              <a:rPr kumimoji="0" lang="en-US" altLang="en-US" sz="2400" b="1" i="0" u="none" strike="noStrike" kern="1200" cap="none" spc="0" normalizeH="0" baseline="0" noProof="0" dirty="0">
                <a:ln>
                  <a:noFill/>
                </a:ln>
                <a:solidFill>
                  <a:srgbClr val="00274C"/>
                </a:solidFill>
                <a:effectLst/>
                <a:uLnTx/>
                <a:uFillTx/>
                <a:latin typeface="Arial" panose="020B0604020202020204"/>
                <a:ea typeface="+mn-ea"/>
                <a:cs typeface="+mn-cs"/>
              </a:rPr>
              <a:t>environment </a:t>
            </a:r>
            <a:r>
              <a:rPr kumimoji="0" lang="en-US" altLang="en-US" sz="2400" b="0" i="0" u="none" strike="noStrike" kern="1200" cap="none" spc="0" normalizeH="0" baseline="0" noProof="0" dirty="0">
                <a:ln>
                  <a:noFill/>
                </a:ln>
                <a:solidFill>
                  <a:srgbClr val="00274C"/>
                </a:solidFill>
                <a:effectLst/>
                <a:uLnTx/>
                <a:uFillTx/>
                <a:latin typeface="Arial" panose="020B0604020202020204"/>
                <a:ea typeface="+mn-ea"/>
                <a:cs typeface="+mn-cs"/>
              </a:rPr>
              <a:t>(consumption of resources, energy, etc.) and outputs or </a:t>
            </a:r>
            <a:r>
              <a:rPr kumimoji="0" lang="en-US" altLang="en-US" sz="2400" b="1" i="0" u="none" strike="noStrike" kern="1200" cap="none" spc="0" normalizeH="0" baseline="0" noProof="0" dirty="0">
                <a:ln>
                  <a:noFill/>
                </a:ln>
                <a:solidFill>
                  <a:srgbClr val="00274C"/>
                </a:solidFill>
                <a:effectLst/>
                <a:uLnTx/>
                <a:uFillTx/>
                <a:latin typeface="Arial" panose="020B0604020202020204"/>
                <a:ea typeface="+mn-ea"/>
                <a:cs typeface="+mn-cs"/>
              </a:rPr>
              <a:t>emissions</a:t>
            </a:r>
            <a:r>
              <a:rPr kumimoji="0" lang="en-US" altLang="en-US" sz="2400" b="0" i="0" u="none" strike="noStrike" kern="1200" cap="none" spc="0" normalizeH="0" baseline="0" noProof="0" dirty="0">
                <a:ln>
                  <a:noFill/>
                </a:ln>
                <a:solidFill>
                  <a:srgbClr val="00274C"/>
                </a:solidFill>
                <a:effectLst/>
                <a:uLnTx/>
                <a:uFillTx/>
                <a:latin typeface="Arial" panose="020B0604020202020204"/>
                <a:ea typeface="+mn-ea"/>
                <a:cs typeface="+mn-cs"/>
              </a:rPr>
              <a:t> to the environment (to water, air, soil, etc.), called </a:t>
            </a:r>
            <a:r>
              <a:rPr kumimoji="0" lang="en-US" altLang="en-US" sz="2400" b="0" i="1" u="none" strike="noStrike" kern="1200" cap="none" spc="0" normalizeH="0" baseline="0" noProof="0" dirty="0">
                <a:ln>
                  <a:noFill/>
                </a:ln>
                <a:solidFill>
                  <a:srgbClr val="ADA400"/>
                </a:solidFill>
                <a:effectLst/>
                <a:uLnTx/>
                <a:uFillTx/>
                <a:latin typeface="Arial" panose="020B0604020202020204"/>
                <a:ea typeface="+mn-ea"/>
                <a:cs typeface="+mn-cs"/>
              </a:rPr>
              <a:t>elementary flows</a:t>
            </a:r>
            <a:r>
              <a:rPr kumimoji="0" lang="en-US" altLang="en-US" sz="2400" b="0" i="0" u="none" strike="noStrike" kern="1200" cap="none" spc="0" normalizeH="0" baseline="0" noProof="0" dirty="0">
                <a:ln>
                  <a:noFill/>
                </a:ln>
                <a:solidFill>
                  <a:srgbClr val="00274C"/>
                </a:solidFill>
                <a:effectLst/>
                <a:uLnTx/>
                <a:uFillTx/>
                <a:latin typeface="Arial" panose="020B0604020202020204"/>
                <a:ea typeface="+mn-ea"/>
                <a:cs typeface="+mn-cs"/>
              </a:rPr>
              <a:t>.</a:t>
            </a:r>
          </a:p>
        </p:txBody>
      </p:sp>
      <p:sp>
        <p:nvSpPr>
          <p:cNvPr id="45" name="Rectangle 2">
            <a:extLst>
              <a:ext uri="{FF2B5EF4-FFF2-40B4-BE49-F238E27FC236}">
                <a16:creationId xmlns:a16="http://schemas.microsoft.com/office/drawing/2014/main" id="{71827DA2-A398-7A4E-8DD9-7361196B1A11}"/>
              </a:ext>
            </a:extLst>
          </p:cNvPr>
          <p:cNvSpPr>
            <a:spLocks noChangeArrowheads="1"/>
          </p:cNvSpPr>
          <p:nvPr/>
        </p:nvSpPr>
        <p:spPr bwMode="auto">
          <a:xfrm>
            <a:off x="9782068" y="1841300"/>
            <a:ext cx="1589110" cy="793381"/>
          </a:xfrm>
          <a:prstGeom prst="rect">
            <a:avLst/>
          </a:prstGeom>
          <a:noFill/>
          <a:ln w="25400">
            <a:solidFill>
              <a:schemeClr val="accent6"/>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rgbClr val="FF9900"/>
              </a:buClr>
              <a:buChar char="•"/>
              <a:defRPr sz="3200" b="1">
                <a:solidFill>
                  <a:srgbClr val="01035B"/>
                </a:solidFill>
                <a:latin typeface="Arial" panose="020B0604020202020204" pitchFamily="34" charset="0"/>
              </a:defRPr>
            </a:lvl1pPr>
            <a:lvl2pPr marL="742950" indent="-285750">
              <a:spcBef>
                <a:spcPct val="20000"/>
              </a:spcBef>
              <a:buClr>
                <a:srgbClr val="FF9900"/>
              </a:buClr>
              <a:buChar char="–"/>
              <a:defRPr sz="2800" b="1">
                <a:solidFill>
                  <a:srgbClr val="01035B"/>
                </a:solidFill>
                <a:latin typeface="Arial" panose="020B0604020202020204" pitchFamily="34" charset="0"/>
              </a:defRPr>
            </a:lvl2pPr>
            <a:lvl3pPr marL="1143000" indent="-228600">
              <a:spcBef>
                <a:spcPct val="20000"/>
              </a:spcBef>
              <a:buClr>
                <a:srgbClr val="FF9900"/>
              </a:buClr>
              <a:buChar char="•"/>
              <a:defRPr sz="2400" b="1">
                <a:solidFill>
                  <a:srgbClr val="01035B"/>
                </a:solidFill>
                <a:latin typeface="Arial" panose="020B0604020202020204" pitchFamily="34" charset="0"/>
              </a:defRPr>
            </a:lvl3pPr>
            <a:lvl4pPr marL="1600200" indent="-228600">
              <a:spcBef>
                <a:spcPct val="20000"/>
              </a:spcBef>
              <a:buClr>
                <a:srgbClr val="FF9900"/>
              </a:buClr>
              <a:buChar char="–"/>
              <a:defRPr sz="2000" b="1">
                <a:solidFill>
                  <a:srgbClr val="01035B"/>
                </a:solidFill>
                <a:latin typeface="Arial" panose="020B0604020202020204" pitchFamily="34" charset="0"/>
              </a:defRPr>
            </a:lvl4pPr>
            <a:lvl5pPr marL="2057400" indent="-228600">
              <a:spcBef>
                <a:spcPct val="20000"/>
              </a:spcBef>
              <a:buClr>
                <a:srgbClr val="FF9900"/>
              </a:buClr>
              <a:buChar char="»"/>
              <a:defRPr sz="2000" b="1">
                <a:solidFill>
                  <a:srgbClr val="01035B"/>
                </a:solidFill>
                <a:latin typeface="Arial" panose="020B0604020202020204" pitchFamily="34" charset="0"/>
              </a:defRPr>
            </a:lvl5pPr>
            <a:lvl6pPr marL="25146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6pPr>
            <a:lvl7pPr marL="29718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7pPr>
            <a:lvl8pPr marL="34290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8pPr>
            <a:lvl9pPr marL="38862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9pPr>
          </a:lstStyle>
          <a:p>
            <a:pPr marL="0" marR="0" lvl="0" indent="0" algn="l" defTabSz="812810" rtl="0" eaLnBrk="1" fontAlgn="auto" latinLnBrk="0" hangingPunct="1">
              <a:lnSpc>
                <a:spcPct val="100000"/>
              </a:lnSpc>
              <a:spcBef>
                <a:spcPct val="0"/>
              </a:spcBef>
              <a:spcAft>
                <a:spcPts val="0"/>
              </a:spcAft>
              <a:buClrTx/>
              <a:buSzTx/>
              <a:buFontTx/>
              <a:buNone/>
              <a:tabLst/>
              <a:defRPr/>
            </a:pPr>
            <a:endParaRPr kumimoji="0" lang="en-US" altLang="en-US" sz="2000" b="0" i="0" u="none" strike="noStrike" kern="1200" cap="none" spc="0" normalizeH="0" baseline="0" noProof="0">
              <a:ln>
                <a:noFill/>
              </a:ln>
              <a:solidFill>
                <a:srgbClr val="000000"/>
              </a:solidFill>
              <a:effectLst/>
              <a:uLnTx/>
              <a:uFillTx/>
              <a:latin typeface="Arial" panose="020B0604020202020204" pitchFamily="34" charset="0"/>
              <a:ea typeface="+mn-ea"/>
              <a:cs typeface="+mn-cs"/>
            </a:endParaRPr>
          </a:p>
        </p:txBody>
      </p:sp>
      <p:sp>
        <p:nvSpPr>
          <p:cNvPr id="47" name="Rectangle 3">
            <a:extLst>
              <a:ext uri="{FF2B5EF4-FFF2-40B4-BE49-F238E27FC236}">
                <a16:creationId xmlns:a16="http://schemas.microsoft.com/office/drawing/2014/main" id="{F1A0477D-9483-2A43-986F-A7EB288C6489}"/>
              </a:ext>
            </a:extLst>
          </p:cNvPr>
          <p:cNvSpPr>
            <a:spLocks noChangeArrowheads="1"/>
          </p:cNvSpPr>
          <p:nvPr/>
        </p:nvSpPr>
        <p:spPr bwMode="auto">
          <a:xfrm>
            <a:off x="9782068" y="3541402"/>
            <a:ext cx="1589110" cy="793381"/>
          </a:xfrm>
          <a:prstGeom prst="rect">
            <a:avLst/>
          </a:prstGeom>
          <a:noFill/>
          <a:ln w="25400">
            <a:solidFill>
              <a:schemeClr val="accent6"/>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rgbClr val="FF9900"/>
              </a:buClr>
              <a:buChar char="•"/>
              <a:defRPr sz="3200" b="1">
                <a:solidFill>
                  <a:srgbClr val="01035B"/>
                </a:solidFill>
                <a:latin typeface="Arial" panose="020B0604020202020204" pitchFamily="34" charset="0"/>
              </a:defRPr>
            </a:lvl1pPr>
            <a:lvl2pPr marL="742950" indent="-285750">
              <a:spcBef>
                <a:spcPct val="20000"/>
              </a:spcBef>
              <a:buClr>
                <a:srgbClr val="FF9900"/>
              </a:buClr>
              <a:buChar char="–"/>
              <a:defRPr sz="2800" b="1">
                <a:solidFill>
                  <a:srgbClr val="01035B"/>
                </a:solidFill>
                <a:latin typeface="Arial" panose="020B0604020202020204" pitchFamily="34" charset="0"/>
              </a:defRPr>
            </a:lvl2pPr>
            <a:lvl3pPr marL="1143000" indent="-228600">
              <a:spcBef>
                <a:spcPct val="20000"/>
              </a:spcBef>
              <a:buClr>
                <a:srgbClr val="FF9900"/>
              </a:buClr>
              <a:buChar char="•"/>
              <a:defRPr sz="2400" b="1">
                <a:solidFill>
                  <a:srgbClr val="01035B"/>
                </a:solidFill>
                <a:latin typeface="Arial" panose="020B0604020202020204" pitchFamily="34" charset="0"/>
              </a:defRPr>
            </a:lvl3pPr>
            <a:lvl4pPr marL="1600200" indent="-228600">
              <a:spcBef>
                <a:spcPct val="20000"/>
              </a:spcBef>
              <a:buClr>
                <a:srgbClr val="FF9900"/>
              </a:buClr>
              <a:buChar char="–"/>
              <a:defRPr sz="2000" b="1">
                <a:solidFill>
                  <a:srgbClr val="01035B"/>
                </a:solidFill>
                <a:latin typeface="Arial" panose="020B0604020202020204" pitchFamily="34" charset="0"/>
              </a:defRPr>
            </a:lvl4pPr>
            <a:lvl5pPr marL="2057400" indent="-228600">
              <a:spcBef>
                <a:spcPct val="20000"/>
              </a:spcBef>
              <a:buClr>
                <a:srgbClr val="FF9900"/>
              </a:buClr>
              <a:buChar char="»"/>
              <a:defRPr sz="2000" b="1">
                <a:solidFill>
                  <a:srgbClr val="01035B"/>
                </a:solidFill>
                <a:latin typeface="Arial" panose="020B0604020202020204" pitchFamily="34" charset="0"/>
              </a:defRPr>
            </a:lvl5pPr>
            <a:lvl6pPr marL="25146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6pPr>
            <a:lvl7pPr marL="29718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7pPr>
            <a:lvl8pPr marL="34290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8pPr>
            <a:lvl9pPr marL="38862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9pPr>
          </a:lstStyle>
          <a:p>
            <a:pPr marL="0" marR="0" lvl="0" indent="0" algn="l" defTabSz="812810" rtl="0" eaLnBrk="1" fontAlgn="auto" latinLnBrk="0" hangingPunct="1">
              <a:lnSpc>
                <a:spcPct val="100000"/>
              </a:lnSpc>
              <a:spcBef>
                <a:spcPct val="0"/>
              </a:spcBef>
              <a:spcAft>
                <a:spcPts val="0"/>
              </a:spcAft>
              <a:buClrTx/>
              <a:buSzTx/>
              <a:buFontTx/>
              <a:buNone/>
              <a:tabLst/>
              <a:defRPr/>
            </a:pPr>
            <a:endParaRPr kumimoji="0" lang="en-US" altLang="en-US" sz="2000" b="0" i="0" u="none" strike="noStrike" kern="1200" cap="none" spc="0" normalizeH="0" baseline="0" noProof="0">
              <a:ln>
                <a:noFill/>
              </a:ln>
              <a:solidFill>
                <a:srgbClr val="000000"/>
              </a:solidFill>
              <a:effectLst/>
              <a:uLnTx/>
              <a:uFillTx/>
              <a:latin typeface="Arial" panose="020B0604020202020204" pitchFamily="34" charset="0"/>
              <a:ea typeface="+mn-ea"/>
              <a:cs typeface="+mn-cs"/>
            </a:endParaRPr>
          </a:p>
        </p:txBody>
      </p:sp>
      <p:sp>
        <p:nvSpPr>
          <p:cNvPr id="48" name="Rectangle 4">
            <a:extLst>
              <a:ext uri="{FF2B5EF4-FFF2-40B4-BE49-F238E27FC236}">
                <a16:creationId xmlns:a16="http://schemas.microsoft.com/office/drawing/2014/main" id="{4A8B8D55-6AB0-5D4C-9356-587A817FA4D0}"/>
              </a:ext>
            </a:extLst>
          </p:cNvPr>
          <p:cNvSpPr>
            <a:spLocks noChangeArrowheads="1"/>
          </p:cNvSpPr>
          <p:nvPr/>
        </p:nvSpPr>
        <p:spPr bwMode="auto">
          <a:xfrm>
            <a:off x="9782068" y="5241503"/>
            <a:ext cx="1589110" cy="793381"/>
          </a:xfrm>
          <a:prstGeom prst="rect">
            <a:avLst/>
          </a:prstGeom>
          <a:noFill/>
          <a:ln w="25400">
            <a:solidFill>
              <a:schemeClr val="accent6"/>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rgbClr val="FF9900"/>
              </a:buClr>
              <a:buChar char="•"/>
              <a:defRPr sz="3200" b="1">
                <a:solidFill>
                  <a:srgbClr val="01035B"/>
                </a:solidFill>
                <a:latin typeface="Arial" panose="020B0604020202020204" pitchFamily="34" charset="0"/>
              </a:defRPr>
            </a:lvl1pPr>
            <a:lvl2pPr marL="742950" indent="-285750">
              <a:spcBef>
                <a:spcPct val="20000"/>
              </a:spcBef>
              <a:buClr>
                <a:srgbClr val="FF9900"/>
              </a:buClr>
              <a:buChar char="–"/>
              <a:defRPr sz="2800" b="1">
                <a:solidFill>
                  <a:srgbClr val="01035B"/>
                </a:solidFill>
                <a:latin typeface="Arial" panose="020B0604020202020204" pitchFamily="34" charset="0"/>
              </a:defRPr>
            </a:lvl2pPr>
            <a:lvl3pPr marL="1143000" indent="-228600">
              <a:spcBef>
                <a:spcPct val="20000"/>
              </a:spcBef>
              <a:buClr>
                <a:srgbClr val="FF9900"/>
              </a:buClr>
              <a:buChar char="•"/>
              <a:defRPr sz="2400" b="1">
                <a:solidFill>
                  <a:srgbClr val="01035B"/>
                </a:solidFill>
                <a:latin typeface="Arial" panose="020B0604020202020204" pitchFamily="34" charset="0"/>
              </a:defRPr>
            </a:lvl3pPr>
            <a:lvl4pPr marL="1600200" indent="-228600">
              <a:spcBef>
                <a:spcPct val="20000"/>
              </a:spcBef>
              <a:buClr>
                <a:srgbClr val="FF9900"/>
              </a:buClr>
              <a:buChar char="–"/>
              <a:defRPr sz="2000" b="1">
                <a:solidFill>
                  <a:srgbClr val="01035B"/>
                </a:solidFill>
                <a:latin typeface="Arial" panose="020B0604020202020204" pitchFamily="34" charset="0"/>
              </a:defRPr>
            </a:lvl4pPr>
            <a:lvl5pPr marL="2057400" indent="-228600">
              <a:spcBef>
                <a:spcPct val="20000"/>
              </a:spcBef>
              <a:buClr>
                <a:srgbClr val="FF9900"/>
              </a:buClr>
              <a:buChar char="»"/>
              <a:defRPr sz="2000" b="1">
                <a:solidFill>
                  <a:srgbClr val="01035B"/>
                </a:solidFill>
                <a:latin typeface="Arial" panose="020B0604020202020204" pitchFamily="34" charset="0"/>
              </a:defRPr>
            </a:lvl5pPr>
            <a:lvl6pPr marL="25146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6pPr>
            <a:lvl7pPr marL="29718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7pPr>
            <a:lvl8pPr marL="34290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8pPr>
            <a:lvl9pPr marL="38862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9pPr>
          </a:lstStyle>
          <a:p>
            <a:pPr marL="0" marR="0" lvl="0" indent="0" algn="l" defTabSz="812810" rtl="0" eaLnBrk="1" fontAlgn="auto" latinLnBrk="0" hangingPunct="1">
              <a:lnSpc>
                <a:spcPct val="100000"/>
              </a:lnSpc>
              <a:spcBef>
                <a:spcPct val="0"/>
              </a:spcBef>
              <a:spcAft>
                <a:spcPts val="0"/>
              </a:spcAft>
              <a:buClrTx/>
              <a:buSzTx/>
              <a:buFontTx/>
              <a:buNone/>
              <a:tabLst/>
              <a:defRPr/>
            </a:pPr>
            <a:endParaRPr kumimoji="0" lang="en-US" altLang="en-US" sz="2000" b="0" i="0" u="none" strike="noStrike" kern="1200" cap="none" spc="0" normalizeH="0" baseline="0" noProof="0">
              <a:ln>
                <a:noFill/>
              </a:ln>
              <a:solidFill>
                <a:srgbClr val="000000"/>
              </a:solidFill>
              <a:effectLst/>
              <a:uLnTx/>
              <a:uFillTx/>
              <a:latin typeface="Arial" panose="020B0604020202020204" pitchFamily="34" charset="0"/>
              <a:ea typeface="+mn-ea"/>
              <a:cs typeface="+mn-cs"/>
            </a:endParaRPr>
          </a:p>
        </p:txBody>
      </p:sp>
      <p:sp>
        <p:nvSpPr>
          <p:cNvPr id="62" name="Text Box 18">
            <a:extLst>
              <a:ext uri="{FF2B5EF4-FFF2-40B4-BE49-F238E27FC236}">
                <a16:creationId xmlns:a16="http://schemas.microsoft.com/office/drawing/2014/main" id="{02B64E03-E8E0-8346-B340-FBD5EE0CE5B8}"/>
              </a:ext>
            </a:extLst>
          </p:cNvPr>
          <p:cNvSpPr txBox="1">
            <a:spLocks noChangeArrowheads="1"/>
          </p:cNvSpPr>
          <p:nvPr/>
        </p:nvSpPr>
        <p:spPr bwMode="auto">
          <a:xfrm>
            <a:off x="9748643" y="3732663"/>
            <a:ext cx="1664238" cy="3847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FF9900"/>
              </a:buClr>
              <a:buChar char="•"/>
              <a:defRPr sz="3200" b="1">
                <a:solidFill>
                  <a:srgbClr val="01035B"/>
                </a:solidFill>
                <a:latin typeface="Arial" panose="020B0604020202020204" pitchFamily="34" charset="0"/>
              </a:defRPr>
            </a:lvl1pPr>
            <a:lvl2pPr marL="742950" indent="-285750">
              <a:spcBef>
                <a:spcPct val="20000"/>
              </a:spcBef>
              <a:buClr>
                <a:srgbClr val="FF9900"/>
              </a:buClr>
              <a:buChar char="–"/>
              <a:defRPr sz="2800" b="1">
                <a:solidFill>
                  <a:srgbClr val="01035B"/>
                </a:solidFill>
                <a:latin typeface="Arial" panose="020B0604020202020204" pitchFamily="34" charset="0"/>
              </a:defRPr>
            </a:lvl2pPr>
            <a:lvl3pPr marL="1143000" indent="-228600">
              <a:spcBef>
                <a:spcPct val="20000"/>
              </a:spcBef>
              <a:buClr>
                <a:srgbClr val="FF9900"/>
              </a:buClr>
              <a:buChar char="•"/>
              <a:defRPr sz="2400" b="1">
                <a:solidFill>
                  <a:srgbClr val="01035B"/>
                </a:solidFill>
                <a:latin typeface="Arial" panose="020B0604020202020204" pitchFamily="34" charset="0"/>
              </a:defRPr>
            </a:lvl3pPr>
            <a:lvl4pPr marL="1600200" indent="-228600">
              <a:spcBef>
                <a:spcPct val="20000"/>
              </a:spcBef>
              <a:buClr>
                <a:srgbClr val="FF9900"/>
              </a:buClr>
              <a:buChar char="–"/>
              <a:defRPr sz="2000" b="1">
                <a:solidFill>
                  <a:srgbClr val="01035B"/>
                </a:solidFill>
                <a:latin typeface="Arial" panose="020B0604020202020204" pitchFamily="34" charset="0"/>
              </a:defRPr>
            </a:lvl4pPr>
            <a:lvl5pPr marL="2057400" indent="-228600">
              <a:spcBef>
                <a:spcPct val="20000"/>
              </a:spcBef>
              <a:buClr>
                <a:srgbClr val="FF9900"/>
              </a:buClr>
              <a:buChar char="»"/>
              <a:defRPr sz="2000" b="1">
                <a:solidFill>
                  <a:srgbClr val="01035B"/>
                </a:solidFill>
                <a:latin typeface="Arial" panose="020B0604020202020204" pitchFamily="34" charset="0"/>
              </a:defRPr>
            </a:lvl5pPr>
            <a:lvl6pPr marL="25146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6pPr>
            <a:lvl7pPr marL="29718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7pPr>
            <a:lvl8pPr marL="34290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8pPr>
            <a:lvl9pPr marL="38862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9pPr>
          </a:lstStyle>
          <a:p>
            <a:pPr marL="0" marR="0" lvl="0" indent="0" algn="ctr" defTabSz="812810" rtl="0" eaLnBrk="1" fontAlgn="auto" latinLnBrk="0" hangingPunct="1">
              <a:lnSpc>
                <a:spcPct val="100000"/>
              </a:lnSpc>
              <a:spcBef>
                <a:spcPct val="0"/>
              </a:spcBef>
              <a:spcAft>
                <a:spcPts val="0"/>
              </a:spcAft>
              <a:buClrTx/>
              <a:buSzTx/>
              <a:buFontTx/>
              <a:buNone/>
              <a:tabLst/>
              <a:defRPr/>
            </a:pPr>
            <a:r>
              <a:rPr kumimoji="0" lang="en-US" altLang="en-US" sz="1900" b="1" i="0" u="none" strike="noStrike" kern="1200" cap="none" spc="0" normalizeH="0" baseline="0" noProof="0" dirty="0">
                <a:ln>
                  <a:noFill/>
                </a:ln>
                <a:solidFill>
                  <a:srgbClr val="00B2A9"/>
                </a:solidFill>
                <a:effectLst/>
                <a:uLnTx/>
                <a:uFillTx/>
                <a:latin typeface="Arial" panose="020B0604020202020204" pitchFamily="34" charset="0"/>
                <a:ea typeface="+mn-ea"/>
                <a:cs typeface="Arial" panose="020B0604020202020204" pitchFamily="34" charset="0"/>
              </a:rPr>
              <a:t>Unit process</a:t>
            </a:r>
          </a:p>
        </p:txBody>
      </p:sp>
      <p:sp>
        <p:nvSpPr>
          <p:cNvPr id="63" name="Text Box 20">
            <a:extLst>
              <a:ext uri="{FF2B5EF4-FFF2-40B4-BE49-F238E27FC236}">
                <a16:creationId xmlns:a16="http://schemas.microsoft.com/office/drawing/2014/main" id="{F63325C3-788B-9B49-8A9D-D165CAA33DE5}"/>
              </a:ext>
            </a:extLst>
          </p:cNvPr>
          <p:cNvSpPr txBox="1">
            <a:spLocks noChangeArrowheads="1"/>
          </p:cNvSpPr>
          <p:nvPr/>
        </p:nvSpPr>
        <p:spPr bwMode="auto">
          <a:xfrm>
            <a:off x="12378856" y="3405071"/>
            <a:ext cx="2307107" cy="12618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FF9900"/>
              </a:buClr>
              <a:buChar char="•"/>
              <a:defRPr sz="3200" b="1">
                <a:solidFill>
                  <a:srgbClr val="01035B"/>
                </a:solidFill>
                <a:latin typeface="Arial" panose="020B0604020202020204" pitchFamily="34" charset="0"/>
              </a:defRPr>
            </a:lvl1pPr>
            <a:lvl2pPr marL="742950" indent="-285750">
              <a:spcBef>
                <a:spcPct val="20000"/>
              </a:spcBef>
              <a:buClr>
                <a:srgbClr val="FF9900"/>
              </a:buClr>
              <a:buChar char="–"/>
              <a:defRPr sz="2800" b="1">
                <a:solidFill>
                  <a:srgbClr val="01035B"/>
                </a:solidFill>
                <a:latin typeface="Arial" panose="020B0604020202020204" pitchFamily="34" charset="0"/>
              </a:defRPr>
            </a:lvl2pPr>
            <a:lvl3pPr marL="1143000" indent="-228600">
              <a:spcBef>
                <a:spcPct val="20000"/>
              </a:spcBef>
              <a:buClr>
                <a:srgbClr val="FF9900"/>
              </a:buClr>
              <a:buChar char="•"/>
              <a:defRPr sz="2400" b="1">
                <a:solidFill>
                  <a:srgbClr val="01035B"/>
                </a:solidFill>
                <a:latin typeface="Arial" panose="020B0604020202020204" pitchFamily="34" charset="0"/>
              </a:defRPr>
            </a:lvl3pPr>
            <a:lvl4pPr marL="1600200" indent="-228600">
              <a:spcBef>
                <a:spcPct val="20000"/>
              </a:spcBef>
              <a:buClr>
                <a:srgbClr val="FF9900"/>
              </a:buClr>
              <a:buChar char="–"/>
              <a:defRPr sz="2000" b="1">
                <a:solidFill>
                  <a:srgbClr val="01035B"/>
                </a:solidFill>
                <a:latin typeface="Arial" panose="020B0604020202020204" pitchFamily="34" charset="0"/>
              </a:defRPr>
            </a:lvl4pPr>
            <a:lvl5pPr marL="2057400" indent="-228600">
              <a:spcBef>
                <a:spcPct val="20000"/>
              </a:spcBef>
              <a:buClr>
                <a:srgbClr val="FF9900"/>
              </a:buClr>
              <a:buChar char="»"/>
              <a:defRPr sz="2000" b="1">
                <a:solidFill>
                  <a:srgbClr val="01035B"/>
                </a:solidFill>
                <a:latin typeface="Arial" panose="020B0604020202020204" pitchFamily="34" charset="0"/>
              </a:defRPr>
            </a:lvl5pPr>
            <a:lvl6pPr marL="25146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6pPr>
            <a:lvl7pPr marL="29718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7pPr>
            <a:lvl8pPr marL="34290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8pPr>
            <a:lvl9pPr marL="38862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9pPr>
          </a:lstStyle>
          <a:p>
            <a:pPr marL="0" marR="0" lvl="0" indent="0" algn="l" defTabSz="812810" rtl="0" eaLnBrk="1" fontAlgn="auto" latinLnBrk="0" hangingPunct="1">
              <a:lnSpc>
                <a:spcPct val="100000"/>
              </a:lnSpc>
              <a:spcBef>
                <a:spcPct val="0"/>
              </a:spcBef>
              <a:spcAft>
                <a:spcPts val="0"/>
              </a:spcAft>
              <a:buClrTx/>
              <a:buSzTx/>
              <a:buFontTx/>
              <a:buNone/>
              <a:tabLst/>
              <a:defRPr/>
            </a:pPr>
            <a:r>
              <a:rPr kumimoji="0" lang="en-US" altLang="en-US" sz="2000" b="1" i="0" u="none" strike="noStrike" kern="1200" cap="none" spc="0" normalizeH="0" baseline="0" noProof="0" dirty="0">
                <a:ln>
                  <a:noFill/>
                </a:ln>
                <a:solidFill>
                  <a:srgbClr val="00274C"/>
                </a:solidFill>
                <a:effectLst/>
                <a:uLnTx/>
                <a:uFillTx/>
                <a:latin typeface="Arial" panose="020B0604020202020204" pitchFamily="34" charset="0"/>
                <a:ea typeface="+mn-ea"/>
                <a:cs typeface="Arial" panose="020B0604020202020204" pitchFamily="34" charset="0"/>
              </a:rPr>
              <a:t>Exiting</a:t>
            </a:r>
            <a:r>
              <a:rPr kumimoji="0" lang="en-US" altLang="en-US" sz="2000" b="0" i="0" u="none" strike="noStrike" kern="120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rPr>
              <a:t/>
            </a:r>
            <a:br>
              <a:rPr kumimoji="0" lang="en-US" altLang="en-US" sz="2000" b="0" i="0" u="none" strike="noStrike" kern="120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rPr>
            </a:br>
            <a:r>
              <a:rPr kumimoji="0" lang="en-US" altLang="en-US" sz="2000" b="0" i="1" u="none" strike="noStrike" kern="1200" cap="none" spc="0" normalizeH="0" baseline="0" noProof="0" dirty="0">
                <a:ln>
                  <a:noFill/>
                </a:ln>
                <a:solidFill>
                  <a:srgbClr val="ADA400"/>
                </a:solidFill>
                <a:effectLst/>
                <a:uLnTx/>
                <a:uFillTx/>
                <a:latin typeface="Arial" panose="020B0604020202020204" pitchFamily="34" charset="0"/>
                <a:ea typeface="+mn-ea"/>
                <a:cs typeface="Arial" panose="020B0604020202020204" pitchFamily="34" charset="0"/>
              </a:rPr>
              <a:t>elementary flows</a:t>
            </a:r>
          </a:p>
          <a:p>
            <a:pPr marL="0" marR="0" lvl="0" indent="0" algn="l" defTabSz="812810" rtl="0" eaLnBrk="1" fontAlgn="auto" latinLnBrk="0" hangingPunct="1">
              <a:lnSpc>
                <a:spcPct val="100000"/>
              </a:lnSpc>
              <a:spcBef>
                <a:spcPct val="0"/>
              </a:spcBef>
              <a:spcAft>
                <a:spcPts val="0"/>
              </a:spcAft>
              <a:buClrTx/>
              <a:buSzTx/>
              <a:buFontTx/>
              <a:buNone/>
              <a:tabLst/>
              <a:defRPr/>
            </a:pPr>
            <a:r>
              <a:rPr kumimoji="0" lang="en-US" altLang="en-US" sz="1800" b="0" i="0" u="none" strike="noStrike" kern="1200" cap="none" spc="0" normalizeH="0" baseline="0" noProof="0" dirty="0">
                <a:ln>
                  <a:noFill/>
                </a:ln>
                <a:solidFill>
                  <a:srgbClr val="00274C"/>
                </a:solidFill>
                <a:effectLst/>
                <a:uLnTx/>
                <a:uFillTx/>
                <a:latin typeface="Arial" panose="020B0604020202020204" pitchFamily="34" charset="0"/>
                <a:ea typeface="+mn-ea"/>
                <a:cs typeface="Arial" panose="020B0604020202020204" pitchFamily="34" charset="0"/>
              </a:rPr>
              <a:t>(emissions to </a:t>
            </a:r>
            <a:br>
              <a:rPr kumimoji="0" lang="en-US" altLang="en-US" sz="1800" b="0" i="0" u="none" strike="noStrike" kern="1200" cap="none" spc="0" normalizeH="0" baseline="0" noProof="0" dirty="0">
                <a:ln>
                  <a:noFill/>
                </a:ln>
                <a:solidFill>
                  <a:srgbClr val="00274C"/>
                </a:solidFill>
                <a:effectLst/>
                <a:uLnTx/>
                <a:uFillTx/>
                <a:latin typeface="Arial" panose="020B0604020202020204" pitchFamily="34" charset="0"/>
                <a:ea typeface="+mn-ea"/>
                <a:cs typeface="Arial" panose="020B0604020202020204" pitchFamily="34" charset="0"/>
              </a:rPr>
            </a:br>
            <a:r>
              <a:rPr kumimoji="0" lang="en-US" altLang="en-US" sz="1800" b="0" i="0" u="none" strike="noStrike" kern="1200" cap="none" spc="0" normalizeH="0" baseline="0" noProof="0" dirty="0">
                <a:ln>
                  <a:noFill/>
                </a:ln>
                <a:solidFill>
                  <a:srgbClr val="00274C"/>
                </a:solidFill>
                <a:effectLst/>
                <a:uLnTx/>
                <a:uFillTx/>
                <a:latin typeface="Arial" panose="020B0604020202020204" pitchFamily="34" charset="0"/>
                <a:ea typeface="+mn-ea"/>
                <a:cs typeface="Arial" panose="020B0604020202020204" pitchFamily="34" charset="0"/>
              </a:rPr>
              <a:t>the environment)</a:t>
            </a:r>
          </a:p>
        </p:txBody>
      </p:sp>
      <p:sp>
        <p:nvSpPr>
          <p:cNvPr id="64" name="Text Box 23">
            <a:extLst>
              <a:ext uri="{FF2B5EF4-FFF2-40B4-BE49-F238E27FC236}">
                <a16:creationId xmlns:a16="http://schemas.microsoft.com/office/drawing/2014/main" id="{1F9E5841-D378-C140-8ADD-E739DCA97923}"/>
              </a:ext>
            </a:extLst>
          </p:cNvPr>
          <p:cNvSpPr txBox="1">
            <a:spLocks noChangeArrowheads="1"/>
          </p:cNvSpPr>
          <p:nvPr/>
        </p:nvSpPr>
        <p:spPr bwMode="auto">
          <a:xfrm>
            <a:off x="6913871" y="3450953"/>
            <a:ext cx="2220202" cy="12618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FF9900"/>
              </a:buClr>
              <a:buChar char="•"/>
              <a:defRPr sz="3200" b="1">
                <a:solidFill>
                  <a:srgbClr val="01035B"/>
                </a:solidFill>
                <a:latin typeface="Arial" panose="020B0604020202020204" pitchFamily="34" charset="0"/>
              </a:defRPr>
            </a:lvl1pPr>
            <a:lvl2pPr marL="742950" indent="-285750">
              <a:spcBef>
                <a:spcPct val="20000"/>
              </a:spcBef>
              <a:buClr>
                <a:srgbClr val="FF9900"/>
              </a:buClr>
              <a:buChar char="–"/>
              <a:defRPr sz="2800" b="1">
                <a:solidFill>
                  <a:srgbClr val="01035B"/>
                </a:solidFill>
                <a:latin typeface="Arial" panose="020B0604020202020204" pitchFamily="34" charset="0"/>
              </a:defRPr>
            </a:lvl2pPr>
            <a:lvl3pPr marL="1143000" indent="-228600">
              <a:spcBef>
                <a:spcPct val="20000"/>
              </a:spcBef>
              <a:buClr>
                <a:srgbClr val="FF9900"/>
              </a:buClr>
              <a:buChar char="•"/>
              <a:defRPr sz="2400" b="1">
                <a:solidFill>
                  <a:srgbClr val="01035B"/>
                </a:solidFill>
                <a:latin typeface="Arial" panose="020B0604020202020204" pitchFamily="34" charset="0"/>
              </a:defRPr>
            </a:lvl3pPr>
            <a:lvl4pPr marL="1600200" indent="-228600">
              <a:spcBef>
                <a:spcPct val="20000"/>
              </a:spcBef>
              <a:buClr>
                <a:srgbClr val="FF9900"/>
              </a:buClr>
              <a:buChar char="–"/>
              <a:defRPr sz="2000" b="1">
                <a:solidFill>
                  <a:srgbClr val="01035B"/>
                </a:solidFill>
                <a:latin typeface="Arial" panose="020B0604020202020204" pitchFamily="34" charset="0"/>
              </a:defRPr>
            </a:lvl4pPr>
            <a:lvl5pPr marL="2057400" indent="-228600">
              <a:spcBef>
                <a:spcPct val="20000"/>
              </a:spcBef>
              <a:buClr>
                <a:srgbClr val="FF9900"/>
              </a:buClr>
              <a:buChar char="»"/>
              <a:defRPr sz="2000" b="1">
                <a:solidFill>
                  <a:srgbClr val="01035B"/>
                </a:solidFill>
                <a:latin typeface="Arial" panose="020B0604020202020204" pitchFamily="34" charset="0"/>
              </a:defRPr>
            </a:lvl5pPr>
            <a:lvl6pPr marL="25146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6pPr>
            <a:lvl7pPr marL="29718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7pPr>
            <a:lvl8pPr marL="34290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8pPr>
            <a:lvl9pPr marL="38862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9pPr>
          </a:lstStyle>
          <a:p>
            <a:pPr marL="0" marR="0" lvl="0" indent="0" algn="l" defTabSz="812810" rtl="0" eaLnBrk="1" fontAlgn="auto" latinLnBrk="0" hangingPunct="1">
              <a:lnSpc>
                <a:spcPct val="100000"/>
              </a:lnSpc>
              <a:spcBef>
                <a:spcPct val="0"/>
              </a:spcBef>
              <a:spcAft>
                <a:spcPts val="0"/>
              </a:spcAft>
              <a:buClrTx/>
              <a:buSzTx/>
              <a:buFontTx/>
              <a:buNone/>
              <a:tabLst/>
              <a:defRPr/>
            </a:pPr>
            <a:r>
              <a:rPr kumimoji="0" lang="en-US" altLang="en-US" sz="2000" b="1" i="0" u="none" strike="noStrike" kern="1200" cap="none" spc="0" normalizeH="0" baseline="0" noProof="0" dirty="0">
                <a:ln>
                  <a:noFill/>
                </a:ln>
                <a:solidFill>
                  <a:srgbClr val="00274C"/>
                </a:solidFill>
                <a:effectLst/>
                <a:uLnTx/>
                <a:uFillTx/>
                <a:latin typeface="Arial" panose="020B0604020202020204" pitchFamily="34" charset="0"/>
                <a:ea typeface="+mn-ea"/>
                <a:cs typeface="Arial" panose="020B0604020202020204" pitchFamily="34" charset="0"/>
              </a:rPr>
              <a:t>Input </a:t>
            </a:r>
            <a:r>
              <a:rPr kumimoji="0" lang="en-US" altLang="en-US" sz="2000" b="0" i="0" u="none" strike="noStrike" kern="120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rPr>
              <a:t/>
            </a:r>
            <a:br>
              <a:rPr kumimoji="0" lang="en-US" altLang="en-US" sz="2000" b="0" i="0" u="none" strike="noStrike" kern="120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rPr>
            </a:br>
            <a:r>
              <a:rPr kumimoji="0" lang="en-US" altLang="en-US" sz="2000" b="0" i="1" u="none" strike="noStrike" kern="1200" cap="none" spc="0" normalizeH="0" baseline="0" noProof="0" dirty="0">
                <a:ln>
                  <a:noFill/>
                </a:ln>
                <a:solidFill>
                  <a:srgbClr val="ADA400"/>
                </a:solidFill>
                <a:effectLst/>
                <a:uLnTx/>
                <a:uFillTx/>
                <a:latin typeface="Arial" panose="020B0604020202020204" pitchFamily="34" charset="0"/>
                <a:ea typeface="+mn-ea"/>
                <a:cs typeface="Arial" panose="020B0604020202020204" pitchFamily="34" charset="0"/>
              </a:rPr>
              <a:t>elementary flows </a:t>
            </a:r>
            <a:r>
              <a:rPr kumimoji="0" lang="en-US" altLang="en-US" sz="2000" b="0" i="0" u="none" strike="noStrike" kern="120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rPr>
              <a:t/>
            </a:r>
            <a:br>
              <a:rPr kumimoji="0" lang="en-US" altLang="en-US" sz="2000" b="0" i="0" u="none" strike="noStrike" kern="120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rPr>
            </a:br>
            <a:r>
              <a:rPr kumimoji="0" lang="en-US" altLang="en-US" sz="1800" b="0" i="0" u="none" strike="noStrike" kern="1200" cap="none" spc="0" normalizeH="0" baseline="0" noProof="0" dirty="0">
                <a:ln>
                  <a:noFill/>
                </a:ln>
                <a:solidFill>
                  <a:srgbClr val="00274C"/>
                </a:solidFill>
                <a:effectLst/>
                <a:uLnTx/>
                <a:uFillTx/>
                <a:latin typeface="Arial" panose="020B0604020202020204" pitchFamily="34" charset="0"/>
                <a:ea typeface="+mn-ea"/>
                <a:cs typeface="Arial" panose="020B0604020202020204" pitchFamily="34" charset="0"/>
              </a:rPr>
              <a:t>(extractions from </a:t>
            </a:r>
            <a:br>
              <a:rPr kumimoji="0" lang="en-US" altLang="en-US" sz="1800" b="0" i="0" u="none" strike="noStrike" kern="1200" cap="none" spc="0" normalizeH="0" baseline="0" noProof="0" dirty="0">
                <a:ln>
                  <a:noFill/>
                </a:ln>
                <a:solidFill>
                  <a:srgbClr val="00274C"/>
                </a:solidFill>
                <a:effectLst/>
                <a:uLnTx/>
                <a:uFillTx/>
                <a:latin typeface="Arial" panose="020B0604020202020204" pitchFamily="34" charset="0"/>
                <a:ea typeface="+mn-ea"/>
                <a:cs typeface="Arial" panose="020B0604020202020204" pitchFamily="34" charset="0"/>
              </a:rPr>
            </a:br>
            <a:r>
              <a:rPr kumimoji="0" lang="en-US" altLang="en-US" sz="1800" b="0" i="0" u="none" strike="noStrike" kern="1200" cap="none" spc="0" normalizeH="0" baseline="0" noProof="0" dirty="0">
                <a:ln>
                  <a:noFill/>
                </a:ln>
                <a:solidFill>
                  <a:srgbClr val="00274C"/>
                </a:solidFill>
                <a:effectLst/>
                <a:uLnTx/>
                <a:uFillTx/>
                <a:latin typeface="Arial" panose="020B0604020202020204" pitchFamily="34" charset="0"/>
                <a:ea typeface="+mn-ea"/>
                <a:cs typeface="Arial" panose="020B0604020202020204" pitchFamily="34" charset="0"/>
              </a:rPr>
              <a:t>the environment)</a:t>
            </a:r>
          </a:p>
        </p:txBody>
      </p:sp>
      <p:sp>
        <p:nvSpPr>
          <p:cNvPr id="66" name="Text Box 26">
            <a:extLst>
              <a:ext uri="{FF2B5EF4-FFF2-40B4-BE49-F238E27FC236}">
                <a16:creationId xmlns:a16="http://schemas.microsoft.com/office/drawing/2014/main" id="{BF056A50-F9AE-F747-9B17-7281F4137C56}"/>
              </a:ext>
            </a:extLst>
          </p:cNvPr>
          <p:cNvSpPr txBox="1">
            <a:spLocks noChangeArrowheads="1"/>
          </p:cNvSpPr>
          <p:nvPr/>
        </p:nvSpPr>
        <p:spPr bwMode="auto">
          <a:xfrm>
            <a:off x="10418825" y="2748021"/>
            <a:ext cx="1653254"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FF9900"/>
              </a:buClr>
              <a:buChar char="•"/>
              <a:defRPr sz="3200" b="1">
                <a:solidFill>
                  <a:srgbClr val="01035B"/>
                </a:solidFill>
                <a:latin typeface="Arial" panose="020B0604020202020204" pitchFamily="34" charset="0"/>
              </a:defRPr>
            </a:lvl1pPr>
            <a:lvl2pPr marL="742950" indent="-285750">
              <a:spcBef>
                <a:spcPct val="20000"/>
              </a:spcBef>
              <a:buClr>
                <a:srgbClr val="FF9900"/>
              </a:buClr>
              <a:buChar char="–"/>
              <a:defRPr sz="2800" b="1">
                <a:solidFill>
                  <a:srgbClr val="01035B"/>
                </a:solidFill>
                <a:latin typeface="Arial" panose="020B0604020202020204" pitchFamily="34" charset="0"/>
              </a:defRPr>
            </a:lvl2pPr>
            <a:lvl3pPr marL="1143000" indent="-228600">
              <a:spcBef>
                <a:spcPct val="20000"/>
              </a:spcBef>
              <a:buClr>
                <a:srgbClr val="FF9900"/>
              </a:buClr>
              <a:buChar char="•"/>
              <a:defRPr sz="2400" b="1">
                <a:solidFill>
                  <a:srgbClr val="01035B"/>
                </a:solidFill>
                <a:latin typeface="Arial" panose="020B0604020202020204" pitchFamily="34" charset="0"/>
              </a:defRPr>
            </a:lvl3pPr>
            <a:lvl4pPr marL="1600200" indent="-228600">
              <a:spcBef>
                <a:spcPct val="20000"/>
              </a:spcBef>
              <a:buClr>
                <a:srgbClr val="FF9900"/>
              </a:buClr>
              <a:buChar char="–"/>
              <a:defRPr sz="2000" b="1">
                <a:solidFill>
                  <a:srgbClr val="01035B"/>
                </a:solidFill>
                <a:latin typeface="Arial" panose="020B0604020202020204" pitchFamily="34" charset="0"/>
              </a:defRPr>
            </a:lvl4pPr>
            <a:lvl5pPr marL="2057400" indent="-228600">
              <a:spcBef>
                <a:spcPct val="20000"/>
              </a:spcBef>
              <a:buClr>
                <a:srgbClr val="FF9900"/>
              </a:buClr>
              <a:buChar char="»"/>
              <a:defRPr sz="2000" b="1">
                <a:solidFill>
                  <a:srgbClr val="01035B"/>
                </a:solidFill>
                <a:latin typeface="Arial" panose="020B0604020202020204" pitchFamily="34" charset="0"/>
              </a:defRPr>
            </a:lvl5pPr>
            <a:lvl6pPr marL="25146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6pPr>
            <a:lvl7pPr marL="29718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7pPr>
            <a:lvl8pPr marL="34290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8pPr>
            <a:lvl9pPr marL="38862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9pPr>
          </a:lstStyle>
          <a:p>
            <a:pPr marL="0" marR="0" lvl="0" indent="0" algn="l" defTabSz="812810" rtl="0" eaLnBrk="1" fontAlgn="auto" latinLnBrk="0" hangingPunct="1">
              <a:lnSpc>
                <a:spcPct val="100000"/>
              </a:lnSpc>
              <a:spcBef>
                <a:spcPct val="0"/>
              </a:spcBef>
              <a:spcAft>
                <a:spcPts val="0"/>
              </a:spcAft>
              <a:buClrTx/>
              <a:buSzTx/>
              <a:buFontTx/>
              <a:buNone/>
              <a:tabLst/>
              <a:defRPr/>
            </a:pPr>
            <a:r>
              <a:rPr kumimoji="0" lang="en-US" altLang="en-US" sz="1800" b="0" i="0" u="none" strike="noStrike" kern="1200" cap="none" spc="0" normalizeH="0" baseline="0" noProof="0" dirty="0">
                <a:ln>
                  <a:noFill/>
                </a:ln>
                <a:solidFill>
                  <a:srgbClr val="407EC9"/>
                </a:solidFill>
                <a:effectLst/>
                <a:uLnTx/>
                <a:uFillTx/>
                <a:latin typeface="Arial" panose="020B0604020202020204" pitchFamily="34" charset="0"/>
                <a:ea typeface="+mn-ea"/>
                <a:cs typeface="Arial" panose="020B0604020202020204" pitchFamily="34" charset="0"/>
              </a:rPr>
              <a:t>Intermediary product flow</a:t>
            </a:r>
          </a:p>
        </p:txBody>
      </p:sp>
      <p:sp>
        <p:nvSpPr>
          <p:cNvPr id="67" name="Text Box 27">
            <a:extLst>
              <a:ext uri="{FF2B5EF4-FFF2-40B4-BE49-F238E27FC236}">
                <a16:creationId xmlns:a16="http://schemas.microsoft.com/office/drawing/2014/main" id="{73F99A10-7138-D248-8487-52B90C0AA035}"/>
              </a:ext>
            </a:extLst>
          </p:cNvPr>
          <p:cNvSpPr txBox="1">
            <a:spLocks noChangeArrowheads="1"/>
          </p:cNvSpPr>
          <p:nvPr/>
        </p:nvSpPr>
        <p:spPr bwMode="auto">
          <a:xfrm>
            <a:off x="10418825" y="4448123"/>
            <a:ext cx="1748435"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FF9900"/>
              </a:buClr>
              <a:buChar char="•"/>
              <a:defRPr sz="3200" b="1">
                <a:solidFill>
                  <a:srgbClr val="01035B"/>
                </a:solidFill>
                <a:latin typeface="Arial" panose="020B0604020202020204" pitchFamily="34" charset="0"/>
              </a:defRPr>
            </a:lvl1pPr>
            <a:lvl2pPr marL="742950" indent="-285750">
              <a:spcBef>
                <a:spcPct val="20000"/>
              </a:spcBef>
              <a:buClr>
                <a:srgbClr val="FF9900"/>
              </a:buClr>
              <a:buChar char="–"/>
              <a:defRPr sz="2800" b="1">
                <a:solidFill>
                  <a:srgbClr val="01035B"/>
                </a:solidFill>
                <a:latin typeface="Arial" panose="020B0604020202020204" pitchFamily="34" charset="0"/>
              </a:defRPr>
            </a:lvl2pPr>
            <a:lvl3pPr marL="1143000" indent="-228600">
              <a:spcBef>
                <a:spcPct val="20000"/>
              </a:spcBef>
              <a:buClr>
                <a:srgbClr val="FF9900"/>
              </a:buClr>
              <a:buChar char="•"/>
              <a:defRPr sz="2400" b="1">
                <a:solidFill>
                  <a:srgbClr val="01035B"/>
                </a:solidFill>
                <a:latin typeface="Arial" panose="020B0604020202020204" pitchFamily="34" charset="0"/>
              </a:defRPr>
            </a:lvl3pPr>
            <a:lvl4pPr marL="1600200" indent="-228600">
              <a:spcBef>
                <a:spcPct val="20000"/>
              </a:spcBef>
              <a:buClr>
                <a:srgbClr val="FF9900"/>
              </a:buClr>
              <a:buChar char="–"/>
              <a:defRPr sz="2000" b="1">
                <a:solidFill>
                  <a:srgbClr val="01035B"/>
                </a:solidFill>
                <a:latin typeface="Arial" panose="020B0604020202020204" pitchFamily="34" charset="0"/>
              </a:defRPr>
            </a:lvl4pPr>
            <a:lvl5pPr marL="2057400" indent="-228600">
              <a:spcBef>
                <a:spcPct val="20000"/>
              </a:spcBef>
              <a:buClr>
                <a:srgbClr val="FF9900"/>
              </a:buClr>
              <a:buChar char="»"/>
              <a:defRPr sz="2000" b="1">
                <a:solidFill>
                  <a:srgbClr val="01035B"/>
                </a:solidFill>
                <a:latin typeface="Arial" panose="020B0604020202020204" pitchFamily="34" charset="0"/>
              </a:defRPr>
            </a:lvl5pPr>
            <a:lvl6pPr marL="25146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6pPr>
            <a:lvl7pPr marL="29718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7pPr>
            <a:lvl8pPr marL="34290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8pPr>
            <a:lvl9pPr marL="38862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9pPr>
          </a:lstStyle>
          <a:p>
            <a:pPr marL="0" marR="0" lvl="0" indent="0" algn="l" defTabSz="812810" rtl="0" eaLnBrk="1" fontAlgn="auto" latinLnBrk="0" hangingPunct="1">
              <a:lnSpc>
                <a:spcPct val="100000"/>
              </a:lnSpc>
              <a:spcBef>
                <a:spcPct val="0"/>
              </a:spcBef>
              <a:spcAft>
                <a:spcPts val="0"/>
              </a:spcAft>
              <a:buClrTx/>
              <a:buSzTx/>
              <a:buFontTx/>
              <a:buNone/>
              <a:tabLst/>
              <a:defRPr/>
            </a:pPr>
            <a:r>
              <a:rPr kumimoji="0" lang="en-US" altLang="en-US" sz="1800" b="0" i="0" u="none" strike="noStrike" kern="1200" cap="none" spc="0" normalizeH="0" baseline="0" noProof="0">
                <a:ln>
                  <a:noFill/>
                </a:ln>
                <a:solidFill>
                  <a:srgbClr val="407EC9"/>
                </a:solidFill>
                <a:effectLst/>
                <a:uLnTx/>
                <a:uFillTx/>
                <a:latin typeface="Arial" panose="020B0604020202020204" pitchFamily="34" charset="0"/>
                <a:ea typeface="+mn-ea"/>
                <a:cs typeface="Arial" panose="020B0604020202020204" pitchFamily="34" charset="0"/>
              </a:rPr>
              <a:t>Intermediary product flow</a:t>
            </a:r>
          </a:p>
        </p:txBody>
      </p:sp>
      <p:sp>
        <p:nvSpPr>
          <p:cNvPr id="42" name="Text Box 18">
            <a:extLst>
              <a:ext uri="{FF2B5EF4-FFF2-40B4-BE49-F238E27FC236}">
                <a16:creationId xmlns:a16="http://schemas.microsoft.com/office/drawing/2014/main" id="{B9E57C79-E75C-454F-8927-E9AEB4E58012}"/>
              </a:ext>
            </a:extLst>
          </p:cNvPr>
          <p:cNvSpPr txBox="1">
            <a:spLocks noChangeArrowheads="1"/>
          </p:cNvSpPr>
          <p:nvPr/>
        </p:nvSpPr>
        <p:spPr bwMode="auto">
          <a:xfrm>
            <a:off x="9817067" y="2055481"/>
            <a:ext cx="1542410" cy="3847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FF9900"/>
              </a:buClr>
              <a:buChar char="•"/>
              <a:defRPr sz="3200" b="1">
                <a:solidFill>
                  <a:srgbClr val="01035B"/>
                </a:solidFill>
                <a:latin typeface="Arial" panose="020B0604020202020204" pitchFamily="34" charset="0"/>
              </a:defRPr>
            </a:lvl1pPr>
            <a:lvl2pPr marL="742950" indent="-285750">
              <a:spcBef>
                <a:spcPct val="20000"/>
              </a:spcBef>
              <a:buClr>
                <a:srgbClr val="FF9900"/>
              </a:buClr>
              <a:buChar char="–"/>
              <a:defRPr sz="2800" b="1">
                <a:solidFill>
                  <a:srgbClr val="01035B"/>
                </a:solidFill>
                <a:latin typeface="Arial" panose="020B0604020202020204" pitchFamily="34" charset="0"/>
              </a:defRPr>
            </a:lvl2pPr>
            <a:lvl3pPr marL="1143000" indent="-228600">
              <a:spcBef>
                <a:spcPct val="20000"/>
              </a:spcBef>
              <a:buClr>
                <a:srgbClr val="FF9900"/>
              </a:buClr>
              <a:buChar char="•"/>
              <a:defRPr sz="2400" b="1">
                <a:solidFill>
                  <a:srgbClr val="01035B"/>
                </a:solidFill>
                <a:latin typeface="Arial" panose="020B0604020202020204" pitchFamily="34" charset="0"/>
              </a:defRPr>
            </a:lvl3pPr>
            <a:lvl4pPr marL="1600200" indent="-228600">
              <a:spcBef>
                <a:spcPct val="20000"/>
              </a:spcBef>
              <a:buClr>
                <a:srgbClr val="FF9900"/>
              </a:buClr>
              <a:buChar char="–"/>
              <a:defRPr sz="2000" b="1">
                <a:solidFill>
                  <a:srgbClr val="01035B"/>
                </a:solidFill>
                <a:latin typeface="Arial" panose="020B0604020202020204" pitchFamily="34" charset="0"/>
              </a:defRPr>
            </a:lvl4pPr>
            <a:lvl5pPr marL="2057400" indent="-228600">
              <a:spcBef>
                <a:spcPct val="20000"/>
              </a:spcBef>
              <a:buClr>
                <a:srgbClr val="FF9900"/>
              </a:buClr>
              <a:buChar char="»"/>
              <a:defRPr sz="2000" b="1">
                <a:solidFill>
                  <a:srgbClr val="01035B"/>
                </a:solidFill>
                <a:latin typeface="Arial" panose="020B0604020202020204" pitchFamily="34" charset="0"/>
              </a:defRPr>
            </a:lvl5pPr>
            <a:lvl6pPr marL="25146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6pPr>
            <a:lvl7pPr marL="29718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7pPr>
            <a:lvl8pPr marL="34290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8pPr>
            <a:lvl9pPr marL="38862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9pPr>
          </a:lstStyle>
          <a:p>
            <a:pPr marL="0" marR="0" lvl="0" indent="0" algn="ctr" defTabSz="812810" rtl="0" eaLnBrk="1" fontAlgn="auto" latinLnBrk="0" hangingPunct="1">
              <a:lnSpc>
                <a:spcPct val="100000"/>
              </a:lnSpc>
              <a:spcBef>
                <a:spcPct val="0"/>
              </a:spcBef>
              <a:spcAft>
                <a:spcPts val="0"/>
              </a:spcAft>
              <a:buClrTx/>
              <a:buSzTx/>
              <a:buFontTx/>
              <a:buNone/>
              <a:tabLst/>
              <a:defRPr/>
            </a:pPr>
            <a:r>
              <a:rPr kumimoji="0" lang="en-US" altLang="en-US" sz="1900" b="0" i="0" u="none" strike="noStrike" kern="1200" cap="none" spc="0" normalizeH="0" baseline="0" noProof="0" dirty="0">
                <a:ln>
                  <a:noFill/>
                </a:ln>
                <a:solidFill>
                  <a:srgbClr val="00B2A9"/>
                </a:solidFill>
                <a:effectLst/>
                <a:uLnTx/>
                <a:uFillTx/>
                <a:latin typeface="Arial" panose="020B0604020202020204" pitchFamily="34" charset="0"/>
                <a:ea typeface="+mn-ea"/>
                <a:cs typeface="Arial" panose="020B0604020202020204" pitchFamily="34" charset="0"/>
              </a:rPr>
              <a:t>Unit</a:t>
            </a:r>
            <a:r>
              <a:rPr kumimoji="0" lang="en-US" altLang="en-US" sz="1900" b="1" i="0" u="none" strike="noStrike" kern="1200" cap="none" spc="0" normalizeH="0" baseline="0" noProof="0" dirty="0">
                <a:ln>
                  <a:noFill/>
                </a:ln>
                <a:solidFill>
                  <a:srgbClr val="00B2A9"/>
                </a:solidFill>
                <a:effectLst/>
                <a:uLnTx/>
                <a:uFillTx/>
                <a:latin typeface="Arial" panose="020B0604020202020204" pitchFamily="34" charset="0"/>
                <a:ea typeface="+mn-ea"/>
                <a:cs typeface="Arial" panose="020B0604020202020204" pitchFamily="34" charset="0"/>
              </a:rPr>
              <a:t> </a:t>
            </a:r>
            <a:r>
              <a:rPr kumimoji="0" lang="en-US" altLang="en-US" sz="1900" b="0" i="0" u="none" strike="noStrike" kern="1200" cap="none" spc="0" normalizeH="0" baseline="0" noProof="0" dirty="0">
                <a:ln>
                  <a:noFill/>
                </a:ln>
                <a:solidFill>
                  <a:srgbClr val="00B2A9"/>
                </a:solidFill>
                <a:effectLst/>
                <a:uLnTx/>
                <a:uFillTx/>
                <a:latin typeface="Arial" panose="020B0604020202020204" pitchFamily="34" charset="0"/>
                <a:ea typeface="+mn-ea"/>
                <a:cs typeface="Arial" panose="020B0604020202020204" pitchFamily="34" charset="0"/>
              </a:rPr>
              <a:t>process</a:t>
            </a:r>
          </a:p>
        </p:txBody>
      </p:sp>
      <p:sp>
        <p:nvSpPr>
          <p:cNvPr id="43" name="Text Box 18">
            <a:extLst>
              <a:ext uri="{FF2B5EF4-FFF2-40B4-BE49-F238E27FC236}">
                <a16:creationId xmlns:a16="http://schemas.microsoft.com/office/drawing/2014/main" id="{05F11E28-269B-7E44-AE5D-0DB38CBE5F72}"/>
              </a:ext>
            </a:extLst>
          </p:cNvPr>
          <p:cNvSpPr txBox="1">
            <a:spLocks noChangeArrowheads="1"/>
          </p:cNvSpPr>
          <p:nvPr/>
        </p:nvSpPr>
        <p:spPr bwMode="auto">
          <a:xfrm>
            <a:off x="9826846" y="5466428"/>
            <a:ext cx="1542410" cy="3847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FF9900"/>
              </a:buClr>
              <a:buChar char="•"/>
              <a:defRPr sz="3200" b="1">
                <a:solidFill>
                  <a:srgbClr val="01035B"/>
                </a:solidFill>
                <a:latin typeface="Arial" panose="020B0604020202020204" pitchFamily="34" charset="0"/>
              </a:defRPr>
            </a:lvl1pPr>
            <a:lvl2pPr marL="742950" indent="-285750">
              <a:spcBef>
                <a:spcPct val="20000"/>
              </a:spcBef>
              <a:buClr>
                <a:srgbClr val="FF9900"/>
              </a:buClr>
              <a:buChar char="–"/>
              <a:defRPr sz="2800" b="1">
                <a:solidFill>
                  <a:srgbClr val="01035B"/>
                </a:solidFill>
                <a:latin typeface="Arial" panose="020B0604020202020204" pitchFamily="34" charset="0"/>
              </a:defRPr>
            </a:lvl2pPr>
            <a:lvl3pPr marL="1143000" indent="-228600">
              <a:spcBef>
                <a:spcPct val="20000"/>
              </a:spcBef>
              <a:buClr>
                <a:srgbClr val="FF9900"/>
              </a:buClr>
              <a:buChar char="•"/>
              <a:defRPr sz="2400" b="1">
                <a:solidFill>
                  <a:srgbClr val="01035B"/>
                </a:solidFill>
                <a:latin typeface="Arial" panose="020B0604020202020204" pitchFamily="34" charset="0"/>
              </a:defRPr>
            </a:lvl3pPr>
            <a:lvl4pPr marL="1600200" indent="-228600">
              <a:spcBef>
                <a:spcPct val="20000"/>
              </a:spcBef>
              <a:buClr>
                <a:srgbClr val="FF9900"/>
              </a:buClr>
              <a:buChar char="–"/>
              <a:defRPr sz="2000" b="1">
                <a:solidFill>
                  <a:srgbClr val="01035B"/>
                </a:solidFill>
                <a:latin typeface="Arial" panose="020B0604020202020204" pitchFamily="34" charset="0"/>
              </a:defRPr>
            </a:lvl4pPr>
            <a:lvl5pPr marL="2057400" indent="-228600">
              <a:spcBef>
                <a:spcPct val="20000"/>
              </a:spcBef>
              <a:buClr>
                <a:srgbClr val="FF9900"/>
              </a:buClr>
              <a:buChar char="»"/>
              <a:defRPr sz="2000" b="1">
                <a:solidFill>
                  <a:srgbClr val="01035B"/>
                </a:solidFill>
                <a:latin typeface="Arial" panose="020B0604020202020204" pitchFamily="34" charset="0"/>
              </a:defRPr>
            </a:lvl5pPr>
            <a:lvl6pPr marL="25146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6pPr>
            <a:lvl7pPr marL="29718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7pPr>
            <a:lvl8pPr marL="34290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8pPr>
            <a:lvl9pPr marL="38862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9pPr>
          </a:lstStyle>
          <a:p>
            <a:pPr marL="0" marR="0" lvl="0" indent="0" algn="ctr" defTabSz="812810" rtl="0" eaLnBrk="1" fontAlgn="auto" latinLnBrk="0" hangingPunct="1">
              <a:lnSpc>
                <a:spcPct val="100000"/>
              </a:lnSpc>
              <a:spcBef>
                <a:spcPct val="0"/>
              </a:spcBef>
              <a:spcAft>
                <a:spcPts val="0"/>
              </a:spcAft>
              <a:buClrTx/>
              <a:buSzTx/>
              <a:buFontTx/>
              <a:buNone/>
              <a:tabLst/>
              <a:defRPr/>
            </a:pPr>
            <a:r>
              <a:rPr kumimoji="0" lang="en-US" altLang="en-US" sz="1900" b="0" i="0" u="none" strike="noStrike" kern="1200" cap="none" spc="0" normalizeH="0" baseline="0" noProof="0" dirty="0">
                <a:ln>
                  <a:noFill/>
                </a:ln>
                <a:solidFill>
                  <a:srgbClr val="00B2A9"/>
                </a:solidFill>
                <a:effectLst/>
                <a:uLnTx/>
                <a:uFillTx/>
                <a:latin typeface="Arial" panose="020B0604020202020204" pitchFamily="34" charset="0"/>
                <a:ea typeface="+mn-ea"/>
                <a:cs typeface="Arial" panose="020B0604020202020204" pitchFamily="34" charset="0"/>
              </a:rPr>
              <a:t>Unit process</a:t>
            </a:r>
          </a:p>
        </p:txBody>
      </p:sp>
      <p:sp>
        <p:nvSpPr>
          <p:cNvPr id="68" name="Rectangle 6">
            <a:extLst>
              <a:ext uri="{FF2B5EF4-FFF2-40B4-BE49-F238E27FC236}">
                <a16:creationId xmlns:a16="http://schemas.microsoft.com/office/drawing/2014/main" id="{1C5235F2-4232-8248-B8F5-6775283C570E}"/>
              </a:ext>
            </a:extLst>
          </p:cNvPr>
          <p:cNvSpPr>
            <a:spLocks noChangeArrowheads="1"/>
          </p:cNvSpPr>
          <p:nvPr/>
        </p:nvSpPr>
        <p:spPr bwMode="auto">
          <a:xfrm>
            <a:off x="9483223" y="1723825"/>
            <a:ext cx="2684037" cy="4584700"/>
          </a:xfrm>
          <a:prstGeom prst="rect">
            <a:avLst/>
          </a:prstGeom>
          <a:noFill/>
          <a:ln w="47625">
            <a:solidFill>
              <a:schemeClr val="accent5"/>
            </a:solidFill>
            <a:prstDash val="sysDash"/>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rgbClr val="FF9900"/>
              </a:buClr>
              <a:buChar char="•"/>
              <a:defRPr sz="3200" b="1">
                <a:solidFill>
                  <a:srgbClr val="01035B"/>
                </a:solidFill>
                <a:latin typeface="Arial" panose="020B0604020202020204" pitchFamily="34" charset="0"/>
              </a:defRPr>
            </a:lvl1pPr>
            <a:lvl2pPr marL="742950" indent="-285750">
              <a:spcBef>
                <a:spcPct val="20000"/>
              </a:spcBef>
              <a:buClr>
                <a:srgbClr val="FF9900"/>
              </a:buClr>
              <a:buChar char="–"/>
              <a:defRPr sz="2800" b="1">
                <a:solidFill>
                  <a:srgbClr val="01035B"/>
                </a:solidFill>
                <a:latin typeface="Arial" panose="020B0604020202020204" pitchFamily="34" charset="0"/>
              </a:defRPr>
            </a:lvl2pPr>
            <a:lvl3pPr marL="1143000" indent="-228600">
              <a:spcBef>
                <a:spcPct val="20000"/>
              </a:spcBef>
              <a:buClr>
                <a:srgbClr val="FF9900"/>
              </a:buClr>
              <a:buChar char="•"/>
              <a:defRPr sz="2400" b="1">
                <a:solidFill>
                  <a:srgbClr val="01035B"/>
                </a:solidFill>
                <a:latin typeface="Arial" panose="020B0604020202020204" pitchFamily="34" charset="0"/>
              </a:defRPr>
            </a:lvl3pPr>
            <a:lvl4pPr marL="1600200" indent="-228600">
              <a:spcBef>
                <a:spcPct val="20000"/>
              </a:spcBef>
              <a:buClr>
                <a:srgbClr val="FF9900"/>
              </a:buClr>
              <a:buChar char="–"/>
              <a:defRPr sz="2000" b="1">
                <a:solidFill>
                  <a:srgbClr val="01035B"/>
                </a:solidFill>
                <a:latin typeface="Arial" panose="020B0604020202020204" pitchFamily="34" charset="0"/>
              </a:defRPr>
            </a:lvl4pPr>
            <a:lvl5pPr marL="2057400" indent="-228600">
              <a:spcBef>
                <a:spcPct val="20000"/>
              </a:spcBef>
              <a:buClr>
                <a:srgbClr val="FF9900"/>
              </a:buClr>
              <a:buChar char="»"/>
              <a:defRPr sz="2000" b="1">
                <a:solidFill>
                  <a:srgbClr val="01035B"/>
                </a:solidFill>
                <a:latin typeface="Arial" panose="020B0604020202020204" pitchFamily="34" charset="0"/>
              </a:defRPr>
            </a:lvl5pPr>
            <a:lvl6pPr marL="25146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6pPr>
            <a:lvl7pPr marL="29718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7pPr>
            <a:lvl8pPr marL="34290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8pPr>
            <a:lvl9pPr marL="38862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9pPr>
          </a:lstStyle>
          <a:p>
            <a:pPr marL="0" marR="0" lvl="0" indent="0" algn="l" defTabSz="812810" rtl="0" eaLnBrk="1" fontAlgn="auto" latinLnBrk="0" hangingPunct="1">
              <a:lnSpc>
                <a:spcPct val="100000"/>
              </a:lnSpc>
              <a:spcBef>
                <a:spcPct val="0"/>
              </a:spcBef>
              <a:spcAft>
                <a:spcPts val="0"/>
              </a:spcAft>
              <a:buClrTx/>
              <a:buSzTx/>
              <a:buFontTx/>
              <a:buNone/>
              <a:tabLst/>
              <a:defRPr/>
            </a:pPr>
            <a:endParaRPr kumimoji="0" lang="en-US" altLang="en-US" sz="2000" b="0" i="0" u="none" strike="noStrike" kern="1200" cap="none" spc="0" normalizeH="0" baseline="0" noProof="0" dirty="0">
              <a:ln>
                <a:noFill/>
              </a:ln>
              <a:solidFill>
                <a:srgbClr val="000000"/>
              </a:solidFill>
              <a:effectLst/>
              <a:uLnTx/>
              <a:uFillTx/>
              <a:latin typeface="Arial" panose="020B0604020202020204" pitchFamily="34" charset="0"/>
              <a:ea typeface="+mn-ea"/>
              <a:cs typeface="+mn-cs"/>
            </a:endParaRPr>
          </a:p>
        </p:txBody>
      </p:sp>
      <p:sp>
        <p:nvSpPr>
          <p:cNvPr id="69" name="Rectangle 1">
            <a:extLst>
              <a:ext uri="{FF2B5EF4-FFF2-40B4-BE49-F238E27FC236}">
                <a16:creationId xmlns:a16="http://schemas.microsoft.com/office/drawing/2014/main" id="{F8F005C7-7C68-2F48-9BEB-7800813C92CE}"/>
              </a:ext>
            </a:extLst>
          </p:cNvPr>
          <p:cNvSpPr>
            <a:spLocks noChangeArrowheads="1"/>
          </p:cNvSpPr>
          <p:nvPr/>
        </p:nvSpPr>
        <p:spPr bwMode="auto">
          <a:xfrm>
            <a:off x="6684169" y="6822238"/>
            <a:ext cx="8229600" cy="5909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42900" indent="-342900">
              <a:spcBef>
                <a:spcPct val="20000"/>
              </a:spcBef>
              <a:buClr>
                <a:srgbClr val="FF9900"/>
              </a:buClr>
              <a:buChar char="•"/>
              <a:defRPr sz="3200" b="1">
                <a:solidFill>
                  <a:srgbClr val="01035B"/>
                </a:solidFill>
                <a:latin typeface="Arial" panose="020B0604020202020204" pitchFamily="34" charset="0"/>
              </a:defRPr>
            </a:lvl1pPr>
            <a:lvl2pPr>
              <a:spcBef>
                <a:spcPct val="20000"/>
              </a:spcBef>
              <a:buClr>
                <a:srgbClr val="FF9900"/>
              </a:buClr>
              <a:buChar char="–"/>
              <a:defRPr sz="2800" b="1">
                <a:solidFill>
                  <a:srgbClr val="01035B"/>
                </a:solidFill>
                <a:latin typeface="Arial" panose="020B0604020202020204" pitchFamily="34" charset="0"/>
              </a:defRPr>
            </a:lvl2pPr>
            <a:lvl3pPr marL="1143000" indent="-228600">
              <a:spcBef>
                <a:spcPct val="20000"/>
              </a:spcBef>
              <a:buClr>
                <a:srgbClr val="FF9900"/>
              </a:buClr>
              <a:buChar char="•"/>
              <a:defRPr sz="2400" b="1">
                <a:solidFill>
                  <a:srgbClr val="01035B"/>
                </a:solidFill>
                <a:latin typeface="Arial" panose="020B0604020202020204" pitchFamily="34" charset="0"/>
              </a:defRPr>
            </a:lvl3pPr>
            <a:lvl4pPr marL="1600200" indent="-228600">
              <a:spcBef>
                <a:spcPct val="20000"/>
              </a:spcBef>
              <a:buClr>
                <a:srgbClr val="FF9900"/>
              </a:buClr>
              <a:buChar char="–"/>
              <a:defRPr sz="2000" b="1">
                <a:solidFill>
                  <a:srgbClr val="01035B"/>
                </a:solidFill>
                <a:latin typeface="Arial" panose="020B0604020202020204" pitchFamily="34" charset="0"/>
              </a:defRPr>
            </a:lvl4pPr>
            <a:lvl5pPr marL="2057400" indent="-228600">
              <a:spcBef>
                <a:spcPct val="20000"/>
              </a:spcBef>
              <a:buClr>
                <a:srgbClr val="FF9900"/>
              </a:buClr>
              <a:buChar char="»"/>
              <a:defRPr sz="2000" b="1">
                <a:solidFill>
                  <a:srgbClr val="01035B"/>
                </a:solidFill>
                <a:latin typeface="Arial" panose="020B0604020202020204" pitchFamily="34" charset="0"/>
              </a:defRPr>
            </a:lvl5pPr>
            <a:lvl6pPr marL="25146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6pPr>
            <a:lvl7pPr marL="29718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7pPr>
            <a:lvl8pPr marL="34290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8pPr>
            <a:lvl9pPr marL="38862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9pPr>
          </a:lstStyle>
          <a:p>
            <a:pPr marL="0" marR="0" lvl="1" indent="0" algn="ctr" defTabSz="812810" rtl="0" eaLnBrk="1" fontAlgn="auto" latinLnBrk="0" hangingPunct="1">
              <a:lnSpc>
                <a:spcPct val="90000"/>
              </a:lnSpc>
              <a:spcBef>
                <a:spcPct val="0"/>
              </a:spcBef>
              <a:spcAft>
                <a:spcPts val="0"/>
              </a:spcAft>
              <a:buClrTx/>
              <a:buSzTx/>
              <a:buFontTx/>
              <a:buNone/>
              <a:tabLst/>
              <a:defRPr/>
            </a:pPr>
            <a:r>
              <a:rPr kumimoji="0" lang="en-US" altLang="en-US" sz="1800" b="0" i="0" u="none" strike="noStrike" kern="1200" cap="none" spc="0" normalizeH="0" baseline="0" noProof="0" dirty="0">
                <a:ln>
                  <a:noFill/>
                </a:ln>
                <a:solidFill>
                  <a:srgbClr val="00274C"/>
                </a:solidFill>
                <a:effectLst/>
                <a:uLnTx/>
                <a:uFillTx/>
                <a:latin typeface="Arial" panose="020B0604020202020204" pitchFamily="34" charset="0"/>
                <a:ea typeface="+mn-ea"/>
                <a:cs typeface="+mn-cs"/>
              </a:rPr>
              <a:t>The inventory of environmental flows is by definition the quantification of </a:t>
            </a:r>
            <a:br>
              <a:rPr kumimoji="0" lang="en-US" altLang="en-US" sz="1800" b="0" i="0" u="none" strike="noStrike" kern="1200" cap="none" spc="0" normalizeH="0" baseline="0" noProof="0" dirty="0">
                <a:ln>
                  <a:noFill/>
                </a:ln>
                <a:solidFill>
                  <a:srgbClr val="00274C"/>
                </a:solidFill>
                <a:effectLst/>
                <a:uLnTx/>
                <a:uFillTx/>
                <a:latin typeface="Arial" panose="020B0604020202020204" pitchFamily="34" charset="0"/>
                <a:ea typeface="+mn-ea"/>
                <a:cs typeface="+mn-cs"/>
              </a:rPr>
            </a:br>
            <a:r>
              <a:rPr kumimoji="0" lang="en-US" altLang="en-US" sz="1800" b="0" i="1" u="none" strike="noStrike" kern="1200" cap="none" spc="0" normalizeH="0" baseline="0" noProof="0" dirty="0">
                <a:ln>
                  <a:noFill/>
                </a:ln>
                <a:solidFill>
                  <a:srgbClr val="ADA400"/>
                </a:solidFill>
                <a:effectLst/>
                <a:uLnTx/>
                <a:uFillTx/>
                <a:latin typeface="Arial" panose="020B0604020202020204" pitchFamily="34" charset="0"/>
                <a:ea typeface="+mn-ea"/>
                <a:cs typeface="+mn-cs"/>
              </a:rPr>
              <a:t>elementary flows </a:t>
            </a:r>
            <a:r>
              <a:rPr kumimoji="0" lang="en-US" altLang="en-US" sz="1800" b="0" i="0" u="none" strike="noStrike" kern="1200" cap="none" spc="0" normalizeH="0" baseline="0" noProof="0" dirty="0">
                <a:ln>
                  <a:noFill/>
                </a:ln>
                <a:solidFill>
                  <a:srgbClr val="00274C"/>
                </a:solidFill>
                <a:effectLst/>
                <a:uLnTx/>
                <a:uFillTx/>
                <a:latin typeface="Arial" panose="020B0604020202020204" pitchFamily="34" charset="0"/>
                <a:ea typeface="+mn-ea"/>
                <a:cs typeface="+mn-cs"/>
              </a:rPr>
              <a:t>crossing the system boundaries, to and from the environment </a:t>
            </a:r>
          </a:p>
        </p:txBody>
      </p:sp>
      <p:sp>
        <p:nvSpPr>
          <p:cNvPr id="54" name="Line 8">
            <a:extLst>
              <a:ext uri="{FF2B5EF4-FFF2-40B4-BE49-F238E27FC236}">
                <a16:creationId xmlns:a16="http://schemas.microsoft.com/office/drawing/2014/main" id="{60B1121A-00B9-6C43-8916-DD02B5A83B11}"/>
              </a:ext>
            </a:extLst>
          </p:cNvPr>
          <p:cNvSpPr>
            <a:spLocks noChangeShapeType="1"/>
          </p:cNvSpPr>
          <p:nvPr/>
        </p:nvSpPr>
        <p:spPr bwMode="auto">
          <a:xfrm>
            <a:off x="9048541" y="2247435"/>
            <a:ext cx="695236" cy="0"/>
          </a:xfrm>
          <a:prstGeom prst="line">
            <a:avLst/>
          </a:prstGeom>
          <a:noFill/>
          <a:ln w="25400">
            <a:solidFill>
              <a:schemeClr val="accent3"/>
            </a:solidFill>
            <a:round/>
            <a:headEnd/>
            <a:tailEnd type="arrow" w="sm" len="med"/>
          </a:ln>
          <a:extLst>
            <a:ext uri="{909E8E84-426E-40DD-AFC4-6F175D3DCCD1}">
              <a14:hiddenFill xmlns:a14="http://schemas.microsoft.com/office/drawing/2010/main">
                <a:noFill/>
              </a14:hiddenFill>
            </a:ext>
          </a:extLst>
        </p:spPr>
        <p:txBody>
          <a:bodyPr/>
          <a:lstStyle/>
          <a:p>
            <a:pPr marL="0" marR="0" lvl="0" indent="0" algn="l" defTabSz="812810" rtl="0" eaLnBrk="1" fontAlgn="auto" latinLnBrk="0" hangingPunct="1">
              <a:lnSpc>
                <a:spcPct val="100000"/>
              </a:lnSpc>
              <a:spcBef>
                <a:spcPts val="0"/>
              </a:spcBef>
              <a:spcAft>
                <a:spcPts val="0"/>
              </a:spcAft>
              <a:buClrTx/>
              <a:buSzTx/>
              <a:buFontTx/>
              <a:buNone/>
              <a:tabLst/>
              <a:defRPr/>
            </a:pPr>
            <a:endParaRPr kumimoji="0" lang="en-US" sz="3200" b="0" i="0" u="none" strike="noStrike" kern="1200" cap="none" spc="0" normalizeH="0" baseline="0" noProof="0" dirty="0">
              <a:ln>
                <a:noFill/>
              </a:ln>
              <a:solidFill>
                <a:srgbClr val="000000"/>
              </a:solidFill>
              <a:effectLst/>
              <a:uLnTx/>
              <a:uFillTx/>
              <a:latin typeface="Arial" panose="020B0604020202020204"/>
              <a:ea typeface="+mn-ea"/>
              <a:cs typeface="+mn-cs"/>
            </a:endParaRPr>
          </a:p>
        </p:txBody>
      </p:sp>
      <p:sp>
        <p:nvSpPr>
          <p:cNvPr id="28" name="Line 8">
            <a:extLst>
              <a:ext uri="{FF2B5EF4-FFF2-40B4-BE49-F238E27FC236}">
                <a16:creationId xmlns:a16="http://schemas.microsoft.com/office/drawing/2014/main" id="{1F0E9B19-7E6B-4744-BB06-9B635E88328F}"/>
              </a:ext>
            </a:extLst>
          </p:cNvPr>
          <p:cNvSpPr>
            <a:spLocks noChangeShapeType="1"/>
          </p:cNvSpPr>
          <p:nvPr/>
        </p:nvSpPr>
        <p:spPr bwMode="auto">
          <a:xfrm>
            <a:off x="11406730" y="2247435"/>
            <a:ext cx="972125" cy="0"/>
          </a:xfrm>
          <a:prstGeom prst="line">
            <a:avLst/>
          </a:prstGeom>
          <a:noFill/>
          <a:ln w="25400">
            <a:solidFill>
              <a:schemeClr val="accent3"/>
            </a:solidFill>
            <a:round/>
            <a:headEnd/>
            <a:tailEnd type="arrow" w="sm" len="med"/>
          </a:ln>
          <a:extLst>
            <a:ext uri="{909E8E84-426E-40DD-AFC4-6F175D3DCCD1}">
              <a14:hiddenFill xmlns:a14="http://schemas.microsoft.com/office/drawing/2010/main">
                <a:noFill/>
              </a14:hiddenFill>
            </a:ext>
          </a:extLst>
        </p:spPr>
        <p:txBody>
          <a:bodyPr/>
          <a:lstStyle/>
          <a:p>
            <a:pPr marL="0" marR="0" lvl="0" indent="0" algn="l" defTabSz="812810" rtl="0" eaLnBrk="1" fontAlgn="auto" latinLnBrk="0" hangingPunct="1">
              <a:lnSpc>
                <a:spcPct val="100000"/>
              </a:lnSpc>
              <a:spcBef>
                <a:spcPts val="0"/>
              </a:spcBef>
              <a:spcAft>
                <a:spcPts val="0"/>
              </a:spcAft>
              <a:buClrTx/>
              <a:buSzTx/>
              <a:buFontTx/>
              <a:buNone/>
              <a:tabLst/>
              <a:defRPr/>
            </a:pPr>
            <a:endParaRPr kumimoji="0" lang="en-US" sz="3200" b="0" i="0" u="none" strike="noStrike" kern="1200" cap="none" spc="0" normalizeH="0" baseline="0" noProof="0" dirty="0">
              <a:ln>
                <a:noFill/>
              </a:ln>
              <a:solidFill>
                <a:srgbClr val="000000"/>
              </a:solidFill>
              <a:effectLst/>
              <a:uLnTx/>
              <a:uFillTx/>
              <a:latin typeface="Arial" panose="020B0604020202020204"/>
              <a:ea typeface="+mn-ea"/>
              <a:cs typeface="+mn-cs"/>
            </a:endParaRPr>
          </a:p>
        </p:txBody>
      </p:sp>
      <p:sp>
        <p:nvSpPr>
          <p:cNvPr id="31" name="Line 8">
            <a:extLst>
              <a:ext uri="{FF2B5EF4-FFF2-40B4-BE49-F238E27FC236}">
                <a16:creationId xmlns:a16="http://schemas.microsoft.com/office/drawing/2014/main" id="{2AAA1496-3E17-494A-92BC-93DFDCA506D2}"/>
              </a:ext>
            </a:extLst>
          </p:cNvPr>
          <p:cNvSpPr>
            <a:spLocks noChangeShapeType="1"/>
          </p:cNvSpPr>
          <p:nvPr/>
        </p:nvSpPr>
        <p:spPr bwMode="auto">
          <a:xfrm>
            <a:off x="9048541" y="3915814"/>
            <a:ext cx="695236" cy="0"/>
          </a:xfrm>
          <a:prstGeom prst="line">
            <a:avLst/>
          </a:prstGeom>
          <a:noFill/>
          <a:ln w="25400">
            <a:solidFill>
              <a:schemeClr val="accent3"/>
            </a:solidFill>
            <a:round/>
            <a:headEnd/>
            <a:tailEnd type="arrow" w="sm" len="med"/>
          </a:ln>
          <a:extLst>
            <a:ext uri="{909E8E84-426E-40DD-AFC4-6F175D3DCCD1}">
              <a14:hiddenFill xmlns:a14="http://schemas.microsoft.com/office/drawing/2010/main">
                <a:noFill/>
              </a14:hiddenFill>
            </a:ext>
          </a:extLst>
        </p:spPr>
        <p:txBody>
          <a:bodyPr/>
          <a:lstStyle/>
          <a:p>
            <a:pPr marL="0" marR="0" lvl="0" indent="0" algn="l" defTabSz="812810" rtl="0" eaLnBrk="1" fontAlgn="auto" latinLnBrk="0" hangingPunct="1">
              <a:lnSpc>
                <a:spcPct val="100000"/>
              </a:lnSpc>
              <a:spcBef>
                <a:spcPts val="0"/>
              </a:spcBef>
              <a:spcAft>
                <a:spcPts val="0"/>
              </a:spcAft>
              <a:buClrTx/>
              <a:buSzTx/>
              <a:buFontTx/>
              <a:buNone/>
              <a:tabLst/>
              <a:defRPr/>
            </a:pPr>
            <a:endParaRPr kumimoji="0" lang="en-US" sz="3200" b="0" i="0" u="none" strike="noStrike" kern="1200" cap="none" spc="0" normalizeH="0" baseline="0" noProof="0" dirty="0">
              <a:ln>
                <a:noFill/>
              </a:ln>
              <a:solidFill>
                <a:srgbClr val="000000"/>
              </a:solidFill>
              <a:effectLst/>
              <a:uLnTx/>
              <a:uFillTx/>
              <a:latin typeface="Arial" panose="020B0604020202020204"/>
              <a:ea typeface="+mn-ea"/>
              <a:cs typeface="+mn-cs"/>
            </a:endParaRPr>
          </a:p>
        </p:txBody>
      </p:sp>
      <p:sp>
        <p:nvSpPr>
          <p:cNvPr id="32" name="Line 8">
            <a:extLst>
              <a:ext uri="{FF2B5EF4-FFF2-40B4-BE49-F238E27FC236}">
                <a16:creationId xmlns:a16="http://schemas.microsoft.com/office/drawing/2014/main" id="{6624FABD-8C43-5245-9B66-98340669A467}"/>
              </a:ext>
            </a:extLst>
          </p:cNvPr>
          <p:cNvSpPr>
            <a:spLocks noChangeShapeType="1"/>
          </p:cNvSpPr>
          <p:nvPr/>
        </p:nvSpPr>
        <p:spPr bwMode="auto">
          <a:xfrm>
            <a:off x="11406730" y="3915814"/>
            <a:ext cx="972125" cy="0"/>
          </a:xfrm>
          <a:prstGeom prst="line">
            <a:avLst/>
          </a:prstGeom>
          <a:noFill/>
          <a:ln w="25400">
            <a:solidFill>
              <a:schemeClr val="accent3"/>
            </a:solidFill>
            <a:round/>
            <a:headEnd/>
            <a:tailEnd type="arrow" w="sm" len="med"/>
          </a:ln>
          <a:extLst>
            <a:ext uri="{909E8E84-426E-40DD-AFC4-6F175D3DCCD1}">
              <a14:hiddenFill xmlns:a14="http://schemas.microsoft.com/office/drawing/2010/main">
                <a:noFill/>
              </a14:hiddenFill>
            </a:ext>
          </a:extLst>
        </p:spPr>
        <p:txBody>
          <a:bodyPr/>
          <a:lstStyle/>
          <a:p>
            <a:pPr marL="0" marR="0" lvl="0" indent="0" algn="l" defTabSz="812810" rtl="0" eaLnBrk="1" fontAlgn="auto" latinLnBrk="0" hangingPunct="1">
              <a:lnSpc>
                <a:spcPct val="100000"/>
              </a:lnSpc>
              <a:spcBef>
                <a:spcPts val="0"/>
              </a:spcBef>
              <a:spcAft>
                <a:spcPts val="0"/>
              </a:spcAft>
              <a:buClrTx/>
              <a:buSzTx/>
              <a:buFontTx/>
              <a:buNone/>
              <a:tabLst/>
              <a:defRPr/>
            </a:pPr>
            <a:endParaRPr kumimoji="0" lang="en-US" sz="3200" b="0" i="0" u="none" strike="noStrike" kern="1200" cap="none" spc="0" normalizeH="0" baseline="0" noProof="0" dirty="0">
              <a:ln>
                <a:noFill/>
              </a:ln>
              <a:solidFill>
                <a:srgbClr val="000000"/>
              </a:solidFill>
              <a:effectLst/>
              <a:uLnTx/>
              <a:uFillTx/>
              <a:latin typeface="Arial" panose="020B0604020202020204"/>
              <a:ea typeface="+mn-ea"/>
              <a:cs typeface="+mn-cs"/>
            </a:endParaRPr>
          </a:p>
        </p:txBody>
      </p:sp>
      <p:sp>
        <p:nvSpPr>
          <p:cNvPr id="33" name="Line 8">
            <a:extLst>
              <a:ext uri="{FF2B5EF4-FFF2-40B4-BE49-F238E27FC236}">
                <a16:creationId xmlns:a16="http://schemas.microsoft.com/office/drawing/2014/main" id="{4226D156-073E-504E-B276-DCA0E8FEE07B}"/>
              </a:ext>
            </a:extLst>
          </p:cNvPr>
          <p:cNvSpPr>
            <a:spLocks noChangeShapeType="1"/>
          </p:cNvSpPr>
          <p:nvPr/>
        </p:nvSpPr>
        <p:spPr bwMode="auto">
          <a:xfrm>
            <a:off x="9048541" y="5648361"/>
            <a:ext cx="695236" cy="0"/>
          </a:xfrm>
          <a:prstGeom prst="line">
            <a:avLst/>
          </a:prstGeom>
          <a:noFill/>
          <a:ln w="25400">
            <a:solidFill>
              <a:schemeClr val="accent3"/>
            </a:solidFill>
            <a:round/>
            <a:headEnd/>
            <a:tailEnd type="arrow" w="sm" len="med"/>
          </a:ln>
          <a:extLst>
            <a:ext uri="{909E8E84-426E-40DD-AFC4-6F175D3DCCD1}">
              <a14:hiddenFill xmlns:a14="http://schemas.microsoft.com/office/drawing/2010/main">
                <a:noFill/>
              </a14:hiddenFill>
            </a:ext>
          </a:extLst>
        </p:spPr>
        <p:txBody>
          <a:bodyPr/>
          <a:lstStyle/>
          <a:p>
            <a:pPr marL="0" marR="0" lvl="0" indent="0" algn="l" defTabSz="812810" rtl="0" eaLnBrk="1" fontAlgn="auto" latinLnBrk="0" hangingPunct="1">
              <a:lnSpc>
                <a:spcPct val="100000"/>
              </a:lnSpc>
              <a:spcBef>
                <a:spcPts val="0"/>
              </a:spcBef>
              <a:spcAft>
                <a:spcPts val="0"/>
              </a:spcAft>
              <a:buClrTx/>
              <a:buSzTx/>
              <a:buFontTx/>
              <a:buNone/>
              <a:tabLst/>
              <a:defRPr/>
            </a:pPr>
            <a:endParaRPr kumimoji="0" lang="en-US" sz="3200" b="0" i="0" u="none" strike="noStrike" kern="1200" cap="none" spc="0" normalizeH="0" baseline="0" noProof="0" dirty="0">
              <a:ln>
                <a:noFill/>
              </a:ln>
              <a:solidFill>
                <a:srgbClr val="000000"/>
              </a:solidFill>
              <a:effectLst/>
              <a:uLnTx/>
              <a:uFillTx/>
              <a:latin typeface="Arial" panose="020B0604020202020204"/>
              <a:ea typeface="+mn-ea"/>
              <a:cs typeface="+mn-cs"/>
            </a:endParaRPr>
          </a:p>
        </p:txBody>
      </p:sp>
      <p:sp>
        <p:nvSpPr>
          <p:cNvPr id="34" name="Line 8">
            <a:extLst>
              <a:ext uri="{FF2B5EF4-FFF2-40B4-BE49-F238E27FC236}">
                <a16:creationId xmlns:a16="http://schemas.microsoft.com/office/drawing/2014/main" id="{C80E8638-7187-694B-80F8-C3874BCA709F}"/>
              </a:ext>
            </a:extLst>
          </p:cNvPr>
          <p:cNvSpPr>
            <a:spLocks noChangeShapeType="1"/>
          </p:cNvSpPr>
          <p:nvPr/>
        </p:nvSpPr>
        <p:spPr bwMode="auto">
          <a:xfrm>
            <a:off x="11406730" y="5648361"/>
            <a:ext cx="972125" cy="0"/>
          </a:xfrm>
          <a:prstGeom prst="line">
            <a:avLst/>
          </a:prstGeom>
          <a:noFill/>
          <a:ln w="25400">
            <a:solidFill>
              <a:schemeClr val="accent3"/>
            </a:solidFill>
            <a:round/>
            <a:headEnd/>
            <a:tailEnd type="arrow" w="sm" len="med"/>
          </a:ln>
          <a:extLst>
            <a:ext uri="{909E8E84-426E-40DD-AFC4-6F175D3DCCD1}">
              <a14:hiddenFill xmlns:a14="http://schemas.microsoft.com/office/drawing/2010/main">
                <a:noFill/>
              </a14:hiddenFill>
            </a:ext>
          </a:extLst>
        </p:spPr>
        <p:txBody>
          <a:bodyPr/>
          <a:lstStyle/>
          <a:p>
            <a:pPr marL="0" marR="0" lvl="0" indent="0" algn="l" defTabSz="812810" rtl="0" eaLnBrk="1" fontAlgn="auto" latinLnBrk="0" hangingPunct="1">
              <a:lnSpc>
                <a:spcPct val="100000"/>
              </a:lnSpc>
              <a:spcBef>
                <a:spcPts val="0"/>
              </a:spcBef>
              <a:spcAft>
                <a:spcPts val="0"/>
              </a:spcAft>
              <a:buClrTx/>
              <a:buSzTx/>
              <a:buFontTx/>
              <a:buNone/>
              <a:tabLst/>
              <a:defRPr/>
            </a:pPr>
            <a:endParaRPr kumimoji="0" lang="en-US" sz="3200" b="0" i="0" u="none" strike="noStrike" kern="1200" cap="none" spc="0" normalizeH="0" baseline="0" noProof="0" dirty="0">
              <a:ln>
                <a:noFill/>
              </a:ln>
              <a:solidFill>
                <a:srgbClr val="000000"/>
              </a:solidFill>
              <a:effectLst/>
              <a:uLnTx/>
              <a:uFillTx/>
              <a:latin typeface="Arial" panose="020B0604020202020204"/>
              <a:ea typeface="+mn-ea"/>
              <a:cs typeface="+mn-cs"/>
            </a:endParaRPr>
          </a:p>
        </p:txBody>
      </p:sp>
      <p:sp>
        <p:nvSpPr>
          <p:cNvPr id="35" name="Line 8">
            <a:extLst>
              <a:ext uri="{FF2B5EF4-FFF2-40B4-BE49-F238E27FC236}">
                <a16:creationId xmlns:a16="http://schemas.microsoft.com/office/drawing/2014/main" id="{90B66356-5B86-4142-8146-83EA0796D926}"/>
              </a:ext>
            </a:extLst>
          </p:cNvPr>
          <p:cNvSpPr>
            <a:spLocks noChangeShapeType="1"/>
          </p:cNvSpPr>
          <p:nvPr/>
        </p:nvSpPr>
        <p:spPr bwMode="auto">
          <a:xfrm rot="5400000">
            <a:off x="9946898" y="3095639"/>
            <a:ext cx="695236" cy="0"/>
          </a:xfrm>
          <a:prstGeom prst="line">
            <a:avLst/>
          </a:prstGeom>
          <a:noFill/>
          <a:ln w="25400">
            <a:solidFill>
              <a:schemeClr val="accent4"/>
            </a:solidFill>
            <a:round/>
            <a:headEnd/>
            <a:tailEnd type="arrow" w="sm" len="med"/>
          </a:ln>
          <a:extLst>
            <a:ext uri="{909E8E84-426E-40DD-AFC4-6F175D3DCCD1}">
              <a14:hiddenFill xmlns:a14="http://schemas.microsoft.com/office/drawing/2010/main">
                <a:noFill/>
              </a14:hiddenFill>
            </a:ext>
          </a:extLst>
        </p:spPr>
        <p:txBody>
          <a:bodyPr/>
          <a:lstStyle/>
          <a:p>
            <a:pPr marL="0" marR="0" lvl="0" indent="0" algn="l" defTabSz="812810" rtl="0" eaLnBrk="1" fontAlgn="auto" latinLnBrk="0" hangingPunct="1">
              <a:lnSpc>
                <a:spcPct val="100000"/>
              </a:lnSpc>
              <a:spcBef>
                <a:spcPts val="0"/>
              </a:spcBef>
              <a:spcAft>
                <a:spcPts val="0"/>
              </a:spcAft>
              <a:buClrTx/>
              <a:buSzTx/>
              <a:buFontTx/>
              <a:buNone/>
              <a:tabLst/>
              <a:defRPr/>
            </a:pPr>
            <a:endParaRPr kumimoji="0" lang="en-US" sz="3200" b="0" i="0" u="none" strike="noStrike" kern="1200" cap="none" spc="0" normalizeH="0" baseline="0" noProof="0" dirty="0">
              <a:ln>
                <a:noFill/>
              </a:ln>
              <a:solidFill>
                <a:srgbClr val="000000"/>
              </a:solidFill>
              <a:effectLst/>
              <a:uLnTx/>
              <a:uFillTx/>
              <a:latin typeface="Arial" panose="020B0604020202020204"/>
              <a:ea typeface="+mn-ea"/>
              <a:cs typeface="+mn-cs"/>
            </a:endParaRPr>
          </a:p>
        </p:txBody>
      </p:sp>
      <p:sp>
        <p:nvSpPr>
          <p:cNvPr id="36" name="Line 8">
            <a:extLst>
              <a:ext uri="{FF2B5EF4-FFF2-40B4-BE49-F238E27FC236}">
                <a16:creationId xmlns:a16="http://schemas.microsoft.com/office/drawing/2014/main" id="{0D976407-1CEA-C944-94A5-0BA6CA29E3A0}"/>
              </a:ext>
            </a:extLst>
          </p:cNvPr>
          <p:cNvSpPr>
            <a:spLocks noChangeShapeType="1"/>
          </p:cNvSpPr>
          <p:nvPr/>
        </p:nvSpPr>
        <p:spPr bwMode="auto">
          <a:xfrm rot="5400000">
            <a:off x="9946898" y="4796102"/>
            <a:ext cx="695236" cy="0"/>
          </a:xfrm>
          <a:prstGeom prst="line">
            <a:avLst/>
          </a:prstGeom>
          <a:noFill/>
          <a:ln w="25400">
            <a:solidFill>
              <a:schemeClr val="accent4"/>
            </a:solidFill>
            <a:round/>
            <a:headEnd/>
            <a:tailEnd type="arrow" w="sm" len="med"/>
          </a:ln>
          <a:extLst>
            <a:ext uri="{909E8E84-426E-40DD-AFC4-6F175D3DCCD1}">
              <a14:hiddenFill xmlns:a14="http://schemas.microsoft.com/office/drawing/2010/main">
                <a:noFill/>
              </a14:hiddenFill>
            </a:ext>
          </a:extLst>
        </p:spPr>
        <p:txBody>
          <a:bodyPr/>
          <a:lstStyle/>
          <a:p>
            <a:pPr marL="0" marR="0" lvl="0" indent="0" algn="l" defTabSz="812810" rtl="0" eaLnBrk="1" fontAlgn="auto" latinLnBrk="0" hangingPunct="1">
              <a:lnSpc>
                <a:spcPct val="100000"/>
              </a:lnSpc>
              <a:spcBef>
                <a:spcPts val="0"/>
              </a:spcBef>
              <a:spcAft>
                <a:spcPts val="0"/>
              </a:spcAft>
              <a:buClrTx/>
              <a:buSzTx/>
              <a:buFontTx/>
              <a:buNone/>
              <a:tabLst/>
              <a:defRPr/>
            </a:pPr>
            <a:endParaRPr kumimoji="0" lang="en-US" sz="3200" b="0" i="0" u="none" strike="noStrike" kern="1200" cap="none" spc="0" normalizeH="0" baseline="0" noProof="0" dirty="0">
              <a:ln>
                <a:noFill/>
              </a:ln>
              <a:solidFill>
                <a:srgbClr val="000000"/>
              </a:solidFill>
              <a:effectLst/>
              <a:uLnTx/>
              <a:uFillTx/>
              <a:latin typeface="Arial" panose="020B0604020202020204"/>
              <a:ea typeface="+mn-ea"/>
              <a:cs typeface="+mn-cs"/>
            </a:endParaRPr>
          </a:p>
        </p:txBody>
      </p:sp>
      <p:sp>
        <p:nvSpPr>
          <p:cNvPr id="39" name="Line 8">
            <a:extLst>
              <a:ext uri="{FF2B5EF4-FFF2-40B4-BE49-F238E27FC236}">
                <a16:creationId xmlns:a16="http://schemas.microsoft.com/office/drawing/2014/main" id="{4A6E855E-6418-1345-95F0-ACA982BCA1CE}"/>
              </a:ext>
            </a:extLst>
          </p:cNvPr>
          <p:cNvSpPr>
            <a:spLocks noChangeShapeType="1"/>
          </p:cNvSpPr>
          <p:nvPr/>
        </p:nvSpPr>
        <p:spPr bwMode="auto">
          <a:xfrm rot="5400000">
            <a:off x="9946898" y="6448439"/>
            <a:ext cx="695236" cy="0"/>
          </a:xfrm>
          <a:prstGeom prst="line">
            <a:avLst/>
          </a:prstGeom>
          <a:noFill/>
          <a:ln w="25400">
            <a:solidFill>
              <a:schemeClr val="accent4"/>
            </a:solidFill>
            <a:round/>
            <a:headEnd/>
            <a:tailEnd type="arrow" w="sm" len="med"/>
          </a:ln>
          <a:extLst>
            <a:ext uri="{909E8E84-426E-40DD-AFC4-6F175D3DCCD1}">
              <a14:hiddenFill xmlns:a14="http://schemas.microsoft.com/office/drawing/2010/main">
                <a:noFill/>
              </a14:hiddenFill>
            </a:ext>
          </a:extLst>
        </p:spPr>
        <p:txBody>
          <a:bodyPr/>
          <a:lstStyle/>
          <a:p>
            <a:pPr marL="0" marR="0" lvl="0" indent="0" algn="l" defTabSz="812810" rtl="0" eaLnBrk="1" fontAlgn="auto" latinLnBrk="0" hangingPunct="1">
              <a:lnSpc>
                <a:spcPct val="100000"/>
              </a:lnSpc>
              <a:spcBef>
                <a:spcPts val="0"/>
              </a:spcBef>
              <a:spcAft>
                <a:spcPts val="0"/>
              </a:spcAft>
              <a:buClrTx/>
              <a:buSzTx/>
              <a:buFontTx/>
              <a:buNone/>
              <a:tabLst/>
              <a:defRPr/>
            </a:pPr>
            <a:endParaRPr kumimoji="0" lang="en-US" sz="3200" b="0" i="0" u="none" strike="noStrike" kern="1200" cap="none" spc="0" normalizeH="0" baseline="0" noProof="0" dirty="0">
              <a:ln>
                <a:noFill/>
              </a:ln>
              <a:solidFill>
                <a:srgbClr val="000000"/>
              </a:solidFill>
              <a:effectLst/>
              <a:uLnTx/>
              <a:uFillTx/>
              <a:latin typeface="Arial" panose="020B0604020202020204"/>
              <a:ea typeface="+mn-ea"/>
              <a:cs typeface="+mn-cs"/>
            </a:endParaRPr>
          </a:p>
        </p:txBody>
      </p:sp>
      <p:sp>
        <p:nvSpPr>
          <p:cNvPr id="3" name="Rectangle 2">
            <a:extLst>
              <a:ext uri="{FF2B5EF4-FFF2-40B4-BE49-F238E27FC236}">
                <a16:creationId xmlns:a16="http://schemas.microsoft.com/office/drawing/2014/main" id="{8461E2CC-23D8-B247-9BE5-3203DA1B7525}"/>
              </a:ext>
            </a:extLst>
          </p:cNvPr>
          <p:cNvSpPr/>
          <p:nvPr/>
        </p:nvSpPr>
        <p:spPr>
          <a:xfrm>
            <a:off x="6240378" y="1395663"/>
            <a:ext cx="9140161" cy="6202607"/>
          </a:xfrm>
          <a:prstGeom prst="rect">
            <a:avLst/>
          </a:prstGeom>
          <a:noFill/>
          <a:ln w="9525" cap="flat" cmpd="sng" algn="ctr">
            <a:solidFill>
              <a:schemeClr val="tx2"/>
            </a:solidFill>
            <a:prstDash val="solid"/>
            <a:round/>
            <a:headEnd type="none" w="med" len="med"/>
            <a:tailEnd type="none" w="med" len="med"/>
          </a:ln>
        </p:spPr>
        <p:style>
          <a:lnRef idx="0">
            <a:scrgbClr r="0" g="0" b="0"/>
          </a:lnRef>
          <a:fillRef idx="0">
            <a:scrgbClr r="0" g="0" b="0"/>
          </a:fillRef>
          <a:effectRef idx="0">
            <a:scrgbClr r="0" g="0" b="0"/>
          </a:effectRef>
          <a:fontRef idx="minor">
            <a:schemeClr val="accent6"/>
          </a:fontRef>
        </p:style>
        <p:txBody>
          <a:bodyPr rtlCol="0" anchor="ctr"/>
          <a:lstStyle/>
          <a:p>
            <a:pPr marL="0" marR="0" lvl="0" indent="0" algn="ctr" defTabSz="812810" rtl="0" eaLnBrk="1" fontAlgn="auto" latinLnBrk="0" hangingPunct="1">
              <a:lnSpc>
                <a:spcPct val="100000"/>
              </a:lnSpc>
              <a:spcBef>
                <a:spcPts val="0"/>
              </a:spcBef>
              <a:spcAft>
                <a:spcPts val="0"/>
              </a:spcAft>
              <a:buClrTx/>
              <a:buSzTx/>
              <a:buFontTx/>
              <a:buNone/>
              <a:tabLst/>
              <a:defRPr/>
            </a:pPr>
            <a:endParaRPr kumimoji="0" lang="en-US" sz="3200" b="0" i="0" u="none" strike="noStrike" kern="1200" cap="none" spc="0" normalizeH="0" baseline="0" noProof="0">
              <a:ln>
                <a:noFill/>
              </a:ln>
              <a:solidFill>
                <a:srgbClr val="00B2A9"/>
              </a:solidFill>
              <a:effectLst/>
              <a:uLnTx/>
              <a:uFillTx/>
              <a:latin typeface="Arial" panose="020B0604020202020204"/>
              <a:ea typeface="+mn-ea"/>
              <a:cs typeface="+mn-cs"/>
            </a:endParaRPr>
          </a:p>
        </p:txBody>
      </p:sp>
    </p:spTree>
    <p:extLst>
      <p:ext uri="{BB962C8B-B14F-4D97-AF65-F5344CB8AC3E}">
        <p14:creationId xmlns:p14="http://schemas.microsoft.com/office/powerpoint/2010/main" val="2353392531"/>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8439A4-B037-4F4E-AFCE-96000C7C1237}"/>
              </a:ext>
            </a:extLst>
          </p:cNvPr>
          <p:cNvSpPr>
            <a:spLocks noGrp="1"/>
          </p:cNvSpPr>
          <p:nvPr>
            <p:ph type="title"/>
          </p:nvPr>
        </p:nvSpPr>
        <p:spPr>
          <a:xfrm>
            <a:off x="812880" y="279400"/>
            <a:ext cx="14631828" cy="870385"/>
          </a:xfrm>
        </p:spPr>
        <p:txBody>
          <a:bodyPr/>
          <a:lstStyle/>
          <a:p>
            <a:r>
              <a:rPr lang="en-US" altLang="en-US" dirty="0"/>
              <a:t>Unit process: Shoe Example</a:t>
            </a:r>
            <a:endParaRPr lang="en-US" dirty="0">
              <a:solidFill>
                <a:schemeClr val="tx2"/>
              </a:solidFill>
            </a:endParaRPr>
          </a:p>
        </p:txBody>
      </p:sp>
      <p:sp>
        <p:nvSpPr>
          <p:cNvPr id="46" name="Rectangle 3">
            <a:extLst>
              <a:ext uri="{FF2B5EF4-FFF2-40B4-BE49-F238E27FC236}">
                <a16:creationId xmlns:a16="http://schemas.microsoft.com/office/drawing/2014/main" id="{4BF6DFA0-0A67-1B44-B5D9-AF03E447F7CA}"/>
              </a:ext>
            </a:extLst>
          </p:cNvPr>
          <p:cNvSpPr txBox="1">
            <a:spLocks noChangeArrowheads="1"/>
          </p:cNvSpPr>
          <p:nvPr/>
        </p:nvSpPr>
        <p:spPr>
          <a:xfrm>
            <a:off x="959745" y="1615917"/>
            <a:ext cx="4892067" cy="5618523"/>
          </a:xfrm>
          <a:prstGeom prst="rect">
            <a:avLst/>
          </a:prstGeom>
          <a:noFill/>
        </p:spPr>
        <p:txBody>
          <a:bodyPr lIns="90488" tIns="44450" rIns="90488" bIns="44450"/>
          <a:lstStyle>
            <a:lvl1pPr marL="0" indent="0" algn="l" defTabSz="457200" rtl="0" eaLnBrk="1" latinLnBrk="0" hangingPunct="1">
              <a:spcBef>
                <a:spcPct val="20000"/>
              </a:spcBef>
              <a:buFont typeface="Arial"/>
              <a:buNone/>
              <a:defRPr sz="3200" kern="1200">
                <a:solidFill>
                  <a:srgbClr val="00274C"/>
                </a:solidFill>
                <a:latin typeface="+mn-lt"/>
                <a:ea typeface="+mn-ea"/>
                <a:cs typeface="+mn-cs"/>
              </a:defRPr>
            </a:lvl1pPr>
            <a:lvl2pPr marL="457200" indent="0" algn="l" defTabSz="457200" rtl="0" eaLnBrk="1" latinLnBrk="0" hangingPunct="1">
              <a:spcBef>
                <a:spcPct val="20000"/>
              </a:spcBef>
              <a:buFont typeface="Arial"/>
              <a:buNone/>
              <a:defRPr sz="2800" kern="1200">
                <a:solidFill>
                  <a:schemeClr val="tx1"/>
                </a:solidFill>
                <a:latin typeface="+mn-lt"/>
                <a:ea typeface="+mn-ea"/>
                <a:cs typeface="+mn-cs"/>
              </a:defRPr>
            </a:lvl2pPr>
            <a:lvl3pPr marL="914400" indent="0" algn="l" defTabSz="457200" rtl="0" eaLnBrk="1" latinLnBrk="0" hangingPunct="1">
              <a:spcBef>
                <a:spcPct val="20000"/>
              </a:spcBef>
              <a:buFont typeface="Arial"/>
              <a:buNone/>
              <a:defRPr sz="2400" kern="1200">
                <a:solidFill>
                  <a:schemeClr val="tx1"/>
                </a:solidFill>
                <a:latin typeface="+mn-lt"/>
                <a:ea typeface="+mn-ea"/>
                <a:cs typeface="+mn-cs"/>
              </a:defRPr>
            </a:lvl3pPr>
            <a:lvl4pPr marL="1371600" indent="0" algn="l" defTabSz="457200" rtl="0" eaLnBrk="1" latinLnBrk="0" hangingPunct="1">
              <a:spcBef>
                <a:spcPct val="20000"/>
              </a:spcBef>
              <a:buFont typeface="Arial"/>
              <a:buNone/>
              <a:defRPr sz="2000" kern="1200">
                <a:solidFill>
                  <a:schemeClr val="tx1"/>
                </a:solidFill>
                <a:latin typeface="+mn-lt"/>
                <a:ea typeface="+mn-ea"/>
                <a:cs typeface="+mn-cs"/>
              </a:defRPr>
            </a:lvl4pPr>
            <a:lvl5pPr marL="1828800" indent="0" algn="l" defTabSz="457200" rtl="0" eaLnBrk="1" latinLnBrk="0" hangingPunct="1">
              <a:spcBef>
                <a:spcPct val="20000"/>
              </a:spcBef>
              <a:buFont typeface="Arial"/>
              <a:buNone/>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marR="0" lvl="0" indent="0" algn="l" defTabSz="457200" rtl="0" eaLnBrk="1" fontAlgn="auto" latinLnBrk="0" hangingPunct="1">
              <a:lnSpc>
                <a:spcPct val="100000"/>
              </a:lnSpc>
              <a:spcBef>
                <a:spcPct val="20000"/>
              </a:spcBef>
              <a:spcAft>
                <a:spcPts val="1200"/>
              </a:spcAft>
              <a:buClrTx/>
              <a:buSzTx/>
              <a:buFont typeface="Arial"/>
              <a:buNone/>
              <a:tabLst/>
              <a:defRPr/>
            </a:pPr>
            <a:r>
              <a:rPr kumimoji="0" lang="en-US" altLang="en-US" sz="2400" b="1" i="0" u="none" strike="noStrike" kern="1200" cap="none" spc="0" normalizeH="0" baseline="0" noProof="0" dirty="0">
                <a:ln>
                  <a:noFill/>
                </a:ln>
                <a:solidFill>
                  <a:srgbClr val="407EC9"/>
                </a:solidFill>
                <a:effectLst/>
                <a:uLnTx/>
                <a:uFillTx/>
                <a:latin typeface="Arial" panose="020B0604020202020204"/>
                <a:ea typeface="+mn-ea"/>
                <a:cs typeface="+mn-cs"/>
              </a:rPr>
              <a:t>Intermediary flows </a:t>
            </a:r>
            <a:r>
              <a:rPr kumimoji="0" lang="en-US" altLang="en-US" sz="2400" b="0" i="0" u="none" strike="noStrike" kern="1200" cap="none" spc="0" normalizeH="0" baseline="0" noProof="0" dirty="0">
                <a:ln>
                  <a:noFill/>
                </a:ln>
                <a:solidFill>
                  <a:srgbClr val="00274C"/>
                </a:solidFill>
                <a:effectLst/>
                <a:uLnTx/>
                <a:uFillTx/>
                <a:latin typeface="Arial" panose="020B0604020202020204"/>
                <a:ea typeface="+mn-ea"/>
                <a:cs typeface="+mn-cs"/>
              </a:rPr>
              <a:t>are flows of products used as an </a:t>
            </a:r>
            <a:r>
              <a:rPr kumimoji="0" lang="en-US" altLang="en-US" sz="2400" b="0" i="1" u="none" strike="noStrike" kern="1200" cap="none" spc="0" normalizeH="0" baseline="0" noProof="0" dirty="0">
                <a:ln>
                  <a:noFill/>
                </a:ln>
                <a:solidFill>
                  <a:srgbClr val="00274C"/>
                </a:solidFill>
                <a:effectLst/>
                <a:uLnTx/>
                <a:uFillTx/>
                <a:latin typeface="Arial" panose="020B0604020202020204"/>
                <a:ea typeface="+mn-ea"/>
                <a:cs typeface="+mn-cs"/>
              </a:rPr>
              <a:t>input</a:t>
            </a:r>
            <a:r>
              <a:rPr kumimoji="0" lang="en-US" altLang="en-US" sz="2400" b="0" i="0" u="none" strike="noStrike" kern="1200" cap="none" spc="0" normalizeH="0" baseline="0" noProof="0" dirty="0">
                <a:ln>
                  <a:noFill/>
                </a:ln>
                <a:solidFill>
                  <a:srgbClr val="00274C"/>
                </a:solidFill>
                <a:effectLst/>
                <a:uLnTx/>
                <a:uFillTx/>
                <a:latin typeface="Arial" panose="020B0604020202020204"/>
                <a:ea typeface="+mn-ea"/>
                <a:cs typeface="+mn-cs"/>
              </a:rPr>
              <a:t> such as rubber, leather and electricity.  </a:t>
            </a:r>
          </a:p>
          <a:p>
            <a:pPr marL="0" marR="0" lvl="0" indent="0" algn="l" defTabSz="457200" rtl="0" eaLnBrk="1" fontAlgn="auto" latinLnBrk="0" hangingPunct="1">
              <a:lnSpc>
                <a:spcPct val="100000"/>
              </a:lnSpc>
              <a:spcBef>
                <a:spcPct val="20000"/>
              </a:spcBef>
              <a:spcAft>
                <a:spcPts val="1200"/>
              </a:spcAft>
              <a:buClrTx/>
              <a:buSzTx/>
              <a:buFont typeface="Arial"/>
              <a:buNone/>
              <a:tabLst/>
              <a:defRPr/>
            </a:pPr>
            <a:r>
              <a:rPr kumimoji="0" lang="en-US" altLang="en-US" sz="2400" b="1" i="0" u="none" strike="noStrike" kern="1200" cap="none" spc="0" normalizeH="0" baseline="0" noProof="0" dirty="0">
                <a:ln>
                  <a:noFill/>
                </a:ln>
                <a:solidFill>
                  <a:srgbClr val="ADA400"/>
                </a:solidFill>
                <a:effectLst/>
                <a:uLnTx/>
                <a:uFillTx/>
                <a:latin typeface="Arial" panose="020B0604020202020204"/>
                <a:ea typeface="+mn-ea"/>
                <a:cs typeface="+mn-cs"/>
              </a:rPr>
              <a:t>Elementary flows </a:t>
            </a:r>
            <a:r>
              <a:rPr kumimoji="0" lang="en-US" altLang="en-US" sz="2400" b="0" i="0" u="none" strike="noStrike" kern="1200" cap="none" spc="0" normalizeH="0" baseline="0" noProof="0" dirty="0">
                <a:ln>
                  <a:noFill/>
                </a:ln>
                <a:solidFill>
                  <a:srgbClr val="00274C"/>
                </a:solidFill>
                <a:effectLst/>
                <a:uLnTx/>
                <a:uFillTx/>
                <a:latin typeface="Arial" panose="020B0604020202020204"/>
                <a:ea typeface="+mn-ea"/>
                <a:cs typeface="+mn-cs"/>
              </a:rPr>
              <a:t>are flows of ores such as phosphate ores or raw natural gas directly extracted from the environment and </a:t>
            </a:r>
            <a:r>
              <a:rPr kumimoji="0" lang="en-US" altLang="en-US" sz="2400" b="0" i="1" u="none" strike="noStrike" kern="1200" cap="none" spc="0" normalizeH="0" baseline="0" noProof="0" dirty="0">
                <a:ln>
                  <a:noFill/>
                </a:ln>
                <a:solidFill>
                  <a:srgbClr val="00274C"/>
                </a:solidFill>
                <a:effectLst/>
                <a:uLnTx/>
                <a:uFillTx/>
                <a:latin typeface="Arial" panose="020B0604020202020204"/>
                <a:ea typeface="+mn-ea"/>
                <a:cs typeface="+mn-cs"/>
              </a:rPr>
              <a:t>emissions</a:t>
            </a:r>
            <a:r>
              <a:rPr kumimoji="0" lang="en-US" altLang="en-US" sz="2400" b="0" i="0" u="none" strike="noStrike" kern="1200" cap="none" spc="0" normalizeH="0" baseline="0" noProof="0" dirty="0">
                <a:ln>
                  <a:noFill/>
                </a:ln>
                <a:solidFill>
                  <a:srgbClr val="00274C"/>
                </a:solidFill>
                <a:effectLst/>
                <a:uLnTx/>
                <a:uFillTx/>
                <a:latin typeface="Arial" panose="020B0604020202020204"/>
                <a:ea typeface="+mn-ea"/>
                <a:cs typeface="+mn-cs"/>
              </a:rPr>
              <a:t> to air, water, soil such as methane, carbon dioxide, fine particulates or dyes.</a:t>
            </a:r>
          </a:p>
          <a:p>
            <a:pPr marL="0" marR="0" lvl="0" indent="0" algn="l" defTabSz="457200" rtl="0" eaLnBrk="1" fontAlgn="auto" latinLnBrk="0" hangingPunct="1">
              <a:lnSpc>
                <a:spcPct val="100000"/>
              </a:lnSpc>
              <a:spcBef>
                <a:spcPct val="20000"/>
              </a:spcBef>
              <a:spcAft>
                <a:spcPts val="1200"/>
              </a:spcAft>
              <a:buClrTx/>
              <a:buSzTx/>
              <a:buFont typeface="Arial"/>
              <a:buNone/>
              <a:tabLst/>
              <a:defRPr/>
            </a:pPr>
            <a:r>
              <a:rPr kumimoji="0" lang="en-US" altLang="en-US" sz="2400" b="0" i="1" u="none" strike="noStrike" kern="1200" cap="none" spc="0" normalizeH="0" baseline="0" noProof="0" dirty="0">
                <a:ln>
                  <a:noFill/>
                </a:ln>
                <a:solidFill>
                  <a:srgbClr val="00274C"/>
                </a:solidFill>
                <a:effectLst/>
                <a:uLnTx/>
                <a:uFillTx/>
                <a:latin typeface="Arial" panose="020B0604020202020204"/>
                <a:ea typeface="+mn-ea"/>
                <a:cs typeface="+mn-cs"/>
              </a:rPr>
              <a:t>Mass and energy balances can be performed to verify that the unit processes and the global system respect conservation laws.</a:t>
            </a:r>
          </a:p>
        </p:txBody>
      </p:sp>
      <p:sp>
        <p:nvSpPr>
          <p:cNvPr id="48" name="Text Box 18">
            <a:extLst>
              <a:ext uri="{FF2B5EF4-FFF2-40B4-BE49-F238E27FC236}">
                <a16:creationId xmlns:a16="http://schemas.microsoft.com/office/drawing/2014/main" id="{4DAA7ABA-51ED-2A48-8278-4FF461EB8E41}"/>
              </a:ext>
            </a:extLst>
          </p:cNvPr>
          <p:cNvSpPr txBox="1">
            <a:spLocks noChangeArrowheads="1"/>
          </p:cNvSpPr>
          <p:nvPr/>
        </p:nvSpPr>
        <p:spPr bwMode="auto">
          <a:xfrm>
            <a:off x="10981576" y="5486476"/>
            <a:ext cx="1830569"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rgbClr val="FF9900"/>
              </a:buClr>
              <a:buChar char="•"/>
              <a:defRPr sz="3200" b="1">
                <a:solidFill>
                  <a:srgbClr val="01035B"/>
                </a:solidFill>
                <a:latin typeface="Arial" panose="020B0604020202020204" pitchFamily="34" charset="0"/>
              </a:defRPr>
            </a:lvl1pPr>
            <a:lvl2pPr marL="742950" indent="-285750">
              <a:spcBef>
                <a:spcPct val="20000"/>
              </a:spcBef>
              <a:buClr>
                <a:srgbClr val="FF9900"/>
              </a:buClr>
              <a:buChar char="–"/>
              <a:defRPr sz="2800" b="1">
                <a:solidFill>
                  <a:srgbClr val="01035B"/>
                </a:solidFill>
                <a:latin typeface="Arial" panose="020B0604020202020204" pitchFamily="34" charset="0"/>
              </a:defRPr>
            </a:lvl2pPr>
            <a:lvl3pPr marL="1143000" indent="-228600">
              <a:spcBef>
                <a:spcPct val="20000"/>
              </a:spcBef>
              <a:buClr>
                <a:srgbClr val="FF9900"/>
              </a:buClr>
              <a:buChar char="•"/>
              <a:defRPr sz="2400" b="1">
                <a:solidFill>
                  <a:srgbClr val="01035B"/>
                </a:solidFill>
                <a:latin typeface="Arial" panose="020B0604020202020204" pitchFamily="34" charset="0"/>
              </a:defRPr>
            </a:lvl3pPr>
            <a:lvl4pPr marL="1600200" indent="-228600">
              <a:spcBef>
                <a:spcPct val="20000"/>
              </a:spcBef>
              <a:buClr>
                <a:srgbClr val="FF9900"/>
              </a:buClr>
              <a:buChar char="–"/>
              <a:defRPr sz="2000" b="1">
                <a:solidFill>
                  <a:srgbClr val="01035B"/>
                </a:solidFill>
                <a:latin typeface="Arial" panose="020B0604020202020204" pitchFamily="34" charset="0"/>
              </a:defRPr>
            </a:lvl4pPr>
            <a:lvl5pPr marL="2057400" indent="-228600">
              <a:spcBef>
                <a:spcPct val="20000"/>
              </a:spcBef>
              <a:buClr>
                <a:srgbClr val="FF9900"/>
              </a:buClr>
              <a:buChar char="»"/>
              <a:defRPr sz="2000" b="1">
                <a:solidFill>
                  <a:srgbClr val="01035B"/>
                </a:solidFill>
                <a:latin typeface="Arial" panose="020B0604020202020204" pitchFamily="34" charset="0"/>
              </a:defRPr>
            </a:lvl5pPr>
            <a:lvl6pPr marL="25146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6pPr>
            <a:lvl7pPr marL="29718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7pPr>
            <a:lvl8pPr marL="34290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8pPr>
            <a:lvl9pPr marL="38862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9pPr>
          </a:lstStyle>
          <a:p>
            <a:pPr marL="0" marR="0" lvl="0" indent="0" algn="ctr" defTabSz="812810" rtl="0" eaLnBrk="1" fontAlgn="auto" latinLnBrk="0" hangingPunct="1">
              <a:lnSpc>
                <a:spcPct val="100000"/>
              </a:lnSpc>
              <a:spcBef>
                <a:spcPct val="0"/>
              </a:spcBef>
              <a:spcAft>
                <a:spcPts val="0"/>
              </a:spcAft>
              <a:buClrTx/>
              <a:buSzTx/>
              <a:buFontTx/>
              <a:buNone/>
              <a:tabLst/>
              <a:defRPr/>
            </a:pPr>
            <a:r>
              <a:rPr kumimoji="0" lang="en-US" altLang="en-US" sz="2000" b="0" i="0" u="none" strike="noStrike" kern="1200" cap="none" spc="0" normalizeH="0" baseline="0" noProof="0" dirty="0">
                <a:ln>
                  <a:noFill/>
                </a:ln>
                <a:solidFill>
                  <a:srgbClr val="00B2A9"/>
                </a:solidFill>
                <a:effectLst/>
                <a:uLnTx/>
                <a:uFillTx/>
                <a:latin typeface="Arial" panose="020B0604020202020204" pitchFamily="34" charset="0"/>
                <a:ea typeface="+mn-ea"/>
                <a:cs typeface="Arial" panose="020B0604020202020204" pitchFamily="34" charset="0"/>
              </a:rPr>
              <a:t>Shoe </a:t>
            </a:r>
            <a:br>
              <a:rPr kumimoji="0" lang="en-US" altLang="en-US" sz="2000" b="0" i="0" u="none" strike="noStrike" kern="1200" cap="none" spc="0" normalizeH="0" baseline="0" noProof="0" dirty="0">
                <a:ln>
                  <a:noFill/>
                </a:ln>
                <a:solidFill>
                  <a:srgbClr val="00B2A9"/>
                </a:solidFill>
                <a:effectLst/>
                <a:uLnTx/>
                <a:uFillTx/>
                <a:latin typeface="Arial" panose="020B0604020202020204" pitchFamily="34" charset="0"/>
                <a:ea typeface="+mn-ea"/>
                <a:cs typeface="Arial" panose="020B0604020202020204" pitchFamily="34" charset="0"/>
              </a:rPr>
            </a:br>
            <a:r>
              <a:rPr kumimoji="0" lang="en-US" altLang="en-US" sz="2000" b="0" i="0" u="none" strike="noStrike" kern="1200" cap="none" spc="0" normalizeH="0" baseline="0" noProof="0" dirty="0">
                <a:ln>
                  <a:noFill/>
                </a:ln>
                <a:solidFill>
                  <a:srgbClr val="00B2A9"/>
                </a:solidFill>
                <a:effectLst/>
                <a:uLnTx/>
                <a:uFillTx/>
                <a:latin typeface="Arial" panose="020B0604020202020204" pitchFamily="34" charset="0"/>
                <a:ea typeface="+mn-ea"/>
                <a:cs typeface="Arial" panose="020B0604020202020204" pitchFamily="34" charset="0"/>
              </a:rPr>
              <a:t>manufacturing</a:t>
            </a:r>
          </a:p>
        </p:txBody>
      </p:sp>
      <p:sp>
        <p:nvSpPr>
          <p:cNvPr id="54" name="Rectangle 2">
            <a:extLst>
              <a:ext uri="{FF2B5EF4-FFF2-40B4-BE49-F238E27FC236}">
                <a16:creationId xmlns:a16="http://schemas.microsoft.com/office/drawing/2014/main" id="{834BBCB7-9E66-F940-9427-A728FFB436D7}"/>
              </a:ext>
            </a:extLst>
          </p:cNvPr>
          <p:cNvSpPr>
            <a:spLocks noChangeArrowheads="1"/>
          </p:cNvSpPr>
          <p:nvPr/>
        </p:nvSpPr>
        <p:spPr bwMode="auto">
          <a:xfrm>
            <a:off x="8966234" y="3867459"/>
            <a:ext cx="1589099" cy="793155"/>
          </a:xfrm>
          <a:prstGeom prst="rect">
            <a:avLst/>
          </a:prstGeom>
          <a:noFill/>
          <a:ln w="25400">
            <a:solidFill>
              <a:schemeClr val="accent4"/>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rgbClr val="FF9900"/>
              </a:buClr>
              <a:buChar char="•"/>
              <a:defRPr sz="3200" b="1">
                <a:solidFill>
                  <a:srgbClr val="01035B"/>
                </a:solidFill>
                <a:latin typeface="Arial" panose="020B0604020202020204" pitchFamily="34" charset="0"/>
              </a:defRPr>
            </a:lvl1pPr>
            <a:lvl2pPr marL="742950" indent="-285750">
              <a:spcBef>
                <a:spcPct val="20000"/>
              </a:spcBef>
              <a:buClr>
                <a:srgbClr val="FF9900"/>
              </a:buClr>
              <a:buChar char="–"/>
              <a:defRPr sz="2800" b="1">
                <a:solidFill>
                  <a:srgbClr val="01035B"/>
                </a:solidFill>
                <a:latin typeface="Arial" panose="020B0604020202020204" pitchFamily="34" charset="0"/>
              </a:defRPr>
            </a:lvl2pPr>
            <a:lvl3pPr marL="1143000" indent="-228600">
              <a:spcBef>
                <a:spcPct val="20000"/>
              </a:spcBef>
              <a:buClr>
                <a:srgbClr val="FF9900"/>
              </a:buClr>
              <a:buChar char="•"/>
              <a:defRPr sz="2400" b="1">
                <a:solidFill>
                  <a:srgbClr val="01035B"/>
                </a:solidFill>
                <a:latin typeface="Arial" panose="020B0604020202020204" pitchFamily="34" charset="0"/>
              </a:defRPr>
            </a:lvl3pPr>
            <a:lvl4pPr marL="1600200" indent="-228600">
              <a:spcBef>
                <a:spcPct val="20000"/>
              </a:spcBef>
              <a:buClr>
                <a:srgbClr val="FF9900"/>
              </a:buClr>
              <a:buChar char="–"/>
              <a:defRPr sz="2000" b="1">
                <a:solidFill>
                  <a:srgbClr val="01035B"/>
                </a:solidFill>
                <a:latin typeface="Arial" panose="020B0604020202020204" pitchFamily="34" charset="0"/>
              </a:defRPr>
            </a:lvl4pPr>
            <a:lvl5pPr marL="2057400" indent="-228600">
              <a:spcBef>
                <a:spcPct val="20000"/>
              </a:spcBef>
              <a:buClr>
                <a:srgbClr val="FF9900"/>
              </a:buClr>
              <a:buChar char="»"/>
              <a:defRPr sz="2000" b="1">
                <a:solidFill>
                  <a:srgbClr val="01035B"/>
                </a:solidFill>
                <a:latin typeface="Arial" panose="020B0604020202020204" pitchFamily="34" charset="0"/>
              </a:defRPr>
            </a:lvl5pPr>
            <a:lvl6pPr marL="25146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6pPr>
            <a:lvl7pPr marL="29718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7pPr>
            <a:lvl8pPr marL="34290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8pPr>
            <a:lvl9pPr marL="38862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9pPr>
          </a:lstStyle>
          <a:p>
            <a:pPr marL="0" marR="0" lvl="0" indent="0" algn="l" defTabSz="812810" rtl="0" eaLnBrk="1" fontAlgn="auto" latinLnBrk="0" hangingPunct="1">
              <a:lnSpc>
                <a:spcPct val="100000"/>
              </a:lnSpc>
              <a:spcBef>
                <a:spcPct val="0"/>
              </a:spcBef>
              <a:spcAft>
                <a:spcPts val="0"/>
              </a:spcAft>
              <a:buClrTx/>
              <a:buSzTx/>
              <a:buFontTx/>
              <a:buNone/>
              <a:tabLst/>
              <a:defRPr/>
            </a:pPr>
            <a:endParaRPr kumimoji="0" lang="en-US" altLang="en-US" sz="2000" b="0" i="0" u="none" strike="noStrike" kern="1200" cap="none" spc="0" normalizeH="0" baseline="0" noProof="0">
              <a:ln>
                <a:noFill/>
              </a:ln>
              <a:solidFill>
                <a:srgbClr val="000000"/>
              </a:solidFill>
              <a:effectLst/>
              <a:uLnTx/>
              <a:uFillTx/>
              <a:latin typeface="Arial" panose="020B0604020202020204" pitchFamily="34" charset="0"/>
              <a:ea typeface="+mn-ea"/>
              <a:cs typeface="+mn-cs"/>
            </a:endParaRPr>
          </a:p>
        </p:txBody>
      </p:sp>
      <p:sp>
        <p:nvSpPr>
          <p:cNvPr id="55" name="Rectangle 3">
            <a:extLst>
              <a:ext uri="{FF2B5EF4-FFF2-40B4-BE49-F238E27FC236}">
                <a16:creationId xmlns:a16="http://schemas.microsoft.com/office/drawing/2014/main" id="{CD97CDA7-A9DD-3F4A-8DDA-F874A27B1907}"/>
              </a:ext>
            </a:extLst>
          </p:cNvPr>
          <p:cNvSpPr>
            <a:spLocks noChangeArrowheads="1"/>
          </p:cNvSpPr>
          <p:nvPr/>
        </p:nvSpPr>
        <p:spPr bwMode="auto">
          <a:xfrm>
            <a:off x="10958815" y="3891065"/>
            <a:ext cx="1589099" cy="793155"/>
          </a:xfrm>
          <a:prstGeom prst="rect">
            <a:avLst/>
          </a:prstGeom>
          <a:noFill/>
          <a:ln w="25400">
            <a:solidFill>
              <a:schemeClr val="accent4"/>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rgbClr val="FF9900"/>
              </a:buClr>
              <a:buChar char="•"/>
              <a:defRPr sz="3200" b="1">
                <a:solidFill>
                  <a:srgbClr val="01035B"/>
                </a:solidFill>
                <a:latin typeface="Arial" panose="020B0604020202020204" pitchFamily="34" charset="0"/>
              </a:defRPr>
            </a:lvl1pPr>
            <a:lvl2pPr marL="742950" indent="-285750">
              <a:spcBef>
                <a:spcPct val="20000"/>
              </a:spcBef>
              <a:buClr>
                <a:srgbClr val="FF9900"/>
              </a:buClr>
              <a:buChar char="–"/>
              <a:defRPr sz="2800" b="1">
                <a:solidFill>
                  <a:srgbClr val="01035B"/>
                </a:solidFill>
                <a:latin typeface="Arial" panose="020B0604020202020204" pitchFamily="34" charset="0"/>
              </a:defRPr>
            </a:lvl2pPr>
            <a:lvl3pPr marL="1143000" indent="-228600">
              <a:spcBef>
                <a:spcPct val="20000"/>
              </a:spcBef>
              <a:buClr>
                <a:srgbClr val="FF9900"/>
              </a:buClr>
              <a:buChar char="•"/>
              <a:defRPr sz="2400" b="1">
                <a:solidFill>
                  <a:srgbClr val="01035B"/>
                </a:solidFill>
                <a:latin typeface="Arial" panose="020B0604020202020204" pitchFamily="34" charset="0"/>
              </a:defRPr>
            </a:lvl3pPr>
            <a:lvl4pPr marL="1600200" indent="-228600">
              <a:spcBef>
                <a:spcPct val="20000"/>
              </a:spcBef>
              <a:buClr>
                <a:srgbClr val="FF9900"/>
              </a:buClr>
              <a:buChar char="–"/>
              <a:defRPr sz="2000" b="1">
                <a:solidFill>
                  <a:srgbClr val="01035B"/>
                </a:solidFill>
                <a:latin typeface="Arial" panose="020B0604020202020204" pitchFamily="34" charset="0"/>
              </a:defRPr>
            </a:lvl4pPr>
            <a:lvl5pPr marL="2057400" indent="-228600">
              <a:spcBef>
                <a:spcPct val="20000"/>
              </a:spcBef>
              <a:buClr>
                <a:srgbClr val="FF9900"/>
              </a:buClr>
              <a:buChar char="»"/>
              <a:defRPr sz="2000" b="1">
                <a:solidFill>
                  <a:srgbClr val="01035B"/>
                </a:solidFill>
                <a:latin typeface="Arial" panose="020B0604020202020204" pitchFamily="34" charset="0"/>
              </a:defRPr>
            </a:lvl5pPr>
            <a:lvl6pPr marL="25146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6pPr>
            <a:lvl7pPr marL="29718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7pPr>
            <a:lvl8pPr marL="34290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8pPr>
            <a:lvl9pPr marL="38862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9pPr>
          </a:lstStyle>
          <a:p>
            <a:pPr marL="0" marR="0" lvl="0" indent="0" algn="l" defTabSz="812810" rtl="0" eaLnBrk="1" fontAlgn="auto" latinLnBrk="0" hangingPunct="1">
              <a:lnSpc>
                <a:spcPct val="100000"/>
              </a:lnSpc>
              <a:spcBef>
                <a:spcPct val="0"/>
              </a:spcBef>
              <a:spcAft>
                <a:spcPts val="0"/>
              </a:spcAft>
              <a:buClrTx/>
              <a:buSzTx/>
              <a:buFontTx/>
              <a:buNone/>
              <a:tabLst/>
              <a:defRPr/>
            </a:pPr>
            <a:endParaRPr kumimoji="0" lang="en-US" altLang="en-US" sz="2000" b="0" i="0" u="none" strike="noStrike" kern="1200" cap="none" spc="0" normalizeH="0" baseline="0" noProof="0">
              <a:ln>
                <a:noFill/>
              </a:ln>
              <a:solidFill>
                <a:srgbClr val="000000"/>
              </a:solidFill>
              <a:effectLst/>
              <a:uLnTx/>
              <a:uFillTx/>
              <a:latin typeface="Arial" panose="020B0604020202020204" pitchFamily="34" charset="0"/>
              <a:ea typeface="+mn-ea"/>
              <a:cs typeface="+mn-cs"/>
            </a:endParaRPr>
          </a:p>
        </p:txBody>
      </p:sp>
      <p:sp>
        <p:nvSpPr>
          <p:cNvPr id="56" name="Rectangle 4">
            <a:extLst>
              <a:ext uri="{FF2B5EF4-FFF2-40B4-BE49-F238E27FC236}">
                <a16:creationId xmlns:a16="http://schemas.microsoft.com/office/drawing/2014/main" id="{530E46C4-4815-6447-803C-7EF8D99DDDE2}"/>
              </a:ext>
            </a:extLst>
          </p:cNvPr>
          <p:cNvSpPr>
            <a:spLocks noChangeArrowheads="1"/>
          </p:cNvSpPr>
          <p:nvPr/>
        </p:nvSpPr>
        <p:spPr bwMode="auto">
          <a:xfrm>
            <a:off x="10958815" y="5475014"/>
            <a:ext cx="1852952" cy="793155"/>
          </a:xfrm>
          <a:prstGeom prst="rect">
            <a:avLst/>
          </a:prstGeom>
          <a:noFill/>
          <a:ln w="25400">
            <a:solidFill>
              <a:schemeClr val="accent6"/>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rgbClr val="FF9900"/>
              </a:buClr>
              <a:buChar char="•"/>
              <a:defRPr sz="3200" b="1">
                <a:solidFill>
                  <a:srgbClr val="01035B"/>
                </a:solidFill>
                <a:latin typeface="Arial" panose="020B0604020202020204" pitchFamily="34" charset="0"/>
              </a:defRPr>
            </a:lvl1pPr>
            <a:lvl2pPr marL="742950" indent="-285750">
              <a:spcBef>
                <a:spcPct val="20000"/>
              </a:spcBef>
              <a:buClr>
                <a:srgbClr val="FF9900"/>
              </a:buClr>
              <a:buChar char="–"/>
              <a:defRPr sz="2800" b="1">
                <a:solidFill>
                  <a:srgbClr val="01035B"/>
                </a:solidFill>
                <a:latin typeface="Arial" panose="020B0604020202020204" pitchFamily="34" charset="0"/>
              </a:defRPr>
            </a:lvl2pPr>
            <a:lvl3pPr marL="1143000" indent="-228600">
              <a:spcBef>
                <a:spcPct val="20000"/>
              </a:spcBef>
              <a:buClr>
                <a:srgbClr val="FF9900"/>
              </a:buClr>
              <a:buChar char="•"/>
              <a:defRPr sz="2400" b="1">
                <a:solidFill>
                  <a:srgbClr val="01035B"/>
                </a:solidFill>
                <a:latin typeface="Arial" panose="020B0604020202020204" pitchFamily="34" charset="0"/>
              </a:defRPr>
            </a:lvl3pPr>
            <a:lvl4pPr marL="1600200" indent="-228600">
              <a:spcBef>
                <a:spcPct val="20000"/>
              </a:spcBef>
              <a:buClr>
                <a:srgbClr val="FF9900"/>
              </a:buClr>
              <a:buChar char="–"/>
              <a:defRPr sz="2000" b="1">
                <a:solidFill>
                  <a:srgbClr val="01035B"/>
                </a:solidFill>
                <a:latin typeface="Arial" panose="020B0604020202020204" pitchFamily="34" charset="0"/>
              </a:defRPr>
            </a:lvl4pPr>
            <a:lvl5pPr marL="2057400" indent="-228600">
              <a:spcBef>
                <a:spcPct val="20000"/>
              </a:spcBef>
              <a:buClr>
                <a:srgbClr val="FF9900"/>
              </a:buClr>
              <a:buChar char="»"/>
              <a:defRPr sz="2000" b="1">
                <a:solidFill>
                  <a:srgbClr val="01035B"/>
                </a:solidFill>
                <a:latin typeface="Arial" panose="020B0604020202020204" pitchFamily="34" charset="0"/>
              </a:defRPr>
            </a:lvl5pPr>
            <a:lvl6pPr marL="25146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6pPr>
            <a:lvl7pPr marL="29718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7pPr>
            <a:lvl8pPr marL="34290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8pPr>
            <a:lvl9pPr marL="38862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9pPr>
          </a:lstStyle>
          <a:p>
            <a:pPr marL="0" marR="0" lvl="0" indent="0" algn="l" defTabSz="812810" rtl="0" eaLnBrk="1" fontAlgn="auto" latinLnBrk="0" hangingPunct="1">
              <a:lnSpc>
                <a:spcPct val="100000"/>
              </a:lnSpc>
              <a:spcBef>
                <a:spcPct val="0"/>
              </a:spcBef>
              <a:spcAft>
                <a:spcPts val="0"/>
              </a:spcAft>
              <a:buClrTx/>
              <a:buSzTx/>
              <a:buFontTx/>
              <a:buNone/>
              <a:tabLst/>
              <a:defRPr/>
            </a:pPr>
            <a:endParaRPr kumimoji="0" lang="en-US" altLang="en-US" sz="2000" b="0" i="0" u="none" strike="noStrike" kern="1200" cap="none" spc="0" normalizeH="0" baseline="0" noProof="0">
              <a:ln>
                <a:noFill/>
              </a:ln>
              <a:solidFill>
                <a:srgbClr val="000000"/>
              </a:solidFill>
              <a:effectLst/>
              <a:uLnTx/>
              <a:uFillTx/>
              <a:latin typeface="Arial" panose="020B0604020202020204" pitchFamily="34" charset="0"/>
              <a:ea typeface="+mn-ea"/>
              <a:cs typeface="+mn-cs"/>
            </a:endParaRPr>
          </a:p>
        </p:txBody>
      </p:sp>
      <p:sp>
        <p:nvSpPr>
          <p:cNvPr id="57" name="Line 6">
            <a:extLst>
              <a:ext uri="{FF2B5EF4-FFF2-40B4-BE49-F238E27FC236}">
                <a16:creationId xmlns:a16="http://schemas.microsoft.com/office/drawing/2014/main" id="{874890C6-B130-3440-A288-93CE0AE53F73}"/>
              </a:ext>
            </a:extLst>
          </p:cNvPr>
          <p:cNvSpPr>
            <a:spLocks noChangeShapeType="1"/>
          </p:cNvSpPr>
          <p:nvPr/>
        </p:nvSpPr>
        <p:spPr bwMode="auto">
          <a:xfrm>
            <a:off x="9760783" y="3522815"/>
            <a:ext cx="0" cy="335202"/>
          </a:xfrm>
          <a:prstGeom prst="line">
            <a:avLst/>
          </a:prstGeom>
          <a:noFill/>
          <a:ln w="25400">
            <a:solidFill>
              <a:schemeClr val="accent4"/>
            </a:solidFill>
            <a:round/>
            <a:headEnd/>
            <a:tailEnd type="arrow" w="sm" len="med"/>
          </a:ln>
          <a:extLst>
            <a:ext uri="{909E8E84-426E-40DD-AFC4-6F175D3DCCD1}">
              <a14:hiddenFill xmlns:a14="http://schemas.microsoft.com/office/drawing/2010/main">
                <a:noFill/>
              </a14:hiddenFill>
            </a:ext>
          </a:extLst>
        </p:spPr>
        <p:txBody>
          <a:bodyPr/>
          <a:lstStyle/>
          <a:p>
            <a:pPr marL="0" marR="0" lvl="0" indent="0" algn="l" defTabSz="812810" rtl="0" eaLnBrk="1" fontAlgn="auto" latinLnBrk="0" hangingPunct="1">
              <a:lnSpc>
                <a:spcPct val="100000"/>
              </a:lnSpc>
              <a:spcBef>
                <a:spcPts val="0"/>
              </a:spcBef>
              <a:spcAft>
                <a:spcPts val="0"/>
              </a:spcAft>
              <a:buClrTx/>
              <a:buSzTx/>
              <a:buFontTx/>
              <a:buNone/>
              <a:tabLst/>
              <a:defRPr/>
            </a:pPr>
            <a:endParaRPr kumimoji="0" lang="en-US" sz="3200" b="0" i="0" u="none" strike="noStrike" kern="1200" cap="none" spc="0" normalizeH="0" baseline="0" noProof="0" dirty="0">
              <a:ln>
                <a:noFill/>
              </a:ln>
              <a:solidFill>
                <a:srgbClr val="000000"/>
              </a:solidFill>
              <a:effectLst/>
              <a:uLnTx/>
              <a:uFillTx/>
              <a:latin typeface="Arial" panose="020B0604020202020204"/>
              <a:ea typeface="+mn-ea"/>
              <a:cs typeface="+mn-cs"/>
            </a:endParaRPr>
          </a:p>
        </p:txBody>
      </p:sp>
      <p:sp>
        <p:nvSpPr>
          <p:cNvPr id="61" name="Text Box 20">
            <a:extLst>
              <a:ext uri="{FF2B5EF4-FFF2-40B4-BE49-F238E27FC236}">
                <a16:creationId xmlns:a16="http://schemas.microsoft.com/office/drawing/2014/main" id="{A5983385-0C09-444B-B048-1FFD04A2484C}"/>
              </a:ext>
            </a:extLst>
          </p:cNvPr>
          <p:cNvSpPr txBox="1">
            <a:spLocks noChangeArrowheads="1"/>
          </p:cNvSpPr>
          <p:nvPr/>
        </p:nvSpPr>
        <p:spPr bwMode="auto">
          <a:xfrm>
            <a:off x="13604206" y="5567665"/>
            <a:ext cx="1466209" cy="7081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rgbClr val="FF9900"/>
              </a:buClr>
              <a:buChar char="•"/>
              <a:defRPr sz="3200" b="1">
                <a:solidFill>
                  <a:srgbClr val="01035B"/>
                </a:solidFill>
                <a:latin typeface="Arial" panose="020B0604020202020204" pitchFamily="34" charset="0"/>
              </a:defRPr>
            </a:lvl1pPr>
            <a:lvl2pPr marL="742950" indent="-285750">
              <a:spcBef>
                <a:spcPct val="20000"/>
              </a:spcBef>
              <a:buClr>
                <a:srgbClr val="FF9900"/>
              </a:buClr>
              <a:buChar char="–"/>
              <a:defRPr sz="2800" b="1">
                <a:solidFill>
                  <a:srgbClr val="01035B"/>
                </a:solidFill>
                <a:latin typeface="Arial" panose="020B0604020202020204" pitchFamily="34" charset="0"/>
              </a:defRPr>
            </a:lvl2pPr>
            <a:lvl3pPr marL="1143000" indent="-228600">
              <a:spcBef>
                <a:spcPct val="20000"/>
              </a:spcBef>
              <a:buClr>
                <a:srgbClr val="FF9900"/>
              </a:buClr>
              <a:buChar char="•"/>
              <a:defRPr sz="2400" b="1">
                <a:solidFill>
                  <a:srgbClr val="01035B"/>
                </a:solidFill>
                <a:latin typeface="Arial" panose="020B0604020202020204" pitchFamily="34" charset="0"/>
              </a:defRPr>
            </a:lvl3pPr>
            <a:lvl4pPr marL="1600200" indent="-228600">
              <a:spcBef>
                <a:spcPct val="20000"/>
              </a:spcBef>
              <a:buClr>
                <a:srgbClr val="FF9900"/>
              </a:buClr>
              <a:buChar char="–"/>
              <a:defRPr sz="2000" b="1">
                <a:solidFill>
                  <a:srgbClr val="01035B"/>
                </a:solidFill>
                <a:latin typeface="Arial" panose="020B0604020202020204" pitchFamily="34" charset="0"/>
              </a:defRPr>
            </a:lvl4pPr>
            <a:lvl5pPr marL="2057400" indent="-228600">
              <a:spcBef>
                <a:spcPct val="20000"/>
              </a:spcBef>
              <a:buClr>
                <a:srgbClr val="FF9900"/>
              </a:buClr>
              <a:buChar char="»"/>
              <a:defRPr sz="2000" b="1">
                <a:solidFill>
                  <a:srgbClr val="01035B"/>
                </a:solidFill>
                <a:latin typeface="Arial" panose="020B0604020202020204" pitchFamily="34" charset="0"/>
              </a:defRPr>
            </a:lvl5pPr>
            <a:lvl6pPr marL="25146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6pPr>
            <a:lvl7pPr marL="29718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7pPr>
            <a:lvl8pPr marL="34290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8pPr>
            <a:lvl9pPr marL="38862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9pPr>
          </a:lstStyle>
          <a:p>
            <a:pPr marL="0" marR="0" lvl="0" indent="0" algn="l" defTabSz="812810" rtl="0" eaLnBrk="1" fontAlgn="auto" latinLnBrk="0" hangingPunct="1">
              <a:lnSpc>
                <a:spcPct val="100000"/>
              </a:lnSpc>
              <a:spcBef>
                <a:spcPct val="0"/>
              </a:spcBef>
              <a:spcAft>
                <a:spcPts val="0"/>
              </a:spcAft>
              <a:buClrTx/>
              <a:buSzTx/>
              <a:buFontTx/>
              <a:buNone/>
              <a:tabLst/>
              <a:defRPr/>
            </a:pPr>
            <a:r>
              <a:rPr kumimoji="0" lang="en-US" altLang="en-US" sz="2000" b="0" i="0" u="none" strike="noStrike" kern="1200" cap="none" spc="0" normalizeH="0" baseline="0" noProof="0" dirty="0">
                <a:ln>
                  <a:noFill/>
                </a:ln>
                <a:solidFill>
                  <a:srgbClr val="ADA400"/>
                </a:solidFill>
                <a:effectLst/>
                <a:uLnTx/>
                <a:uFillTx/>
                <a:latin typeface="Arial" panose="020B0604020202020204" pitchFamily="34" charset="0"/>
                <a:ea typeface="+mn-ea"/>
                <a:cs typeface="Arial" panose="020B0604020202020204" pitchFamily="34" charset="0"/>
              </a:rPr>
              <a:t>Dye to </a:t>
            </a:r>
            <a:br>
              <a:rPr kumimoji="0" lang="en-US" altLang="en-US" sz="2000" b="0" i="0" u="none" strike="noStrike" kern="1200" cap="none" spc="0" normalizeH="0" baseline="0" noProof="0" dirty="0">
                <a:ln>
                  <a:noFill/>
                </a:ln>
                <a:solidFill>
                  <a:srgbClr val="ADA400"/>
                </a:solidFill>
                <a:effectLst/>
                <a:uLnTx/>
                <a:uFillTx/>
                <a:latin typeface="Arial" panose="020B0604020202020204" pitchFamily="34" charset="0"/>
                <a:ea typeface="+mn-ea"/>
                <a:cs typeface="Arial" panose="020B0604020202020204" pitchFamily="34" charset="0"/>
              </a:rPr>
            </a:br>
            <a:r>
              <a:rPr kumimoji="0" lang="en-US" altLang="en-US" sz="2000" b="0" i="0" u="none" strike="noStrike" kern="1200" cap="none" spc="0" normalizeH="0" baseline="0" noProof="0" dirty="0">
                <a:ln>
                  <a:noFill/>
                </a:ln>
                <a:solidFill>
                  <a:srgbClr val="ADA400"/>
                </a:solidFill>
                <a:effectLst/>
                <a:uLnTx/>
                <a:uFillTx/>
                <a:latin typeface="Arial" panose="020B0604020202020204" pitchFamily="34" charset="0"/>
                <a:ea typeface="+mn-ea"/>
                <a:cs typeface="Arial" panose="020B0604020202020204" pitchFamily="34" charset="0"/>
              </a:rPr>
              <a:t>freshwater</a:t>
            </a:r>
          </a:p>
        </p:txBody>
      </p:sp>
      <p:sp>
        <p:nvSpPr>
          <p:cNvPr id="62" name="Text Box 23">
            <a:extLst>
              <a:ext uri="{FF2B5EF4-FFF2-40B4-BE49-F238E27FC236}">
                <a16:creationId xmlns:a16="http://schemas.microsoft.com/office/drawing/2014/main" id="{A03CC4EA-8559-9A47-8A56-4B3F43CF7E18}"/>
              </a:ext>
            </a:extLst>
          </p:cNvPr>
          <p:cNvSpPr txBox="1">
            <a:spLocks noChangeArrowheads="1"/>
          </p:cNvSpPr>
          <p:nvPr/>
        </p:nvSpPr>
        <p:spPr bwMode="auto">
          <a:xfrm>
            <a:off x="6833930" y="2760059"/>
            <a:ext cx="1626826"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rgbClr val="FF9900"/>
              </a:buClr>
              <a:buChar char="•"/>
              <a:defRPr sz="3200" b="1">
                <a:solidFill>
                  <a:srgbClr val="01035B"/>
                </a:solidFill>
                <a:latin typeface="Arial" panose="020B0604020202020204" pitchFamily="34" charset="0"/>
              </a:defRPr>
            </a:lvl1pPr>
            <a:lvl2pPr marL="742950" indent="-285750">
              <a:spcBef>
                <a:spcPct val="20000"/>
              </a:spcBef>
              <a:buClr>
                <a:srgbClr val="FF9900"/>
              </a:buClr>
              <a:buChar char="–"/>
              <a:defRPr sz="2800" b="1">
                <a:solidFill>
                  <a:srgbClr val="01035B"/>
                </a:solidFill>
                <a:latin typeface="Arial" panose="020B0604020202020204" pitchFamily="34" charset="0"/>
              </a:defRPr>
            </a:lvl2pPr>
            <a:lvl3pPr marL="1143000" indent="-228600">
              <a:spcBef>
                <a:spcPct val="20000"/>
              </a:spcBef>
              <a:buClr>
                <a:srgbClr val="FF9900"/>
              </a:buClr>
              <a:buChar char="•"/>
              <a:defRPr sz="2400" b="1">
                <a:solidFill>
                  <a:srgbClr val="01035B"/>
                </a:solidFill>
                <a:latin typeface="Arial" panose="020B0604020202020204" pitchFamily="34" charset="0"/>
              </a:defRPr>
            </a:lvl3pPr>
            <a:lvl4pPr marL="1600200" indent="-228600">
              <a:spcBef>
                <a:spcPct val="20000"/>
              </a:spcBef>
              <a:buClr>
                <a:srgbClr val="FF9900"/>
              </a:buClr>
              <a:buChar char="–"/>
              <a:defRPr sz="2000" b="1">
                <a:solidFill>
                  <a:srgbClr val="01035B"/>
                </a:solidFill>
                <a:latin typeface="Arial" panose="020B0604020202020204" pitchFamily="34" charset="0"/>
              </a:defRPr>
            </a:lvl4pPr>
            <a:lvl5pPr marL="2057400" indent="-228600">
              <a:spcBef>
                <a:spcPct val="20000"/>
              </a:spcBef>
              <a:buClr>
                <a:srgbClr val="FF9900"/>
              </a:buClr>
              <a:buChar char="»"/>
              <a:defRPr sz="2000" b="1">
                <a:solidFill>
                  <a:srgbClr val="01035B"/>
                </a:solidFill>
                <a:latin typeface="Arial" panose="020B0604020202020204" pitchFamily="34" charset="0"/>
              </a:defRPr>
            </a:lvl5pPr>
            <a:lvl6pPr marL="25146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6pPr>
            <a:lvl7pPr marL="29718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7pPr>
            <a:lvl8pPr marL="34290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8pPr>
            <a:lvl9pPr marL="38862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9pPr>
          </a:lstStyle>
          <a:p>
            <a:pPr marL="0" marR="0" lvl="0" indent="0" algn="l" defTabSz="812810" rtl="0" eaLnBrk="1" fontAlgn="auto" latinLnBrk="0" hangingPunct="1">
              <a:lnSpc>
                <a:spcPct val="100000"/>
              </a:lnSpc>
              <a:spcBef>
                <a:spcPct val="0"/>
              </a:spcBef>
              <a:spcAft>
                <a:spcPts val="0"/>
              </a:spcAft>
              <a:buClrTx/>
              <a:buSzTx/>
              <a:buFontTx/>
              <a:buNone/>
              <a:tabLst/>
              <a:defRPr/>
            </a:pPr>
            <a:r>
              <a:rPr kumimoji="0" lang="en-US" altLang="en-US" sz="2000" b="0" i="0" u="none" strike="noStrike" kern="1200" cap="none" spc="0" normalizeH="0" baseline="0" noProof="0" dirty="0">
                <a:ln>
                  <a:noFill/>
                </a:ln>
                <a:solidFill>
                  <a:srgbClr val="ADA400"/>
                </a:solidFill>
                <a:effectLst/>
                <a:uLnTx/>
                <a:uFillTx/>
                <a:latin typeface="Arial" panose="020B0604020202020204" pitchFamily="34" charset="0"/>
                <a:ea typeface="+mn-ea"/>
                <a:cs typeface="Arial" panose="020B0604020202020204" pitchFamily="34" charset="0"/>
              </a:rPr>
              <a:t>Phosphate </a:t>
            </a:r>
            <a:br>
              <a:rPr kumimoji="0" lang="en-US" altLang="en-US" sz="2000" b="0" i="0" u="none" strike="noStrike" kern="1200" cap="none" spc="0" normalizeH="0" baseline="0" noProof="0" dirty="0">
                <a:ln>
                  <a:noFill/>
                </a:ln>
                <a:solidFill>
                  <a:srgbClr val="ADA400"/>
                </a:solidFill>
                <a:effectLst/>
                <a:uLnTx/>
                <a:uFillTx/>
                <a:latin typeface="Arial" panose="020B0604020202020204" pitchFamily="34" charset="0"/>
                <a:ea typeface="+mn-ea"/>
                <a:cs typeface="Arial" panose="020B0604020202020204" pitchFamily="34" charset="0"/>
              </a:rPr>
            </a:br>
            <a:r>
              <a:rPr kumimoji="0" lang="en-US" altLang="en-US" sz="2000" b="0" i="0" u="none" strike="noStrike" kern="1200" cap="none" spc="0" normalizeH="0" baseline="0" noProof="0" dirty="0">
                <a:ln>
                  <a:noFill/>
                </a:ln>
                <a:solidFill>
                  <a:srgbClr val="ADA400"/>
                </a:solidFill>
                <a:effectLst/>
                <a:uLnTx/>
                <a:uFillTx/>
                <a:latin typeface="Arial" panose="020B0604020202020204" pitchFamily="34" charset="0"/>
                <a:ea typeface="+mn-ea"/>
                <a:cs typeface="Arial" panose="020B0604020202020204" pitchFamily="34" charset="0"/>
              </a:rPr>
              <a:t>ore</a:t>
            </a:r>
          </a:p>
        </p:txBody>
      </p:sp>
      <p:sp>
        <p:nvSpPr>
          <p:cNvPr id="63" name="Rectangle 2">
            <a:extLst>
              <a:ext uri="{FF2B5EF4-FFF2-40B4-BE49-F238E27FC236}">
                <a16:creationId xmlns:a16="http://schemas.microsoft.com/office/drawing/2014/main" id="{E649AC33-F79E-3741-BF99-2E00C7F9D34F}"/>
              </a:ext>
            </a:extLst>
          </p:cNvPr>
          <p:cNvSpPr>
            <a:spLocks noChangeArrowheads="1"/>
          </p:cNvSpPr>
          <p:nvPr/>
        </p:nvSpPr>
        <p:spPr bwMode="auto">
          <a:xfrm>
            <a:off x="8966234" y="2748545"/>
            <a:ext cx="1589099" cy="793155"/>
          </a:xfrm>
          <a:prstGeom prst="rect">
            <a:avLst/>
          </a:prstGeom>
          <a:noFill/>
          <a:ln w="25400">
            <a:solidFill>
              <a:schemeClr val="accent6"/>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rgbClr val="FF9900"/>
              </a:buClr>
              <a:buChar char="•"/>
              <a:defRPr sz="3200" b="1">
                <a:solidFill>
                  <a:srgbClr val="01035B"/>
                </a:solidFill>
                <a:latin typeface="Arial" panose="020B0604020202020204" pitchFamily="34" charset="0"/>
              </a:defRPr>
            </a:lvl1pPr>
            <a:lvl2pPr marL="742950" indent="-285750">
              <a:spcBef>
                <a:spcPct val="20000"/>
              </a:spcBef>
              <a:buClr>
                <a:srgbClr val="FF9900"/>
              </a:buClr>
              <a:buChar char="–"/>
              <a:defRPr sz="2800" b="1">
                <a:solidFill>
                  <a:srgbClr val="01035B"/>
                </a:solidFill>
                <a:latin typeface="Arial" panose="020B0604020202020204" pitchFamily="34" charset="0"/>
              </a:defRPr>
            </a:lvl2pPr>
            <a:lvl3pPr marL="1143000" indent="-228600">
              <a:spcBef>
                <a:spcPct val="20000"/>
              </a:spcBef>
              <a:buClr>
                <a:srgbClr val="FF9900"/>
              </a:buClr>
              <a:buChar char="•"/>
              <a:defRPr sz="2400" b="1">
                <a:solidFill>
                  <a:srgbClr val="01035B"/>
                </a:solidFill>
                <a:latin typeface="Arial" panose="020B0604020202020204" pitchFamily="34" charset="0"/>
              </a:defRPr>
            </a:lvl3pPr>
            <a:lvl4pPr marL="1600200" indent="-228600">
              <a:spcBef>
                <a:spcPct val="20000"/>
              </a:spcBef>
              <a:buClr>
                <a:srgbClr val="FF9900"/>
              </a:buClr>
              <a:buChar char="–"/>
              <a:defRPr sz="2000" b="1">
                <a:solidFill>
                  <a:srgbClr val="01035B"/>
                </a:solidFill>
                <a:latin typeface="Arial" panose="020B0604020202020204" pitchFamily="34" charset="0"/>
              </a:defRPr>
            </a:lvl4pPr>
            <a:lvl5pPr marL="2057400" indent="-228600">
              <a:spcBef>
                <a:spcPct val="20000"/>
              </a:spcBef>
              <a:buClr>
                <a:srgbClr val="FF9900"/>
              </a:buClr>
              <a:buChar char="»"/>
              <a:defRPr sz="2000" b="1">
                <a:solidFill>
                  <a:srgbClr val="01035B"/>
                </a:solidFill>
                <a:latin typeface="Arial" panose="020B0604020202020204" pitchFamily="34" charset="0"/>
              </a:defRPr>
            </a:lvl5pPr>
            <a:lvl6pPr marL="25146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6pPr>
            <a:lvl7pPr marL="29718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7pPr>
            <a:lvl8pPr marL="34290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8pPr>
            <a:lvl9pPr marL="38862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9pPr>
          </a:lstStyle>
          <a:p>
            <a:pPr marL="0" marR="0" lvl="0" indent="0" algn="l" defTabSz="812810" rtl="0" eaLnBrk="1" fontAlgn="auto" latinLnBrk="0" hangingPunct="1">
              <a:lnSpc>
                <a:spcPct val="100000"/>
              </a:lnSpc>
              <a:spcBef>
                <a:spcPct val="0"/>
              </a:spcBef>
              <a:spcAft>
                <a:spcPts val="0"/>
              </a:spcAft>
              <a:buClrTx/>
              <a:buSzTx/>
              <a:buFontTx/>
              <a:buNone/>
              <a:tabLst/>
              <a:defRPr/>
            </a:pPr>
            <a:endParaRPr kumimoji="0" lang="en-US" altLang="en-US" sz="2000" b="0" i="0" u="none" strike="noStrike" kern="1200" cap="none" spc="0" normalizeH="0" baseline="0" noProof="0">
              <a:ln>
                <a:noFill/>
              </a:ln>
              <a:solidFill>
                <a:srgbClr val="000000"/>
              </a:solidFill>
              <a:effectLst/>
              <a:uLnTx/>
              <a:uFillTx/>
              <a:latin typeface="Arial" panose="020B0604020202020204" pitchFamily="34" charset="0"/>
              <a:ea typeface="+mn-ea"/>
              <a:cs typeface="+mn-cs"/>
            </a:endParaRPr>
          </a:p>
        </p:txBody>
      </p:sp>
      <p:sp>
        <p:nvSpPr>
          <p:cNvPr id="64" name="Text Box 23">
            <a:extLst>
              <a:ext uri="{FF2B5EF4-FFF2-40B4-BE49-F238E27FC236}">
                <a16:creationId xmlns:a16="http://schemas.microsoft.com/office/drawing/2014/main" id="{3C440D18-065D-364C-BA3A-E9219E4106F7}"/>
              </a:ext>
            </a:extLst>
          </p:cNvPr>
          <p:cNvSpPr txBox="1">
            <a:spLocks noChangeArrowheads="1"/>
          </p:cNvSpPr>
          <p:nvPr/>
        </p:nvSpPr>
        <p:spPr bwMode="auto">
          <a:xfrm>
            <a:off x="7000680" y="5498620"/>
            <a:ext cx="1091923" cy="7081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rgbClr val="FF9900"/>
              </a:buClr>
              <a:buChar char="•"/>
              <a:defRPr sz="3200" b="1">
                <a:solidFill>
                  <a:srgbClr val="01035B"/>
                </a:solidFill>
                <a:latin typeface="Arial" panose="020B0604020202020204" pitchFamily="34" charset="0"/>
              </a:defRPr>
            </a:lvl1pPr>
            <a:lvl2pPr marL="742950" indent="-285750">
              <a:spcBef>
                <a:spcPct val="20000"/>
              </a:spcBef>
              <a:buClr>
                <a:srgbClr val="FF9900"/>
              </a:buClr>
              <a:buChar char="–"/>
              <a:defRPr sz="2800" b="1">
                <a:solidFill>
                  <a:srgbClr val="01035B"/>
                </a:solidFill>
                <a:latin typeface="Arial" panose="020B0604020202020204" pitchFamily="34" charset="0"/>
              </a:defRPr>
            </a:lvl2pPr>
            <a:lvl3pPr marL="1143000" indent="-228600">
              <a:spcBef>
                <a:spcPct val="20000"/>
              </a:spcBef>
              <a:buClr>
                <a:srgbClr val="FF9900"/>
              </a:buClr>
              <a:buChar char="•"/>
              <a:defRPr sz="2400" b="1">
                <a:solidFill>
                  <a:srgbClr val="01035B"/>
                </a:solidFill>
                <a:latin typeface="Arial" panose="020B0604020202020204" pitchFamily="34" charset="0"/>
              </a:defRPr>
            </a:lvl3pPr>
            <a:lvl4pPr marL="1600200" indent="-228600">
              <a:spcBef>
                <a:spcPct val="20000"/>
              </a:spcBef>
              <a:buClr>
                <a:srgbClr val="FF9900"/>
              </a:buClr>
              <a:buChar char="–"/>
              <a:defRPr sz="2000" b="1">
                <a:solidFill>
                  <a:srgbClr val="01035B"/>
                </a:solidFill>
                <a:latin typeface="Arial" panose="020B0604020202020204" pitchFamily="34" charset="0"/>
              </a:defRPr>
            </a:lvl4pPr>
            <a:lvl5pPr marL="2057400" indent="-228600">
              <a:spcBef>
                <a:spcPct val="20000"/>
              </a:spcBef>
              <a:buClr>
                <a:srgbClr val="FF9900"/>
              </a:buClr>
              <a:buChar char="»"/>
              <a:defRPr sz="2000" b="1">
                <a:solidFill>
                  <a:srgbClr val="01035B"/>
                </a:solidFill>
                <a:latin typeface="Arial" panose="020B0604020202020204" pitchFamily="34" charset="0"/>
              </a:defRPr>
            </a:lvl5pPr>
            <a:lvl6pPr marL="25146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6pPr>
            <a:lvl7pPr marL="29718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7pPr>
            <a:lvl8pPr marL="34290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8pPr>
            <a:lvl9pPr marL="38862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9pPr>
          </a:lstStyle>
          <a:p>
            <a:pPr marL="0" marR="0" lvl="0" indent="0" algn="l" defTabSz="812810" rtl="0" eaLnBrk="1" fontAlgn="auto" latinLnBrk="0" hangingPunct="1">
              <a:lnSpc>
                <a:spcPct val="100000"/>
              </a:lnSpc>
              <a:spcBef>
                <a:spcPct val="0"/>
              </a:spcBef>
              <a:spcAft>
                <a:spcPts val="0"/>
              </a:spcAft>
              <a:buClrTx/>
              <a:buSzTx/>
              <a:buFontTx/>
              <a:buNone/>
              <a:tabLst/>
              <a:defRPr/>
            </a:pPr>
            <a:r>
              <a:rPr kumimoji="0" lang="en-US" altLang="en-US" sz="2000" b="0" i="0" u="none" strike="noStrike" kern="1200" cap="none" spc="0" normalizeH="0" baseline="0" noProof="0" dirty="0">
                <a:ln>
                  <a:noFill/>
                </a:ln>
                <a:solidFill>
                  <a:srgbClr val="ADA400"/>
                </a:solidFill>
                <a:effectLst/>
                <a:uLnTx/>
                <a:uFillTx/>
                <a:latin typeface="Arial" panose="020B0604020202020204" pitchFamily="34" charset="0"/>
                <a:ea typeface="+mn-ea"/>
                <a:cs typeface="Arial" panose="020B0604020202020204" pitchFamily="34" charset="0"/>
              </a:rPr>
              <a:t>Natural </a:t>
            </a:r>
            <a:br>
              <a:rPr kumimoji="0" lang="en-US" altLang="en-US" sz="2000" b="0" i="0" u="none" strike="noStrike" kern="1200" cap="none" spc="0" normalizeH="0" baseline="0" noProof="0" dirty="0">
                <a:ln>
                  <a:noFill/>
                </a:ln>
                <a:solidFill>
                  <a:srgbClr val="ADA400"/>
                </a:solidFill>
                <a:effectLst/>
                <a:uLnTx/>
                <a:uFillTx/>
                <a:latin typeface="Arial" panose="020B0604020202020204" pitchFamily="34" charset="0"/>
                <a:ea typeface="+mn-ea"/>
                <a:cs typeface="Arial" panose="020B0604020202020204" pitchFamily="34" charset="0"/>
              </a:rPr>
            </a:br>
            <a:r>
              <a:rPr kumimoji="0" lang="en-US" altLang="en-US" sz="2000" b="0" i="0" u="none" strike="noStrike" kern="1200" cap="none" spc="0" normalizeH="0" baseline="0" noProof="0" dirty="0">
                <a:ln>
                  <a:noFill/>
                </a:ln>
                <a:solidFill>
                  <a:srgbClr val="ADA400"/>
                </a:solidFill>
                <a:effectLst/>
                <a:uLnTx/>
                <a:uFillTx/>
                <a:latin typeface="Arial" panose="020B0604020202020204" pitchFamily="34" charset="0"/>
                <a:ea typeface="+mn-ea"/>
                <a:cs typeface="Arial" panose="020B0604020202020204" pitchFamily="34" charset="0"/>
              </a:rPr>
              <a:t>gas raw</a:t>
            </a:r>
          </a:p>
        </p:txBody>
      </p:sp>
      <p:sp>
        <p:nvSpPr>
          <p:cNvPr id="65" name="Line 6">
            <a:extLst>
              <a:ext uri="{FF2B5EF4-FFF2-40B4-BE49-F238E27FC236}">
                <a16:creationId xmlns:a16="http://schemas.microsoft.com/office/drawing/2014/main" id="{E80340AF-6B0C-1F4E-8497-9C987532D3D3}"/>
              </a:ext>
            </a:extLst>
          </p:cNvPr>
          <p:cNvSpPr>
            <a:spLocks noChangeShapeType="1"/>
          </p:cNvSpPr>
          <p:nvPr/>
        </p:nvSpPr>
        <p:spPr bwMode="auto">
          <a:xfrm>
            <a:off x="11753365" y="4660614"/>
            <a:ext cx="0" cy="795515"/>
          </a:xfrm>
          <a:prstGeom prst="line">
            <a:avLst/>
          </a:prstGeom>
          <a:noFill/>
          <a:ln w="25400">
            <a:solidFill>
              <a:schemeClr val="accent4"/>
            </a:solidFill>
            <a:round/>
            <a:headEnd/>
            <a:tailEnd type="none" w="sm" len="med"/>
          </a:ln>
          <a:extLst>
            <a:ext uri="{909E8E84-426E-40DD-AFC4-6F175D3DCCD1}">
              <a14:hiddenFill xmlns:a14="http://schemas.microsoft.com/office/drawing/2010/main">
                <a:noFill/>
              </a14:hiddenFill>
            </a:ext>
          </a:extLst>
        </p:spPr>
        <p:txBody>
          <a:bodyPr/>
          <a:lstStyle/>
          <a:p>
            <a:pPr marL="0" marR="0" lvl="0" indent="0" algn="l" defTabSz="812810" rtl="0" eaLnBrk="1" fontAlgn="auto" latinLnBrk="0" hangingPunct="1">
              <a:lnSpc>
                <a:spcPct val="100000"/>
              </a:lnSpc>
              <a:spcBef>
                <a:spcPts val="0"/>
              </a:spcBef>
              <a:spcAft>
                <a:spcPts val="0"/>
              </a:spcAft>
              <a:buClrTx/>
              <a:buSzTx/>
              <a:buFontTx/>
              <a:buNone/>
              <a:tabLst/>
              <a:defRPr/>
            </a:pPr>
            <a:endParaRPr kumimoji="0" lang="en-US" sz="3200" b="0" i="0" u="none" strike="noStrike" kern="1200" cap="none" spc="0" normalizeH="0" baseline="0" noProof="0" dirty="0">
              <a:ln>
                <a:noFill/>
              </a:ln>
              <a:solidFill>
                <a:srgbClr val="000000"/>
              </a:solidFill>
              <a:effectLst/>
              <a:uLnTx/>
              <a:uFillTx/>
              <a:latin typeface="Arial" panose="020B0604020202020204"/>
              <a:ea typeface="+mn-ea"/>
              <a:cs typeface="+mn-cs"/>
            </a:endParaRPr>
          </a:p>
        </p:txBody>
      </p:sp>
      <p:sp>
        <p:nvSpPr>
          <p:cNvPr id="66" name="Rectangle 2">
            <a:extLst>
              <a:ext uri="{FF2B5EF4-FFF2-40B4-BE49-F238E27FC236}">
                <a16:creationId xmlns:a16="http://schemas.microsoft.com/office/drawing/2014/main" id="{44E45FC7-0237-F14B-B454-70DB9E019865}"/>
              </a:ext>
            </a:extLst>
          </p:cNvPr>
          <p:cNvSpPr>
            <a:spLocks noChangeArrowheads="1"/>
          </p:cNvSpPr>
          <p:nvPr/>
        </p:nvSpPr>
        <p:spPr bwMode="auto">
          <a:xfrm>
            <a:off x="8951750" y="5456129"/>
            <a:ext cx="1589099" cy="793155"/>
          </a:xfrm>
          <a:prstGeom prst="rect">
            <a:avLst/>
          </a:prstGeom>
          <a:noFill/>
          <a:ln w="25400">
            <a:solidFill>
              <a:schemeClr val="accent4"/>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rgbClr val="FF9900"/>
              </a:buClr>
              <a:buChar char="•"/>
              <a:defRPr sz="3200" b="1">
                <a:solidFill>
                  <a:srgbClr val="01035B"/>
                </a:solidFill>
                <a:latin typeface="Arial" panose="020B0604020202020204" pitchFamily="34" charset="0"/>
              </a:defRPr>
            </a:lvl1pPr>
            <a:lvl2pPr marL="742950" indent="-285750">
              <a:spcBef>
                <a:spcPct val="20000"/>
              </a:spcBef>
              <a:buClr>
                <a:srgbClr val="FF9900"/>
              </a:buClr>
              <a:buChar char="–"/>
              <a:defRPr sz="2800" b="1">
                <a:solidFill>
                  <a:srgbClr val="01035B"/>
                </a:solidFill>
                <a:latin typeface="Arial" panose="020B0604020202020204" pitchFamily="34" charset="0"/>
              </a:defRPr>
            </a:lvl2pPr>
            <a:lvl3pPr marL="1143000" indent="-228600">
              <a:spcBef>
                <a:spcPct val="20000"/>
              </a:spcBef>
              <a:buClr>
                <a:srgbClr val="FF9900"/>
              </a:buClr>
              <a:buChar char="•"/>
              <a:defRPr sz="2400" b="1">
                <a:solidFill>
                  <a:srgbClr val="01035B"/>
                </a:solidFill>
                <a:latin typeface="Arial" panose="020B0604020202020204" pitchFamily="34" charset="0"/>
              </a:defRPr>
            </a:lvl3pPr>
            <a:lvl4pPr marL="1600200" indent="-228600">
              <a:spcBef>
                <a:spcPct val="20000"/>
              </a:spcBef>
              <a:buClr>
                <a:srgbClr val="FF9900"/>
              </a:buClr>
              <a:buChar char="–"/>
              <a:defRPr sz="2000" b="1">
                <a:solidFill>
                  <a:srgbClr val="01035B"/>
                </a:solidFill>
                <a:latin typeface="Arial" panose="020B0604020202020204" pitchFamily="34" charset="0"/>
              </a:defRPr>
            </a:lvl4pPr>
            <a:lvl5pPr marL="2057400" indent="-228600">
              <a:spcBef>
                <a:spcPct val="20000"/>
              </a:spcBef>
              <a:buClr>
                <a:srgbClr val="FF9900"/>
              </a:buClr>
              <a:buChar char="»"/>
              <a:defRPr sz="2000" b="1">
                <a:solidFill>
                  <a:srgbClr val="01035B"/>
                </a:solidFill>
                <a:latin typeface="Arial" panose="020B0604020202020204" pitchFamily="34" charset="0"/>
              </a:defRPr>
            </a:lvl5pPr>
            <a:lvl6pPr marL="25146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6pPr>
            <a:lvl7pPr marL="29718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7pPr>
            <a:lvl8pPr marL="34290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8pPr>
            <a:lvl9pPr marL="38862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9pPr>
          </a:lstStyle>
          <a:p>
            <a:pPr marL="0" marR="0" lvl="0" indent="0" algn="l" defTabSz="812810" rtl="0" eaLnBrk="1" fontAlgn="auto" latinLnBrk="0" hangingPunct="1">
              <a:lnSpc>
                <a:spcPct val="100000"/>
              </a:lnSpc>
              <a:spcBef>
                <a:spcPct val="0"/>
              </a:spcBef>
              <a:spcAft>
                <a:spcPts val="0"/>
              </a:spcAft>
              <a:buClrTx/>
              <a:buSzTx/>
              <a:buFontTx/>
              <a:buNone/>
              <a:tabLst/>
              <a:defRPr/>
            </a:pPr>
            <a:endParaRPr kumimoji="0" lang="en-US" altLang="en-US" sz="2000" b="0" i="0" u="none" strike="noStrike" kern="1200" cap="none" spc="0" normalizeH="0" baseline="0" noProof="0">
              <a:ln>
                <a:noFill/>
              </a:ln>
              <a:solidFill>
                <a:srgbClr val="000000"/>
              </a:solidFill>
              <a:effectLst/>
              <a:uLnTx/>
              <a:uFillTx/>
              <a:latin typeface="Arial" panose="020B0604020202020204" pitchFamily="34" charset="0"/>
              <a:ea typeface="+mn-ea"/>
              <a:cs typeface="+mn-cs"/>
            </a:endParaRPr>
          </a:p>
        </p:txBody>
      </p:sp>
      <p:sp>
        <p:nvSpPr>
          <p:cNvPr id="67" name="Text Box 20">
            <a:extLst>
              <a:ext uri="{FF2B5EF4-FFF2-40B4-BE49-F238E27FC236}">
                <a16:creationId xmlns:a16="http://schemas.microsoft.com/office/drawing/2014/main" id="{FABAE2F3-2BA6-DD49-A51C-2C92F94E807E}"/>
              </a:ext>
            </a:extLst>
          </p:cNvPr>
          <p:cNvSpPr txBox="1">
            <a:spLocks noChangeArrowheads="1"/>
          </p:cNvSpPr>
          <p:nvPr/>
        </p:nvSpPr>
        <p:spPr bwMode="auto">
          <a:xfrm>
            <a:off x="13597999" y="2965718"/>
            <a:ext cx="1392236" cy="398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rgbClr val="FF9900"/>
              </a:buClr>
              <a:buChar char="•"/>
              <a:defRPr sz="3200" b="1">
                <a:solidFill>
                  <a:srgbClr val="01035B"/>
                </a:solidFill>
                <a:latin typeface="Arial" panose="020B0604020202020204" pitchFamily="34" charset="0"/>
              </a:defRPr>
            </a:lvl1pPr>
            <a:lvl2pPr marL="742950" indent="-285750">
              <a:spcBef>
                <a:spcPct val="20000"/>
              </a:spcBef>
              <a:buClr>
                <a:srgbClr val="FF9900"/>
              </a:buClr>
              <a:buChar char="–"/>
              <a:defRPr sz="2800" b="1">
                <a:solidFill>
                  <a:srgbClr val="01035B"/>
                </a:solidFill>
                <a:latin typeface="Arial" panose="020B0604020202020204" pitchFamily="34" charset="0"/>
              </a:defRPr>
            </a:lvl2pPr>
            <a:lvl3pPr marL="1143000" indent="-228600">
              <a:spcBef>
                <a:spcPct val="20000"/>
              </a:spcBef>
              <a:buClr>
                <a:srgbClr val="FF9900"/>
              </a:buClr>
              <a:buChar char="•"/>
              <a:defRPr sz="2400" b="1">
                <a:solidFill>
                  <a:srgbClr val="01035B"/>
                </a:solidFill>
                <a:latin typeface="Arial" panose="020B0604020202020204" pitchFamily="34" charset="0"/>
              </a:defRPr>
            </a:lvl3pPr>
            <a:lvl4pPr marL="1600200" indent="-228600">
              <a:spcBef>
                <a:spcPct val="20000"/>
              </a:spcBef>
              <a:buClr>
                <a:srgbClr val="FF9900"/>
              </a:buClr>
              <a:buChar char="–"/>
              <a:defRPr sz="2000" b="1">
                <a:solidFill>
                  <a:srgbClr val="01035B"/>
                </a:solidFill>
                <a:latin typeface="Arial" panose="020B0604020202020204" pitchFamily="34" charset="0"/>
              </a:defRPr>
            </a:lvl4pPr>
            <a:lvl5pPr marL="2057400" indent="-228600">
              <a:spcBef>
                <a:spcPct val="20000"/>
              </a:spcBef>
              <a:buClr>
                <a:srgbClr val="FF9900"/>
              </a:buClr>
              <a:buChar char="»"/>
              <a:defRPr sz="2000" b="1">
                <a:solidFill>
                  <a:srgbClr val="01035B"/>
                </a:solidFill>
                <a:latin typeface="Arial" panose="020B0604020202020204" pitchFamily="34" charset="0"/>
              </a:defRPr>
            </a:lvl5pPr>
            <a:lvl6pPr marL="25146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6pPr>
            <a:lvl7pPr marL="29718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7pPr>
            <a:lvl8pPr marL="34290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8pPr>
            <a:lvl9pPr marL="38862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9pPr>
          </a:lstStyle>
          <a:p>
            <a:pPr marL="0" marR="0" lvl="0" indent="0" algn="l" defTabSz="812810" rtl="0" eaLnBrk="1" fontAlgn="auto" latinLnBrk="0" hangingPunct="1">
              <a:lnSpc>
                <a:spcPct val="100000"/>
              </a:lnSpc>
              <a:spcBef>
                <a:spcPct val="0"/>
              </a:spcBef>
              <a:spcAft>
                <a:spcPts val="0"/>
              </a:spcAft>
              <a:buClrTx/>
              <a:buSzTx/>
              <a:buFontTx/>
              <a:buNone/>
              <a:tabLst/>
              <a:defRPr/>
            </a:pPr>
            <a:r>
              <a:rPr kumimoji="0" lang="en-US" altLang="en-US" sz="2000" b="0" i="0" u="none" strike="noStrike" kern="1200" cap="none" spc="0" normalizeH="0" baseline="0" noProof="0" dirty="0">
                <a:ln>
                  <a:noFill/>
                </a:ln>
                <a:solidFill>
                  <a:srgbClr val="ADA400"/>
                </a:solidFill>
                <a:effectLst/>
                <a:uLnTx/>
                <a:uFillTx/>
                <a:latin typeface="Arial" panose="020B0604020202020204" pitchFamily="34" charset="0"/>
                <a:ea typeface="+mn-ea"/>
                <a:cs typeface="Arial" panose="020B0604020202020204" pitchFamily="34" charset="0"/>
              </a:rPr>
              <a:t>CH</a:t>
            </a:r>
            <a:r>
              <a:rPr kumimoji="0" lang="en-US" altLang="en-US" sz="2000" b="0" i="0" u="none" strike="noStrike" kern="1200" cap="none" spc="0" normalizeH="0" baseline="-25000" noProof="0" dirty="0">
                <a:ln>
                  <a:noFill/>
                </a:ln>
                <a:solidFill>
                  <a:srgbClr val="ADA400"/>
                </a:solidFill>
                <a:effectLst/>
                <a:uLnTx/>
                <a:uFillTx/>
                <a:latin typeface="Arial" panose="020B0604020202020204" pitchFamily="34" charset="0"/>
                <a:ea typeface="+mn-ea"/>
                <a:cs typeface="Arial" panose="020B0604020202020204" pitchFamily="34" charset="0"/>
              </a:rPr>
              <a:t>4</a:t>
            </a:r>
            <a:r>
              <a:rPr kumimoji="0" lang="en-US" altLang="en-US" sz="2000" b="0" i="0" u="none" strike="noStrike" kern="1200" cap="none" spc="0" normalizeH="0" baseline="0" noProof="0" dirty="0">
                <a:ln>
                  <a:noFill/>
                </a:ln>
                <a:solidFill>
                  <a:srgbClr val="ADA400"/>
                </a:solidFill>
                <a:effectLst/>
                <a:uLnTx/>
                <a:uFillTx/>
                <a:latin typeface="Arial" panose="020B0604020202020204" pitchFamily="34" charset="0"/>
                <a:ea typeface="+mn-ea"/>
                <a:cs typeface="Arial" panose="020B0604020202020204" pitchFamily="34" charset="0"/>
              </a:rPr>
              <a:t> to air</a:t>
            </a:r>
          </a:p>
        </p:txBody>
      </p:sp>
      <p:sp>
        <p:nvSpPr>
          <p:cNvPr id="68" name="Text Box 20">
            <a:extLst>
              <a:ext uri="{FF2B5EF4-FFF2-40B4-BE49-F238E27FC236}">
                <a16:creationId xmlns:a16="http://schemas.microsoft.com/office/drawing/2014/main" id="{A01C5455-7496-BF4B-B5B5-89957FD36556}"/>
              </a:ext>
            </a:extLst>
          </p:cNvPr>
          <p:cNvSpPr txBox="1">
            <a:spLocks noChangeArrowheads="1"/>
          </p:cNvSpPr>
          <p:nvPr/>
        </p:nvSpPr>
        <p:spPr bwMode="auto">
          <a:xfrm>
            <a:off x="13655935" y="4074741"/>
            <a:ext cx="1392236" cy="3989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rgbClr val="FF9900"/>
              </a:buClr>
              <a:buChar char="•"/>
              <a:defRPr sz="3200" b="1">
                <a:solidFill>
                  <a:srgbClr val="01035B"/>
                </a:solidFill>
                <a:latin typeface="Arial" panose="020B0604020202020204" pitchFamily="34" charset="0"/>
              </a:defRPr>
            </a:lvl1pPr>
            <a:lvl2pPr marL="742950" indent="-285750">
              <a:spcBef>
                <a:spcPct val="20000"/>
              </a:spcBef>
              <a:buClr>
                <a:srgbClr val="FF9900"/>
              </a:buClr>
              <a:buChar char="–"/>
              <a:defRPr sz="2800" b="1">
                <a:solidFill>
                  <a:srgbClr val="01035B"/>
                </a:solidFill>
                <a:latin typeface="Arial" panose="020B0604020202020204" pitchFamily="34" charset="0"/>
              </a:defRPr>
            </a:lvl2pPr>
            <a:lvl3pPr marL="1143000" indent="-228600">
              <a:spcBef>
                <a:spcPct val="20000"/>
              </a:spcBef>
              <a:buClr>
                <a:srgbClr val="FF9900"/>
              </a:buClr>
              <a:buChar char="•"/>
              <a:defRPr sz="2400" b="1">
                <a:solidFill>
                  <a:srgbClr val="01035B"/>
                </a:solidFill>
                <a:latin typeface="Arial" panose="020B0604020202020204" pitchFamily="34" charset="0"/>
              </a:defRPr>
            </a:lvl3pPr>
            <a:lvl4pPr marL="1600200" indent="-228600">
              <a:spcBef>
                <a:spcPct val="20000"/>
              </a:spcBef>
              <a:buClr>
                <a:srgbClr val="FF9900"/>
              </a:buClr>
              <a:buChar char="–"/>
              <a:defRPr sz="2000" b="1">
                <a:solidFill>
                  <a:srgbClr val="01035B"/>
                </a:solidFill>
                <a:latin typeface="Arial" panose="020B0604020202020204" pitchFamily="34" charset="0"/>
              </a:defRPr>
            </a:lvl4pPr>
            <a:lvl5pPr marL="2057400" indent="-228600">
              <a:spcBef>
                <a:spcPct val="20000"/>
              </a:spcBef>
              <a:buClr>
                <a:srgbClr val="FF9900"/>
              </a:buClr>
              <a:buChar char="»"/>
              <a:defRPr sz="2000" b="1">
                <a:solidFill>
                  <a:srgbClr val="01035B"/>
                </a:solidFill>
                <a:latin typeface="Arial" panose="020B0604020202020204" pitchFamily="34" charset="0"/>
              </a:defRPr>
            </a:lvl5pPr>
            <a:lvl6pPr marL="25146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6pPr>
            <a:lvl7pPr marL="29718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7pPr>
            <a:lvl8pPr marL="34290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8pPr>
            <a:lvl9pPr marL="38862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9pPr>
          </a:lstStyle>
          <a:p>
            <a:pPr marL="0" marR="0" lvl="0" indent="0" algn="l" defTabSz="812810" rtl="0" eaLnBrk="1" fontAlgn="auto" latinLnBrk="0" hangingPunct="1">
              <a:lnSpc>
                <a:spcPct val="100000"/>
              </a:lnSpc>
              <a:spcBef>
                <a:spcPct val="0"/>
              </a:spcBef>
              <a:spcAft>
                <a:spcPts val="0"/>
              </a:spcAft>
              <a:buClrTx/>
              <a:buSzTx/>
              <a:buFontTx/>
              <a:buNone/>
              <a:tabLst/>
              <a:defRPr/>
            </a:pPr>
            <a:r>
              <a:rPr kumimoji="0" lang="en-US" altLang="en-US" sz="2000" b="0" i="0" u="none" strike="noStrike" kern="1200" cap="none" spc="0" normalizeH="0" baseline="0" noProof="0" dirty="0">
                <a:ln>
                  <a:noFill/>
                </a:ln>
                <a:solidFill>
                  <a:srgbClr val="ADA400"/>
                </a:solidFill>
                <a:effectLst/>
                <a:uLnTx/>
                <a:uFillTx/>
                <a:latin typeface="Arial" panose="020B0604020202020204" pitchFamily="34" charset="0"/>
                <a:ea typeface="+mn-ea"/>
                <a:cs typeface="Arial" panose="020B0604020202020204" pitchFamily="34" charset="0"/>
              </a:rPr>
              <a:t>CO</a:t>
            </a:r>
            <a:r>
              <a:rPr kumimoji="0" lang="en-US" altLang="en-US" sz="2000" b="0" i="0" u="none" strike="noStrike" kern="1200" cap="none" spc="0" normalizeH="0" baseline="-25000" noProof="0" dirty="0">
                <a:ln>
                  <a:noFill/>
                </a:ln>
                <a:solidFill>
                  <a:srgbClr val="ADA400"/>
                </a:solidFill>
                <a:effectLst/>
                <a:uLnTx/>
                <a:uFillTx/>
                <a:latin typeface="Arial" panose="020B0604020202020204" pitchFamily="34" charset="0"/>
                <a:ea typeface="+mn-ea"/>
                <a:cs typeface="Arial" panose="020B0604020202020204" pitchFamily="34" charset="0"/>
              </a:rPr>
              <a:t>2 </a:t>
            </a:r>
            <a:r>
              <a:rPr kumimoji="0" lang="en-US" altLang="en-US" sz="2000" b="0" i="0" u="none" strike="noStrike" kern="1200" cap="none" spc="0" normalizeH="0" baseline="0" noProof="0" dirty="0">
                <a:ln>
                  <a:noFill/>
                </a:ln>
                <a:solidFill>
                  <a:srgbClr val="ADA400"/>
                </a:solidFill>
                <a:effectLst/>
                <a:uLnTx/>
                <a:uFillTx/>
                <a:latin typeface="Arial" panose="020B0604020202020204" pitchFamily="34" charset="0"/>
                <a:ea typeface="+mn-ea"/>
                <a:cs typeface="Arial" panose="020B0604020202020204" pitchFamily="34" charset="0"/>
              </a:rPr>
              <a:t>to air</a:t>
            </a:r>
          </a:p>
        </p:txBody>
      </p:sp>
      <p:sp>
        <p:nvSpPr>
          <p:cNvPr id="69" name="Text Box 20">
            <a:extLst>
              <a:ext uri="{FF2B5EF4-FFF2-40B4-BE49-F238E27FC236}">
                <a16:creationId xmlns:a16="http://schemas.microsoft.com/office/drawing/2014/main" id="{DF1B43C7-67D2-D84A-A1C5-D982A1289403}"/>
              </a:ext>
            </a:extLst>
          </p:cNvPr>
          <p:cNvSpPr txBox="1">
            <a:spLocks noChangeArrowheads="1"/>
          </p:cNvSpPr>
          <p:nvPr/>
        </p:nvSpPr>
        <p:spPr bwMode="auto">
          <a:xfrm>
            <a:off x="13641451" y="5042319"/>
            <a:ext cx="1586844" cy="398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rgbClr val="FF9900"/>
              </a:buClr>
              <a:buChar char="•"/>
              <a:defRPr sz="3200" b="1">
                <a:solidFill>
                  <a:srgbClr val="01035B"/>
                </a:solidFill>
                <a:latin typeface="Arial" panose="020B0604020202020204" pitchFamily="34" charset="0"/>
              </a:defRPr>
            </a:lvl1pPr>
            <a:lvl2pPr marL="742950" indent="-285750">
              <a:spcBef>
                <a:spcPct val="20000"/>
              </a:spcBef>
              <a:buClr>
                <a:srgbClr val="FF9900"/>
              </a:buClr>
              <a:buChar char="–"/>
              <a:defRPr sz="2800" b="1">
                <a:solidFill>
                  <a:srgbClr val="01035B"/>
                </a:solidFill>
                <a:latin typeface="Arial" panose="020B0604020202020204" pitchFamily="34" charset="0"/>
              </a:defRPr>
            </a:lvl2pPr>
            <a:lvl3pPr marL="1143000" indent="-228600">
              <a:spcBef>
                <a:spcPct val="20000"/>
              </a:spcBef>
              <a:buClr>
                <a:srgbClr val="FF9900"/>
              </a:buClr>
              <a:buChar char="•"/>
              <a:defRPr sz="2400" b="1">
                <a:solidFill>
                  <a:srgbClr val="01035B"/>
                </a:solidFill>
                <a:latin typeface="Arial" panose="020B0604020202020204" pitchFamily="34" charset="0"/>
              </a:defRPr>
            </a:lvl3pPr>
            <a:lvl4pPr marL="1600200" indent="-228600">
              <a:spcBef>
                <a:spcPct val="20000"/>
              </a:spcBef>
              <a:buClr>
                <a:srgbClr val="FF9900"/>
              </a:buClr>
              <a:buChar char="–"/>
              <a:defRPr sz="2000" b="1">
                <a:solidFill>
                  <a:srgbClr val="01035B"/>
                </a:solidFill>
                <a:latin typeface="Arial" panose="020B0604020202020204" pitchFamily="34" charset="0"/>
              </a:defRPr>
            </a:lvl4pPr>
            <a:lvl5pPr marL="2057400" indent="-228600">
              <a:spcBef>
                <a:spcPct val="20000"/>
              </a:spcBef>
              <a:buClr>
                <a:srgbClr val="FF9900"/>
              </a:buClr>
              <a:buChar char="»"/>
              <a:defRPr sz="2000" b="1">
                <a:solidFill>
                  <a:srgbClr val="01035B"/>
                </a:solidFill>
                <a:latin typeface="Arial" panose="020B0604020202020204" pitchFamily="34" charset="0"/>
              </a:defRPr>
            </a:lvl5pPr>
            <a:lvl6pPr marL="25146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6pPr>
            <a:lvl7pPr marL="29718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7pPr>
            <a:lvl8pPr marL="34290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8pPr>
            <a:lvl9pPr marL="38862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9pPr>
          </a:lstStyle>
          <a:p>
            <a:pPr marL="0" marR="0" lvl="0" indent="0" algn="l" defTabSz="812810" rtl="0" eaLnBrk="1" fontAlgn="auto" latinLnBrk="0" hangingPunct="1">
              <a:lnSpc>
                <a:spcPct val="100000"/>
              </a:lnSpc>
              <a:spcBef>
                <a:spcPct val="0"/>
              </a:spcBef>
              <a:spcAft>
                <a:spcPts val="0"/>
              </a:spcAft>
              <a:buClrTx/>
              <a:buSzTx/>
              <a:buFontTx/>
              <a:buNone/>
              <a:tabLst/>
              <a:defRPr/>
            </a:pPr>
            <a:r>
              <a:rPr kumimoji="0" lang="en-US" altLang="en-US" sz="2000" b="0" i="0" u="none" strike="noStrike" kern="1200" cap="none" spc="0" normalizeH="0" baseline="0" noProof="0" dirty="0">
                <a:ln>
                  <a:noFill/>
                </a:ln>
                <a:solidFill>
                  <a:srgbClr val="ADA400"/>
                </a:solidFill>
                <a:effectLst/>
                <a:uLnTx/>
                <a:uFillTx/>
                <a:latin typeface="Arial" panose="020B0604020202020204" pitchFamily="34" charset="0"/>
                <a:ea typeface="+mn-ea"/>
                <a:cs typeface="Arial" panose="020B0604020202020204" pitchFamily="34" charset="0"/>
              </a:rPr>
              <a:t>PM</a:t>
            </a:r>
            <a:r>
              <a:rPr kumimoji="0" lang="en-US" altLang="en-US" sz="2000" b="0" i="0" u="none" strike="noStrike" kern="1200" cap="none" spc="0" normalizeH="0" baseline="-25000" noProof="0" dirty="0">
                <a:ln>
                  <a:noFill/>
                </a:ln>
                <a:solidFill>
                  <a:srgbClr val="ADA400"/>
                </a:solidFill>
                <a:effectLst/>
                <a:uLnTx/>
                <a:uFillTx/>
                <a:latin typeface="Arial" panose="020B0604020202020204" pitchFamily="34" charset="0"/>
                <a:ea typeface="+mn-ea"/>
                <a:cs typeface="Arial" panose="020B0604020202020204" pitchFamily="34" charset="0"/>
              </a:rPr>
              <a:t>2.5</a:t>
            </a:r>
            <a:r>
              <a:rPr kumimoji="0" lang="en-US" altLang="en-US" sz="2000" b="0" i="0" u="none" strike="noStrike" kern="1200" cap="none" spc="0" normalizeH="0" baseline="0" noProof="0" dirty="0">
                <a:ln>
                  <a:noFill/>
                </a:ln>
                <a:solidFill>
                  <a:srgbClr val="ADA400"/>
                </a:solidFill>
                <a:effectLst/>
                <a:uLnTx/>
                <a:uFillTx/>
                <a:latin typeface="Arial" panose="020B0604020202020204" pitchFamily="34" charset="0"/>
                <a:ea typeface="+mn-ea"/>
                <a:cs typeface="Arial" panose="020B0604020202020204" pitchFamily="34" charset="0"/>
              </a:rPr>
              <a:t> to air</a:t>
            </a:r>
          </a:p>
        </p:txBody>
      </p:sp>
      <p:sp>
        <p:nvSpPr>
          <p:cNvPr id="71" name="Line 6">
            <a:extLst>
              <a:ext uri="{FF2B5EF4-FFF2-40B4-BE49-F238E27FC236}">
                <a16:creationId xmlns:a16="http://schemas.microsoft.com/office/drawing/2014/main" id="{88279E88-D2AE-A141-B273-D6B0F3F834CE}"/>
              </a:ext>
            </a:extLst>
          </p:cNvPr>
          <p:cNvSpPr>
            <a:spLocks noChangeShapeType="1"/>
          </p:cNvSpPr>
          <p:nvPr/>
        </p:nvSpPr>
        <p:spPr bwMode="auto">
          <a:xfrm>
            <a:off x="10582232" y="5878673"/>
            <a:ext cx="357961" cy="0"/>
          </a:xfrm>
          <a:prstGeom prst="line">
            <a:avLst/>
          </a:prstGeom>
          <a:noFill/>
          <a:ln w="25400">
            <a:solidFill>
              <a:schemeClr val="accent4"/>
            </a:solidFill>
            <a:round/>
            <a:headEnd/>
            <a:tailEnd type="arrow" w="sm" len="med"/>
          </a:ln>
          <a:extLst>
            <a:ext uri="{909E8E84-426E-40DD-AFC4-6F175D3DCCD1}">
              <a14:hiddenFill xmlns:a14="http://schemas.microsoft.com/office/drawing/2010/main">
                <a:noFill/>
              </a14:hiddenFill>
            </a:ext>
          </a:extLst>
        </p:spPr>
        <p:txBody>
          <a:bodyPr/>
          <a:lstStyle/>
          <a:p>
            <a:pPr marL="0" marR="0" lvl="0" indent="0" algn="l" defTabSz="812810" rtl="0" eaLnBrk="1" fontAlgn="auto" latinLnBrk="0" hangingPunct="1">
              <a:lnSpc>
                <a:spcPct val="100000"/>
              </a:lnSpc>
              <a:spcBef>
                <a:spcPts val="0"/>
              </a:spcBef>
              <a:spcAft>
                <a:spcPts val="0"/>
              </a:spcAft>
              <a:buClrTx/>
              <a:buSzTx/>
              <a:buFontTx/>
              <a:buNone/>
              <a:tabLst/>
              <a:defRPr/>
            </a:pPr>
            <a:endParaRPr kumimoji="0" lang="en-US" sz="3200" b="0" i="0" u="none" strike="noStrike" kern="1200" cap="none" spc="0" normalizeH="0" baseline="0" noProof="0" dirty="0">
              <a:ln>
                <a:noFill/>
              </a:ln>
              <a:solidFill>
                <a:srgbClr val="000000"/>
              </a:solidFill>
              <a:effectLst/>
              <a:uLnTx/>
              <a:uFillTx/>
              <a:latin typeface="Arial" panose="020B0604020202020204"/>
              <a:ea typeface="+mn-ea"/>
              <a:cs typeface="+mn-cs"/>
            </a:endParaRPr>
          </a:p>
        </p:txBody>
      </p:sp>
      <p:sp>
        <p:nvSpPr>
          <p:cNvPr id="50" name="Text Box 18">
            <a:extLst>
              <a:ext uri="{FF2B5EF4-FFF2-40B4-BE49-F238E27FC236}">
                <a16:creationId xmlns:a16="http://schemas.microsoft.com/office/drawing/2014/main" id="{A9F2DAA4-44B8-1243-8623-34E8C1DAAF29}"/>
              </a:ext>
            </a:extLst>
          </p:cNvPr>
          <p:cNvSpPr txBox="1">
            <a:spLocks noChangeArrowheads="1"/>
          </p:cNvSpPr>
          <p:nvPr/>
        </p:nvSpPr>
        <p:spPr bwMode="auto">
          <a:xfrm>
            <a:off x="9353955" y="2954547"/>
            <a:ext cx="848559"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rgbClr val="FF9900"/>
              </a:buClr>
              <a:buChar char="•"/>
              <a:defRPr sz="3200" b="1">
                <a:solidFill>
                  <a:srgbClr val="01035B"/>
                </a:solidFill>
                <a:latin typeface="Arial" panose="020B0604020202020204" pitchFamily="34" charset="0"/>
              </a:defRPr>
            </a:lvl1pPr>
            <a:lvl2pPr marL="742950" indent="-285750">
              <a:spcBef>
                <a:spcPct val="20000"/>
              </a:spcBef>
              <a:buClr>
                <a:srgbClr val="FF9900"/>
              </a:buClr>
              <a:buChar char="–"/>
              <a:defRPr sz="2800" b="1">
                <a:solidFill>
                  <a:srgbClr val="01035B"/>
                </a:solidFill>
                <a:latin typeface="Arial" panose="020B0604020202020204" pitchFamily="34" charset="0"/>
              </a:defRPr>
            </a:lvl2pPr>
            <a:lvl3pPr marL="1143000" indent="-228600">
              <a:spcBef>
                <a:spcPct val="20000"/>
              </a:spcBef>
              <a:buClr>
                <a:srgbClr val="FF9900"/>
              </a:buClr>
              <a:buChar char="•"/>
              <a:defRPr sz="2400" b="1">
                <a:solidFill>
                  <a:srgbClr val="01035B"/>
                </a:solidFill>
                <a:latin typeface="Arial" panose="020B0604020202020204" pitchFamily="34" charset="0"/>
              </a:defRPr>
            </a:lvl3pPr>
            <a:lvl4pPr marL="1600200" indent="-228600">
              <a:spcBef>
                <a:spcPct val="20000"/>
              </a:spcBef>
              <a:buClr>
                <a:srgbClr val="FF9900"/>
              </a:buClr>
              <a:buChar char="–"/>
              <a:defRPr sz="2000" b="1">
                <a:solidFill>
                  <a:srgbClr val="01035B"/>
                </a:solidFill>
                <a:latin typeface="Arial" panose="020B0604020202020204" pitchFamily="34" charset="0"/>
              </a:defRPr>
            </a:lvl4pPr>
            <a:lvl5pPr marL="2057400" indent="-228600">
              <a:spcBef>
                <a:spcPct val="20000"/>
              </a:spcBef>
              <a:buClr>
                <a:srgbClr val="FF9900"/>
              </a:buClr>
              <a:buChar char="»"/>
              <a:defRPr sz="2000" b="1">
                <a:solidFill>
                  <a:srgbClr val="01035B"/>
                </a:solidFill>
                <a:latin typeface="Arial" panose="020B0604020202020204" pitchFamily="34" charset="0"/>
              </a:defRPr>
            </a:lvl5pPr>
            <a:lvl6pPr marL="25146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6pPr>
            <a:lvl7pPr marL="29718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7pPr>
            <a:lvl8pPr marL="34290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8pPr>
            <a:lvl9pPr marL="38862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9pPr>
          </a:lstStyle>
          <a:p>
            <a:pPr marL="0" marR="0" lvl="0" indent="0" algn="ctr" defTabSz="812810" rtl="0" eaLnBrk="1" fontAlgn="auto" latinLnBrk="0" hangingPunct="1">
              <a:lnSpc>
                <a:spcPct val="100000"/>
              </a:lnSpc>
              <a:spcBef>
                <a:spcPct val="0"/>
              </a:spcBef>
              <a:spcAft>
                <a:spcPts val="0"/>
              </a:spcAft>
              <a:buClrTx/>
              <a:buSzTx/>
              <a:buFontTx/>
              <a:buNone/>
              <a:tabLst/>
              <a:defRPr/>
            </a:pPr>
            <a:r>
              <a:rPr kumimoji="0" lang="en-US" altLang="en-US" sz="2000" b="0" i="0" u="none" strike="noStrike" kern="1200" cap="none" spc="0" normalizeH="0" baseline="0" noProof="0" dirty="0">
                <a:ln>
                  <a:noFill/>
                </a:ln>
                <a:solidFill>
                  <a:srgbClr val="00B2A9"/>
                </a:solidFill>
                <a:effectLst/>
                <a:uLnTx/>
                <a:uFillTx/>
                <a:latin typeface="Arial" panose="020B0604020202020204" pitchFamily="34" charset="0"/>
                <a:ea typeface="+mn-ea"/>
                <a:cs typeface="Arial" panose="020B0604020202020204" pitchFamily="34" charset="0"/>
              </a:rPr>
              <a:t>Farm</a:t>
            </a:r>
          </a:p>
        </p:txBody>
      </p:sp>
      <p:sp>
        <p:nvSpPr>
          <p:cNvPr id="51" name="Text Box 18">
            <a:extLst>
              <a:ext uri="{FF2B5EF4-FFF2-40B4-BE49-F238E27FC236}">
                <a16:creationId xmlns:a16="http://schemas.microsoft.com/office/drawing/2014/main" id="{783254CB-5B9A-7048-8828-4477CF308E8D}"/>
              </a:ext>
            </a:extLst>
          </p:cNvPr>
          <p:cNvSpPr txBox="1">
            <a:spLocks noChangeArrowheads="1"/>
          </p:cNvSpPr>
          <p:nvPr/>
        </p:nvSpPr>
        <p:spPr bwMode="auto">
          <a:xfrm>
            <a:off x="8949928" y="4059215"/>
            <a:ext cx="1589099" cy="4144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rgbClr val="FF9900"/>
              </a:buClr>
              <a:buChar char="•"/>
              <a:defRPr sz="3200" b="1">
                <a:solidFill>
                  <a:srgbClr val="01035B"/>
                </a:solidFill>
                <a:latin typeface="Arial" panose="020B0604020202020204" pitchFamily="34" charset="0"/>
              </a:defRPr>
            </a:lvl1pPr>
            <a:lvl2pPr marL="742950" indent="-285750">
              <a:spcBef>
                <a:spcPct val="20000"/>
              </a:spcBef>
              <a:buClr>
                <a:srgbClr val="FF9900"/>
              </a:buClr>
              <a:buChar char="–"/>
              <a:defRPr sz="2800" b="1">
                <a:solidFill>
                  <a:srgbClr val="01035B"/>
                </a:solidFill>
                <a:latin typeface="Arial" panose="020B0604020202020204" pitchFamily="34" charset="0"/>
              </a:defRPr>
            </a:lvl2pPr>
            <a:lvl3pPr marL="1143000" indent="-228600">
              <a:spcBef>
                <a:spcPct val="20000"/>
              </a:spcBef>
              <a:buClr>
                <a:srgbClr val="FF9900"/>
              </a:buClr>
              <a:buChar char="•"/>
              <a:defRPr sz="2400" b="1">
                <a:solidFill>
                  <a:srgbClr val="01035B"/>
                </a:solidFill>
                <a:latin typeface="Arial" panose="020B0604020202020204" pitchFamily="34" charset="0"/>
              </a:defRPr>
            </a:lvl3pPr>
            <a:lvl4pPr marL="1600200" indent="-228600">
              <a:spcBef>
                <a:spcPct val="20000"/>
              </a:spcBef>
              <a:buClr>
                <a:srgbClr val="FF9900"/>
              </a:buClr>
              <a:buChar char="–"/>
              <a:defRPr sz="2000" b="1">
                <a:solidFill>
                  <a:srgbClr val="01035B"/>
                </a:solidFill>
                <a:latin typeface="Arial" panose="020B0604020202020204" pitchFamily="34" charset="0"/>
              </a:defRPr>
            </a:lvl4pPr>
            <a:lvl5pPr marL="2057400" indent="-228600">
              <a:spcBef>
                <a:spcPct val="20000"/>
              </a:spcBef>
              <a:buClr>
                <a:srgbClr val="FF9900"/>
              </a:buClr>
              <a:buChar char="»"/>
              <a:defRPr sz="2000" b="1">
                <a:solidFill>
                  <a:srgbClr val="01035B"/>
                </a:solidFill>
                <a:latin typeface="Arial" panose="020B0604020202020204" pitchFamily="34" charset="0"/>
              </a:defRPr>
            </a:lvl5pPr>
            <a:lvl6pPr marL="25146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6pPr>
            <a:lvl7pPr marL="29718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7pPr>
            <a:lvl8pPr marL="34290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8pPr>
            <a:lvl9pPr marL="38862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9pPr>
          </a:lstStyle>
          <a:p>
            <a:pPr marL="0" marR="0" lvl="0" indent="0" algn="ctr" defTabSz="812810" rtl="0" eaLnBrk="1" fontAlgn="auto" latinLnBrk="0" hangingPunct="1">
              <a:lnSpc>
                <a:spcPct val="100000"/>
              </a:lnSpc>
              <a:spcBef>
                <a:spcPct val="0"/>
              </a:spcBef>
              <a:spcAft>
                <a:spcPts val="0"/>
              </a:spcAft>
              <a:buClrTx/>
              <a:buSzTx/>
              <a:buFontTx/>
              <a:buNone/>
              <a:tabLst/>
              <a:defRPr/>
            </a:pPr>
            <a:r>
              <a:rPr kumimoji="0" lang="en-US" altLang="en-US" sz="2000" b="0" i="0" u="none" strike="noStrike" kern="1200" cap="none" spc="0" normalizeH="0" baseline="0" noProof="0" dirty="0">
                <a:ln>
                  <a:noFill/>
                </a:ln>
                <a:solidFill>
                  <a:srgbClr val="407EC9"/>
                </a:solidFill>
                <a:effectLst/>
                <a:uLnTx/>
                <a:uFillTx/>
                <a:latin typeface="Arial" panose="020B0604020202020204" pitchFamily="34" charset="0"/>
                <a:ea typeface="+mn-ea"/>
                <a:cs typeface="Arial" panose="020B0604020202020204" pitchFamily="34" charset="0"/>
              </a:rPr>
              <a:t>Leather </a:t>
            </a:r>
          </a:p>
        </p:txBody>
      </p:sp>
      <p:sp>
        <p:nvSpPr>
          <p:cNvPr id="52" name="Text Box 18">
            <a:extLst>
              <a:ext uri="{FF2B5EF4-FFF2-40B4-BE49-F238E27FC236}">
                <a16:creationId xmlns:a16="http://schemas.microsoft.com/office/drawing/2014/main" id="{B8DA08E8-0692-7741-9B19-02834DB5DFA4}"/>
              </a:ext>
            </a:extLst>
          </p:cNvPr>
          <p:cNvSpPr txBox="1">
            <a:spLocks noChangeArrowheads="1"/>
          </p:cNvSpPr>
          <p:nvPr/>
        </p:nvSpPr>
        <p:spPr bwMode="auto">
          <a:xfrm>
            <a:off x="11204239" y="4093663"/>
            <a:ext cx="1112755"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rgbClr val="FF9900"/>
              </a:buClr>
              <a:buChar char="•"/>
              <a:defRPr sz="3200" b="1">
                <a:solidFill>
                  <a:srgbClr val="01035B"/>
                </a:solidFill>
                <a:latin typeface="Arial" panose="020B0604020202020204" pitchFamily="34" charset="0"/>
              </a:defRPr>
            </a:lvl1pPr>
            <a:lvl2pPr marL="742950" indent="-285750">
              <a:spcBef>
                <a:spcPct val="20000"/>
              </a:spcBef>
              <a:buClr>
                <a:srgbClr val="FF9900"/>
              </a:buClr>
              <a:buChar char="–"/>
              <a:defRPr sz="2800" b="1">
                <a:solidFill>
                  <a:srgbClr val="01035B"/>
                </a:solidFill>
                <a:latin typeface="Arial" panose="020B0604020202020204" pitchFamily="34" charset="0"/>
              </a:defRPr>
            </a:lvl2pPr>
            <a:lvl3pPr marL="1143000" indent="-228600">
              <a:spcBef>
                <a:spcPct val="20000"/>
              </a:spcBef>
              <a:buClr>
                <a:srgbClr val="FF9900"/>
              </a:buClr>
              <a:buChar char="•"/>
              <a:defRPr sz="2400" b="1">
                <a:solidFill>
                  <a:srgbClr val="01035B"/>
                </a:solidFill>
                <a:latin typeface="Arial" panose="020B0604020202020204" pitchFamily="34" charset="0"/>
              </a:defRPr>
            </a:lvl3pPr>
            <a:lvl4pPr marL="1600200" indent="-228600">
              <a:spcBef>
                <a:spcPct val="20000"/>
              </a:spcBef>
              <a:buClr>
                <a:srgbClr val="FF9900"/>
              </a:buClr>
              <a:buChar char="–"/>
              <a:defRPr sz="2000" b="1">
                <a:solidFill>
                  <a:srgbClr val="01035B"/>
                </a:solidFill>
                <a:latin typeface="Arial" panose="020B0604020202020204" pitchFamily="34" charset="0"/>
              </a:defRPr>
            </a:lvl4pPr>
            <a:lvl5pPr marL="2057400" indent="-228600">
              <a:spcBef>
                <a:spcPct val="20000"/>
              </a:spcBef>
              <a:buClr>
                <a:srgbClr val="FF9900"/>
              </a:buClr>
              <a:buChar char="»"/>
              <a:defRPr sz="2000" b="1">
                <a:solidFill>
                  <a:srgbClr val="01035B"/>
                </a:solidFill>
                <a:latin typeface="Arial" panose="020B0604020202020204" pitchFamily="34" charset="0"/>
              </a:defRPr>
            </a:lvl5pPr>
            <a:lvl6pPr marL="25146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6pPr>
            <a:lvl7pPr marL="29718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7pPr>
            <a:lvl8pPr marL="34290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8pPr>
            <a:lvl9pPr marL="38862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9pPr>
          </a:lstStyle>
          <a:p>
            <a:pPr marL="0" marR="0" lvl="0" indent="0" algn="ctr" defTabSz="812810" rtl="0" eaLnBrk="1" fontAlgn="auto" latinLnBrk="0" hangingPunct="1">
              <a:lnSpc>
                <a:spcPct val="100000"/>
              </a:lnSpc>
              <a:spcBef>
                <a:spcPct val="0"/>
              </a:spcBef>
              <a:spcAft>
                <a:spcPts val="0"/>
              </a:spcAft>
              <a:buClrTx/>
              <a:buSzTx/>
              <a:buFontTx/>
              <a:buNone/>
              <a:tabLst/>
              <a:defRPr/>
            </a:pPr>
            <a:r>
              <a:rPr kumimoji="0" lang="en-US" altLang="en-US" sz="2000" b="0" i="0" u="none" strike="noStrike" kern="1200" cap="none" spc="0" normalizeH="0" baseline="0" noProof="0">
                <a:ln>
                  <a:noFill/>
                </a:ln>
                <a:solidFill>
                  <a:srgbClr val="407EC9"/>
                </a:solidFill>
                <a:effectLst/>
                <a:uLnTx/>
                <a:uFillTx/>
                <a:latin typeface="Arial" panose="020B0604020202020204" pitchFamily="34" charset="0"/>
                <a:ea typeface="+mn-ea"/>
                <a:cs typeface="Arial" panose="020B0604020202020204" pitchFamily="34" charset="0"/>
              </a:rPr>
              <a:t>Rubber</a:t>
            </a:r>
          </a:p>
        </p:txBody>
      </p:sp>
      <p:sp>
        <p:nvSpPr>
          <p:cNvPr id="53" name="Text Box 18">
            <a:extLst>
              <a:ext uri="{FF2B5EF4-FFF2-40B4-BE49-F238E27FC236}">
                <a16:creationId xmlns:a16="http://schemas.microsoft.com/office/drawing/2014/main" id="{2569F3C8-3163-4240-9DF2-114A84A83FAC}"/>
              </a:ext>
            </a:extLst>
          </p:cNvPr>
          <p:cNvSpPr txBox="1">
            <a:spLocks noChangeArrowheads="1"/>
          </p:cNvSpPr>
          <p:nvPr/>
        </p:nvSpPr>
        <p:spPr bwMode="auto">
          <a:xfrm>
            <a:off x="9124416" y="5671150"/>
            <a:ext cx="1366774"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rgbClr val="FF9900"/>
              </a:buClr>
              <a:buChar char="•"/>
              <a:defRPr sz="3200" b="1">
                <a:solidFill>
                  <a:srgbClr val="01035B"/>
                </a:solidFill>
                <a:latin typeface="Arial" panose="020B0604020202020204" pitchFamily="34" charset="0"/>
              </a:defRPr>
            </a:lvl1pPr>
            <a:lvl2pPr marL="742950" indent="-285750">
              <a:spcBef>
                <a:spcPct val="20000"/>
              </a:spcBef>
              <a:buClr>
                <a:srgbClr val="FF9900"/>
              </a:buClr>
              <a:buChar char="–"/>
              <a:defRPr sz="2800" b="1">
                <a:solidFill>
                  <a:srgbClr val="01035B"/>
                </a:solidFill>
                <a:latin typeface="Arial" panose="020B0604020202020204" pitchFamily="34" charset="0"/>
              </a:defRPr>
            </a:lvl2pPr>
            <a:lvl3pPr marL="1143000" indent="-228600">
              <a:spcBef>
                <a:spcPct val="20000"/>
              </a:spcBef>
              <a:buClr>
                <a:srgbClr val="FF9900"/>
              </a:buClr>
              <a:buChar char="•"/>
              <a:defRPr sz="2400" b="1">
                <a:solidFill>
                  <a:srgbClr val="01035B"/>
                </a:solidFill>
                <a:latin typeface="Arial" panose="020B0604020202020204" pitchFamily="34" charset="0"/>
              </a:defRPr>
            </a:lvl3pPr>
            <a:lvl4pPr marL="1600200" indent="-228600">
              <a:spcBef>
                <a:spcPct val="20000"/>
              </a:spcBef>
              <a:buClr>
                <a:srgbClr val="FF9900"/>
              </a:buClr>
              <a:buChar char="–"/>
              <a:defRPr sz="2000" b="1">
                <a:solidFill>
                  <a:srgbClr val="01035B"/>
                </a:solidFill>
                <a:latin typeface="Arial" panose="020B0604020202020204" pitchFamily="34" charset="0"/>
              </a:defRPr>
            </a:lvl4pPr>
            <a:lvl5pPr marL="2057400" indent="-228600">
              <a:spcBef>
                <a:spcPct val="20000"/>
              </a:spcBef>
              <a:buClr>
                <a:srgbClr val="FF9900"/>
              </a:buClr>
              <a:buChar char="»"/>
              <a:defRPr sz="2000" b="1">
                <a:solidFill>
                  <a:srgbClr val="01035B"/>
                </a:solidFill>
                <a:latin typeface="Arial" panose="020B0604020202020204" pitchFamily="34" charset="0"/>
              </a:defRPr>
            </a:lvl5pPr>
            <a:lvl6pPr marL="25146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6pPr>
            <a:lvl7pPr marL="29718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7pPr>
            <a:lvl8pPr marL="34290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8pPr>
            <a:lvl9pPr marL="38862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9pPr>
          </a:lstStyle>
          <a:p>
            <a:pPr marL="0" marR="0" lvl="0" indent="0" algn="ctr" defTabSz="812810" rtl="0" eaLnBrk="1" fontAlgn="auto" latinLnBrk="0" hangingPunct="1">
              <a:lnSpc>
                <a:spcPct val="100000"/>
              </a:lnSpc>
              <a:spcBef>
                <a:spcPct val="0"/>
              </a:spcBef>
              <a:spcAft>
                <a:spcPts val="0"/>
              </a:spcAft>
              <a:buClrTx/>
              <a:buSzTx/>
              <a:buFontTx/>
              <a:buNone/>
              <a:tabLst/>
              <a:defRPr/>
            </a:pPr>
            <a:r>
              <a:rPr kumimoji="0" lang="en-US" altLang="en-US" sz="2000" b="0" i="0" u="none" strike="noStrike" kern="1200" cap="none" spc="0" normalizeH="0" baseline="0" noProof="0">
                <a:ln>
                  <a:noFill/>
                </a:ln>
                <a:solidFill>
                  <a:srgbClr val="407EC9"/>
                </a:solidFill>
                <a:effectLst/>
                <a:uLnTx/>
                <a:uFillTx/>
                <a:latin typeface="Arial" panose="020B0604020202020204" pitchFamily="34" charset="0"/>
                <a:ea typeface="+mn-ea"/>
                <a:cs typeface="Arial" panose="020B0604020202020204" pitchFamily="34" charset="0"/>
              </a:rPr>
              <a:t>Electricity</a:t>
            </a:r>
          </a:p>
        </p:txBody>
      </p:sp>
      <p:cxnSp>
        <p:nvCxnSpPr>
          <p:cNvPr id="74" name="Elbow Connector 3">
            <a:extLst>
              <a:ext uri="{FF2B5EF4-FFF2-40B4-BE49-F238E27FC236}">
                <a16:creationId xmlns:a16="http://schemas.microsoft.com/office/drawing/2014/main" id="{1EE46BE8-0488-EF44-8267-F8AAE48D5726}"/>
              </a:ext>
            </a:extLst>
          </p:cNvPr>
          <p:cNvCxnSpPr>
            <a:cxnSpLocks noChangeShapeType="1"/>
          </p:cNvCxnSpPr>
          <p:nvPr/>
        </p:nvCxnSpPr>
        <p:spPr bwMode="auto">
          <a:xfrm rot="16200000" flipH="1">
            <a:off x="10341880" y="4058982"/>
            <a:ext cx="827088" cy="1994400"/>
          </a:xfrm>
          <a:prstGeom prst="bentConnector3">
            <a:avLst>
              <a:gd name="adj1" fmla="val 50000"/>
            </a:avLst>
          </a:prstGeom>
          <a:noFill/>
          <a:ln w="25400" algn="ctr">
            <a:solidFill>
              <a:schemeClr val="accent4"/>
            </a:solidFill>
            <a:round/>
            <a:headEnd/>
            <a:tailEnd type="arrow" w="med" len="med"/>
          </a:ln>
          <a:extLst>
            <a:ext uri="{909E8E84-426E-40DD-AFC4-6F175D3DCCD1}">
              <a14:hiddenFill xmlns:a14="http://schemas.microsoft.com/office/drawing/2010/main">
                <a:noFill/>
              </a14:hiddenFill>
            </a:ext>
          </a:extLst>
        </p:spPr>
      </p:cxnSp>
      <p:cxnSp>
        <p:nvCxnSpPr>
          <p:cNvPr id="75" name="Elbow Connector 14338">
            <a:extLst>
              <a:ext uri="{FF2B5EF4-FFF2-40B4-BE49-F238E27FC236}">
                <a16:creationId xmlns:a16="http://schemas.microsoft.com/office/drawing/2014/main" id="{9C9FE354-6105-CA49-A048-DDB32D3707BA}"/>
              </a:ext>
            </a:extLst>
          </p:cNvPr>
          <p:cNvCxnSpPr>
            <a:cxnSpLocks noChangeShapeType="1"/>
            <a:stCxn id="66" idx="0"/>
          </p:cNvCxnSpPr>
          <p:nvPr/>
        </p:nvCxnSpPr>
        <p:spPr bwMode="auto">
          <a:xfrm rot="5400000" flipH="1" flipV="1">
            <a:off x="11533354" y="3410105"/>
            <a:ext cx="258971" cy="3833078"/>
          </a:xfrm>
          <a:prstGeom prst="bentConnector2">
            <a:avLst/>
          </a:prstGeom>
          <a:noFill/>
          <a:ln w="25400" algn="ctr">
            <a:solidFill>
              <a:schemeClr val="accent3"/>
            </a:solidFill>
            <a:round/>
            <a:headEnd/>
            <a:tailEnd type="arrow" w="med" len="med"/>
          </a:ln>
          <a:extLst>
            <a:ext uri="{909E8E84-426E-40DD-AFC4-6F175D3DCCD1}">
              <a14:hiddenFill xmlns:a14="http://schemas.microsoft.com/office/drawing/2010/main">
                <a:noFill/>
              </a14:hiddenFill>
            </a:ext>
          </a:extLst>
        </p:spPr>
      </p:cxnSp>
      <p:sp>
        <p:nvSpPr>
          <p:cNvPr id="33" name="Rectangle 6">
            <a:extLst>
              <a:ext uri="{FF2B5EF4-FFF2-40B4-BE49-F238E27FC236}">
                <a16:creationId xmlns:a16="http://schemas.microsoft.com/office/drawing/2014/main" id="{0B1DDE8F-BFA1-A248-A8D9-FB1590DE94C8}"/>
              </a:ext>
            </a:extLst>
          </p:cNvPr>
          <p:cNvSpPr>
            <a:spLocks noChangeArrowheads="1"/>
          </p:cNvSpPr>
          <p:nvPr/>
        </p:nvSpPr>
        <p:spPr bwMode="auto">
          <a:xfrm>
            <a:off x="8700167" y="2414560"/>
            <a:ext cx="4325625" cy="4112580"/>
          </a:xfrm>
          <a:prstGeom prst="rect">
            <a:avLst/>
          </a:prstGeom>
          <a:noFill/>
          <a:ln w="47625">
            <a:solidFill>
              <a:schemeClr val="accent5"/>
            </a:solidFill>
            <a:prstDash val="sysDash"/>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rgbClr val="FF9900"/>
              </a:buClr>
              <a:buChar char="•"/>
              <a:defRPr sz="3200" b="1">
                <a:solidFill>
                  <a:srgbClr val="01035B"/>
                </a:solidFill>
                <a:latin typeface="Arial" panose="020B0604020202020204" pitchFamily="34" charset="0"/>
              </a:defRPr>
            </a:lvl1pPr>
            <a:lvl2pPr marL="742950" indent="-285750">
              <a:spcBef>
                <a:spcPct val="20000"/>
              </a:spcBef>
              <a:buClr>
                <a:srgbClr val="FF9900"/>
              </a:buClr>
              <a:buChar char="–"/>
              <a:defRPr sz="2800" b="1">
                <a:solidFill>
                  <a:srgbClr val="01035B"/>
                </a:solidFill>
                <a:latin typeface="Arial" panose="020B0604020202020204" pitchFamily="34" charset="0"/>
              </a:defRPr>
            </a:lvl2pPr>
            <a:lvl3pPr marL="1143000" indent="-228600">
              <a:spcBef>
                <a:spcPct val="20000"/>
              </a:spcBef>
              <a:buClr>
                <a:srgbClr val="FF9900"/>
              </a:buClr>
              <a:buChar char="•"/>
              <a:defRPr sz="2400" b="1">
                <a:solidFill>
                  <a:srgbClr val="01035B"/>
                </a:solidFill>
                <a:latin typeface="Arial" panose="020B0604020202020204" pitchFamily="34" charset="0"/>
              </a:defRPr>
            </a:lvl3pPr>
            <a:lvl4pPr marL="1600200" indent="-228600">
              <a:spcBef>
                <a:spcPct val="20000"/>
              </a:spcBef>
              <a:buClr>
                <a:srgbClr val="FF9900"/>
              </a:buClr>
              <a:buChar char="–"/>
              <a:defRPr sz="2000" b="1">
                <a:solidFill>
                  <a:srgbClr val="01035B"/>
                </a:solidFill>
                <a:latin typeface="Arial" panose="020B0604020202020204" pitchFamily="34" charset="0"/>
              </a:defRPr>
            </a:lvl4pPr>
            <a:lvl5pPr marL="2057400" indent="-228600">
              <a:spcBef>
                <a:spcPct val="20000"/>
              </a:spcBef>
              <a:buClr>
                <a:srgbClr val="FF9900"/>
              </a:buClr>
              <a:buChar char="»"/>
              <a:defRPr sz="2000" b="1">
                <a:solidFill>
                  <a:srgbClr val="01035B"/>
                </a:solidFill>
                <a:latin typeface="Arial" panose="020B0604020202020204" pitchFamily="34" charset="0"/>
              </a:defRPr>
            </a:lvl5pPr>
            <a:lvl6pPr marL="25146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6pPr>
            <a:lvl7pPr marL="29718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7pPr>
            <a:lvl8pPr marL="34290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8pPr>
            <a:lvl9pPr marL="38862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9pPr>
          </a:lstStyle>
          <a:p>
            <a:pPr marL="0" marR="0" lvl="0" indent="0" algn="l" defTabSz="812810" rtl="0" eaLnBrk="1" fontAlgn="auto" latinLnBrk="0" hangingPunct="1">
              <a:lnSpc>
                <a:spcPct val="100000"/>
              </a:lnSpc>
              <a:spcBef>
                <a:spcPct val="0"/>
              </a:spcBef>
              <a:spcAft>
                <a:spcPts val="0"/>
              </a:spcAft>
              <a:buClrTx/>
              <a:buSzTx/>
              <a:buFontTx/>
              <a:buNone/>
              <a:tabLst/>
              <a:defRPr/>
            </a:pPr>
            <a:endParaRPr kumimoji="0" lang="en-US" altLang="en-US" sz="2000" b="0" i="0" u="none" strike="noStrike" kern="1200" cap="none" spc="0" normalizeH="0" baseline="0" noProof="0" dirty="0">
              <a:ln>
                <a:noFill/>
              </a:ln>
              <a:solidFill>
                <a:srgbClr val="000000"/>
              </a:solidFill>
              <a:effectLst/>
              <a:uLnTx/>
              <a:uFillTx/>
              <a:latin typeface="Arial" panose="020B0604020202020204" pitchFamily="34" charset="0"/>
              <a:ea typeface="+mn-ea"/>
              <a:cs typeface="+mn-cs"/>
            </a:endParaRPr>
          </a:p>
        </p:txBody>
      </p:sp>
      <p:sp>
        <p:nvSpPr>
          <p:cNvPr id="34" name="Line 8">
            <a:extLst>
              <a:ext uri="{FF2B5EF4-FFF2-40B4-BE49-F238E27FC236}">
                <a16:creationId xmlns:a16="http://schemas.microsoft.com/office/drawing/2014/main" id="{601BF5C1-DB60-354A-8F18-EC63E641AB52}"/>
              </a:ext>
            </a:extLst>
          </p:cNvPr>
          <p:cNvSpPr>
            <a:spLocks noChangeShapeType="1"/>
          </p:cNvSpPr>
          <p:nvPr/>
        </p:nvSpPr>
        <p:spPr bwMode="auto">
          <a:xfrm>
            <a:off x="8011330" y="5878673"/>
            <a:ext cx="907714" cy="1540"/>
          </a:xfrm>
          <a:prstGeom prst="line">
            <a:avLst/>
          </a:prstGeom>
          <a:noFill/>
          <a:ln w="25400">
            <a:solidFill>
              <a:schemeClr val="accent3"/>
            </a:solidFill>
            <a:round/>
            <a:headEnd/>
            <a:tailEnd type="arrow" w="sm" len="med"/>
          </a:ln>
          <a:extLst>
            <a:ext uri="{909E8E84-426E-40DD-AFC4-6F175D3DCCD1}">
              <a14:hiddenFill xmlns:a14="http://schemas.microsoft.com/office/drawing/2010/main">
                <a:noFill/>
              </a14:hiddenFill>
            </a:ext>
          </a:extLst>
        </p:spPr>
        <p:txBody>
          <a:bodyPr/>
          <a:lstStyle/>
          <a:p>
            <a:pPr marL="0" marR="0" lvl="0" indent="0" algn="l" defTabSz="812810" rtl="0" eaLnBrk="1" fontAlgn="auto" latinLnBrk="0" hangingPunct="1">
              <a:lnSpc>
                <a:spcPct val="100000"/>
              </a:lnSpc>
              <a:spcBef>
                <a:spcPts val="0"/>
              </a:spcBef>
              <a:spcAft>
                <a:spcPts val="0"/>
              </a:spcAft>
              <a:buClrTx/>
              <a:buSzTx/>
              <a:buFontTx/>
              <a:buNone/>
              <a:tabLst/>
              <a:defRPr/>
            </a:pPr>
            <a:endParaRPr kumimoji="0" lang="en-US" sz="3200" b="0" i="0" u="none" strike="noStrike" kern="1200" cap="none" spc="0" normalizeH="0" baseline="0" noProof="0" dirty="0">
              <a:ln>
                <a:noFill/>
              </a:ln>
              <a:solidFill>
                <a:srgbClr val="000000"/>
              </a:solidFill>
              <a:effectLst/>
              <a:uLnTx/>
              <a:uFillTx/>
              <a:latin typeface="Arial" panose="020B0604020202020204"/>
              <a:ea typeface="+mn-ea"/>
              <a:cs typeface="+mn-cs"/>
            </a:endParaRPr>
          </a:p>
        </p:txBody>
      </p:sp>
      <p:sp>
        <p:nvSpPr>
          <p:cNvPr id="35" name="Line 8">
            <a:extLst>
              <a:ext uri="{FF2B5EF4-FFF2-40B4-BE49-F238E27FC236}">
                <a16:creationId xmlns:a16="http://schemas.microsoft.com/office/drawing/2014/main" id="{E1CECDB7-840E-2E4A-A5A4-F442BB1B6FBB}"/>
              </a:ext>
            </a:extLst>
          </p:cNvPr>
          <p:cNvSpPr>
            <a:spLocks noChangeShapeType="1"/>
          </p:cNvSpPr>
          <p:nvPr/>
        </p:nvSpPr>
        <p:spPr bwMode="auto">
          <a:xfrm>
            <a:off x="8010042" y="3185494"/>
            <a:ext cx="907714" cy="1540"/>
          </a:xfrm>
          <a:prstGeom prst="line">
            <a:avLst/>
          </a:prstGeom>
          <a:noFill/>
          <a:ln w="25400">
            <a:solidFill>
              <a:schemeClr val="accent3"/>
            </a:solidFill>
            <a:round/>
            <a:headEnd/>
            <a:tailEnd type="arrow" w="sm" len="med"/>
          </a:ln>
          <a:extLst>
            <a:ext uri="{909E8E84-426E-40DD-AFC4-6F175D3DCCD1}">
              <a14:hiddenFill xmlns:a14="http://schemas.microsoft.com/office/drawing/2010/main">
                <a:noFill/>
              </a14:hiddenFill>
            </a:ext>
          </a:extLst>
        </p:spPr>
        <p:txBody>
          <a:bodyPr/>
          <a:lstStyle/>
          <a:p>
            <a:pPr marL="0" marR="0" lvl="0" indent="0" algn="l" defTabSz="812810" rtl="0" eaLnBrk="1" fontAlgn="auto" latinLnBrk="0" hangingPunct="1">
              <a:lnSpc>
                <a:spcPct val="100000"/>
              </a:lnSpc>
              <a:spcBef>
                <a:spcPts val="0"/>
              </a:spcBef>
              <a:spcAft>
                <a:spcPts val="0"/>
              </a:spcAft>
              <a:buClrTx/>
              <a:buSzTx/>
              <a:buFontTx/>
              <a:buNone/>
              <a:tabLst/>
              <a:defRPr/>
            </a:pPr>
            <a:endParaRPr kumimoji="0" lang="en-US" sz="3200" b="0" i="0" u="none" strike="noStrike" kern="1200" cap="none" spc="0" normalizeH="0" baseline="0" noProof="0" dirty="0">
              <a:ln>
                <a:noFill/>
              </a:ln>
              <a:solidFill>
                <a:srgbClr val="000000"/>
              </a:solidFill>
              <a:effectLst/>
              <a:uLnTx/>
              <a:uFillTx/>
              <a:latin typeface="Arial" panose="020B0604020202020204"/>
              <a:ea typeface="+mn-ea"/>
              <a:cs typeface="+mn-cs"/>
            </a:endParaRPr>
          </a:p>
        </p:txBody>
      </p:sp>
      <p:sp>
        <p:nvSpPr>
          <p:cNvPr id="36" name="Line 8">
            <a:extLst>
              <a:ext uri="{FF2B5EF4-FFF2-40B4-BE49-F238E27FC236}">
                <a16:creationId xmlns:a16="http://schemas.microsoft.com/office/drawing/2014/main" id="{4AFFCD07-859B-C748-BD41-55305FB72B11}"/>
              </a:ext>
            </a:extLst>
          </p:cNvPr>
          <p:cNvSpPr>
            <a:spLocks noChangeShapeType="1"/>
          </p:cNvSpPr>
          <p:nvPr/>
        </p:nvSpPr>
        <p:spPr bwMode="auto">
          <a:xfrm>
            <a:off x="10626597" y="3185494"/>
            <a:ext cx="2952779" cy="0"/>
          </a:xfrm>
          <a:prstGeom prst="line">
            <a:avLst/>
          </a:prstGeom>
          <a:noFill/>
          <a:ln w="25400">
            <a:solidFill>
              <a:schemeClr val="accent3"/>
            </a:solidFill>
            <a:round/>
            <a:headEnd/>
            <a:tailEnd type="arrow" w="sm" len="med"/>
          </a:ln>
          <a:extLst>
            <a:ext uri="{909E8E84-426E-40DD-AFC4-6F175D3DCCD1}">
              <a14:hiddenFill xmlns:a14="http://schemas.microsoft.com/office/drawing/2010/main">
                <a:noFill/>
              </a14:hiddenFill>
            </a:ext>
          </a:extLst>
        </p:spPr>
        <p:txBody>
          <a:bodyPr/>
          <a:lstStyle/>
          <a:p>
            <a:pPr marL="0" marR="0" lvl="0" indent="0" algn="l" defTabSz="812810" rtl="0" eaLnBrk="1" fontAlgn="auto" latinLnBrk="0" hangingPunct="1">
              <a:lnSpc>
                <a:spcPct val="100000"/>
              </a:lnSpc>
              <a:spcBef>
                <a:spcPts val="0"/>
              </a:spcBef>
              <a:spcAft>
                <a:spcPts val="0"/>
              </a:spcAft>
              <a:buClrTx/>
              <a:buSzTx/>
              <a:buFontTx/>
              <a:buNone/>
              <a:tabLst/>
              <a:defRPr/>
            </a:pPr>
            <a:endParaRPr kumimoji="0" lang="en-US" sz="3200" b="0" i="0" u="none" strike="noStrike" kern="1200" cap="none" spc="0" normalizeH="0" baseline="0" noProof="0" dirty="0">
              <a:ln>
                <a:noFill/>
              </a:ln>
              <a:solidFill>
                <a:srgbClr val="000000"/>
              </a:solidFill>
              <a:effectLst/>
              <a:uLnTx/>
              <a:uFillTx/>
              <a:latin typeface="Arial" panose="020B0604020202020204"/>
              <a:ea typeface="+mn-ea"/>
              <a:cs typeface="+mn-cs"/>
            </a:endParaRPr>
          </a:p>
        </p:txBody>
      </p:sp>
      <p:sp>
        <p:nvSpPr>
          <p:cNvPr id="37" name="Line 8">
            <a:extLst>
              <a:ext uri="{FF2B5EF4-FFF2-40B4-BE49-F238E27FC236}">
                <a16:creationId xmlns:a16="http://schemas.microsoft.com/office/drawing/2014/main" id="{A8A2AFF9-0C3B-954A-B178-BE3BC4027629}"/>
              </a:ext>
            </a:extLst>
          </p:cNvPr>
          <p:cNvSpPr>
            <a:spLocks noChangeShapeType="1"/>
          </p:cNvSpPr>
          <p:nvPr/>
        </p:nvSpPr>
        <p:spPr bwMode="auto">
          <a:xfrm>
            <a:off x="12617901" y="4279188"/>
            <a:ext cx="961475" cy="0"/>
          </a:xfrm>
          <a:prstGeom prst="line">
            <a:avLst/>
          </a:prstGeom>
          <a:noFill/>
          <a:ln w="25400">
            <a:solidFill>
              <a:schemeClr val="accent3"/>
            </a:solidFill>
            <a:round/>
            <a:headEnd/>
            <a:tailEnd type="arrow" w="sm" len="med"/>
          </a:ln>
          <a:extLst>
            <a:ext uri="{909E8E84-426E-40DD-AFC4-6F175D3DCCD1}">
              <a14:hiddenFill xmlns:a14="http://schemas.microsoft.com/office/drawing/2010/main">
                <a:noFill/>
              </a14:hiddenFill>
            </a:ext>
          </a:extLst>
        </p:spPr>
        <p:txBody>
          <a:bodyPr/>
          <a:lstStyle/>
          <a:p>
            <a:pPr marL="0" marR="0" lvl="0" indent="0" algn="l" defTabSz="812810" rtl="0" eaLnBrk="1" fontAlgn="auto" latinLnBrk="0" hangingPunct="1">
              <a:lnSpc>
                <a:spcPct val="100000"/>
              </a:lnSpc>
              <a:spcBef>
                <a:spcPts val="0"/>
              </a:spcBef>
              <a:spcAft>
                <a:spcPts val="0"/>
              </a:spcAft>
              <a:buClrTx/>
              <a:buSzTx/>
              <a:buFontTx/>
              <a:buNone/>
              <a:tabLst/>
              <a:defRPr/>
            </a:pPr>
            <a:endParaRPr kumimoji="0" lang="en-US" sz="3200" b="0" i="0" u="none" strike="noStrike" kern="1200" cap="none" spc="0" normalizeH="0" baseline="0" noProof="0" dirty="0">
              <a:ln>
                <a:noFill/>
              </a:ln>
              <a:solidFill>
                <a:srgbClr val="000000"/>
              </a:solidFill>
              <a:effectLst/>
              <a:uLnTx/>
              <a:uFillTx/>
              <a:latin typeface="Arial" panose="020B0604020202020204"/>
              <a:ea typeface="+mn-ea"/>
              <a:cs typeface="+mn-cs"/>
            </a:endParaRPr>
          </a:p>
        </p:txBody>
      </p:sp>
      <p:sp>
        <p:nvSpPr>
          <p:cNvPr id="39" name="Line 8">
            <a:extLst>
              <a:ext uri="{FF2B5EF4-FFF2-40B4-BE49-F238E27FC236}">
                <a16:creationId xmlns:a16="http://schemas.microsoft.com/office/drawing/2014/main" id="{0D657693-77C3-A745-A0EE-A42955275A74}"/>
              </a:ext>
            </a:extLst>
          </p:cNvPr>
          <p:cNvSpPr>
            <a:spLocks noChangeShapeType="1"/>
          </p:cNvSpPr>
          <p:nvPr/>
        </p:nvSpPr>
        <p:spPr bwMode="auto">
          <a:xfrm flipV="1">
            <a:off x="12890555" y="5886703"/>
            <a:ext cx="688821" cy="0"/>
          </a:xfrm>
          <a:prstGeom prst="line">
            <a:avLst/>
          </a:prstGeom>
          <a:noFill/>
          <a:ln w="25400">
            <a:solidFill>
              <a:schemeClr val="accent3"/>
            </a:solidFill>
            <a:round/>
            <a:headEnd/>
            <a:tailEnd type="arrow" w="sm" len="med"/>
          </a:ln>
          <a:extLst>
            <a:ext uri="{909E8E84-426E-40DD-AFC4-6F175D3DCCD1}">
              <a14:hiddenFill xmlns:a14="http://schemas.microsoft.com/office/drawing/2010/main">
                <a:noFill/>
              </a14:hiddenFill>
            </a:ext>
          </a:extLst>
        </p:spPr>
        <p:txBody>
          <a:bodyPr/>
          <a:lstStyle/>
          <a:p>
            <a:pPr marL="0" marR="0" lvl="0" indent="0" algn="l" defTabSz="812810" rtl="0" eaLnBrk="1" fontAlgn="auto" latinLnBrk="0" hangingPunct="1">
              <a:lnSpc>
                <a:spcPct val="100000"/>
              </a:lnSpc>
              <a:spcBef>
                <a:spcPts val="0"/>
              </a:spcBef>
              <a:spcAft>
                <a:spcPts val="0"/>
              </a:spcAft>
              <a:buClrTx/>
              <a:buSzTx/>
              <a:buFontTx/>
              <a:buNone/>
              <a:tabLst/>
              <a:defRPr/>
            </a:pPr>
            <a:endParaRPr kumimoji="0" lang="en-US" sz="3200" b="0" i="0" u="none" strike="noStrike" kern="1200" cap="none" spc="0" normalizeH="0" baseline="0" noProof="0" dirty="0">
              <a:ln>
                <a:noFill/>
              </a:ln>
              <a:solidFill>
                <a:srgbClr val="000000"/>
              </a:solidFill>
              <a:effectLst/>
              <a:uLnTx/>
              <a:uFillTx/>
              <a:latin typeface="Arial" panose="020B0604020202020204"/>
              <a:ea typeface="+mn-ea"/>
              <a:cs typeface="+mn-cs"/>
            </a:endParaRPr>
          </a:p>
        </p:txBody>
      </p:sp>
      <p:sp>
        <p:nvSpPr>
          <p:cNvPr id="45" name="Rectangle 44">
            <a:extLst>
              <a:ext uri="{FF2B5EF4-FFF2-40B4-BE49-F238E27FC236}">
                <a16:creationId xmlns:a16="http://schemas.microsoft.com/office/drawing/2014/main" id="{83F07FF1-2806-C44F-81F0-FEA3FC46268B}"/>
              </a:ext>
            </a:extLst>
          </p:cNvPr>
          <p:cNvSpPr/>
          <p:nvPr/>
        </p:nvSpPr>
        <p:spPr>
          <a:xfrm>
            <a:off x="6520722" y="1978700"/>
            <a:ext cx="8799857" cy="5020560"/>
          </a:xfrm>
          <a:prstGeom prst="rect">
            <a:avLst/>
          </a:prstGeom>
          <a:noFill/>
          <a:ln w="9525" cap="flat" cmpd="sng" algn="ctr">
            <a:solidFill>
              <a:schemeClr val="tx2"/>
            </a:solidFill>
            <a:prstDash val="solid"/>
            <a:round/>
            <a:headEnd type="none" w="med" len="med"/>
            <a:tailEnd type="none" w="med" len="med"/>
          </a:ln>
        </p:spPr>
        <p:style>
          <a:lnRef idx="0">
            <a:scrgbClr r="0" g="0" b="0"/>
          </a:lnRef>
          <a:fillRef idx="0">
            <a:scrgbClr r="0" g="0" b="0"/>
          </a:fillRef>
          <a:effectRef idx="0">
            <a:scrgbClr r="0" g="0" b="0"/>
          </a:effectRef>
          <a:fontRef idx="minor">
            <a:schemeClr val="accent6"/>
          </a:fontRef>
        </p:style>
        <p:txBody>
          <a:bodyPr rtlCol="0" anchor="ctr"/>
          <a:lstStyle/>
          <a:p>
            <a:pPr marL="0" marR="0" lvl="0" indent="0" algn="ctr" defTabSz="812810" rtl="0" eaLnBrk="1" fontAlgn="auto" latinLnBrk="0" hangingPunct="1">
              <a:lnSpc>
                <a:spcPct val="100000"/>
              </a:lnSpc>
              <a:spcBef>
                <a:spcPts val="0"/>
              </a:spcBef>
              <a:spcAft>
                <a:spcPts val="0"/>
              </a:spcAft>
              <a:buClrTx/>
              <a:buSzTx/>
              <a:buFontTx/>
              <a:buNone/>
              <a:tabLst/>
              <a:defRPr/>
            </a:pPr>
            <a:endParaRPr kumimoji="0" lang="en-US" sz="3200" b="0" i="0" u="none" strike="noStrike" kern="1200" cap="none" spc="0" normalizeH="0" baseline="0" noProof="0">
              <a:ln>
                <a:noFill/>
              </a:ln>
              <a:solidFill>
                <a:srgbClr val="00B2A9"/>
              </a:solidFill>
              <a:effectLst/>
              <a:uLnTx/>
              <a:uFillTx/>
              <a:latin typeface="Arial" panose="020B0604020202020204"/>
              <a:ea typeface="+mn-ea"/>
              <a:cs typeface="+mn-cs"/>
            </a:endParaRPr>
          </a:p>
        </p:txBody>
      </p:sp>
    </p:spTree>
    <p:extLst>
      <p:ext uri="{BB962C8B-B14F-4D97-AF65-F5344CB8AC3E}">
        <p14:creationId xmlns:p14="http://schemas.microsoft.com/office/powerpoint/2010/main" val="807231925"/>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8439A4-B037-4F4E-AFCE-96000C7C1237}"/>
              </a:ext>
            </a:extLst>
          </p:cNvPr>
          <p:cNvSpPr>
            <a:spLocks noGrp="1"/>
          </p:cNvSpPr>
          <p:nvPr>
            <p:ph type="title"/>
          </p:nvPr>
        </p:nvSpPr>
        <p:spPr>
          <a:xfrm>
            <a:off x="812880" y="279400"/>
            <a:ext cx="14631828" cy="870385"/>
          </a:xfrm>
        </p:spPr>
        <p:txBody>
          <a:bodyPr/>
          <a:lstStyle/>
          <a:p>
            <a:r>
              <a:rPr lang="en-US" altLang="en-US" dirty="0"/>
              <a:t>Unit process</a:t>
            </a:r>
            <a:endParaRPr lang="en-US" dirty="0">
              <a:solidFill>
                <a:schemeClr val="tx2"/>
              </a:solidFill>
            </a:endParaRPr>
          </a:p>
        </p:txBody>
      </p:sp>
      <p:sp>
        <p:nvSpPr>
          <p:cNvPr id="3" name="Rectangle 2">
            <a:extLst>
              <a:ext uri="{FF2B5EF4-FFF2-40B4-BE49-F238E27FC236}">
                <a16:creationId xmlns:a16="http://schemas.microsoft.com/office/drawing/2014/main" id="{3AC571EE-C972-094B-92D1-AA7D2BFC87C8}"/>
              </a:ext>
            </a:extLst>
          </p:cNvPr>
          <p:cNvSpPr/>
          <p:nvPr/>
        </p:nvSpPr>
        <p:spPr>
          <a:xfrm>
            <a:off x="989201" y="1579696"/>
            <a:ext cx="14455507" cy="523220"/>
          </a:xfrm>
          <a:prstGeom prst="rect">
            <a:avLst/>
          </a:prstGeom>
        </p:spPr>
        <p:txBody>
          <a:bodyPr wrap="square">
            <a:spAutoFit/>
          </a:bodyPr>
          <a:lstStyle/>
          <a:p>
            <a:pPr marL="0" marR="0" lvl="0" indent="0" algn="ctr" defTabSz="812810" rtl="0" eaLnBrk="1" fontAlgn="auto" latinLnBrk="0" hangingPunct="1">
              <a:lnSpc>
                <a:spcPct val="100000"/>
              </a:lnSpc>
              <a:spcBef>
                <a:spcPts val="0"/>
              </a:spcBef>
              <a:spcAft>
                <a:spcPts val="0"/>
              </a:spcAft>
              <a:buClrTx/>
              <a:buSzTx/>
              <a:buFontTx/>
              <a:buNone/>
              <a:tabLst/>
              <a:defRPr/>
            </a:pPr>
            <a:r>
              <a:rPr kumimoji="0" lang="en-US" altLang="en-US" sz="2800" b="0" i="0" u="none" strike="noStrike" kern="1200" cap="none" spc="0" normalizeH="0" baseline="0" noProof="0" dirty="0">
                <a:ln>
                  <a:noFill/>
                </a:ln>
                <a:solidFill>
                  <a:srgbClr val="407EC9"/>
                </a:solidFill>
                <a:effectLst/>
                <a:uLnTx/>
                <a:uFillTx/>
                <a:latin typeface="Arial" panose="020B0604020202020204"/>
                <a:ea typeface="+mn-ea"/>
                <a:cs typeface="+mn-cs"/>
              </a:rPr>
              <a:t>Intermediary</a:t>
            </a:r>
            <a:r>
              <a:rPr kumimoji="0" lang="en-US" altLang="en-US" sz="2800" b="0" i="0" u="none" strike="noStrike" kern="1200" cap="none" spc="0" normalizeH="0" baseline="0" noProof="0" dirty="0">
                <a:ln>
                  <a:noFill/>
                </a:ln>
                <a:solidFill>
                  <a:srgbClr val="00274C"/>
                </a:solidFill>
                <a:effectLst/>
                <a:uLnTx/>
                <a:uFillTx/>
                <a:latin typeface="Arial" panose="020B0604020202020204"/>
                <a:ea typeface="+mn-ea"/>
                <a:cs typeface="+mn-cs"/>
              </a:rPr>
              <a:t> and </a:t>
            </a:r>
            <a:r>
              <a:rPr kumimoji="0" lang="en-US" altLang="en-US" sz="2800" b="0" i="0" u="none" strike="noStrike" kern="1200" cap="none" spc="0" normalizeH="0" baseline="0" noProof="0" dirty="0">
                <a:ln>
                  <a:noFill/>
                </a:ln>
                <a:solidFill>
                  <a:srgbClr val="ADA400"/>
                </a:solidFill>
                <a:effectLst/>
                <a:uLnTx/>
                <a:uFillTx/>
                <a:latin typeface="Arial" panose="020B0604020202020204"/>
                <a:ea typeface="+mn-ea"/>
                <a:cs typeface="+mn-cs"/>
              </a:rPr>
              <a:t>elementary</a:t>
            </a:r>
            <a:r>
              <a:rPr kumimoji="0" lang="en-US" altLang="en-US" sz="2800" b="0" i="0" u="none" strike="noStrike" kern="1200" cap="none" spc="0" normalizeH="0" baseline="0" noProof="0" dirty="0">
                <a:ln>
                  <a:noFill/>
                </a:ln>
                <a:solidFill>
                  <a:srgbClr val="00274C"/>
                </a:solidFill>
                <a:effectLst/>
                <a:uLnTx/>
                <a:uFillTx/>
                <a:latin typeface="Arial" panose="020B0604020202020204"/>
                <a:ea typeface="+mn-ea"/>
                <a:cs typeface="+mn-cs"/>
              </a:rPr>
              <a:t> flows Aluminum primary liquid</a:t>
            </a:r>
            <a:endParaRPr kumimoji="0" lang="en-US" sz="2800" b="0" i="0" u="none" strike="noStrike" kern="1200" cap="none" spc="0" normalizeH="0" baseline="0" noProof="0" dirty="0">
              <a:ln>
                <a:noFill/>
              </a:ln>
              <a:solidFill>
                <a:srgbClr val="00274C"/>
              </a:solidFill>
              <a:effectLst/>
              <a:uLnTx/>
              <a:uFillTx/>
              <a:latin typeface="Arial" panose="020B0604020202020204"/>
              <a:ea typeface="+mn-ea"/>
              <a:cs typeface="+mn-cs"/>
            </a:endParaRPr>
          </a:p>
        </p:txBody>
      </p:sp>
      <p:sp>
        <p:nvSpPr>
          <p:cNvPr id="10" name="Rectangle 29">
            <a:extLst>
              <a:ext uri="{FF2B5EF4-FFF2-40B4-BE49-F238E27FC236}">
                <a16:creationId xmlns:a16="http://schemas.microsoft.com/office/drawing/2014/main" id="{9E125DBB-EE77-C94B-8823-1C871E3EC0D0}"/>
              </a:ext>
            </a:extLst>
          </p:cNvPr>
          <p:cNvSpPr txBox="1">
            <a:spLocks noChangeArrowheads="1"/>
          </p:cNvSpPr>
          <p:nvPr/>
        </p:nvSpPr>
        <p:spPr bwMode="auto">
          <a:xfrm>
            <a:off x="1913180" y="6495494"/>
            <a:ext cx="12465094" cy="10076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lgn="l" rtl="0" eaLnBrk="0" fontAlgn="base" hangingPunct="0">
              <a:spcBef>
                <a:spcPct val="20000"/>
              </a:spcBef>
              <a:spcAft>
                <a:spcPct val="0"/>
              </a:spcAft>
              <a:buClr>
                <a:srgbClr val="FF9900"/>
              </a:buClr>
              <a:buChar char="•"/>
              <a:defRPr sz="3200" b="1">
                <a:solidFill>
                  <a:srgbClr val="01035B"/>
                </a:solidFill>
                <a:latin typeface="+mn-lt"/>
                <a:ea typeface="+mn-ea"/>
                <a:cs typeface="+mn-cs"/>
              </a:defRPr>
            </a:lvl1pPr>
            <a:lvl2pPr marL="742950" indent="-285750" algn="l" rtl="0" eaLnBrk="0" fontAlgn="base" hangingPunct="0">
              <a:spcBef>
                <a:spcPct val="20000"/>
              </a:spcBef>
              <a:spcAft>
                <a:spcPct val="0"/>
              </a:spcAft>
              <a:buClr>
                <a:srgbClr val="FF9900"/>
              </a:buClr>
              <a:buChar char="–"/>
              <a:defRPr sz="2800" b="1">
                <a:solidFill>
                  <a:srgbClr val="01035B"/>
                </a:solidFill>
                <a:latin typeface="+mn-lt"/>
              </a:defRPr>
            </a:lvl2pPr>
            <a:lvl3pPr marL="1143000" indent="-228600" algn="l" rtl="0" eaLnBrk="0" fontAlgn="base" hangingPunct="0">
              <a:spcBef>
                <a:spcPct val="20000"/>
              </a:spcBef>
              <a:spcAft>
                <a:spcPct val="0"/>
              </a:spcAft>
              <a:buClr>
                <a:srgbClr val="FF9900"/>
              </a:buClr>
              <a:buChar char="•"/>
              <a:defRPr sz="2400" b="1">
                <a:solidFill>
                  <a:srgbClr val="01035B"/>
                </a:solidFill>
                <a:latin typeface="+mn-lt"/>
              </a:defRPr>
            </a:lvl3pPr>
            <a:lvl4pPr marL="1600200" indent="-228600" algn="l" rtl="0" eaLnBrk="0" fontAlgn="base" hangingPunct="0">
              <a:spcBef>
                <a:spcPct val="20000"/>
              </a:spcBef>
              <a:spcAft>
                <a:spcPct val="0"/>
              </a:spcAft>
              <a:buClr>
                <a:srgbClr val="FF9900"/>
              </a:buClr>
              <a:buChar char="–"/>
              <a:defRPr sz="2000" b="1">
                <a:solidFill>
                  <a:srgbClr val="01035B"/>
                </a:solidFill>
                <a:latin typeface="+mn-lt"/>
              </a:defRPr>
            </a:lvl4pPr>
            <a:lvl5pPr marL="2057400" indent="-228600" algn="l" rtl="0" eaLnBrk="0" fontAlgn="base" hangingPunct="0">
              <a:spcBef>
                <a:spcPct val="20000"/>
              </a:spcBef>
              <a:spcAft>
                <a:spcPct val="0"/>
              </a:spcAft>
              <a:buClr>
                <a:srgbClr val="FF9900"/>
              </a:buClr>
              <a:buChar char="»"/>
              <a:defRPr sz="2000" b="1">
                <a:solidFill>
                  <a:srgbClr val="01035B"/>
                </a:solidFill>
                <a:latin typeface="+mn-lt"/>
              </a:defRPr>
            </a:lvl5pPr>
            <a:lvl6pPr marL="2514600" indent="-228600" algn="l" rtl="0" fontAlgn="base">
              <a:spcBef>
                <a:spcPct val="20000"/>
              </a:spcBef>
              <a:spcAft>
                <a:spcPct val="0"/>
              </a:spcAft>
              <a:buClr>
                <a:srgbClr val="FF9900"/>
              </a:buClr>
              <a:buChar char="»"/>
              <a:defRPr sz="2000" b="1">
                <a:solidFill>
                  <a:srgbClr val="01035B"/>
                </a:solidFill>
                <a:latin typeface="+mn-lt"/>
              </a:defRPr>
            </a:lvl6pPr>
            <a:lvl7pPr marL="2971800" indent="-228600" algn="l" rtl="0" fontAlgn="base">
              <a:spcBef>
                <a:spcPct val="20000"/>
              </a:spcBef>
              <a:spcAft>
                <a:spcPct val="0"/>
              </a:spcAft>
              <a:buClr>
                <a:srgbClr val="FF9900"/>
              </a:buClr>
              <a:buChar char="»"/>
              <a:defRPr sz="2000" b="1">
                <a:solidFill>
                  <a:srgbClr val="01035B"/>
                </a:solidFill>
                <a:latin typeface="+mn-lt"/>
              </a:defRPr>
            </a:lvl7pPr>
            <a:lvl8pPr marL="3429000" indent="-228600" algn="l" rtl="0" fontAlgn="base">
              <a:spcBef>
                <a:spcPct val="20000"/>
              </a:spcBef>
              <a:spcAft>
                <a:spcPct val="0"/>
              </a:spcAft>
              <a:buClr>
                <a:srgbClr val="FF9900"/>
              </a:buClr>
              <a:buChar char="»"/>
              <a:defRPr sz="2000" b="1">
                <a:solidFill>
                  <a:srgbClr val="01035B"/>
                </a:solidFill>
                <a:latin typeface="+mn-lt"/>
              </a:defRPr>
            </a:lvl8pPr>
            <a:lvl9pPr marL="3886200" indent="-228600" algn="l" rtl="0" fontAlgn="base">
              <a:spcBef>
                <a:spcPct val="20000"/>
              </a:spcBef>
              <a:spcAft>
                <a:spcPct val="0"/>
              </a:spcAft>
              <a:buClr>
                <a:srgbClr val="FF9900"/>
              </a:buClr>
              <a:buChar char="»"/>
              <a:defRPr sz="2000" b="1">
                <a:solidFill>
                  <a:srgbClr val="01035B"/>
                </a:solidFill>
                <a:latin typeface="+mn-lt"/>
              </a:defRPr>
            </a:lvl9pPr>
          </a:lstStyle>
          <a:p>
            <a:pPr marL="0" marR="0" lvl="0" indent="0" algn="ctr" defTabSz="812810" rtl="0" eaLnBrk="1" fontAlgn="base" latinLnBrk="0" hangingPunct="1">
              <a:lnSpc>
                <a:spcPct val="100000"/>
              </a:lnSpc>
              <a:spcBef>
                <a:spcPct val="20000"/>
              </a:spcBef>
              <a:spcAft>
                <a:spcPct val="0"/>
              </a:spcAft>
              <a:buClr>
                <a:srgbClr val="FF9900"/>
              </a:buClr>
              <a:buSzTx/>
              <a:buFontTx/>
              <a:buNone/>
              <a:tabLst/>
              <a:defRPr/>
            </a:pPr>
            <a:r>
              <a:rPr kumimoji="0" lang="en-US" altLang="en-US" sz="2400" b="0" i="0" u="none" strike="noStrike" kern="0" cap="none" spc="0" normalizeH="0" baseline="0" noProof="0" dirty="0">
                <a:ln>
                  <a:noFill/>
                </a:ln>
                <a:solidFill>
                  <a:srgbClr val="00274C"/>
                </a:solidFill>
                <a:effectLst/>
                <a:uLnTx/>
                <a:uFillTx/>
                <a:latin typeface="Arial" panose="020B0604020202020204"/>
                <a:ea typeface="+mn-ea"/>
                <a:cs typeface="+mn-cs"/>
              </a:rPr>
              <a:t>Take one minute to look at the flows of the unit process “aluminum primary liquid”: </a:t>
            </a:r>
            <a:br>
              <a:rPr kumimoji="0" lang="en-US" altLang="en-US" sz="2400" b="0" i="0" u="none" strike="noStrike" kern="0" cap="none" spc="0" normalizeH="0" baseline="0" noProof="0" dirty="0">
                <a:ln>
                  <a:noFill/>
                </a:ln>
                <a:solidFill>
                  <a:srgbClr val="00274C"/>
                </a:solidFill>
                <a:effectLst/>
                <a:uLnTx/>
                <a:uFillTx/>
                <a:latin typeface="Arial" panose="020B0604020202020204"/>
                <a:ea typeface="+mn-ea"/>
                <a:cs typeface="+mn-cs"/>
              </a:rPr>
            </a:br>
            <a:r>
              <a:rPr kumimoji="0" lang="en-US" altLang="en-US" sz="2400" b="0" i="0" u="none" strike="noStrike" kern="0" cap="none" spc="0" normalizeH="0" baseline="0" noProof="0" dirty="0">
                <a:ln>
                  <a:noFill/>
                </a:ln>
                <a:solidFill>
                  <a:srgbClr val="00274C"/>
                </a:solidFill>
                <a:effectLst/>
                <a:uLnTx/>
                <a:uFillTx/>
                <a:latin typeface="Arial" panose="020B0604020202020204"/>
                <a:ea typeface="+mn-ea"/>
                <a:cs typeface="+mn-cs"/>
              </a:rPr>
              <a:t>What are the </a:t>
            </a:r>
            <a:r>
              <a:rPr kumimoji="0" lang="en-US" altLang="en-US" sz="2400" b="0" i="1" u="none" strike="noStrike" kern="0" cap="none" spc="0" normalizeH="0" baseline="0" noProof="0" dirty="0">
                <a:ln>
                  <a:noFill/>
                </a:ln>
                <a:solidFill>
                  <a:srgbClr val="407EC9"/>
                </a:solidFill>
                <a:effectLst/>
                <a:uLnTx/>
                <a:uFillTx/>
                <a:latin typeface="Arial" panose="020B0604020202020204"/>
                <a:ea typeface="+mn-ea"/>
                <a:cs typeface="+mn-cs"/>
              </a:rPr>
              <a:t>intermediary</a:t>
            </a:r>
            <a:r>
              <a:rPr kumimoji="0" lang="en-US" altLang="en-US" sz="2400" b="0" i="0" u="none" strike="noStrike" kern="0" cap="none" spc="0" normalizeH="0" baseline="0" noProof="0" dirty="0">
                <a:ln>
                  <a:noFill/>
                </a:ln>
                <a:solidFill>
                  <a:srgbClr val="FFC000"/>
                </a:solidFill>
                <a:effectLst/>
                <a:uLnTx/>
                <a:uFillTx/>
                <a:latin typeface="Arial" panose="020B0604020202020204"/>
                <a:ea typeface="+mn-ea"/>
                <a:cs typeface="+mn-cs"/>
              </a:rPr>
              <a:t> </a:t>
            </a:r>
            <a:r>
              <a:rPr kumimoji="0" lang="en-US" altLang="en-US" sz="2400" b="0" i="0" u="none" strike="noStrike" kern="0" cap="none" spc="0" normalizeH="0" baseline="0" noProof="0" dirty="0">
                <a:ln>
                  <a:noFill/>
                </a:ln>
                <a:solidFill>
                  <a:srgbClr val="00274C"/>
                </a:solidFill>
                <a:effectLst/>
                <a:uLnTx/>
                <a:uFillTx/>
                <a:latin typeface="Arial" panose="020B0604020202020204"/>
                <a:ea typeface="+mn-ea"/>
                <a:cs typeface="+mn-cs"/>
              </a:rPr>
              <a:t>and the</a:t>
            </a:r>
            <a:r>
              <a:rPr kumimoji="0" lang="en-US" altLang="en-US" sz="2400" b="0" i="1" u="none" strike="noStrike" kern="0" cap="none" spc="0" normalizeH="0" baseline="0" noProof="0" dirty="0">
                <a:ln>
                  <a:noFill/>
                </a:ln>
                <a:solidFill>
                  <a:srgbClr val="ADA400"/>
                </a:solidFill>
                <a:effectLst/>
                <a:uLnTx/>
                <a:uFillTx/>
                <a:latin typeface="Arial" panose="020B0604020202020204"/>
                <a:ea typeface="+mn-ea"/>
                <a:cs typeface="+mn-cs"/>
              </a:rPr>
              <a:t> elementary </a:t>
            </a:r>
            <a:r>
              <a:rPr kumimoji="0" lang="en-US" altLang="en-US" sz="2400" b="0" i="0" u="none" strike="noStrike" kern="0" cap="none" spc="0" normalizeH="0" baseline="0" noProof="0" dirty="0">
                <a:ln>
                  <a:noFill/>
                </a:ln>
                <a:solidFill>
                  <a:srgbClr val="00274C"/>
                </a:solidFill>
                <a:effectLst/>
                <a:uLnTx/>
                <a:uFillTx/>
                <a:latin typeface="Arial" panose="020B0604020202020204"/>
                <a:ea typeface="+mn-ea"/>
                <a:cs typeface="+mn-cs"/>
              </a:rPr>
              <a:t>flows?</a:t>
            </a:r>
          </a:p>
        </p:txBody>
      </p:sp>
      <p:sp>
        <p:nvSpPr>
          <p:cNvPr id="11" name="Text Box 41">
            <a:extLst>
              <a:ext uri="{FF2B5EF4-FFF2-40B4-BE49-F238E27FC236}">
                <a16:creationId xmlns:a16="http://schemas.microsoft.com/office/drawing/2014/main" id="{02FE2621-D1F9-1041-8B2E-B07AD7C2787F}"/>
              </a:ext>
            </a:extLst>
          </p:cNvPr>
          <p:cNvSpPr txBox="1">
            <a:spLocks noChangeArrowheads="1"/>
          </p:cNvSpPr>
          <p:nvPr/>
        </p:nvSpPr>
        <p:spPr bwMode="auto">
          <a:xfrm>
            <a:off x="7155831" y="2466625"/>
            <a:ext cx="1768475" cy="3539430"/>
          </a:xfrm>
          <a:prstGeom prst="rect">
            <a:avLst/>
          </a:prstGeom>
          <a:noFill/>
          <a:ln w="50800">
            <a:solidFill>
              <a:schemeClr val="accent6"/>
            </a:solidFill>
            <a:miter lim="800000"/>
            <a:headEnd/>
            <a:tailEnd/>
          </a:ln>
          <a:effectLst/>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Clr>
                <a:srgbClr val="FF9900"/>
              </a:buClr>
              <a:buChar char="•"/>
              <a:defRPr sz="3200" b="1">
                <a:solidFill>
                  <a:srgbClr val="01035B"/>
                </a:solidFill>
                <a:latin typeface="Arial" panose="020B0604020202020204" pitchFamily="34" charset="0"/>
              </a:defRPr>
            </a:lvl1pPr>
            <a:lvl2pPr marL="742950" indent="-285750">
              <a:spcBef>
                <a:spcPct val="20000"/>
              </a:spcBef>
              <a:buClr>
                <a:srgbClr val="FF9900"/>
              </a:buClr>
              <a:buChar char="–"/>
              <a:defRPr sz="2800" b="1">
                <a:solidFill>
                  <a:srgbClr val="01035B"/>
                </a:solidFill>
                <a:latin typeface="Arial" panose="020B0604020202020204" pitchFamily="34" charset="0"/>
              </a:defRPr>
            </a:lvl2pPr>
            <a:lvl3pPr marL="1143000" indent="-228600">
              <a:spcBef>
                <a:spcPct val="20000"/>
              </a:spcBef>
              <a:buClr>
                <a:srgbClr val="FF9900"/>
              </a:buClr>
              <a:buChar char="•"/>
              <a:defRPr sz="2400" b="1">
                <a:solidFill>
                  <a:srgbClr val="01035B"/>
                </a:solidFill>
                <a:latin typeface="Arial" panose="020B0604020202020204" pitchFamily="34" charset="0"/>
              </a:defRPr>
            </a:lvl3pPr>
            <a:lvl4pPr marL="1600200" indent="-228600">
              <a:spcBef>
                <a:spcPct val="20000"/>
              </a:spcBef>
              <a:buClr>
                <a:srgbClr val="FF9900"/>
              </a:buClr>
              <a:buChar char="–"/>
              <a:defRPr sz="2000" b="1">
                <a:solidFill>
                  <a:srgbClr val="01035B"/>
                </a:solidFill>
                <a:latin typeface="Arial" panose="020B0604020202020204" pitchFamily="34" charset="0"/>
              </a:defRPr>
            </a:lvl4pPr>
            <a:lvl5pPr marL="2057400" indent="-228600">
              <a:spcBef>
                <a:spcPct val="20000"/>
              </a:spcBef>
              <a:buClr>
                <a:srgbClr val="FF9900"/>
              </a:buClr>
              <a:buChar char="»"/>
              <a:defRPr sz="2000" b="1">
                <a:solidFill>
                  <a:srgbClr val="01035B"/>
                </a:solidFill>
                <a:latin typeface="Arial" panose="020B0604020202020204" pitchFamily="34" charset="0"/>
              </a:defRPr>
            </a:lvl5pPr>
            <a:lvl6pPr marL="25146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6pPr>
            <a:lvl7pPr marL="29718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7pPr>
            <a:lvl8pPr marL="34290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8pPr>
            <a:lvl9pPr marL="38862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9pPr>
          </a:lstStyle>
          <a:p>
            <a:pPr marL="0" marR="0" lvl="0" indent="0" algn="ctr" defTabSz="812810" rtl="0" eaLnBrk="1" fontAlgn="auto" latinLnBrk="0" hangingPunct="1">
              <a:lnSpc>
                <a:spcPct val="100000"/>
              </a:lnSpc>
              <a:spcBef>
                <a:spcPct val="0"/>
              </a:spcBef>
              <a:spcAft>
                <a:spcPts val="0"/>
              </a:spcAft>
              <a:buClrTx/>
              <a:buSzTx/>
              <a:buFontTx/>
              <a:buNone/>
              <a:tabLst/>
              <a:defRPr/>
            </a:pPr>
            <a:endParaRPr kumimoji="0" lang="en-US" altLang="en-US" sz="2000" b="1" i="0" u="none" strike="noStrike" kern="1200" cap="none" spc="0" normalizeH="0" baseline="0" noProof="0" dirty="0">
              <a:ln>
                <a:noFill/>
              </a:ln>
              <a:solidFill>
                <a:srgbClr val="00B2A9"/>
              </a:solidFill>
              <a:effectLst/>
              <a:uLnTx/>
              <a:uFillTx/>
              <a:latin typeface="Arial" panose="020B0604020202020204" pitchFamily="34" charset="0"/>
              <a:ea typeface="+mn-ea"/>
              <a:cs typeface="Arial" panose="020B0604020202020204" pitchFamily="34" charset="0"/>
            </a:endParaRPr>
          </a:p>
          <a:p>
            <a:pPr marL="0" marR="0" lvl="0" indent="0" algn="ctr" defTabSz="812810" rtl="0" eaLnBrk="1" fontAlgn="auto" latinLnBrk="0" hangingPunct="1">
              <a:lnSpc>
                <a:spcPct val="100000"/>
              </a:lnSpc>
              <a:spcBef>
                <a:spcPct val="0"/>
              </a:spcBef>
              <a:spcAft>
                <a:spcPts val="0"/>
              </a:spcAft>
              <a:buClrTx/>
              <a:buSzTx/>
              <a:buFontTx/>
              <a:buNone/>
              <a:tabLst/>
              <a:defRPr/>
            </a:pPr>
            <a:r>
              <a:rPr kumimoji="0" lang="en-US" altLang="en-US" sz="2000" b="1" i="0" u="none" strike="noStrike" kern="1200" cap="none" spc="0" normalizeH="0" baseline="0" noProof="0" dirty="0">
                <a:ln>
                  <a:noFill/>
                </a:ln>
                <a:solidFill>
                  <a:srgbClr val="00B2A9"/>
                </a:solidFill>
                <a:effectLst/>
                <a:uLnTx/>
                <a:uFillTx/>
                <a:latin typeface="Arial" panose="020B0604020202020204" pitchFamily="34" charset="0"/>
                <a:ea typeface="+mn-ea"/>
                <a:cs typeface="Arial" panose="020B0604020202020204" pitchFamily="34" charset="0"/>
              </a:rPr>
              <a:t>Aluminum, </a:t>
            </a:r>
          </a:p>
          <a:p>
            <a:pPr marL="0" marR="0" lvl="0" indent="0" algn="ctr" defTabSz="812810" rtl="0" eaLnBrk="1" fontAlgn="auto" latinLnBrk="0" hangingPunct="1">
              <a:lnSpc>
                <a:spcPct val="100000"/>
              </a:lnSpc>
              <a:spcBef>
                <a:spcPct val="0"/>
              </a:spcBef>
              <a:spcAft>
                <a:spcPts val="0"/>
              </a:spcAft>
              <a:buClrTx/>
              <a:buSzTx/>
              <a:buFontTx/>
              <a:buNone/>
              <a:tabLst/>
              <a:defRPr/>
            </a:pPr>
            <a:r>
              <a:rPr kumimoji="0" lang="en-US" altLang="en-US" sz="2000" b="1" i="0" u="none" strike="noStrike" kern="1200" cap="none" spc="0" normalizeH="0" baseline="0" noProof="0" dirty="0">
                <a:ln>
                  <a:noFill/>
                </a:ln>
                <a:solidFill>
                  <a:srgbClr val="00B2A9"/>
                </a:solidFill>
                <a:effectLst/>
                <a:uLnTx/>
                <a:uFillTx/>
                <a:latin typeface="Arial" panose="020B0604020202020204" pitchFamily="34" charset="0"/>
                <a:ea typeface="+mn-ea"/>
                <a:cs typeface="Arial" panose="020B0604020202020204" pitchFamily="34" charset="0"/>
              </a:rPr>
              <a:t>primary, </a:t>
            </a:r>
          </a:p>
          <a:p>
            <a:pPr marL="0" marR="0" lvl="0" indent="0" algn="ctr" defTabSz="812810" rtl="0" eaLnBrk="1" fontAlgn="auto" latinLnBrk="0" hangingPunct="1">
              <a:lnSpc>
                <a:spcPct val="100000"/>
              </a:lnSpc>
              <a:spcBef>
                <a:spcPct val="0"/>
              </a:spcBef>
              <a:spcAft>
                <a:spcPts val="0"/>
              </a:spcAft>
              <a:buClrTx/>
              <a:buSzTx/>
              <a:buFontTx/>
              <a:buNone/>
              <a:tabLst/>
              <a:defRPr/>
            </a:pPr>
            <a:r>
              <a:rPr kumimoji="0" lang="en-US" altLang="en-US" sz="2000" b="1" i="0" u="none" strike="noStrike" kern="1200" cap="none" spc="0" normalizeH="0" baseline="0" noProof="0" dirty="0">
                <a:ln>
                  <a:noFill/>
                </a:ln>
                <a:solidFill>
                  <a:srgbClr val="00B2A9"/>
                </a:solidFill>
                <a:effectLst/>
                <a:uLnTx/>
                <a:uFillTx/>
                <a:latin typeface="Arial" panose="020B0604020202020204" pitchFamily="34" charset="0"/>
                <a:ea typeface="+mn-ea"/>
                <a:cs typeface="Arial" panose="020B0604020202020204" pitchFamily="34" charset="0"/>
              </a:rPr>
              <a:t>liquid</a:t>
            </a:r>
          </a:p>
          <a:p>
            <a:pPr marL="0" marR="0" lvl="0" indent="0" algn="ctr" defTabSz="812810" rtl="0" eaLnBrk="1" fontAlgn="auto" latinLnBrk="0" hangingPunct="1">
              <a:lnSpc>
                <a:spcPct val="100000"/>
              </a:lnSpc>
              <a:spcBef>
                <a:spcPct val="0"/>
              </a:spcBef>
              <a:spcAft>
                <a:spcPts val="0"/>
              </a:spcAft>
              <a:buClrTx/>
              <a:buSzTx/>
              <a:buFontTx/>
              <a:buNone/>
              <a:tabLst/>
              <a:defRPr/>
            </a:pPr>
            <a:endParaRPr kumimoji="0" lang="en-US" altLang="en-US" sz="1600" b="0" i="0" u="none" strike="noStrike" kern="1200" cap="none" spc="0" normalizeH="0" baseline="0" noProof="0" dirty="0">
              <a:ln>
                <a:noFill/>
              </a:ln>
              <a:solidFill>
                <a:srgbClr val="000000"/>
              </a:solidFill>
              <a:effectLst/>
              <a:uLnTx/>
              <a:uFillTx/>
              <a:latin typeface="Times New Roman" panose="02020603050405020304" pitchFamily="18" charset="0"/>
              <a:ea typeface="+mn-ea"/>
              <a:cs typeface="+mn-cs"/>
            </a:endParaRPr>
          </a:p>
          <a:p>
            <a:pPr marL="0" marR="0" lvl="0" indent="0" algn="ctr" defTabSz="812810" rtl="0" eaLnBrk="1" fontAlgn="auto" latinLnBrk="0" hangingPunct="1">
              <a:lnSpc>
                <a:spcPct val="100000"/>
              </a:lnSpc>
              <a:spcBef>
                <a:spcPct val="0"/>
              </a:spcBef>
              <a:spcAft>
                <a:spcPts val="0"/>
              </a:spcAft>
              <a:buClrTx/>
              <a:buSzTx/>
              <a:buFontTx/>
              <a:buNone/>
              <a:tabLst/>
              <a:defRPr/>
            </a:pPr>
            <a:r>
              <a:rPr kumimoji="0" lang="en-US" altLang="en-US" sz="1800" b="1" i="0" u="none" strike="noStrike" kern="1200" cap="none" spc="0" normalizeH="0" baseline="0" noProof="0" dirty="0">
                <a:ln>
                  <a:noFill/>
                </a:ln>
                <a:solidFill>
                  <a:srgbClr val="00274C"/>
                </a:solidFill>
                <a:effectLst/>
                <a:uLnTx/>
                <a:uFillTx/>
                <a:latin typeface="Arial" panose="020B0604020202020204" pitchFamily="34" charset="0"/>
                <a:ea typeface="+mn-ea"/>
                <a:cs typeface="Arial" panose="020B0604020202020204" pitchFamily="34" charset="0"/>
              </a:rPr>
              <a:t>1 kg</a:t>
            </a:r>
          </a:p>
          <a:p>
            <a:pPr marL="0" marR="0" lvl="0" indent="0" algn="ctr" defTabSz="812810" rtl="0" eaLnBrk="1" fontAlgn="auto" latinLnBrk="0" hangingPunct="1">
              <a:lnSpc>
                <a:spcPct val="100000"/>
              </a:lnSpc>
              <a:spcBef>
                <a:spcPct val="0"/>
              </a:spcBef>
              <a:spcAft>
                <a:spcPts val="0"/>
              </a:spcAft>
              <a:buClrTx/>
              <a:buSzTx/>
              <a:buFontTx/>
              <a:buNone/>
              <a:tabLst/>
              <a:defRPr/>
            </a:pPr>
            <a:endParaRPr kumimoji="0" lang="en-US" altLang="en-US" sz="1600" b="0" i="0" u="none" strike="noStrike" kern="1200" cap="none" spc="0" normalizeH="0" baseline="0" noProof="0" dirty="0">
              <a:ln>
                <a:noFill/>
              </a:ln>
              <a:solidFill>
                <a:srgbClr val="000000"/>
              </a:solidFill>
              <a:effectLst/>
              <a:uLnTx/>
              <a:uFillTx/>
              <a:latin typeface="Times New Roman" panose="02020603050405020304" pitchFamily="18" charset="0"/>
              <a:ea typeface="+mn-ea"/>
              <a:cs typeface="+mn-cs"/>
            </a:endParaRPr>
          </a:p>
          <a:p>
            <a:pPr marL="0" marR="0" lvl="0" indent="0" algn="ctr" defTabSz="812810" rtl="0" eaLnBrk="1" fontAlgn="auto" latinLnBrk="0" hangingPunct="1">
              <a:lnSpc>
                <a:spcPct val="100000"/>
              </a:lnSpc>
              <a:spcBef>
                <a:spcPct val="0"/>
              </a:spcBef>
              <a:spcAft>
                <a:spcPts val="0"/>
              </a:spcAft>
              <a:buClrTx/>
              <a:buSzTx/>
              <a:buFontTx/>
              <a:buNone/>
              <a:tabLst/>
              <a:defRPr/>
            </a:pPr>
            <a:endParaRPr kumimoji="0" lang="en-US" altLang="en-US" sz="1600" b="0" i="0" u="none" strike="noStrike" kern="1200" cap="none" spc="0" normalizeH="0" baseline="0" noProof="0" dirty="0">
              <a:ln>
                <a:noFill/>
              </a:ln>
              <a:solidFill>
                <a:srgbClr val="000000"/>
              </a:solidFill>
              <a:effectLst/>
              <a:uLnTx/>
              <a:uFillTx/>
              <a:latin typeface="Times New Roman" panose="02020603050405020304" pitchFamily="18" charset="0"/>
              <a:ea typeface="+mn-ea"/>
              <a:cs typeface="+mn-cs"/>
            </a:endParaRPr>
          </a:p>
          <a:p>
            <a:pPr marL="0" marR="0" lvl="0" indent="0" algn="ctr" defTabSz="812810" rtl="0" eaLnBrk="1" fontAlgn="auto" latinLnBrk="0" hangingPunct="1">
              <a:lnSpc>
                <a:spcPct val="100000"/>
              </a:lnSpc>
              <a:spcBef>
                <a:spcPct val="0"/>
              </a:spcBef>
              <a:spcAft>
                <a:spcPts val="0"/>
              </a:spcAft>
              <a:buClrTx/>
              <a:buSzTx/>
              <a:buFontTx/>
              <a:buNone/>
              <a:tabLst/>
              <a:defRPr/>
            </a:pPr>
            <a:endParaRPr kumimoji="0" lang="en-US" altLang="en-US" sz="1600" b="0" i="0" u="none" strike="noStrike" kern="1200" cap="none" spc="0" normalizeH="0" baseline="0" noProof="0" dirty="0">
              <a:ln>
                <a:noFill/>
              </a:ln>
              <a:solidFill>
                <a:srgbClr val="000000"/>
              </a:solidFill>
              <a:effectLst/>
              <a:uLnTx/>
              <a:uFillTx/>
              <a:latin typeface="Times New Roman" panose="02020603050405020304" pitchFamily="18" charset="0"/>
              <a:ea typeface="+mn-ea"/>
              <a:cs typeface="+mn-cs"/>
            </a:endParaRPr>
          </a:p>
          <a:p>
            <a:pPr marL="0" marR="0" lvl="0" indent="0" algn="ctr" defTabSz="812810" rtl="0" eaLnBrk="1" fontAlgn="auto" latinLnBrk="0" hangingPunct="1">
              <a:lnSpc>
                <a:spcPct val="100000"/>
              </a:lnSpc>
              <a:spcBef>
                <a:spcPct val="0"/>
              </a:spcBef>
              <a:spcAft>
                <a:spcPts val="0"/>
              </a:spcAft>
              <a:buClrTx/>
              <a:buSzTx/>
              <a:buFontTx/>
              <a:buNone/>
              <a:tabLst/>
              <a:defRPr/>
            </a:pPr>
            <a:endParaRPr kumimoji="0" lang="en-US" altLang="en-US" sz="1600" b="0" i="0" u="none" strike="noStrike" kern="1200" cap="none" spc="0" normalizeH="0" baseline="0" noProof="0" dirty="0">
              <a:ln>
                <a:noFill/>
              </a:ln>
              <a:solidFill>
                <a:srgbClr val="000000"/>
              </a:solidFill>
              <a:effectLst/>
              <a:uLnTx/>
              <a:uFillTx/>
              <a:latin typeface="Times New Roman" panose="02020603050405020304" pitchFamily="18" charset="0"/>
              <a:ea typeface="+mn-ea"/>
              <a:cs typeface="+mn-cs"/>
            </a:endParaRPr>
          </a:p>
          <a:p>
            <a:pPr marL="0" marR="0" lvl="0" indent="0" algn="ctr" defTabSz="812810" rtl="0" eaLnBrk="1" fontAlgn="auto" latinLnBrk="0" hangingPunct="1">
              <a:lnSpc>
                <a:spcPct val="100000"/>
              </a:lnSpc>
              <a:spcBef>
                <a:spcPct val="0"/>
              </a:spcBef>
              <a:spcAft>
                <a:spcPts val="0"/>
              </a:spcAft>
              <a:buClrTx/>
              <a:buSzTx/>
              <a:buFontTx/>
              <a:buNone/>
              <a:tabLst/>
              <a:defRPr/>
            </a:pPr>
            <a:endParaRPr kumimoji="0" lang="en-US" altLang="en-US" sz="1600" b="0" i="0" u="none" strike="noStrike" kern="1200" cap="none" spc="0" normalizeH="0" baseline="0" noProof="0" dirty="0">
              <a:ln>
                <a:noFill/>
              </a:ln>
              <a:solidFill>
                <a:srgbClr val="000000"/>
              </a:solidFill>
              <a:effectLst/>
              <a:uLnTx/>
              <a:uFillTx/>
              <a:latin typeface="Times New Roman" panose="02020603050405020304" pitchFamily="18" charset="0"/>
              <a:ea typeface="+mn-ea"/>
              <a:cs typeface="+mn-cs"/>
            </a:endParaRPr>
          </a:p>
          <a:p>
            <a:pPr marL="0" marR="0" lvl="0" indent="0" algn="ctr" defTabSz="812810" rtl="0" eaLnBrk="1" fontAlgn="auto" latinLnBrk="0" hangingPunct="1">
              <a:lnSpc>
                <a:spcPct val="100000"/>
              </a:lnSpc>
              <a:spcBef>
                <a:spcPct val="0"/>
              </a:spcBef>
              <a:spcAft>
                <a:spcPts val="0"/>
              </a:spcAft>
              <a:buClrTx/>
              <a:buSzTx/>
              <a:buFontTx/>
              <a:buNone/>
              <a:tabLst/>
              <a:defRPr/>
            </a:pPr>
            <a:endParaRPr kumimoji="0" lang="en-US" altLang="en-US" sz="1600" b="0" i="0" u="none" strike="noStrike" kern="1200" cap="none" spc="0" normalizeH="0" baseline="0" noProof="0" dirty="0">
              <a:ln>
                <a:noFill/>
              </a:ln>
              <a:solidFill>
                <a:srgbClr val="000000"/>
              </a:solidFill>
              <a:effectLst/>
              <a:uLnTx/>
              <a:uFillTx/>
              <a:latin typeface="Times New Roman" panose="02020603050405020304" pitchFamily="18" charset="0"/>
              <a:ea typeface="+mn-ea"/>
              <a:cs typeface="+mn-cs"/>
            </a:endParaRPr>
          </a:p>
          <a:p>
            <a:pPr marL="0" marR="0" lvl="0" indent="0" algn="ctr" defTabSz="812810" rtl="0" eaLnBrk="1" fontAlgn="auto" latinLnBrk="0" hangingPunct="1">
              <a:lnSpc>
                <a:spcPct val="100000"/>
              </a:lnSpc>
              <a:spcBef>
                <a:spcPct val="0"/>
              </a:spcBef>
              <a:spcAft>
                <a:spcPts val="0"/>
              </a:spcAft>
              <a:buClrTx/>
              <a:buSzTx/>
              <a:buFontTx/>
              <a:buNone/>
              <a:tabLst/>
              <a:defRPr/>
            </a:pPr>
            <a:endParaRPr kumimoji="0" lang="en-US" altLang="en-US" sz="1600" b="0" i="0" u="none" strike="noStrike" kern="1200" cap="none" spc="0" normalizeH="0" baseline="0" noProof="0" dirty="0">
              <a:ln>
                <a:noFill/>
              </a:ln>
              <a:solidFill>
                <a:srgbClr val="000000"/>
              </a:solidFill>
              <a:effectLst/>
              <a:uLnTx/>
              <a:uFillTx/>
              <a:latin typeface="Times New Roman" panose="02020603050405020304" pitchFamily="18" charset="0"/>
              <a:ea typeface="+mn-ea"/>
              <a:cs typeface="+mn-cs"/>
            </a:endParaRPr>
          </a:p>
        </p:txBody>
      </p:sp>
      <p:sp>
        <p:nvSpPr>
          <p:cNvPr id="12" name="Line 44">
            <a:extLst>
              <a:ext uri="{FF2B5EF4-FFF2-40B4-BE49-F238E27FC236}">
                <a16:creationId xmlns:a16="http://schemas.microsoft.com/office/drawing/2014/main" id="{7AA3C2AC-90F7-A840-A63E-2C02EEE11943}"/>
              </a:ext>
            </a:extLst>
          </p:cNvPr>
          <p:cNvSpPr>
            <a:spLocks noChangeShapeType="1"/>
          </p:cNvSpPr>
          <p:nvPr/>
        </p:nvSpPr>
        <p:spPr bwMode="auto">
          <a:xfrm>
            <a:off x="6752605" y="5716972"/>
            <a:ext cx="381000" cy="0"/>
          </a:xfrm>
          <a:prstGeom prst="line">
            <a:avLst/>
          </a:prstGeom>
          <a:noFill/>
          <a:ln w="25400">
            <a:solidFill>
              <a:schemeClr val="tx2"/>
            </a:solidFill>
            <a:round/>
            <a:headEnd/>
            <a:tailEnd type="arrow" w="sm" len="med"/>
          </a:ln>
          <a:extLst>
            <a:ext uri="{909E8E84-426E-40DD-AFC4-6F175D3DCCD1}">
              <a14:hiddenFill xmlns:a14="http://schemas.microsoft.com/office/drawing/2010/main">
                <a:noFill/>
              </a14:hiddenFill>
            </a:ext>
          </a:extLst>
        </p:spPr>
        <p:txBody>
          <a:bodyPr/>
          <a:lstStyle/>
          <a:p>
            <a:pPr marL="0" marR="0" lvl="0" indent="0" algn="l" defTabSz="812810" rtl="0" eaLnBrk="1" fontAlgn="auto" latinLnBrk="0" hangingPunct="1">
              <a:lnSpc>
                <a:spcPct val="100000"/>
              </a:lnSpc>
              <a:spcBef>
                <a:spcPts val="0"/>
              </a:spcBef>
              <a:spcAft>
                <a:spcPts val="0"/>
              </a:spcAft>
              <a:buClrTx/>
              <a:buSzTx/>
              <a:buFontTx/>
              <a:buNone/>
              <a:tabLst/>
              <a:defRPr/>
            </a:pPr>
            <a:endParaRPr kumimoji="0" lang="en-US" sz="3200" b="0"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13" name="Text Box 49">
            <a:extLst>
              <a:ext uri="{FF2B5EF4-FFF2-40B4-BE49-F238E27FC236}">
                <a16:creationId xmlns:a16="http://schemas.microsoft.com/office/drawing/2014/main" id="{3E2FA7BB-A726-184A-B829-5A5794F717CA}"/>
              </a:ext>
            </a:extLst>
          </p:cNvPr>
          <p:cNvSpPr txBox="1">
            <a:spLocks noChangeArrowheads="1"/>
          </p:cNvSpPr>
          <p:nvPr/>
        </p:nvSpPr>
        <p:spPr bwMode="auto">
          <a:xfrm>
            <a:off x="2492820" y="5532822"/>
            <a:ext cx="4262173"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rgbClr val="FF9900"/>
              </a:buClr>
              <a:buChar char="•"/>
              <a:defRPr sz="3200" b="1">
                <a:solidFill>
                  <a:srgbClr val="01035B"/>
                </a:solidFill>
                <a:latin typeface="Arial" panose="020B0604020202020204" pitchFamily="34" charset="0"/>
              </a:defRPr>
            </a:lvl1pPr>
            <a:lvl2pPr marL="742950" indent="-285750">
              <a:spcBef>
                <a:spcPct val="20000"/>
              </a:spcBef>
              <a:buClr>
                <a:srgbClr val="FF9900"/>
              </a:buClr>
              <a:buChar char="–"/>
              <a:defRPr sz="2800" b="1">
                <a:solidFill>
                  <a:srgbClr val="01035B"/>
                </a:solidFill>
                <a:latin typeface="Arial" panose="020B0604020202020204" pitchFamily="34" charset="0"/>
              </a:defRPr>
            </a:lvl2pPr>
            <a:lvl3pPr marL="1143000" indent="-228600">
              <a:spcBef>
                <a:spcPct val="20000"/>
              </a:spcBef>
              <a:buClr>
                <a:srgbClr val="FF9900"/>
              </a:buClr>
              <a:buChar char="•"/>
              <a:defRPr sz="2400" b="1">
                <a:solidFill>
                  <a:srgbClr val="01035B"/>
                </a:solidFill>
                <a:latin typeface="Arial" panose="020B0604020202020204" pitchFamily="34" charset="0"/>
              </a:defRPr>
            </a:lvl3pPr>
            <a:lvl4pPr marL="1600200" indent="-228600">
              <a:spcBef>
                <a:spcPct val="20000"/>
              </a:spcBef>
              <a:buClr>
                <a:srgbClr val="FF9900"/>
              </a:buClr>
              <a:buChar char="–"/>
              <a:defRPr sz="2000" b="1">
                <a:solidFill>
                  <a:srgbClr val="01035B"/>
                </a:solidFill>
                <a:latin typeface="Arial" panose="020B0604020202020204" pitchFamily="34" charset="0"/>
              </a:defRPr>
            </a:lvl4pPr>
            <a:lvl5pPr marL="2057400" indent="-228600">
              <a:spcBef>
                <a:spcPct val="20000"/>
              </a:spcBef>
              <a:buClr>
                <a:srgbClr val="FF9900"/>
              </a:buClr>
              <a:buChar char="»"/>
              <a:defRPr sz="2000" b="1">
                <a:solidFill>
                  <a:srgbClr val="01035B"/>
                </a:solidFill>
                <a:latin typeface="Arial" panose="020B0604020202020204" pitchFamily="34" charset="0"/>
              </a:defRPr>
            </a:lvl5pPr>
            <a:lvl6pPr marL="25146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6pPr>
            <a:lvl7pPr marL="29718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7pPr>
            <a:lvl8pPr marL="34290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8pPr>
            <a:lvl9pPr marL="38862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9pPr>
          </a:lstStyle>
          <a:p>
            <a:pPr marL="0" marR="0" lvl="0" indent="0" algn="r" defTabSz="812810" rtl="0" eaLnBrk="1" fontAlgn="auto" latinLnBrk="0" hangingPunct="1">
              <a:lnSpc>
                <a:spcPct val="100000"/>
              </a:lnSpc>
              <a:spcBef>
                <a:spcPct val="0"/>
              </a:spcBef>
              <a:spcAft>
                <a:spcPts val="0"/>
              </a:spcAft>
              <a:buClrTx/>
              <a:buSzTx/>
              <a:buFontTx/>
              <a:buNone/>
              <a:tabLst/>
              <a:defRPr/>
            </a:pPr>
            <a:r>
              <a:rPr kumimoji="0" lang="en-US" altLang="en-US" sz="1600" b="0" i="0" u="none" strike="noStrike" kern="1200" cap="none" spc="0" normalizeH="0" baseline="0" noProof="0">
                <a:ln>
                  <a:noFill/>
                </a:ln>
                <a:solidFill>
                  <a:srgbClr val="00274C"/>
                </a:solidFill>
                <a:effectLst/>
                <a:uLnTx/>
                <a:uFillTx/>
                <a:latin typeface="Arial" panose="020B0604020202020204" pitchFamily="34" charset="0"/>
                <a:ea typeface="+mn-ea"/>
                <a:cs typeface="Arial" panose="020B0604020202020204" pitchFamily="34" charset="0"/>
              </a:rPr>
              <a:t>Transport, transoceanic freight ship 3.8 tkm</a:t>
            </a:r>
          </a:p>
        </p:txBody>
      </p:sp>
      <p:sp>
        <p:nvSpPr>
          <p:cNvPr id="14" name="Line 53">
            <a:extLst>
              <a:ext uri="{FF2B5EF4-FFF2-40B4-BE49-F238E27FC236}">
                <a16:creationId xmlns:a16="http://schemas.microsoft.com/office/drawing/2014/main" id="{F6BF1FE3-539D-D048-BF6C-BF89665B3C61}"/>
              </a:ext>
            </a:extLst>
          </p:cNvPr>
          <p:cNvSpPr>
            <a:spLocks noChangeShapeType="1"/>
          </p:cNvSpPr>
          <p:nvPr/>
        </p:nvSpPr>
        <p:spPr bwMode="auto">
          <a:xfrm>
            <a:off x="8967170" y="5591637"/>
            <a:ext cx="381000" cy="0"/>
          </a:xfrm>
          <a:prstGeom prst="line">
            <a:avLst/>
          </a:prstGeom>
          <a:noFill/>
          <a:ln w="25400">
            <a:solidFill>
              <a:schemeClr val="tx2"/>
            </a:solidFill>
            <a:round/>
            <a:headEnd/>
            <a:tailEnd type="arrow" w="sm" len="med"/>
          </a:ln>
          <a:extLst>
            <a:ext uri="{909E8E84-426E-40DD-AFC4-6F175D3DCCD1}">
              <a14:hiddenFill xmlns:a14="http://schemas.microsoft.com/office/drawing/2010/main">
                <a:noFill/>
              </a14:hiddenFill>
            </a:ext>
          </a:extLst>
        </p:spPr>
        <p:txBody>
          <a:bodyPr/>
          <a:lstStyle/>
          <a:p>
            <a:pPr marL="0" marR="0" lvl="0" indent="0" algn="l" defTabSz="812810" rtl="0" eaLnBrk="1" fontAlgn="auto" latinLnBrk="0" hangingPunct="1">
              <a:lnSpc>
                <a:spcPct val="100000"/>
              </a:lnSpc>
              <a:spcBef>
                <a:spcPts val="0"/>
              </a:spcBef>
              <a:spcAft>
                <a:spcPts val="0"/>
              </a:spcAft>
              <a:buClrTx/>
              <a:buSzTx/>
              <a:buFontTx/>
              <a:buNone/>
              <a:tabLst/>
              <a:defRPr/>
            </a:pPr>
            <a:endParaRPr kumimoji="0" lang="en-US" sz="3200" b="0"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15" name="Text Box 54">
            <a:extLst>
              <a:ext uri="{FF2B5EF4-FFF2-40B4-BE49-F238E27FC236}">
                <a16:creationId xmlns:a16="http://schemas.microsoft.com/office/drawing/2014/main" id="{32CA728C-66ED-7C42-905C-78A528A6CF3B}"/>
              </a:ext>
            </a:extLst>
          </p:cNvPr>
          <p:cNvSpPr txBox="1">
            <a:spLocks noChangeArrowheads="1"/>
          </p:cNvSpPr>
          <p:nvPr/>
        </p:nvSpPr>
        <p:spPr bwMode="auto">
          <a:xfrm>
            <a:off x="9402547" y="5406677"/>
            <a:ext cx="4423223"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rgbClr val="FF9900"/>
              </a:buClr>
              <a:buChar char="•"/>
              <a:defRPr sz="3200" b="1">
                <a:solidFill>
                  <a:srgbClr val="01035B"/>
                </a:solidFill>
                <a:latin typeface="Arial" panose="020B0604020202020204" pitchFamily="34" charset="0"/>
              </a:defRPr>
            </a:lvl1pPr>
            <a:lvl2pPr marL="742950" indent="-285750">
              <a:spcBef>
                <a:spcPct val="20000"/>
              </a:spcBef>
              <a:buClr>
                <a:srgbClr val="FF9900"/>
              </a:buClr>
              <a:buChar char="–"/>
              <a:defRPr sz="2800" b="1">
                <a:solidFill>
                  <a:srgbClr val="01035B"/>
                </a:solidFill>
                <a:latin typeface="Arial" panose="020B0604020202020204" pitchFamily="34" charset="0"/>
              </a:defRPr>
            </a:lvl2pPr>
            <a:lvl3pPr marL="1143000" indent="-228600">
              <a:spcBef>
                <a:spcPct val="20000"/>
              </a:spcBef>
              <a:buClr>
                <a:srgbClr val="FF9900"/>
              </a:buClr>
              <a:buChar char="•"/>
              <a:defRPr sz="2400" b="1">
                <a:solidFill>
                  <a:srgbClr val="01035B"/>
                </a:solidFill>
                <a:latin typeface="Arial" panose="020B0604020202020204" pitchFamily="34" charset="0"/>
              </a:defRPr>
            </a:lvl3pPr>
            <a:lvl4pPr marL="1600200" indent="-228600">
              <a:spcBef>
                <a:spcPct val="20000"/>
              </a:spcBef>
              <a:buClr>
                <a:srgbClr val="FF9900"/>
              </a:buClr>
              <a:buChar char="–"/>
              <a:defRPr sz="2000" b="1">
                <a:solidFill>
                  <a:srgbClr val="01035B"/>
                </a:solidFill>
                <a:latin typeface="Arial" panose="020B0604020202020204" pitchFamily="34" charset="0"/>
              </a:defRPr>
            </a:lvl4pPr>
            <a:lvl5pPr marL="2057400" indent="-228600">
              <a:spcBef>
                <a:spcPct val="20000"/>
              </a:spcBef>
              <a:buClr>
                <a:srgbClr val="FF9900"/>
              </a:buClr>
              <a:buChar char="»"/>
              <a:defRPr sz="2000" b="1">
                <a:solidFill>
                  <a:srgbClr val="01035B"/>
                </a:solidFill>
                <a:latin typeface="Arial" panose="020B0604020202020204" pitchFamily="34" charset="0"/>
              </a:defRPr>
            </a:lvl5pPr>
            <a:lvl6pPr marL="25146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6pPr>
            <a:lvl7pPr marL="29718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7pPr>
            <a:lvl8pPr marL="34290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8pPr>
            <a:lvl9pPr marL="38862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9pPr>
          </a:lstStyle>
          <a:p>
            <a:pPr marL="0" marR="0" lvl="0" indent="0" algn="l" defTabSz="812810" rtl="0" eaLnBrk="1" fontAlgn="auto" latinLnBrk="0" hangingPunct="1">
              <a:lnSpc>
                <a:spcPct val="100000"/>
              </a:lnSpc>
              <a:spcBef>
                <a:spcPct val="0"/>
              </a:spcBef>
              <a:spcAft>
                <a:spcPts val="0"/>
              </a:spcAft>
              <a:buClrTx/>
              <a:buSzTx/>
              <a:buFontTx/>
              <a:buNone/>
              <a:tabLst/>
              <a:defRPr/>
            </a:pPr>
            <a:r>
              <a:rPr kumimoji="0" lang="en-US" altLang="en-US" sz="1600" b="0" i="0" u="none" strike="noStrike" kern="1200" cap="none" spc="0" normalizeH="0" baseline="0" noProof="0" dirty="0">
                <a:ln>
                  <a:noFill/>
                </a:ln>
                <a:solidFill>
                  <a:srgbClr val="00274C"/>
                </a:solidFill>
                <a:effectLst/>
                <a:uLnTx/>
                <a:uFillTx/>
                <a:latin typeface="Arial" panose="020B0604020202020204" pitchFamily="34" charset="0"/>
                <a:ea typeface="+mn-ea"/>
                <a:cs typeface="Arial" panose="020B0604020202020204" pitchFamily="34" charset="0"/>
              </a:rPr>
              <a:t>Disposal, filter dust Al electrolysis 2.00 g</a:t>
            </a:r>
          </a:p>
        </p:txBody>
      </p:sp>
      <p:sp>
        <p:nvSpPr>
          <p:cNvPr id="16" name="Line 56">
            <a:extLst>
              <a:ext uri="{FF2B5EF4-FFF2-40B4-BE49-F238E27FC236}">
                <a16:creationId xmlns:a16="http://schemas.microsoft.com/office/drawing/2014/main" id="{B3DEDFA3-1598-B748-A3C1-5A5E0DD153C8}"/>
              </a:ext>
            </a:extLst>
          </p:cNvPr>
          <p:cNvSpPr>
            <a:spLocks noChangeShapeType="1"/>
          </p:cNvSpPr>
          <p:nvPr/>
        </p:nvSpPr>
        <p:spPr bwMode="auto">
          <a:xfrm>
            <a:off x="6752605" y="4852644"/>
            <a:ext cx="381000" cy="0"/>
          </a:xfrm>
          <a:prstGeom prst="line">
            <a:avLst/>
          </a:prstGeom>
          <a:noFill/>
          <a:ln w="25400">
            <a:solidFill>
              <a:schemeClr val="tx2"/>
            </a:solidFill>
            <a:round/>
            <a:headEnd/>
            <a:tailEnd type="arrow" w="sm" len="med"/>
          </a:ln>
          <a:extLst>
            <a:ext uri="{909E8E84-426E-40DD-AFC4-6F175D3DCCD1}">
              <a14:hiddenFill xmlns:a14="http://schemas.microsoft.com/office/drawing/2010/main">
                <a:noFill/>
              </a14:hiddenFill>
            </a:ext>
          </a:extLst>
        </p:spPr>
        <p:txBody>
          <a:bodyPr/>
          <a:lstStyle/>
          <a:p>
            <a:pPr marL="0" marR="0" lvl="0" indent="0" algn="l" defTabSz="812810" rtl="0" eaLnBrk="1" fontAlgn="auto" latinLnBrk="0" hangingPunct="1">
              <a:lnSpc>
                <a:spcPct val="100000"/>
              </a:lnSpc>
              <a:spcBef>
                <a:spcPts val="0"/>
              </a:spcBef>
              <a:spcAft>
                <a:spcPts val="0"/>
              </a:spcAft>
              <a:buClrTx/>
              <a:buSzTx/>
              <a:buFontTx/>
              <a:buNone/>
              <a:tabLst/>
              <a:defRPr/>
            </a:pPr>
            <a:endParaRPr kumimoji="0" lang="en-US" sz="3200" b="0"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17" name="Line 57">
            <a:extLst>
              <a:ext uri="{FF2B5EF4-FFF2-40B4-BE49-F238E27FC236}">
                <a16:creationId xmlns:a16="http://schemas.microsoft.com/office/drawing/2014/main" id="{7137B5B3-F330-E74F-8DDD-364473F32833}"/>
              </a:ext>
            </a:extLst>
          </p:cNvPr>
          <p:cNvSpPr>
            <a:spLocks noChangeShapeType="1"/>
          </p:cNvSpPr>
          <p:nvPr/>
        </p:nvSpPr>
        <p:spPr bwMode="auto">
          <a:xfrm>
            <a:off x="6752605" y="4408140"/>
            <a:ext cx="381000" cy="0"/>
          </a:xfrm>
          <a:prstGeom prst="line">
            <a:avLst/>
          </a:prstGeom>
          <a:noFill/>
          <a:ln w="25400">
            <a:solidFill>
              <a:schemeClr val="tx2"/>
            </a:solidFill>
            <a:round/>
            <a:headEnd/>
            <a:tailEnd type="arrow" w="sm" len="med"/>
          </a:ln>
          <a:extLst>
            <a:ext uri="{909E8E84-426E-40DD-AFC4-6F175D3DCCD1}">
              <a14:hiddenFill xmlns:a14="http://schemas.microsoft.com/office/drawing/2010/main">
                <a:noFill/>
              </a14:hiddenFill>
            </a:ext>
          </a:extLst>
        </p:spPr>
        <p:txBody>
          <a:bodyPr/>
          <a:lstStyle/>
          <a:p>
            <a:pPr marL="0" marR="0" lvl="0" indent="0" algn="l" defTabSz="812810" rtl="0" eaLnBrk="1" fontAlgn="auto" latinLnBrk="0" hangingPunct="1">
              <a:lnSpc>
                <a:spcPct val="100000"/>
              </a:lnSpc>
              <a:spcBef>
                <a:spcPts val="0"/>
              </a:spcBef>
              <a:spcAft>
                <a:spcPts val="0"/>
              </a:spcAft>
              <a:buClrTx/>
              <a:buSzTx/>
              <a:buFontTx/>
              <a:buNone/>
              <a:tabLst/>
              <a:defRPr/>
            </a:pPr>
            <a:endParaRPr kumimoji="0" lang="en-US" sz="3200" b="0"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18" name="Line 58">
            <a:extLst>
              <a:ext uri="{FF2B5EF4-FFF2-40B4-BE49-F238E27FC236}">
                <a16:creationId xmlns:a16="http://schemas.microsoft.com/office/drawing/2014/main" id="{265006B7-073A-B64C-B596-877FFA4BD4E6}"/>
              </a:ext>
            </a:extLst>
          </p:cNvPr>
          <p:cNvSpPr>
            <a:spLocks noChangeShapeType="1"/>
          </p:cNvSpPr>
          <p:nvPr/>
        </p:nvSpPr>
        <p:spPr bwMode="auto">
          <a:xfrm>
            <a:off x="6752605" y="5255870"/>
            <a:ext cx="381000" cy="0"/>
          </a:xfrm>
          <a:prstGeom prst="line">
            <a:avLst/>
          </a:prstGeom>
          <a:noFill/>
          <a:ln w="25400">
            <a:solidFill>
              <a:schemeClr val="tx2"/>
            </a:solidFill>
            <a:round/>
            <a:headEnd/>
            <a:tailEnd type="arrow" w="sm" len="med"/>
          </a:ln>
          <a:extLst>
            <a:ext uri="{909E8E84-426E-40DD-AFC4-6F175D3DCCD1}">
              <a14:hiddenFill xmlns:a14="http://schemas.microsoft.com/office/drawing/2010/main">
                <a:noFill/>
              </a14:hiddenFill>
            </a:ext>
          </a:extLst>
        </p:spPr>
        <p:txBody>
          <a:bodyPr/>
          <a:lstStyle/>
          <a:p>
            <a:pPr marL="0" marR="0" lvl="0" indent="0" algn="l" defTabSz="812810" rtl="0" eaLnBrk="1" fontAlgn="auto" latinLnBrk="0" hangingPunct="1">
              <a:lnSpc>
                <a:spcPct val="100000"/>
              </a:lnSpc>
              <a:spcBef>
                <a:spcPts val="0"/>
              </a:spcBef>
              <a:spcAft>
                <a:spcPts val="0"/>
              </a:spcAft>
              <a:buClrTx/>
              <a:buSzTx/>
              <a:buFontTx/>
              <a:buNone/>
              <a:tabLst/>
              <a:defRPr/>
            </a:pPr>
            <a:endParaRPr kumimoji="0" lang="en-US" sz="3200" b="0"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19" name="Text Box 59">
            <a:extLst>
              <a:ext uri="{FF2B5EF4-FFF2-40B4-BE49-F238E27FC236}">
                <a16:creationId xmlns:a16="http://schemas.microsoft.com/office/drawing/2014/main" id="{0587CAE6-0F5E-364E-9A81-BB623B7BFD6E}"/>
              </a:ext>
            </a:extLst>
          </p:cNvPr>
          <p:cNvSpPr txBox="1">
            <a:spLocks noChangeArrowheads="1"/>
          </p:cNvSpPr>
          <p:nvPr/>
        </p:nvSpPr>
        <p:spPr bwMode="auto">
          <a:xfrm>
            <a:off x="2238842" y="4220525"/>
            <a:ext cx="4516151"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rgbClr val="FF9900"/>
              </a:buClr>
              <a:buChar char="•"/>
              <a:defRPr sz="3200" b="1">
                <a:solidFill>
                  <a:srgbClr val="01035B"/>
                </a:solidFill>
                <a:latin typeface="Arial" panose="020B0604020202020204" pitchFamily="34" charset="0"/>
              </a:defRPr>
            </a:lvl1pPr>
            <a:lvl2pPr marL="742950" indent="-285750">
              <a:spcBef>
                <a:spcPct val="20000"/>
              </a:spcBef>
              <a:buClr>
                <a:srgbClr val="FF9900"/>
              </a:buClr>
              <a:buChar char="–"/>
              <a:defRPr sz="2800" b="1">
                <a:solidFill>
                  <a:srgbClr val="01035B"/>
                </a:solidFill>
                <a:latin typeface="Arial" panose="020B0604020202020204" pitchFamily="34" charset="0"/>
              </a:defRPr>
            </a:lvl2pPr>
            <a:lvl3pPr marL="1143000" indent="-228600">
              <a:spcBef>
                <a:spcPct val="20000"/>
              </a:spcBef>
              <a:buClr>
                <a:srgbClr val="FF9900"/>
              </a:buClr>
              <a:buChar char="•"/>
              <a:defRPr sz="2400" b="1">
                <a:solidFill>
                  <a:srgbClr val="01035B"/>
                </a:solidFill>
                <a:latin typeface="Arial" panose="020B0604020202020204" pitchFamily="34" charset="0"/>
              </a:defRPr>
            </a:lvl3pPr>
            <a:lvl4pPr marL="1600200" indent="-228600">
              <a:spcBef>
                <a:spcPct val="20000"/>
              </a:spcBef>
              <a:buClr>
                <a:srgbClr val="FF9900"/>
              </a:buClr>
              <a:buChar char="–"/>
              <a:defRPr sz="2000" b="1">
                <a:solidFill>
                  <a:srgbClr val="01035B"/>
                </a:solidFill>
                <a:latin typeface="Arial" panose="020B0604020202020204" pitchFamily="34" charset="0"/>
              </a:defRPr>
            </a:lvl4pPr>
            <a:lvl5pPr marL="2057400" indent="-228600">
              <a:spcBef>
                <a:spcPct val="20000"/>
              </a:spcBef>
              <a:buClr>
                <a:srgbClr val="FF9900"/>
              </a:buClr>
              <a:buChar char="»"/>
              <a:defRPr sz="2000" b="1">
                <a:solidFill>
                  <a:srgbClr val="01035B"/>
                </a:solidFill>
                <a:latin typeface="Arial" panose="020B0604020202020204" pitchFamily="34" charset="0"/>
              </a:defRPr>
            </a:lvl5pPr>
            <a:lvl6pPr marL="25146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6pPr>
            <a:lvl7pPr marL="29718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7pPr>
            <a:lvl8pPr marL="34290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8pPr>
            <a:lvl9pPr marL="38862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9pPr>
          </a:lstStyle>
          <a:p>
            <a:pPr marL="0" marR="0" lvl="0" indent="0" algn="r" defTabSz="812810" rtl="0" eaLnBrk="1" fontAlgn="auto" latinLnBrk="0" hangingPunct="1">
              <a:lnSpc>
                <a:spcPct val="100000"/>
              </a:lnSpc>
              <a:spcBef>
                <a:spcPct val="0"/>
              </a:spcBef>
              <a:spcAft>
                <a:spcPts val="0"/>
              </a:spcAft>
              <a:buClrTx/>
              <a:buSzTx/>
              <a:buFontTx/>
              <a:buNone/>
              <a:tabLst/>
              <a:defRPr/>
            </a:pPr>
            <a:r>
              <a:rPr kumimoji="0" lang="en-US" altLang="en-US" sz="1600" b="0" i="0" u="none" strike="noStrike" kern="1200" cap="none" spc="0" normalizeH="0" baseline="0" noProof="0">
                <a:ln>
                  <a:noFill/>
                </a:ln>
                <a:solidFill>
                  <a:srgbClr val="00274C"/>
                </a:solidFill>
                <a:effectLst/>
                <a:uLnTx/>
                <a:uFillTx/>
                <a:latin typeface="Arial" panose="020B0604020202020204" pitchFamily="34" charset="0"/>
                <a:ea typeface="+mn-ea"/>
                <a:cs typeface="Arial" panose="020B0604020202020204" pitchFamily="34" charset="0"/>
              </a:rPr>
              <a:t>Electricity mix, aluminum industry 15.9 kWh</a:t>
            </a:r>
          </a:p>
        </p:txBody>
      </p:sp>
      <p:sp>
        <p:nvSpPr>
          <p:cNvPr id="20" name="Text Box 60">
            <a:extLst>
              <a:ext uri="{FF2B5EF4-FFF2-40B4-BE49-F238E27FC236}">
                <a16:creationId xmlns:a16="http://schemas.microsoft.com/office/drawing/2014/main" id="{02F26DDA-7F35-2247-B9B1-B8606E8C4CB1}"/>
              </a:ext>
            </a:extLst>
          </p:cNvPr>
          <p:cNvSpPr txBox="1">
            <a:spLocks noChangeArrowheads="1"/>
          </p:cNvSpPr>
          <p:nvPr/>
        </p:nvSpPr>
        <p:spPr bwMode="auto">
          <a:xfrm>
            <a:off x="3692954" y="4657957"/>
            <a:ext cx="3062039"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rgbClr val="FF9900"/>
              </a:buClr>
              <a:buChar char="•"/>
              <a:defRPr sz="3200" b="1">
                <a:solidFill>
                  <a:srgbClr val="01035B"/>
                </a:solidFill>
                <a:latin typeface="Arial" panose="020B0604020202020204" pitchFamily="34" charset="0"/>
              </a:defRPr>
            </a:lvl1pPr>
            <a:lvl2pPr marL="742950" indent="-285750">
              <a:spcBef>
                <a:spcPct val="20000"/>
              </a:spcBef>
              <a:buClr>
                <a:srgbClr val="FF9900"/>
              </a:buClr>
              <a:buChar char="–"/>
              <a:defRPr sz="2800" b="1">
                <a:solidFill>
                  <a:srgbClr val="01035B"/>
                </a:solidFill>
                <a:latin typeface="Arial" panose="020B0604020202020204" pitchFamily="34" charset="0"/>
              </a:defRPr>
            </a:lvl2pPr>
            <a:lvl3pPr marL="1143000" indent="-228600">
              <a:spcBef>
                <a:spcPct val="20000"/>
              </a:spcBef>
              <a:buClr>
                <a:srgbClr val="FF9900"/>
              </a:buClr>
              <a:buChar char="•"/>
              <a:defRPr sz="2400" b="1">
                <a:solidFill>
                  <a:srgbClr val="01035B"/>
                </a:solidFill>
                <a:latin typeface="Arial" panose="020B0604020202020204" pitchFamily="34" charset="0"/>
              </a:defRPr>
            </a:lvl3pPr>
            <a:lvl4pPr marL="1600200" indent="-228600">
              <a:spcBef>
                <a:spcPct val="20000"/>
              </a:spcBef>
              <a:buClr>
                <a:srgbClr val="FF9900"/>
              </a:buClr>
              <a:buChar char="–"/>
              <a:defRPr sz="2000" b="1">
                <a:solidFill>
                  <a:srgbClr val="01035B"/>
                </a:solidFill>
                <a:latin typeface="Arial" panose="020B0604020202020204" pitchFamily="34" charset="0"/>
              </a:defRPr>
            </a:lvl4pPr>
            <a:lvl5pPr marL="2057400" indent="-228600">
              <a:spcBef>
                <a:spcPct val="20000"/>
              </a:spcBef>
              <a:buClr>
                <a:srgbClr val="FF9900"/>
              </a:buClr>
              <a:buChar char="»"/>
              <a:defRPr sz="2000" b="1">
                <a:solidFill>
                  <a:srgbClr val="01035B"/>
                </a:solidFill>
                <a:latin typeface="Arial" panose="020B0604020202020204" pitchFamily="34" charset="0"/>
              </a:defRPr>
            </a:lvl5pPr>
            <a:lvl6pPr marL="25146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6pPr>
            <a:lvl7pPr marL="29718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7pPr>
            <a:lvl8pPr marL="34290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8pPr>
            <a:lvl9pPr marL="38862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9pPr>
          </a:lstStyle>
          <a:p>
            <a:pPr marL="0" marR="0" lvl="0" indent="0" algn="r" defTabSz="812810" rtl="0" eaLnBrk="1" fontAlgn="auto" latinLnBrk="0" hangingPunct="1">
              <a:lnSpc>
                <a:spcPct val="100000"/>
              </a:lnSpc>
              <a:spcBef>
                <a:spcPct val="0"/>
              </a:spcBef>
              <a:spcAft>
                <a:spcPts val="0"/>
              </a:spcAft>
              <a:buClrTx/>
              <a:buSzTx/>
              <a:buFontTx/>
              <a:buNone/>
              <a:tabLst/>
              <a:defRPr/>
            </a:pPr>
            <a:r>
              <a:rPr kumimoji="0" lang="en-US" altLang="en-US" sz="1600" b="0" i="0" u="none" strike="noStrike" kern="1200" cap="none" spc="0" normalizeH="0" baseline="0" noProof="0">
                <a:ln>
                  <a:noFill/>
                </a:ln>
                <a:solidFill>
                  <a:srgbClr val="00274C"/>
                </a:solidFill>
                <a:effectLst/>
                <a:uLnTx/>
                <a:uFillTx/>
                <a:latin typeface="Arial" panose="020B0604020202020204" pitchFamily="34" charset="0"/>
                <a:ea typeface="+mn-ea"/>
                <a:cs typeface="Arial" panose="020B0604020202020204" pitchFamily="34" charset="0"/>
              </a:rPr>
              <a:t>Heat, light fuel oil 0.089 MJ</a:t>
            </a:r>
            <a:endParaRPr kumimoji="0" lang="en-US" altLang="en-US" sz="1600" b="0" i="0" u="none" strike="noStrike" kern="1200" cap="none" spc="0" normalizeH="0" baseline="30000" noProof="0">
              <a:ln>
                <a:noFill/>
              </a:ln>
              <a:solidFill>
                <a:srgbClr val="00274C"/>
              </a:solidFill>
              <a:effectLst/>
              <a:uLnTx/>
              <a:uFillTx/>
              <a:latin typeface="Arial" panose="020B0604020202020204" pitchFamily="34" charset="0"/>
              <a:ea typeface="+mn-ea"/>
              <a:cs typeface="Arial" panose="020B0604020202020204" pitchFamily="34" charset="0"/>
            </a:endParaRPr>
          </a:p>
        </p:txBody>
      </p:sp>
      <p:sp>
        <p:nvSpPr>
          <p:cNvPr id="21" name="Text Box 61">
            <a:extLst>
              <a:ext uri="{FF2B5EF4-FFF2-40B4-BE49-F238E27FC236}">
                <a16:creationId xmlns:a16="http://schemas.microsoft.com/office/drawing/2014/main" id="{2242B84D-C8A6-3C42-AEF3-7A1B9058E8FE}"/>
              </a:ext>
            </a:extLst>
          </p:cNvPr>
          <p:cNvSpPr txBox="1">
            <a:spLocks noChangeArrowheads="1"/>
          </p:cNvSpPr>
          <p:nvPr/>
        </p:nvSpPr>
        <p:spPr bwMode="auto">
          <a:xfrm>
            <a:off x="3844983" y="5095389"/>
            <a:ext cx="2910010"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rgbClr val="FF9900"/>
              </a:buClr>
              <a:buChar char="•"/>
              <a:defRPr sz="3200" b="1">
                <a:solidFill>
                  <a:srgbClr val="01035B"/>
                </a:solidFill>
                <a:latin typeface="Arial" panose="020B0604020202020204" pitchFamily="34" charset="0"/>
              </a:defRPr>
            </a:lvl1pPr>
            <a:lvl2pPr marL="742950" indent="-285750">
              <a:spcBef>
                <a:spcPct val="20000"/>
              </a:spcBef>
              <a:buClr>
                <a:srgbClr val="FF9900"/>
              </a:buClr>
              <a:buChar char="–"/>
              <a:defRPr sz="2800" b="1">
                <a:solidFill>
                  <a:srgbClr val="01035B"/>
                </a:solidFill>
                <a:latin typeface="Arial" panose="020B0604020202020204" pitchFamily="34" charset="0"/>
              </a:defRPr>
            </a:lvl2pPr>
            <a:lvl3pPr marL="1143000" indent="-228600">
              <a:spcBef>
                <a:spcPct val="20000"/>
              </a:spcBef>
              <a:buClr>
                <a:srgbClr val="FF9900"/>
              </a:buClr>
              <a:buChar char="•"/>
              <a:defRPr sz="2400" b="1">
                <a:solidFill>
                  <a:srgbClr val="01035B"/>
                </a:solidFill>
                <a:latin typeface="Arial" panose="020B0604020202020204" pitchFamily="34" charset="0"/>
              </a:defRPr>
            </a:lvl3pPr>
            <a:lvl4pPr marL="1600200" indent="-228600">
              <a:spcBef>
                <a:spcPct val="20000"/>
              </a:spcBef>
              <a:buClr>
                <a:srgbClr val="FF9900"/>
              </a:buClr>
              <a:buChar char="–"/>
              <a:defRPr sz="2000" b="1">
                <a:solidFill>
                  <a:srgbClr val="01035B"/>
                </a:solidFill>
                <a:latin typeface="Arial" panose="020B0604020202020204" pitchFamily="34" charset="0"/>
              </a:defRPr>
            </a:lvl4pPr>
            <a:lvl5pPr marL="2057400" indent="-228600">
              <a:spcBef>
                <a:spcPct val="20000"/>
              </a:spcBef>
              <a:buClr>
                <a:srgbClr val="FF9900"/>
              </a:buClr>
              <a:buChar char="»"/>
              <a:defRPr sz="2000" b="1">
                <a:solidFill>
                  <a:srgbClr val="01035B"/>
                </a:solidFill>
                <a:latin typeface="Arial" panose="020B0604020202020204" pitchFamily="34" charset="0"/>
              </a:defRPr>
            </a:lvl5pPr>
            <a:lvl6pPr marL="25146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6pPr>
            <a:lvl7pPr marL="29718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7pPr>
            <a:lvl8pPr marL="34290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8pPr>
            <a:lvl9pPr marL="38862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9pPr>
          </a:lstStyle>
          <a:p>
            <a:pPr marL="0" marR="0" lvl="0" indent="0" algn="r" defTabSz="812810" rtl="0" eaLnBrk="1" fontAlgn="auto" latinLnBrk="0" hangingPunct="1">
              <a:lnSpc>
                <a:spcPct val="100000"/>
              </a:lnSpc>
              <a:spcBef>
                <a:spcPct val="0"/>
              </a:spcBef>
              <a:spcAft>
                <a:spcPts val="0"/>
              </a:spcAft>
              <a:buClrTx/>
              <a:buSzTx/>
              <a:buFontTx/>
              <a:buNone/>
              <a:tabLst/>
              <a:defRPr/>
            </a:pPr>
            <a:r>
              <a:rPr kumimoji="0" lang="en-US" altLang="en-US" sz="1600" b="0" i="0" u="none" strike="noStrike" kern="1200" cap="none" spc="0" normalizeH="0" baseline="0" noProof="0">
                <a:ln>
                  <a:noFill/>
                </a:ln>
                <a:solidFill>
                  <a:srgbClr val="00274C"/>
                </a:solidFill>
                <a:effectLst/>
                <a:uLnTx/>
                <a:uFillTx/>
                <a:latin typeface="Arial" panose="020B0604020202020204" pitchFamily="34" charset="0"/>
                <a:ea typeface="+mn-ea"/>
                <a:cs typeface="Arial" panose="020B0604020202020204" pitchFamily="34" charset="0"/>
              </a:rPr>
              <a:t>Heat, natural gas 0.084 MJ </a:t>
            </a:r>
          </a:p>
        </p:txBody>
      </p:sp>
      <p:sp>
        <p:nvSpPr>
          <p:cNvPr id="22" name="Line 57">
            <a:extLst>
              <a:ext uri="{FF2B5EF4-FFF2-40B4-BE49-F238E27FC236}">
                <a16:creationId xmlns:a16="http://schemas.microsoft.com/office/drawing/2014/main" id="{757AAD92-86A9-7F4C-9B8F-962DD896011A}"/>
              </a:ext>
            </a:extLst>
          </p:cNvPr>
          <p:cNvSpPr>
            <a:spLocks noChangeShapeType="1"/>
          </p:cNvSpPr>
          <p:nvPr/>
        </p:nvSpPr>
        <p:spPr bwMode="auto">
          <a:xfrm>
            <a:off x="6766892" y="3949350"/>
            <a:ext cx="381000" cy="0"/>
          </a:xfrm>
          <a:prstGeom prst="line">
            <a:avLst/>
          </a:prstGeom>
          <a:noFill/>
          <a:ln w="25400">
            <a:solidFill>
              <a:schemeClr val="tx2"/>
            </a:solidFill>
            <a:round/>
            <a:headEnd/>
            <a:tailEnd type="arrow" w="sm" len="med"/>
          </a:ln>
          <a:extLst>
            <a:ext uri="{909E8E84-426E-40DD-AFC4-6F175D3DCCD1}">
              <a14:hiddenFill xmlns:a14="http://schemas.microsoft.com/office/drawing/2010/main">
                <a:noFill/>
              </a14:hiddenFill>
            </a:ext>
          </a:extLst>
        </p:spPr>
        <p:txBody>
          <a:bodyPr/>
          <a:lstStyle/>
          <a:p>
            <a:pPr marL="0" marR="0" lvl="0" indent="0" algn="l" defTabSz="812810" rtl="0" eaLnBrk="1" fontAlgn="auto" latinLnBrk="0" hangingPunct="1">
              <a:lnSpc>
                <a:spcPct val="100000"/>
              </a:lnSpc>
              <a:spcBef>
                <a:spcPts val="0"/>
              </a:spcBef>
              <a:spcAft>
                <a:spcPts val="0"/>
              </a:spcAft>
              <a:buClrTx/>
              <a:buSzTx/>
              <a:buFontTx/>
              <a:buNone/>
              <a:tabLst/>
              <a:defRPr/>
            </a:pPr>
            <a:endParaRPr kumimoji="0" lang="en-US" sz="3200" b="0"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23" name="Text Box 59">
            <a:extLst>
              <a:ext uri="{FF2B5EF4-FFF2-40B4-BE49-F238E27FC236}">
                <a16:creationId xmlns:a16="http://schemas.microsoft.com/office/drawing/2014/main" id="{B31248A5-991C-4F45-9230-DA64FC5FF792}"/>
              </a:ext>
            </a:extLst>
          </p:cNvPr>
          <p:cNvSpPr txBox="1">
            <a:spLocks noChangeArrowheads="1"/>
          </p:cNvSpPr>
          <p:nvPr/>
        </p:nvSpPr>
        <p:spPr bwMode="auto">
          <a:xfrm>
            <a:off x="2750376" y="3783093"/>
            <a:ext cx="4004617"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rgbClr val="FF9900"/>
              </a:buClr>
              <a:buChar char="•"/>
              <a:defRPr sz="3200" b="1">
                <a:solidFill>
                  <a:srgbClr val="01035B"/>
                </a:solidFill>
                <a:latin typeface="Arial" panose="020B0604020202020204" pitchFamily="34" charset="0"/>
              </a:defRPr>
            </a:lvl1pPr>
            <a:lvl2pPr marL="742950" indent="-285750">
              <a:spcBef>
                <a:spcPct val="20000"/>
              </a:spcBef>
              <a:buClr>
                <a:srgbClr val="FF9900"/>
              </a:buClr>
              <a:buChar char="–"/>
              <a:defRPr sz="2800" b="1">
                <a:solidFill>
                  <a:srgbClr val="01035B"/>
                </a:solidFill>
                <a:latin typeface="Arial" panose="020B0604020202020204" pitchFamily="34" charset="0"/>
              </a:defRPr>
            </a:lvl2pPr>
            <a:lvl3pPr marL="1143000" indent="-228600">
              <a:spcBef>
                <a:spcPct val="20000"/>
              </a:spcBef>
              <a:buClr>
                <a:srgbClr val="FF9900"/>
              </a:buClr>
              <a:buChar char="•"/>
              <a:defRPr sz="2400" b="1">
                <a:solidFill>
                  <a:srgbClr val="01035B"/>
                </a:solidFill>
                <a:latin typeface="Arial" panose="020B0604020202020204" pitchFamily="34" charset="0"/>
              </a:defRPr>
            </a:lvl3pPr>
            <a:lvl4pPr marL="1600200" indent="-228600">
              <a:spcBef>
                <a:spcPct val="20000"/>
              </a:spcBef>
              <a:buClr>
                <a:srgbClr val="FF9900"/>
              </a:buClr>
              <a:buChar char="–"/>
              <a:defRPr sz="2000" b="1">
                <a:solidFill>
                  <a:srgbClr val="01035B"/>
                </a:solidFill>
                <a:latin typeface="Arial" panose="020B0604020202020204" pitchFamily="34" charset="0"/>
              </a:defRPr>
            </a:lvl4pPr>
            <a:lvl5pPr marL="2057400" indent="-228600">
              <a:spcBef>
                <a:spcPct val="20000"/>
              </a:spcBef>
              <a:buClr>
                <a:srgbClr val="FF9900"/>
              </a:buClr>
              <a:buChar char="»"/>
              <a:defRPr sz="2000" b="1">
                <a:solidFill>
                  <a:srgbClr val="01035B"/>
                </a:solidFill>
                <a:latin typeface="Arial" panose="020B0604020202020204" pitchFamily="34" charset="0"/>
              </a:defRPr>
            </a:lvl5pPr>
            <a:lvl6pPr marL="25146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6pPr>
            <a:lvl7pPr marL="29718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7pPr>
            <a:lvl8pPr marL="34290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8pPr>
            <a:lvl9pPr marL="38862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9pPr>
          </a:lstStyle>
          <a:p>
            <a:pPr marL="0" marR="0" lvl="0" indent="0" algn="r" defTabSz="812810" rtl="0" eaLnBrk="1" fontAlgn="auto" latinLnBrk="0" hangingPunct="1">
              <a:lnSpc>
                <a:spcPct val="100000"/>
              </a:lnSpc>
              <a:spcBef>
                <a:spcPct val="0"/>
              </a:spcBef>
              <a:spcAft>
                <a:spcPts val="0"/>
              </a:spcAft>
              <a:buClrTx/>
              <a:buSzTx/>
              <a:buFontTx/>
              <a:buNone/>
              <a:tabLst/>
              <a:defRPr/>
            </a:pPr>
            <a:r>
              <a:rPr kumimoji="0" lang="en-US" altLang="en-US" sz="1600" b="0" i="0" u="none" strike="noStrike" kern="1200" cap="none" spc="0" normalizeH="0" baseline="0" noProof="0">
                <a:ln>
                  <a:noFill/>
                </a:ln>
                <a:solidFill>
                  <a:srgbClr val="00274C"/>
                </a:solidFill>
                <a:effectLst/>
                <a:uLnTx/>
                <a:uFillTx/>
                <a:latin typeface="Arial" panose="020B0604020202020204" pitchFamily="34" charset="0"/>
                <a:ea typeface="+mn-ea"/>
                <a:cs typeface="Arial" panose="020B0604020202020204" pitchFamily="34" charset="0"/>
              </a:rPr>
              <a:t>Aluminum electrolysis plant 1.54·10</a:t>
            </a:r>
            <a:r>
              <a:rPr kumimoji="0" lang="en-US" altLang="en-US" sz="1600" b="0" i="0" u="none" strike="noStrike" kern="1200" cap="none" spc="0" normalizeH="0" baseline="30000" noProof="0">
                <a:ln>
                  <a:noFill/>
                </a:ln>
                <a:solidFill>
                  <a:srgbClr val="00274C"/>
                </a:solidFill>
                <a:effectLst/>
                <a:uLnTx/>
                <a:uFillTx/>
                <a:latin typeface="Arial" panose="020B0604020202020204" pitchFamily="34" charset="0"/>
                <a:ea typeface="+mn-ea"/>
                <a:cs typeface="Arial" panose="020B0604020202020204" pitchFamily="34" charset="0"/>
              </a:rPr>
              <a:t>-10</a:t>
            </a:r>
            <a:r>
              <a:rPr kumimoji="0" lang="en-US" altLang="en-US" sz="1600" b="0" i="0" u="none" strike="noStrike" kern="1200" cap="none" spc="0" normalizeH="0" baseline="0" noProof="0">
                <a:ln>
                  <a:noFill/>
                </a:ln>
                <a:solidFill>
                  <a:srgbClr val="00274C"/>
                </a:solidFill>
                <a:effectLst/>
                <a:uLnTx/>
                <a:uFillTx/>
                <a:latin typeface="Arial" panose="020B0604020202020204" pitchFamily="34" charset="0"/>
                <a:ea typeface="+mn-ea"/>
                <a:cs typeface="Arial" panose="020B0604020202020204" pitchFamily="34" charset="0"/>
              </a:rPr>
              <a:t> p</a:t>
            </a:r>
          </a:p>
        </p:txBody>
      </p:sp>
      <p:sp>
        <p:nvSpPr>
          <p:cNvPr id="24" name="Line 57">
            <a:extLst>
              <a:ext uri="{FF2B5EF4-FFF2-40B4-BE49-F238E27FC236}">
                <a16:creationId xmlns:a16="http://schemas.microsoft.com/office/drawing/2014/main" id="{26E6533B-DA82-EA48-ABD2-81CC9D706E46}"/>
              </a:ext>
            </a:extLst>
          </p:cNvPr>
          <p:cNvSpPr>
            <a:spLocks noChangeShapeType="1"/>
          </p:cNvSpPr>
          <p:nvPr/>
        </p:nvSpPr>
        <p:spPr bwMode="auto">
          <a:xfrm>
            <a:off x="6752605" y="2686697"/>
            <a:ext cx="381000" cy="0"/>
          </a:xfrm>
          <a:prstGeom prst="line">
            <a:avLst/>
          </a:prstGeom>
          <a:noFill/>
          <a:ln w="25400">
            <a:solidFill>
              <a:schemeClr val="tx2"/>
            </a:solidFill>
            <a:round/>
            <a:headEnd/>
            <a:tailEnd type="arrow" w="sm" len="med"/>
          </a:ln>
          <a:extLst>
            <a:ext uri="{909E8E84-426E-40DD-AFC4-6F175D3DCCD1}">
              <a14:hiddenFill xmlns:a14="http://schemas.microsoft.com/office/drawing/2010/main">
                <a:noFill/>
              </a14:hiddenFill>
            </a:ext>
          </a:extLst>
        </p:spPr>
        <p:txBody>
          <a:bodyPr/>
          <a:lstStyle/>
          <a:p>
            <a:pPr marL="0" marR="0" lvl="0" indent="0" algn="l" defTabSz="812810" rtl="0" eaLnBrk="1" fontAlgn="auto" latinLnBrk="0" hangingPunct="1">
              <a:lnSpc>
                <a:spcPct val="100000"/>
              </a:lnSpc>
              <a:spcBef>
                <a:spcPts val="0"/>
              </a:spcBef>
              <a:spcAft>
                <a:spcPts val="0"/>
              </a:spcAft>
              <a:buClrTx/>
              <a:buSzTx/>
              <a:buFontTx/>
              <a:buNone/>
              <a:tabLst/>
              <a:defRPr/>
            </a:pPr>
            <a:endParaRPr kumimoji="0" lang="en-US" sz="3200" b="0" i="0" u="none" strike="noStrike" kern="1200" cap="none" spc="0" normalizeH="0" baseline="0" noProof="0" dirty="0">
              <a:ln>
                <a:noFill/>
              </a:ln>
              <a:solidFill>
                <a:srgbClr val="000000"/>
              </a:solidFill>
              <a:effectLst/>
              <a:uLnTx/>
              <a:uFillTx/>
              <a:latin typeface="Arial" panose="020B0604020202020204"/>
              <a:ea typeface="+mn-ea"/>
              <a:cs typeface="+mn-cs"/>
            </a:endParaRPr>
          </a:p>
        </p:txBody>
      </p:sp>
      <p:sp>
        <p:nvSpPr>
          <p:cNvPr id="25" name="Text Box 59">
            <a:extLst>
              <a:ext uri="{FF2B5EF4-FFF2-40B4-BE49-F238E27FC236}">
                <a16:creationId xmlns:a16="http://schemas.microsoft.com/office/drawing/2014/main" id="{7E8875EC-0963-D648-85ED-32A41DB49492}"/>
              </a:ext>
            </a:extLst>
          </p:cNvPr>
          <p:cNvSpPr txBox="1">
            <a:spLocks noChangeArrowheads="1"/>
          </p:cNvSpPr>
          <p:nvPr/>
        </p:nvSpPr>
        <p:spPr bwMode="auto">
          <a:xfrm>
            <a:off x="4034571" y="2470797"/>
            <a:ext cx="2720422"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rgbClr val="FF9900"/>
              </a:buClr>
              <a:buChar char="•"/>
              <a:defRPr sz="3200" b="1">
                <a:solidFill>
                  <a:srgbClr val="01035B"/>
                </a:solidFill>
                <a:latin typeface="Arial" panose="020B0604020202020204" pitchFamily="34" charset="0"/>
              </a:defRPr>
            </a:lvl1pPr>
            <a:lvl2pPr marL="742950" indent="-285750">
              <a:spcBef>
                <a:spcPct val="20000"/>
              </a:spcBef>
              <a:buClr>
                <a:srgbClr val="FF9900"/>
              </a:buClr>
              <a:buChar char="–"/>
              <a:defRPr sz="2800" b="1">
                <a:solidFill>
                  <a:srgbClr val="01035B"/>
                </a:solidFill>
                <a:latin typeface="Arial" panose="020B0604020202020204" pitchFamily="34" charset="0"/>
              </a:defRPr>
            </a:lvl2pPr>
            <a:lvl3pPr marL="1143000" indent="-228600">
              <a:spcBef>
                <a:spcPct val="20000"/>
              </a:spcBef>
              <a:buClr>
                <a:srgbClr val="FF9900"/>
              </a:buClr>
              <a:buChar char="•"/>
              <a:defRPr sz="2400" b="1">
                <a:solidFill>
                  <a:srgbClr val="01035B"/>
                </a:solidFill>
                <a:latin typeface="Arial" panose="020B0604020202020204" pitchFamily="34" charset="0"/>
              </a:defRPr>
            </a:lvl3pPr>
            <a:lvl4pPr marL="1600200" indent="-228600">
              <a:spcBef>
                <a:spcPct val="20000"/>
              </a:spcBef>
              <a:buClr>
                <a:srgbClr val="FF9900"/>
              </a:buClr>
              <a:buChar char="–"/>
              <a:defRPr sz="2000" b="1">
                <a:solidFill>
                  <a:srgbClr val="01035B"/>
                </a:solidFill>
                <a:latin typeface="Arial" panose="020B0604020202020204" pitchFamily="34" charset="0"/>
              </a:defRPr>
            </a:lvl4pPr>
            <a:lvl5pPr marL="2057400" indent="-228600">
              <a:spcBef>
                <a:spcPct val="20000"/>
              </a:spcBef>
              <a:buClr>
                <a:srgbClr val="FF9900"/>
              </a:buClr>
              <a:buChar char="»"/>
              <a:defRPr sz="2000" b="1">
                <a:solidFill>
                  <a:srgbClr val="01035B"/>
                </a:solidFill>
                <a:latin typeface="Arial" panose="020B0604020202020204" pitchFamily="34" charset="0"/>
              </a:defRPr>
            </a:lvl5pPr>
            <a:lvl6pPr marL="25146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6pPr>
            <a:lvl7pPr marL="29718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7pPr>
            <a:lvl8pPr marL="34290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8pPr>
            <a:lvl9pPr marL="38862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9pPr>
          </a:lstStyle>
          <a:p>
            <a:pPr marL="0" marR="0" lvl="0" indent="0" algn="r" defTabSz="812810" rtl="0" eaLnBrk="1" fontAlgn="auto" latinLnBrk="0" hangingPunct="1">
              <a:lnSpc>
                <a:spcPct val="100000"/>
              </a:lnSpc>
              <a:spcBef>
                <a:spcPct val="0"/>
              </a:spcBef>
              <a:spcAft>
                <a:spcPts val="0"/>
              </a:spcAft>
              <a:buClrTx/>
              <a:buSzTx/>
              <a:buFontTx/>
              <a:buNone/>
              <a:tabLst/>
              <a:defRPr/>
            </a:pPr>
            <a:r>
              <a:rPr kumimoji="0" lang="en-US" altLang="en-US" sz="1600" b="0" i="0" u="none" strike="noStrike" kern="1200" cap="none" spc="0" normalizeH="0" baseline="0" noProof="0" dirty="0">
                <a:ln>
                  <a:noFill/>
                </a:ln>
                <a:solidFill>
                  <a:srgbClr val="00274C"/>
                </a:solidFill>
                <a:effectLst/>
                <a:uLnTx/>
                <a:uFillTx/>
                <a:latin typeface="Arial" panose="020B0604020202020204" pitchFamily="34" charset="0"/>
                <a:ea typeface="+mn-ea"/>
                <a:cs typeface="Arial" panose="020B0604020202020204" pitchFamily="34" charset="0"/>
              </a:rPr>
              <a:t>Aluminum oxide 1.93 kg</a:t>
            </a:r>
          </a:p>
        </p:txBody>
      </p:sp>
      <p:sp>
        <p:nvSpPr>
          <p:cNvPr id="26" name="Line 57">
            <a:extLst>
              <a:ext uri="{FF2B5EF4-FFF2-40B4-BE49-F238E27FC236}">
                <a16:creationId xmlns:a16="http://schemas.microsoft.com/office/drawing/2014/main" id="{B98DB962-0FDA-6D4D-8811-A37DB731518C}"/>
              </a:ext>
            </a:extLst>
          </p:cNvPr>
          <p:cNvSpPr>
            <a:spLocks noChangeShapeType="1"/>
          </p:cNvSpPr>
          <p:nvPr/>
        </p:nvSpPr>
        <p:spPr bwMode="auto">
          <a:xfrm>
            <a:off x="6752605" y="3117498"/>
            <a:ext cx="381000" cy="0"/>
          </a:xfrm>
          <a:prstGeom prst="line">
            <a:avLst/>
          </a:prstGeom>
          <a:noFill/>
          <a:ln w="25400">
            <a:solidFill>
              <a:schemeClr val="tx2"/>
            </a:solidFill>
            <a:round/>
            <a:headEnd/>
            <a:tailEnd type="arrow" w="sm" len="med"/>
          </a:ln>
          <a:extLst>
            <a:ext uri="{909E8E84-426E-40DD-AFC4-6F175D3DCCD1}">
              <a14:hiddenFill xmlns:a14="http://schemas.microsoft.com/office/drawing/2010/main">
                <a:noFill/>
              </a14:hiddenFill>
            </a:ext>
          </a:extLst>
        </p:spPr>
        <p:txBody>
          <a:bodyPr/>
          <a:lstStyle/>
          <a:p>
            <a:pPr marL="0" marR="0" lvl="0" indent="0" algn="l" defTabSz="812810" rtl="0" eaLnBrk="1" fontAlgn="auto" latinLnBrk="0" hangingPunct="1">
              <a:lnSpc>
                <a:spcPct val="100000"/>
              </a:lnSpc>
              <a:spcBef>
                <a:spcPts val="0"/>
              </a:spcBef>
              <a:spcAft>
                <a:spcPts val="0"/>
              </a:spcAft>
              <a:buClrTx/>
              <a:buSzTx/>
              <a:buFontTx/>
              <a:buNone/>
              <a:tabLst/>
              <a:defRPr/>
            </a:pPr>
            <a:endParaRPr kumimoji="0" lang="en-US" sz="3200" b="0"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27" name="Text Box 59">
            <a:extLst>
              <a:ext uri="{FF2B5EF4-FFF2-40B4-BE49-F238E27FC236}">
                <a16:creationId xmlns:a16="http://schemas.microsoft.com/office/drawing/2014/main" id="{24775027-08F4-5541-98D7-F27655C79B85}"/>
              </a:ext>
            </a:extLst>
          </p:cNvPr>
          <p:cNvSpPr txBox="1">
            <a:spLocks noChangeArrowheads="1"/>
          </p:cNvSpPr>
          <p:nvPr/>
        </p:nvSpPr>
        <p:spPr bwMode="auto">
          <a:xfrm>
            <a:off x="2857689" y="2908229"/>
            <a:ext cx="3897304"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rgbClr val="FF9900"/>
              </a:buClr>
              <a:buChar char="•"/>
              <a:defRPr sz="3200" b="1">
                <a:solidFill>
                  <a:srgbClr val="01035B"/>
                </a:solidFill>
                <a:latin typeface="Arial" panose="020B0604020202020204" pitchFamily="34" charset="0"/>
              </a:defRPr>
            </a:lvl1pPr>
            <a:lvl2pPr marL="742950" indent="-285750">
              <a:spcBef>
                <a:spcPct val="20000"/>
              </a:spcBef>
              <a:buClr>
                <a:srgbClr val="FF9900"/>
              </a:buClr>
              <a:buChar char="–"/>
              <a:defRPr sz="2800" b="1">
                <a:solidFill>
                  <a:srgbClr val="01035B"/>
                </a:solidFill>
                <a:latin typeface="Arial" panose="020B0604020202020204" pitchFamily="34" charset="0"/>
              </a:defRPr>
            </a:lvl2pPr>
            <a:lvl3pPr marL="1143000" indent="-228600">
              <a:spcBef>
                <a:spcPct val="20000"/>
              </a:spcBef>
              <a:buClr>
                <a:srgbClr val="FF9900"/>
              </a:buClr>
              <a:buChar char="•"/>
              <a:defRPr sz="2400" b="1">
                <a:solidFill>
                  <a:srgbClr val="01035B"/>
                </a:solidFill>
                <a:latin typeface="Arial" panose="020B0604020202020204" pitchFamily="34" charset="0"/>
              </a:defRPr>
            </a:lvl3pPr>
            <a:lvl4pPr marL="1600200" indent="-228600">
              <a:spcBef>
                <a:spcPct val="20000"/>
              </a:spcBef>
              <a:buClr>
                <a:srgbClr val="FF9900"/>
              </a:buClr>
              <a:buChar char="–"/>
              <a:defRPr sz="2000" b="1">
                <a:solidFill>
                  <a:srgbClr val="01035B"/>
                </a:solidFill>
                <a:latin typeface="Arial" panose="020B0604020202020204" pitchFamily="34" charset="0"/>
              </a:defRPr>
            </a:lvl4pPr>
            <a:lvl5pPr marL="2057400" indent="-228600">
              <a:spcBef>
                <a:spcPct val="20000"/>
              </a:spcBef>
              <a:buClr>
                <a:srgbClr val="FF9900"/>
              </a:buClr>
              <a:buChar char="»"/>
              <a:defRPr sz="2000" b="1">
                <a:solidFill>
                  <a:srgbClr val="01035B"/>
                </a:solidFill>
                <a:latin typeface="Arial" panose="020B0604020202020204" pitchFamily="34" charset="0"/>
              </a:defRPr>
            </a:lvl5pPr>
            <a:lvl6pPr marL="25146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6pPr>
            <a:lvl7pPr marL="29718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7pPr>
            <a:lvl8pPr marL="34290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8pPr>
            <a:lvl9pPr marL="38862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9pPr>
          </a:lstStyle>
          <a:p>
            <a:pPr marL="0" marR="0" lvl="0" indent="0" algn="r" defTabSz="812810" rtl="0" eaLnBrk="1" fontAlgn="auto" latinLnBrk="0" hangingPunct="1">
              <a:lnSpc>
                <a:spcPct val="100000"/>
              </a:lnSpc>
              <a:spcBef>
                <a:spcPct val="0"/>
              </a:spcBef>
              <a:spcAft>
                <a:spcPts val="0"/>
              </a:spcAft>
              <a:buClrTx/>
              <a:buSzTx/>
              <a:buFontTx/>
              <a:buNone/>
              <a:tabLst/>
              <a:defRPr/>
            </a:pPr>
            <a:r>
              <a:rPr kumimoji="0" lang="en-US" altLang="en-US" sz="1600" b="0" i="0" u="none" strike="noStrike" kern="1200" cap="none" spc="0" normalizeH="0" baseline="0" noProof="0">
                <a:ln>
                  <a:noFill/>
                </a:ln>
                <a:solidFill>
                  <a:srgbClr val="00274C"/>
                </a:solidFill>
                <a:effectLst/>
                <a:uLnTx/>
                <a:uFillTx/>
                <a:latin typeface="Arial" panose="020B0604020202020204" pitchFamily="34" charset="0"/>
                <a:ea typeface="+mn-ea"/>
                <a:cs typeface="Arial" panose="020B0604020202020204" pitchFamily="34" charset="0"/>
              </a:rPr>
              <a:t>Anode, aluminum electrolysis 0.448 kg</a:t>
            </a:r>
          </a:p>
        </p:txBody>
      </p:sp>
      <p:sp>
        <p:nvSpPr>
          <p:cNvPr id="28" name="Line 57">
            <a:extLst>
              <a:ext uri="{FF2B5EF4-FFF2-40B4-BE49-F238E27FC236}">
                <a16:creationId xmlns:a16="http://schemas.microsoft.com/office/drawing/2014/main" id="{6D2EFDF5-083A-DF43-9C0C-205F594DCF11}"/>
              </a:ext>
            </a:extLst>
          </p:cNvPr>
          <p:cNvSpPr>
            <a:spLocks noChangeShapeType="1"/>
          </p:cNvSpPr>
          <p:nvPr/>
        </p:nvSpPr>
        <p:spPr bwMode="auto">
          <a:xfrm>
            <a:off x="6770067" y="3550886"/>
            <a:ext cx="381000" cy="0"/>
          </a:xfrm>
          <a:prstGeom prst="line">
            <a:avLst/>
          </a:prstGeom>
          <a:noFill/>
          <a:ln w="25400">
            <a:solidFill>
              <a:schemeClr val="tx2"/>
            </a:solidFill>
            <a:round/>
            <a:headEnd/>
            <a:tailEnd type="arrow" w="sm" len="med"/>
          </a:ln>
          <a:extLst>
            <a:ext uri="{909E8E84-426E-40DD-AFC4-6F175D3DCCD1}">
              <a14:hiddenFill xmlns:a14="http://schemas.microsoft.com/office/drawing/2010/main">
                <a:noFill/>
              </a14:hiddenFill>
            </a:ext>
          </a:extLst>
        </p:spPr>
        <p:txBody>
          <a:bodyPr/>
          <a:lstStyle/>
          <a:p>
            <a:pPr marL="0" marR="0" lvl="0" indent="0" algn="l" defTabSz="812810" rtl="0" eaLnBrk="1" fontAlgn="auto" latinLnBrk="0" hangingPunct="1">
              <a:lnSpc>
                <a:spcPct val="100000"/>
              </a:lnSpc>
              <a:spcBef>
                <a:spcPts val="0"/>
              </a:spcBef>
              <a:spcAft>
                <a:spcPts val="0"/>
              </a:spcAft>
              <a:buClrTx/>
              <a:buSzTx/>
              <a:buFontTx/>
              <a:buNone/>
              <a:tabLst/>
              <a:defRPr/>
            </a:pPr>
            <a:endParaRPr kumimoji="0" lang="en-US" sz="3200" b="0"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29" name="Text Box 59">
            <a:extLst>
              <a:ext uri="{FF2B5EF4-FFF2-40B4-BE49-F238E27FC236}">
                <a16:creationId xmlns:a16="http://schemas.microsoft.com/office/drawing/2014/main" id="{92CABD30-92C9-6441-93E1-C9D63C67F3C3}"/>
              </a:ext>
            </a:extLst>
          </p:cNvPr>
          <p:cNvSpPr txBox="1">
            <a:spLocks noChangeArrowheads="1"/>
          </p:cNvSpPr>
          <p:nvPr/>
        </p:nvSpPr>
        <p:spPr bwMode="auto">
          <a:xfrm>
            <a:off x="2525014" y="3345661"/>
            <a:ext cx="4229979"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rgbClr val="FF9900"/>
              </a:buClr>
              <a:buChar char="•"/>
              <a:defRPr sz="3200" b="1">
                <a:solidFill>
                  <a:srgbClr val="01035B"/>
                </a:solidFill>
                <a:latin typeface="Arial" panose="020B0604020202020204" pitchFamily="34" charset="0"/>
              </a:defRPr>
            </a:lvl1pPr>
            <a:lvl2pPr marL="742950" indent="-285750">
              <a:spcBef>
                <a:spcPct val="20000"/>
              </a:spcBef>
              <a:buClr>
                <a:srgbClr val="FF9900"/>
              </a:buClr>
              <a:buChar char="–"/>
              <a:defRPr sz="2800" b="1">
                <a:solidFill>
                  <a:srgbClr val="01035B"/>
                </a:solidFill>
                <a:latin typeface="Arial" panose="020B0604020202020204" pitchFamily="34" charset="0"/>
              </a:defRPr>
            </a:lvl2pPr>
            <a:lvl3pPr marL="1143000" indent="-228600">
              <a:spcBef>
                <a:spcPct val="20000"/>
              </a:spcBef>
              <a:buClr>
                <a:srgbClr val="FF9900"/>
              </a:buClr>
              <a:buChar char="•"/>
              <a:defRPr sz="2400" b="1">
                <a:solidFill>
                  <a:srgbClr val="01035B"/>
                </a:solidFill>
                <a:latin typeface="Arial" panose="020B0604020202020204" pitchFamily="34" charset="0"/>
              </a:defRPr>
            </a:lvl3pPr>
            <a:lvl4pPr marL="1600200" indent="-228600">
              <a:spcBef>
                <a:spcPct val="20000"/>
              </a:spcBef>
              <a:buClr>
                <a:srgbClr val="FF9900"/>
              </a:buClr>
              <a:buChar char="–"/>
              <a:defRPr sz="2000" b="1">
                <a:solidFill>
                  <a:srgbClr val="01035B"/>
                </a:solidFill>
                <a:latin typeface="Arial" panose="020B0604020202020204" pitchFamily="34" charset="0"/>
              </a:defRPr>
            </a:lvl4pPr>
            <a:lvl5pPr marL="2057400" indent="-228600">
              <a:spcBef>
                <a:spcPct val="20000"/>
              </a:spcBef>
              <a:buClr>
                <a:srgbClr val="FF9900"/>
              </a:buClr>
              <a:buChar char="»"/>
              <a:defRPr sz="2000" b="1">
                <a:solidFill>
                  <a:srgbClr val="01035B"/>
                </a:solidFill>
                <a:latin typeface="Arial" panose="020B0604020202020204" pitchFamily="34" charset="0"/>
              </a:defRPr>
            </a:lvl5pPr>
            <a:lvl6pPr marL="25146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6pPr>
            <a:lvl7pPr marL="29718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7pPr>
            <a:lvl8pPr marL="34290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8pPr>
            <a:lvl9pPr marL="38862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9pPr>
          </a:lstStyle>
          <a:p>
            <a:pPr marL="0" marR="0" lvl="0" indent="0" algn="r" defTabSz="812810" rtl="0" eaLnBrk="1" fontAlgn="auto" latinLnBrk="0" hangingPunct="1">
              <a:lnSpc>
                <a:spcPct val="100000"/>
              </a:lnSpc>
              <a:spcBef>
                <a:spcPct val="0"/>
              </a:spcBef>
              <a:spcAft>
                <a:spcPts val="0"/>
              </a:spcAft>
              <a:buClrTx/>
              <a:buSzTx/>
              <a:buFontTx/>
              <a:buNone/>
              <a:tabLst/>
              <a:defRPr/>
            </a:pPr>
            <a:r>
              <a:rPr kumimoji="0" lang="en-US" altLang="en-US" sz="1600" b="0" i="0" u="none" strike="noStrike" kern="1200" cap="none" spc="0" normalizeH="0" baseline="0" noProof="0">
                <a:ln>
                  <a:noFill/>
                </a:ln>
                <a:solidFill>
                  <a:srgbClr val="00274C"/>
                </a:solidFill>
                <a:effectLst/>
                <a:uLnTx/>
                <a:uFillTx/>
                <a:latin typeface="Arial" panose="020B0604020202020204" pitchFamily="34" charset="0"/>
                <a:ea typeface="+mn-ea"/>
                <a:cs typeface="Arial" panose="020B0604020202020204" pitchFamily="34" charset="0"/>
              </a:rPr>
              <a:t>Cathode, aluminum electrolysis 0.0181 kg</a:t>
            </a:r>
          </a:p>
        </p:txBody>
      </p:sp>
      <p:sp>
        <p:nvSpPr>
          <p:cNvPr id="30" name="Line 53">
            <a:extLst>
              <a:ext uri="{FF2B5EF4-FFF2-40B4-BE49-F238E27FC236}">
                <a16:creationId xmlns:a16="http://schemas.microsoft.com/office/drawing/2014/main" id="{33EB04B2-4723-BA4D-8FD9-2BECA7A131EA}"/>
              </a:ext>
            </a:extLst>
          </p:cNvPr>
          <p:cNvSpPr>
            <a:spLocks noChangeShapeType="1"/>
          </p:cNvSpPr>
          <p:nvPr/>
        </p:nvSpPr>
        <p:spPr bwMode="auto">
          <a:xfrm>
            <a:off x="8978282" y="5934975"/>
            <a:ext cx="381000" cy="0"/>
          </a:xfrm>
          <a:prstGeom prst="line">
            <a:avLst/>
          </a:prstGeom>
          <a:noFill/>
          <a:ln w="25400">
            <a:solidFill>
              <a:schemeClr val="tx2"/>
            </a:solidFill>
            <a:round/>
            <a:headEnd/>
            <a:tailEnd type="arrow" w="sm" len="med"/>
          </a:ln>
          <a:extLst>
            <a:ext uri="{909E8E84-426E-40DD-AFC4-6F175D3DCCD1}">
              <a14:hiddenFill xmlns:a14="http://schemas.microsoft.com/office/drawing/2010/main">
                <a:noFill/>
              </a14:hiddenFill>
            </a:ext>
          </a:extLst>
        </p:spPr>
        <p:txBody>
          <a:bodyPr/>
          <a:lstStyle/>
          <a:p>
            <a:pPr marL="0" marR="0" lvl="0" indent="0" algn="l" defTabSz="812810" rtl="0" eaLnBrk="1" fontAlgn="auto" latinLnBrk="0" hangingPunct="1">
              <a:lnSpc>
                <a:spcPct val="100000"/>
              </a:lnSpc>
              <a:spcBef>
                <a:spcPts val="0"/>
              </a:spcBef>
              <a:spcAft>
                <a:spcPts val="0"/>
              </a:spcAft>
              <a:buClrTx/>
              <a:buSzTx/>
              <a:buFontTx/>
              <a:buNone/>
              <a:tabLst/>
              <a:defRPr/>
            </a:pPr>
            <a:endParaRPr kumimoji="0" lang="en-US" sz="3200" b="0"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31" name="Text Box 54">
            <a:extLst>
              <a:ext uri="{FF2B5EF4-FFF2-40B4-BE49-F238E27FC236}">
                <a16:creationId xmlns:a16="http://schemas.microsoft.com/office/drawing/2014/main" id="{A34840B6-2300-4C47-896B-5A0A76A7FBB6}"/>
              </a:ext>
            </a:extLst>
          </p:cNvPr>
          <p:cNvSpPr txBox="1">
            <a:spLocks noChangeArrowheads="1"/>
          </p:cNvSpPr>
          <p:nvPr/>
        </p:nvSpPr>
        <p:spPr bwMode="auto">
          <a:xfrm>
            <a:off x="9402547" y="5736879"/>
            <a:ext cx="4603958"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rgbClr val="FF9900"/>
              </a:buClr>
              <a:buChar char="•"/>
              <a:defRPr sz="3200" b="1">
                <a:solidFill>
                  <a:srgbClr val="01035B"/>
                </a:solidFill>
                <a:latin typeface="Arial" panose="020B0604020202020204" pitchFamily="34" charset="0"/>
              </a:defRPr>
            </a:lvl1pPr>
            <a:lvl2pPr marL="742950" indent="-285750">
              <a:spcBef>
                <a:spcPct val="20000"/>
              </a:spcBef>
              <a:buClr>
                <a:srgbClr val="FF9900"/>
              </a:buClr>
              <a:buChar char="–"/>
              <a:defRPr sz="2800" b="1">
                <a:solidFill>
                  <a:srgbClr val="01035B"/>
                </a:solidFill>
                <a:latin typeface="Arial" panose="020B0604020202020204" pitchFamily="34" charset="0"/>
              </a:defRPr>
            </a:lvl2pPr>
            <a:lvl3pPr marL="1143000" indent="-228600">
              <a:spcBef>
                <a:spcPct val="20000"/>
              </a:spcBef>
              <a:buClr>
                <a:srgbClr val="FF9900"/>
              </a:buClr>
              <a:buChar char="•"/>
              <a:defRPr sz="2400" b="1">
                <a:solidFill>
                  <a:srgbClr val="01035B"/>
                </a:solidFill>
                <a:latin typeface="Arial" panose="020B0604020202020204" pitchFamily="34" charset="0"/>
              </a:defRPr>
            </a:lvl3pPr>
            <a:lvl4pPr marL="1600200" indent="-228600">
              <a:spcBef>
                <a:spcPct val="20000"/>
              </a:spcBef>
              <a:buClr>
                <a:srgbClr val="FF9900"/>
              </a:buClr>
              <a:buChar char="–"/>
              <a:defRPr sz="2000" b="1">
                <a:solidFill>
                  <a:srgbClr val="01035B"/>
                </a:solidFill>
                <a:latin typeface="Arial" panose="020B0604020202020204" pitchFamily="34" charset="0"/>
              </a:defRPr>
            </a:lvl4pPr>
            <a:lvl5pPr marL="2057400" indent="-228600">
              <a:spcBef>
                <a:spcPct val="20000"/>
              </a:spcBef>
              <a:buClr>
                <a:srgbClr val="FF9900"/>
              </a:buClr>
              <a:buChar char="»"/>
              <a:defRPr sz="2000" b="1">
                <a:solidFill>
                  <a:srgbClr val="01035B"/>
                </a:solidFill>
                <a:latin typeface="Arial" panose="020B0604020202020204" pitchFamily="34" charset="0"/>
              </a:defRPr>
            </a:lvl5pPr>
            <a:lvl6pPr marL="25146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6pPr>
            <a:lvl7pPr marL="29718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7pPr>
            <a:lvl8pPr marL="34290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8pPr>
            <a:lvl9pPr marL="38862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9pPr>
          </a:lstStyle>
          <a:p>
            <a:pPr marL="0" marR="0" lvl="0" indent="0" algn="l" defTabSz="812810" rtl="0" eaLnBrk="1" fontAlgn="auto" latinLnBrk="0" hangingPunct="1">
              <a:lnSpc>
                <a:spcPct val="100000"/>
              </a:lnSpc>
              <a:spcBef>
                <a:spcPct val="0"/>
              </a:spcBef>
              <a:spcAft>
                <a:spcPts val="0"/>
              </a:spcAft>
              <a:buClrTx/>
              <a:buSzTx/>
              <a:buFontTx/>
              <a:buNone/>
              <a:tabLst/>
              <a:defRPr/>
            </a:pPr>
            <a:r>
              <a:rPr kumimoji="0" lang="en-US" altLang="en-US" sz="1600" b="0" i="0" u="none" strike="noStrike" kern="1200" cap="none" spc="0" normalizeH="0" baseline="0" noProof="0" dirty="0">
                <a:ln>
                  <a:noFill/>
                </a:ln>
                <a:solidFill>
                  <a:srgbClr val="00274C"/>
                </a:solidFill>
                <a:effectLst/>
                <a:uLnTx/>
                <a:uFillTx/>
                <a:latin typeface="Arial" panose="020B0604020202020204" pitchFamily="34" charset="0"/>
                <a:ea typeface="+mn-ea"/>
                <a:cs typeface="Arial" panose="020B0604020202020204" pitchFamily="34" charset="0"/>
              </a:rPr>
              <a:t>Disposal, </a:t>
            </a:r>
            <a:r>
              <a:rPr kumimoji="0" lang="en-US" altLang="en-US" sz="1600" b="0" i="0" u="none" strike="noStrike" kern="1200" cap="none" spc="0" normalizeH="0" baseline="0" noProof="0" dirty="0" err="1">
                <a:ln>
                  <a:noFill/>
                </a:ln>
                <a:solidFill>
                  <a:srgbClr val="00274C"/>
                </a:solidFill>
                <a:effectLst/>
                <a:uLnTx/>
                <a:uFillTx/>
                <a:latin typeface="Arial" panose="020B0604020202020204" pitchFamily="34" charset="0"/>
                <a:ea typeface="+mn-ea"/>
                <a:cs typeface="Arial" panose="020B0604020202020204" pitchFamily="34" charset="0"/>
              </a:rPr>
              <a:t>redmud</a:t>
            </a:r>
            <a:r>
              <a:rPr kumimoji="0" lang="en-US" altLang="en-US" sz="1600" b="0" i="0" u="none" strike="noStrike" kern="1200" cap="none" spc="0" normalizeH="0" baseline="0" noProof="0" dirty="0">
                <a:ln>
                  <a:noFill/>
                </a:ln>
                <a:solidFill>
                  <a:srgbClr val="00274C"/>
                </a:solidFill>
                <a:effectLst/>
                <a:uLnTx/>
                <a:uFillTx/>
                <a:latin typeface="Arial" panose="020B0604020202020204" pitchFamily="34" charset="0"/>
                <a:ea typeface="+mn-ea"/>
                <a:cs typeface="Arial" panose="020B0604020202020204" pitchFamily="34" charset="0"/>
              </a:rPr>
              <a:t> from bauxite digestion 1.36</a:t>
            </a:r>
            <a:r>
              <a:rPr kumimoji="0" lang="en-US" altLang="en-US" sz="1600" b="1" i="0" u="none" strike="noStrike" kern="1200" cap="none" spc="0" normalizeH="0" baseline="0" noProof="0" dirty="0">
                <a:ln>
                  <a:noFill/>
                </a:ln>
                <a:solidFill>
                  <a:srgbClr val="00274C"/>
                </a:solidFill>
                <a:effectLst/>
                <a:uLnTx/>
                <a:uFillTx/>
                <a:latin typeface="Arial" panose="020B0604020202020204" pitchFamily="34" charset="0"/>
                <a:ea typeface="+mn-ea"/>
                <a:cs typeface="Arial" panose="020B0604020202020204" pitchFamily="34" charset="0"/>
              </a:rPr>
              <a:t> </a:t>
            </a:r>
            <a:r>
              <a:rPr kumimoji="0" lang="en-US" altLang="en-US" sz="1600" b="0" i="0" u="none" strike="noStrike" kern="1200" cap="none" spc="0" normalizeH="0" baseline="0" noProof="0" dirty="0">
                <a:ln>
                  <a:noFill/>
                </a:ln>
                <a:solidFill>
                  <a:srgbClr val="00274C"/>
                </a:solidFill>
                <a:effectLst/>
                <a:uLnTx/>
                <a:uFillTx/>
                <a:latin typeface="Arial" panose="020B0604020202020204" pitchFamily="34" charset="0"/>
                <a:ea typeface="+mn-ea"/>
                <a:cs typeface="Arial" panose="020B0604020202020204" pitchFamily="34" charset="0"/>
              </a:rPr>
              <a:t>kg</a:t>
            </a:r>
          </a:p>
        </p:txBody>
      </p:sp>
      <p:sp>
        <p:nvSpPr>
          <p:cNvPr id="32" name="Line 56">
            <a:extLst>
              <a:ext uri="{FF2B5EF4-FFF2-40B4-BE49-F238E27FC236}">
                <a16:creationId xmlns:a16="http://schemas.microsoft.com/office/drawing/2014/main" id="{178EB1A8-5D67-DF44-B457-048C0A529D74}"/>
              </a:ext>
            </a:extLst>
          </p:cNvPr>
          <p:cNvSpPr>
            <a:spLocks noChangeShapeType="1"/>
          </p:cNvSpPr>
          <p:nvPr/>
        </p:nvSpPr>
        <p:spPr bwMode="auto">
          <a:xfrm>
            <a:off x="8978282" y="5248294"/>
            <a:ext cx="381000" cy="0"/>
          </a:xfrm>
          <a:prstGeom prst="line">
            <a:avLst/>
          </a:prstGeom>
          <a:noFill/>
          <a:ln w="25400">
            <a:solidFill>
              <a:schemeClr val="tx2"/>
            </a:solidFill>
            <a:round/>
            <a:headEnd/>
            <a:tailEnd type="arrow" w="sm" len="med"/>
          </a:ln>
          <a:extLst>
            <a:ext uri="{909E8E84-426E-40DD-AFC4-6F175D3DCCD1}">
              <a14:hiddenFill xmlns:a14="http://schemas.microsoft.com/office/drawing/2010/main">
                <a:noFill/>
              </a14:hiddenFill>
            </a:ext>
          </a:extLst>
        </p:spPr>
        <p:txBody>
          <a:bodyPr/>
          <a:lstStyle/>
          <a:p>
            <a:pPr marL="0" marR="0" lvl="0" indent="0" algn="l" defTabSz="812810" rtl="0" eaLnBrk="1" fontAlgn="auto" latinLnBrk="0" hangingPunct="1">
              <a:lnSpc>
                <a:spcPct val="100000"/>
              </a:lnSpc>
              <a:spcBef>
                <a:spcPts val="0"/>
              </a:spcBef>
              <a:spcAft>
                <a:spcPts val="0"/>
              </a:spcAft>
              <a:buClrTx/>
              <a:buSzTx/>
              <a:buFontTx/>
              <a:buNone/>
              <a:tabLst/>
              <a:defRPr/>
            </a:pPr>
            <a:endParaRPr kumimoji="0" lang="en-US" sz="3200" b="0"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33" name="Line 57">
            <a:extLst>
              <a:ext uri="{FF2B5EF4-FFF2-40B4-BE49-F238E27FC236}">
                <a16:creationId xmlns:a16="http://schemas.microsoft.com/office/drawing/2014/main" id="{8234AC52-5CE8-EA4D-AF27-BED0367FE50A}"/>
              </a:ext>
            </a:extLst>
          </p:cNvPr>
          <p:cNvSpPr>
            <a:spLocks noChangeShapeType="1"/>
          </p:cNvSpPr>
          <p:nvPr/>
        </p:nvSpPr>
        <p:spPr bwMode="auto">
          <a:xfrm>
            <a:off x="8984632" y="3874922"/>
            <a:ext cx="381000" cy="0"/>
          </a:xfrm>
          <a:prstGeom prst="line">
            <a:avLst/>
          </a:prstGeom>
          <a:noFill/>
          <a:ln w="25400">
            <a:solidFill>
              <a:schemeClr val="tx2"/>
            </a:solidFill>
            <a:round/>
            <a:headEnd/>
            <a:tailEnd type="arrow" w="sm" len="med"/>
          </a:ln>
          <a:extLst>
            <a:ext uri="{909E8E84-426E-40DD-AFC4-6F175D3DCCD1}">
              <a14:hiddenFill xmlns:a14="http://schemas.microsoft.com/office/drawing/2010/main">
                <a:noFill/>
              </a14:hiddenFill>
            </a:ext>
          </a:extLst>
        </p:spPr>
        <p:txBody>
          <a:bodyPr/>
          <a:lstStyle/>
          <a:p>
            <a:pPr marL="0" marR="0" lvl="0" indent="0" algn="l" defTabSz="812810" rtl="0" eaLnBrk="1" fontAlgn="auto" latinLnBrk="0" hangingPunct="1">
              <a:lnSpc>
                <a:spcPct val="100000"/>
              </a:lnSpc>
              <a:spcBef>
                <a:spcPts val="0"/>
              </a:spcBef>
              <a:spcAft>
                <a:spcPts val="0"/>
              </a:spcAft>
              <a:buClrTx/>
              <a:buSzTx/>
              <a:buFontTx/>
              <a:buNone/>
              <a:tabLst/>
              <a:defRPr/>
            </a:pPr>
            <a:endParaRPr kumimoji="0" lang="en-US" sz="3200" b="0"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34" name="Line 57">
            <a:extLst>
              <a:ext uri="{FF2B5EF4-FFF2-40B4-BE49-F238E27FC236}">
                <a16:creationId xmlns:a16="http://schemas.microsoft.com/office/drawing/2014/main" id="{D92CE5A4-E0A9-C24D-9CE0-C7CC5EE88522}"/>
              </a:ext>
            </a:extLst>
          </p:cNvPr>
          <p:cNvSpPr>
            <a:spLocks noChangeShapeType="1"/>
          </p:cNvSpPr>
          <p:nvPr/>
        </p:nvSpPr>
        <p:spPr bwMode="auto">
          <a:xfrm>
            <a:off x="8984632" y="3531579"/>
            <a:ext cx="381000" cy="0"/>
          </a:xfrm>
          <a:prstGeom prst="line">
            <a:avLst/>
          </a:prstGeom>
          <a:noFill/>
          <a:ln w="25400">
            <a:solidFill>
              <a:schemeClr val="tx2"/>
            </a:solidFill>
            <a:round/>
            <a:headEnd/>
            <a:tailEnd type="arrow" w="sm" len="med"/>
          </a:ln>
          <a:extLst>
            <a:ext uri="{909E8E84-426E-40DD-AFC4-6F175D3DCCD1}">
              <a14:hiddenFill xmlns:a14="http://schemas.microsoft.com/office/drawing/2010/main">
                <a:noFill/>
              </a14:hiddenFill>
            </a:ext>
          </a:extLst>
        </p:spPr>
        <p:txBody>
          <a:bodyPr/>
          <a:lstStyle/>
          <a:p>
            <a:pPr marL="0" marR="0" lvl="0" indent="0" algn="l" defTabSz="812810" rtl="0" eaLnBrk="1" fontAlgn="auto" latinLnBrk="0" hangingPunct="1">
              <a:lnSpc>
                <a:spcPct val="100000"/>
              </a:lnSpc>
              <a:spcBef>
                <a:spcPts val="0"/>
              </a:spcBef>
              <a:spcAft>
                <a:spcPts val="0"/>
              </a:spcAft>
              <a:buClrTx/>
              <a:buSzTx/>
              <a:buFontTx/>
              <a:buNone/>
              <a:tabLst/>
              <a:defRPr/>
            </a:pPr>
            <a:endParaRPr kumimoji="0" lang="en-US" sz="3200" b="0"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35" name="Line 57">
            <a:extLst>
              <a:ext uri="{FF2B5EF4-FFF2-40B4-BE49-F238E27FC236}">
                <a16:creationId xmlns:a16="http://schemas.microsoft.com/office/drawing/2014/main" id="{1A68B5F6-C884-9F45-9379-234A3F013F58}"/>
              </a:ext>
            </a:extLst>
          </p:cNvPr>
          <p:cNvSpPr>
            <a:spLocks noChangeShapeType="1"/>
          </p:cNvSpPr>
          <p:nvPr/>
        </p:nvSpPr>
        <p:spPr bwMode="auto">
          <a:xfrm>
            <a:off x="8978282" y="2501550"/>
            <a:ext cx="381000" cy="0"/>
          </a:xfrm>
          <a:prstGeom prst="line">
            <a:avLst/>
          </a:prstGeom>
          <a:noFill/>
          <a:ln w="25400">
            <a:solidFill>
              <a:schemeClr val="tx2"/>
            </a:solidFill>
            <a:round/>
            <a:headEnd/>
            <a:tailEnd type="arrow" w="sm" len="med"/>
          </a:ln>
          <a:extLst>
            <a:ext uri="{909E8E84-426E-40DD-AFC4-6F175D3DCCD1}">
              <a14:hiddenFill xmlns:a14="http://schemas.microsoft.com/office/drawing/2010/main">
                <a:noFill/>
              </a14:hiddenFill>
            </a:ext>
          </a:extLst>
        </p:spPr>
        <p:txBody>
          <a:bodyPr/>
          <a:lstStyle/>
          <a:p>
            <a:pPr marL="0" marR="0" lvl="0" indent="0" algn="l" defTabSz="812810" rtl="0" eaLnBrk="1" fontAlgn="auto" latinLnBrk="0" hangingPunct="1">
              <a:lnSpc>
                <a:spcPct val="100000"/>
              </a:lnSpc>
              <a:spcBef>
                <a:spcPts val="0"/>
              </a:spcBef>
              <a:spcAft>
                <a:spcPts val="0"/>
              </a:spcAft>
              <a:buClrTx/>
              <a:buSzTx/>
              <a:buFontTx/>
              <a:buNone/>
              <a:tabLst/>
              <a:defRPr/>
            </a:pPr>
            <a:endParaRPr kumimoji="0" lang="en-US" sz="3200" b="0"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36" name="Line 57">
            <a:extLst>
              <a:ext uri="{FF2B5EF4-FFF2-40B4-BE49-F238E27FC236}">
                <a16:creationId xmlns:a16="http://schemas.microsoft.com/office/drawing/2014/main" id="{BA1E31C6-2779-2347-BCA4-CBD863327960}"/>
              </a:ext>
            </a:extLst>
          </p:cNvPr>
          <p:cNvSpPr>
            <a:spLocks noChangeShapeType="1"/>
          </p:cNvSpPr>
          <p:nvPr/>
        </p:nvSpPr>
        <p:spPr bwMode="auto">
          <a:xfrm>
            <a:off x="8978282" y="2844893"/>
            <a:ext cx="381000" cy="0"/>
          </a:xfrm>
          <a:prstGeom prst="line">
            <a:avLst/>
          </a:prstGeom>
          <a:noFill/>
          <a:ln w="25400">
            <a:solidFill>
              <a:schemeClr val="tx2"/>
            </a:solidFill>
            <a:round/>
            <a:headEnd/>
            <a:tailEnd type="arrow" w="sm" len="med"/>
          </a:ln>
          <a:extLst>
            <a:ext uri="{909E8E84-426E-40DD-AFC4-6F175D3DCCD1}">
              <a14:hiddenFill xmlns:a14="http://schemas.microsoft.com/office/drawing/2010/main">
                <a:noFill/>
              </a14:hiddenFill>
            </a:ext>
          </a:extLst>
        </p:spPr>
        <p:txBody>
          <a:bodyPr/>
          <a:lstStyle/>
          <a:p>
            <a:pPr marL="0" marR="0" lvl="0" indent="0" algn="l" defTabSz="812810" rtl="0" eaLnBrk="1" fontAlgn="auto" latinLnBrk="0" hangingPunct="1">
              <a:lnSpc>
                <a:spcPct val="100000"/>
              </a:lnSpc>
              <a:spcBef>
                <a:spcPts val="0"/>
              </a:spcBef>
              <a:spcAft>
                <a:spcPts val="0"/>
              </a:spcAft>
              <a:buClrTx/>
              <a:buSzTx/>
              <a:buFontTx/>
              <a:buNone/>
              <a:tabLst/>
              <a:defRPr/>
            </a:pPr>
            <a:endParaRPr kumimoji="0" lang="en-US" sz="3200" b="0"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37" name="Line 57">
            <a:extLst>
              <a:ext uri="{FF2B5EF4-FFF2-40B4-BE49-F238E27FC236}">
                <a16:creationId xmlns:a16="http://schemas.microsoft.com/office/drawing/2014/main" id="{468DFFD3-54A8-DA47-9F2E-BAA1E6040985}"/>
              </a:ext>
            </a:extLst>
          </p:cNvPr>
          <p:cNvSpPr>
            <a:spLocks noChangeShapeType="1"/>
          </p:cNvSpPr>
          <p:nvPr/>
        </p:nvSpPr>
        <p:spPr bwMode="auto">
          <a:xfrm>
            <a:off x="8963995" y="3188236"/>
            <a:ext cx="381000" cy="0"/>
          </a:xfrm>
          <a:prstGeom prst="line">
            <a:avLst/>
          </a:prstGeom>
          <a:noFill/>
          <a:ln w="25400">
            <a:solidFill>
              <a:schemeClr val="tx2"/>
            </a:solidFill>
            <a:round/>
            <a:headEnd/>
            <a:tailEnd type="arrow" w="sm" len="med"/>
          </a:ln>
          <a:extLst>
            <a:ext uri="{909E8E84-426E-40DD-AFC4-6F175D3DCCD1}">
              <a14:hiddenFill xmlns:a14="http://schemas.microsoft.com/office/drawing/2010/main">
                <a:noFill/>
              </a14:hiddenFill>
            </a:ext>
          </a:extLst>
        </p:spPr>
        <p:txBody>
          <a:bodyPr/>
          <a:lstStyle/>
          <a:p>
            <a:pPr marL="0" marR="0" lvl="0" indent="0" algn="l" defTabSz="812810" rtl="0" eaLnBrk="1" fontAlgn="auto" latinLnBrk="0" hangingPunct="1">
              <a:lnSpc>
                <a:spcPct val="100000"/>
              </a:lnSpc>
              <a:spcBef>
                <a:spcPts val="0"/>
              </a:spcBef>
              <a:spcAft>
                <a:spcPts val="0"/>
              </a:spcAft>
              <a:buClrTx/>
              <a:buSzTx/>
              <a:buFontTx/>
              <a:buNone/>
              <a:tabLst/>
              <a:defRPr/>
            </a:pPr>
            <a:endParaRPr kumimoji="0" lang="en-US" sz="3200" b="0"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38" name="Text Box 59">
            <a:extLst>
              <a:ext uri="{FF2B5EF4-FFF2-40B4-BE49-F238E27FC236}">
                <a16:creationId xmlns:a16="http://schemas.microsoft.com/office/drawing/2014/main" id="{9283E3A6-B7E4-A449-AE89-2914935051AD}"/>
              </a:ext>
            </a:extLst>
          </p:cNvPr>
          <p:cNvSpPr txBox="1">
            <a:spLocks noChangeArrowheads="1"/>
          </p:cNvSpPr>
          <p:nvPr/>
        </p:nvSpPr>
        <p:spPr bwMode="auto">
          <a:xfrm>
            <a:off x="9402547" y="3692410"/>
            <a:ext cx="3237817"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rgbClr val="FF9900"/>
              </a:buClr>
              <a:buChar char="•"/>
              <a:defRPr sz="3200" b="1">
                <a:solidFill>
                  <a:srgbClr val="01035B"/>
                </a:solidFill>
                <a:latin typeface="Arial" panose="020B0604020202020204" pitchFamily="34" charset="0"/>
              </a:defRPr>
            </a:lvl1pPr>
            <a:lvl2pPr marL="742950" indent="-285750">
              <a:spcBef>
                <a:spcPct val="20000"/>
              </a:spcBef>
              <a:buClr>
                <a:srgbClr val="FF9900"/>
              </a:buClr>
              <a:buChar char="–"/>
              <a:defRPr sz="2800" b="1">
                <a:solidFill>
                  <a:srgbClr val="01035B"/>
                </a:solidFill>
                <a:latin typeface="Arial" panose="020B0604020202020204" pitchFamily="34" charset="0"/>
              </a:defRPr>
            </a:lvl2pPr>
            <a:lvl3pPr marL="1143000" indent="-228600">
              <a:spcBef>
                <a:spcPct val="20000"/>
              </a:spcBef>
              <a:buClr>
                <a:srgbClr val="FF9900"/>
              </a:buClr>
              <a:buChar char="•"/>
              <a:defRPr sz="2400" b="1">
                <a:solidFill>
                  <a:srgbClr val="01035B"/>
                </a:solidFill>
                <a:latin typeface="Arial" panose="020B0604020202020204" pitchFamily="34" charset="0"/>
              </a:defRPr>
            </a:lvl3pPr>
            <a:lvl4pPr marL="1600200" indent="-228600">
              <a:spcBef>
                <a:spcPct val="20000"/>
              </a:spcBef>
              <a:buClr>
                <a:srgbClr val="FF9900"/>
              </a:buClr>
              <a:buChar char="–"/>
              <a:defRPr sz="2000" b="1">
                <a:solidFill>
                  <a:srgbClr val="01035B"/>
                </a:solidFill>
                <a:latin typeface="Arial" panose="020B0604020202020204" pitchFamily="34" charset="0"/>
              </a:defRPr>
            </a:lvl4pPr>
            <a:lvl5pPr marL="2057400" indent="-228600">
              <a:spcBef>
                <a:spcPct val="20000"/>
              </a:spcBef>
              <a:buClr>
                <a:srgbClr val="FF9900"/>
              </a:buClr>
              <a:buChar char="»"/>
              <a:defRPr sz="2000" b="1">
                <a:solidFill>
                  <a:srgbClr val="01035B"/>
                </a:solidFill>
                <a:latin typeface="Arial" panose="020B0604020202020204" pitchFamily="34" charset="0"/>
              </a:defRPr>
            </a:lvl5pPr>
            <a:lvl6pPr marL="25146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6pPr>
            <a:lvl7pPr marL="29718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7pPr>
            <a:lvl8pPr marL="34290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8pPr>
            <a:lvl9pPr marL="38862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9pPr>
          </a:lstStyle>
          <a:p>
            <a:pPr marL="0" marR="0" lvl="0" indent="0" algn="l" defTabSz="812810" rtl="0" eaLnBrk="1" fontAlgn="auto" latinLnBrk="0" hangingPunct="1">
              <a:lnSpc>
                <a:spcPct val="100000"/>
              </a:lnSpc>
              <a:spcBef>
                <a:spcPct val="0"/>
              </a:spcBef>
              <a:spcAft>
                <a:spcPts val="0"/>
              </a:spcAft>
              <a:buClrTx/>
              <a:buSzTx/>
              <a:buFontTx/>
              <a:buNone/>
              <a:tabLst/>
              <a:defRPr/>
            </a:pPr>
            <a:r>
              <a:rPr kumimoji="0" lang="en-US" altLang="en-US" sz="1600" b="0" i="0" u="none" strike="noStrike" kern="1200" cap="none" spc="0" normalizeH="0" baseline="0" noProof="0" dirty="0">
                <a:ln>
                  <a:noFill/>
                </a:ln>
                <a:solidFill>
                  <a:srgbClr val="00274C"/>
                </a:solidFill>
                <a:effectLst/>
                <a:uLnTx/>
                <a:uFillTx/>
                <a:latin typeface="Arial" panose="020B0604020202020204" pitchFamily="34" charset="0"/>
                <a:ea typeface="+mn-ea"/>
                <a:cs typeface="Arial" panose="020B0604020202020204" pitchFamily="34" charset="0"/>
              </a:rPr>
              <a:t>Nitrogen oxides 63.9 mg</a:t>
            </a:r>
          </a:p>
        </p:txBody>
      </p:sp>
      <p:sp>
        <p:nvSpPr>
          <p:cNvPr id="39" name="Text Box 60">
            <a:extLst>
              <a:ext uri="{FF2B5EF4-FFF2-40B4-BE49-F238E27FC236}">
                <a16:creationId xmlns:a16="http://schemas.microsoft.com/office/drawing/2014/main" id="{DB4273DD-E544-6140-AEC0-39CFBA8B490B}"/>
              </a:ext>
            </a:extLst>
          </p:cNvPr>
          <p:cNvSpPr txBox="1">
            <a:spLocks noChangeArrowheads="1"/>
          </p:cNvSpPr>
          <p:nvPr/>
        </p:nvSpPr>
        <p:spPr bwMode="auto">
          <a:xfrm>
            <a:off x="9402547" y="5084415"/>
            <a:ext cx="2499896"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rgbClr val="FF9900"/>
              </a:buClr>
              <a:buChar char="•"/>
              <a:defRPr sz="3200" b="1">
                <a:solidFill>
                  <a:srgbClr val="01035B"/>
                </a:solidFill>
                <a:latin typeface="Arial" panose="020B0604020202020204" pitchFamily="34" charset="0"/>
              </a:defRPr>
            </a:lvl1pPr>
            <a:lvl2pPr marL="742950" indent="-285750">
              <a:spcBef>
                <a:spcPct val="20000"/>
              </a:spcBef>
              <a:buClr>
                <a:srgbClr val="FF9900"/>
              </a:buClr>
              <a:buChar char="–"/>
              <a:defRPr sz="2800" b="1">
                <a:solidFill>
                  <a:srgbClr val="01035B"/>
                </a:solidFill>
                <a:latin typeface="Arial" panose="020B0604020202020204" pitchFamily="34" charset="0"/>
              </a:defRPr>
            </a:lvl2pPr>
            <a:lvl3pPr marL="1143000" indent="-228600">
              <a:spcBef>
                <a:spcPct val="20000"/>
              </a:spcBef>
              <a:buClr>
                <a:srgbClr val="FF9900"/>
              </a:buClr>
              <a:buChar char="•"/>
              <a:defRPr sz="2400" b="1">
                <a:solidFill>
                  <a:srgbClr val="01035B"/>
                </a:solidFill>
                <a:latin typeface="Arial" panose="020B0604020202020204" pitchFamily="34" charset="0"/>
              </a:defRPr>
            </a:lvl3pPr>
            <a:lvl4pPr marL="1600200" indent="-228600">
              <a:spcBef>
                <a:spcPct val="20000"/>
              </a:spcBef>
              <a:buClr>
                <a:srgbClr val="FF9900"/>
              </a:buClr>
              <a:buChar char="–"/>
              <a:defRPr sz="2000" b="1">
                <a:solidFill>
                  <a:srgbClr val="01035B"/>
                </a:solidFill>
                <a:latin typeface="Arial" panose="020B0604020202020204" pitchFamily="34" charset="0"/>
              </a:defRPr>
            </a:lvl4pPr>
            <a:lvl5pPr marL="2057400" indent="-228600">
              <a:spcBef>
                <a:spcPct val="20000"/>
              </a:spcBef>
              <a:buClr>
                <a:srgbClr val="FF9900"/>
              </a:buClr>
              <a:buChar char="»"/>
              <a:defRPr sz="2000" b="1">
                <a:solidFill>
                  <a:srgbClr val="01035B"/>
                </a:solidFill>
                <a:latin typeface="Arial" panose="020B0604020202020204" pitchFamily="34" charset="0"/>
              </a:defRPr>
            </a:lvl5pPr>
            <a:lvl6pPr marL="25146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6pPr>
            <a:lvl7pPr marL="29718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7pPr>
            <a:lvl8pPr marL="34290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8pPr>
            <a:lvl9pPr marL="38862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9pPr>
          </a:lstStyle>
          <a:p>
            <a:pPr marL="0" marR="0" lvl="0" indent="0" algn="l" defTabSz="812810" rtl="0" eaLnBrk="1" fontAlgn="auto" latinLnBrk="0" hangingPunct="1">
              <a:lnSpc>
                <a:spcPct val="100000"/>
              </a:lnSpc>
              <a:spcBef>
                <a:spcPct val="0"/>
              </a:spcBef>
              <a:spcAft>
                <a:spcPts val="0"/>
              </a:spcAft>
              <a:buClrTx/>
              <a:buSzTx/>
              <a:buFontTx/>
              <a:buNone/>
              <a:tabLst/>
              <a:defRPr/>
            </a:pPr>
            <a:r>
              <a:rPr kumimoji="0" lang="en-US" altLang="en-US" sz="1600" b="0" i="0" u="none" strike="noStrike" kern="1200" cap="none" spc="0" normalizeH="0" baseline="0" noProof="0" dirty="0">
                <a:ln>
                  <a:noFill/>
                </a:ln>
                <a:solidFill>
                  <a:srgbClr val="00274C"/>
                </a:solidFill>
                <a:effectLst/>
                <a:uLnTx/>
                <a:uFillTx/>
                <a:latin typeface="Arial" panose="020B0604020202020204" pitchFamily="34" charset="0"/>
                <a:ea typeface="+mn-ea"/>
                <a:cs typeface="Arial" panose="020B0604020202020204" pitchFamily="34" charset="0"/>
              </a:rPr>
              <a:t>Heat, waste 56.0 MJ</a:t>
            </a:r>
            <a:endParaRPr kumimoji="0" lang="en-US" altLang="en-US" sz="1600" b="0" i="0" u="none" strike="noStrike" kern="1200" cap="none" spc="0" normalizeH="0" baseline="30000" noProof="0" dirty="0">
              <a:ln>
                <a:noFill/>
              </a:ln>
              <a:solidFill>
                <a:srgbClr val="00274C"/>
              </a:solidFill>
              <a:effectLst/>
              <a:uLnTx/>
              <a:uFillTx/>
              <a:latin typeface="Arial" panose="020B0604020202020204" pitchFamily="34" charset="0"/>
              <a:ea typeface="+mn-ea"/>
              <a:cs typeface="Arial" panose="020B0604020202020204" pitchFamily="34" charset="0"/>
            </a:endParaRPr>
          </a:p>
        </p:txBody>
      </p:sp>
      <p:sp>
        <p:nvSpPr>
          <p:cNvPr id="40" name="Text Box 59">
            <a:extLst>
              <a:ext uri="{FF2B5EF4-FFF2-40B4-BE49-F238E27FC236}">
                <a16:creationId xmlns:a16="http://schemas.microsoft.com/office/drawing/2014/main" id="{90435C6C-7C8D-8E44-A6A5-700051F30F39}"/>
              </a:ext>
            </a:extLst>
          </p:cNvPr>
          <p:cNvSpPr txBox="1">
            <a:spLocks noChangeArrowheads="1"/>
          </p:cNvSpPr>
          <p:nvPr/>
        </p:nvSpPr>
        <p:spPr bwMode="auto">
          <a:xfrm>
            <a:off x="9402547" y="3362302"/>
            <a:ext cx="3050647"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rgbClr val="FF9900"/>
              </a:buClr>
              <a:buChar char="•"/>
              <a:defRPr sz="3200" b="1">
                <a:solidFill>
                  <a:srgbClr val="01035B"/>
                </a:solidFill>
                <a:latin typeface="Arial" panose="020B0604020202020204" pitchFamily="34" charset="0"/>
              </a:defRPr>
            </a:lvl1pPr>
            <a:lvl2pPr marL="742950" indent="-285750">
              <a:spcBef>
                <a:spcPct val="20000"/>
              </a:spcBef>
              <a:buClr>
                <a:srgbClr val="FF9900"/>
              </a:buClr>
              <a:buChar char="–"/>
              <a:defRPr sz="2800" b="1">
                <a:solidFill>
                  <a:srgbClr val="01035B"/>
                </a:solidFill>
                <a:latin typeface="Arial" panose="020B0604020202020204" pitchFamily="34" charset="0"/>
              </a:defRPr>
            </a:lvl2pPr>
            <a:lvl3pPr marL="1143000" indent="-228600">
              <a:spcBef>
                <a:spcPct val="20000"/>
              </a:spcBef>
              <a:buClr>
                <a:srgbClr val="FF9900"/>
              </a:buClr>
              <a:buChar char="•"/>
              <a:defRPr sz="2400" b="1">
                <a:solidFill>
                  <a:srgbClr val="01035B"/>
                </a:solidFill>
                <a:latin typeface="Arial" panose="020B0604020202020204" pitchFamily="34" charset="0"/>
              </a:defRPr>
            </a:lvl3pPr>
            <a:lvl4pPr marL="1600200" indent="-228600">
              <a:spcBef>
                <a:spcPct val="20000"/>
              </a:spcBef>
              <a:buClr>
                <a:srgbClr val="FF9900"/>
              </a:buClr>
              <a:buChar char="–"/>
              <a:defRPr sz="2000" b="1">
                <a:solidFill>
                  <a:srgbClr val="01035B"/>
                </a:solidFill>
                <a:latin typeface="Arial" panose="020B0604020202020204" pitchFamily="34" charset="0"/>
              </a:defRPr>
            </a:lvl4pPr>
            <a:lvl5pPr marL="2057400" indent="-228600">
              <a:spcBef>
                <a:spcPct val="20000"/>
              </a:spcBef>
              <a:buClr>
                <a:srgbClr val="FF9900"/>
              </a:buClr>
              <a:buChar char="»"/>
              <a:defRPr sz="2000" b="1">
                <a:solidFill>
                  <a:srgbClr val="01035B"/>
                </a:solidFill>
                <a:latin typeface="Arial" panose="020B0604020202020204" pitchFamily="34" charset="0"/>
              </a:defRPr>
            </a:lvl5pPr>
            <a:lvl6pPr marL="25146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6pPr>
            <a:lvl7pPr marL="29718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7pPr>
            <a:lvl8pPr marL="34290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8pPr>
            <a:lvl9pPr marL="38862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9pPr>
          </a:lstStyle>
          <a:p>
            <a:pPr marL="0" marR="0" lvl="0" indent="0" algn="l" defTabSz="812810" rtl="0" eaLnBrk="1" fontAlgn="auto" latinLnBrk="0" hangingPunct="1">
              <a:lnSpc>
                <a:spcPct val="100000"/>
              </a:lnSpc>
              <a:spcBef>
                <a:spcPct val="0"/>
              </a:spcBef>
              <a:spcAft>
                <a:spcPts val="0"/>
              </a:spcAft>
              <a:buClrTx/>
              <a:buSzTx/>
              <a:buFontTx/>
              <a:buNone/>
              <a:tabLst/>
              <a:defRPr/>
            </a:pPr>
            <a:r>
              <a:rPr kumimoji="0" lang="en-US" altLang="en-US" sz="1600" b="0" i="0" u="none" strike="noStrike" kern="1200" cap="none" spc="0" normalizeH="0" baseline="0" noProof="0" dirty="0">
                <a:ln>
                  <a:noFill/>
                </a:ln>
                <a:solidFill>
                  <a:srgbClr val="00274C"/>
                </a:solidFill>
                <a:effectLst/>
                <a:uLnTx/>
                <a:uFillTx/>
                <a:latin typeface="Arial" panose="020B0604020202020204" pitchFamily="34" charset="0"/>
                <a:ea typeface="+mn-ea"/>
                <a:cs typeface="Arial" panose="020B0604020202020204" pitchFamily="34" charset="0"/>
              </a:rPr>
              <a:t>Hydrogen fluoride 539 mg</a:t>
            </a:r>
          </a:p>
        </p:txBody>
      </p:sp>
      <p:sp>
        <p:nvSpPr>
          <p:cNvPr id="41" name="Text Box 59">
            <a:extLst>
              <a:ext uri="{FF2B5EF4-FFF2-40B4-BE49-F238E27FC236}">
                <a16:creationId xmlns:a16="http://schemas.microsoft.com/office/drawing/2014/main" id="{74E2AE69-4E34-7545-8356-446E03A59A47}"/>
              </a:ext>
            </a:extLst>
          </p:cNvPr>
          <p:cNvSpPr txBox="1">
            <a:spLocks noChangeArrowheads="1"/>
          </p:cNvSpPr>
          <p:nvPr/>
        </p:nvSpPr>
        <p:spPr bwMode="auto">
          <a:xfrm>
            <a:off x="9402547" y="2314226"/>
            <a:ext cx="3050647"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rgbClr val="FF9900"/>
              </a:buClr>
              <a:buChar char="•"/>
              <a:defRPr sz="3200" b="1">
                <a:solidFill>
                  <a:srgbClr val="01035B"/>
                </a:solidFill>
                <a:latin typeface="Arial" panose="020B0604020202020204" pitchFamily="34" charset="0"/>
              </a:defRPr>
            </a:lvl1pPr>
            <a:lvl2pPr marL="742950" indent="-285750">
              <a:spcBef>
                <a:spcPct val="20000"/>
              </a:spcBef>
              <a:buClr>
                <a:srgbClr val="FF9900"/>
              </a:buClr>
              <a:buChar char="–"/>
              <a:defRPr sz="2800" b="1">
                <a:solidFill>
                  <a:srgbClr val="01035B"/>
                </a:solidFill>
                <a:latin typeface="Arial" panose="020B0604020202020204" pitchFamily="34" charset="0"/>
              </a:defRPr>
            </a:lvl2pPr>
            <a:lvl3pPr marL="1143000" indent="-228600">
              <a:spcBef>
                <a:spcPct val="20000"/>
              </a:spcBef>
              <a:buClr>
                <a:srgbClr val="FF9900"/>
              </a:buClr>
              <a:buChar char="•"/>
              <a:defRPr sz="2400" b="1">
                <a:solidFill>
                  <a:srgbClr val="01035B"/>
                </a:solidFill>
                <a:latin typeface="Arial" panose="020B0604020202020204" pitchFamily="34" charset="0"/>
              </a:defRPr>
            </a:lvl3pPr>
            <a:lvl4pPr marL="1600200" indent="-228600">
              <a:spcBef>
                <a:spcPct val="20000"/>
              </a:spcBef>
              <a:buClr>
                <a:srgbClr val="FF9900"/>
              </a:buClr>
              <a:buChar char="–"/>
              <a:defRPr sz="2000" b="1">
                <a:solidFill>
                  <a:srgbClr val="01035B"/>
                </a:solidFill>
                <a:latin typeface="Arial" panose="020B0604020202020204" pitchFamily="34" charset="0"/>
              </a:defRPr>
            </a:lvl4pPr>
            <a:lvl5pPr marL="2057400" indent="-228600">
              <a:spcBef>
                <a:spcPct val="20000"/>
              </a:spcBef>
              <a:buClr>
                <a:srgbClr val="FF9900"/>
              </a:buClr>
              <a:buChar char="»"/>
              <a:defRPr sz="2000" b="1">
                <a:solidFill>
                  <a:srgbClr val="01035B"/>
                </a:solidFill>
                <a:latin typeface="Arial" panose="020B0604020202020204" pitchFamily="34" charset="0"/>
              </a:defRPr>
            </a:lvl5pPr>
            <a:lvl6pPr marL="25146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6pPr>
            <a:lvl7pPr marL="29718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7pPr>
            <a:lvl8pPr marL="34290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8pPr>
            <a:lvl9pPr marL="38862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9pPr>
          </a:lstStyle>
          <a:p>
            <a:pPr marL="0" marR="0" lvl="0" indent="0" algn="l" defTabSz="812810" rtl="0" eaLnBrk="1" fontAlgn="auto" latinLnBrk="0" hangingPunct="1">
              <a:lnSpc>
                <a:spcPct val="100000"/>
              </a:lnSpc>
              <a:spcBef>
                <a:spcPct val="0"/>
              </a:spcBef>
              <a:spcAft>
                <a:spcPts val="0"/>
              </a:spcAft>
              <a:buClrTx/>
              <a:buSzTx/>
              <a:buFontTx/>
              <a:buNone/>
              <a:tabLst/>
              <a:defRPr/>
            </a:pPr>
            <a:r>
              <a:rPr kumimoji="0" lang="en-US" altLang="en-US" sz="1600" b="0" i="0" u="none" strike="noStrike" kern="1200" cap="none" spc="0" normalizeH="0" baseline="0" noProof="0">
                <a:ln>
                  <a:noFill/>
                </a:ln>
                <a:solidFill>
                  <a:srgbClr val="00274C"/>
                </a:solidFill>
                <a:effectLst/>
                <a:uLnTx/>
                <a:uFillTx/>
                <a:latin typeface="Arial" panose="020B0604020202020204" pitchFamily="34" charset="0"/>
                <a:ea typeface="+mn-ea"/>
                <a:cs typeface="Arial" panose="020B0604020202020204" pitchFamily="34" charset="0"/>
              </a:rPr>
              <a:t>Benzo(a)pyrene 1.30 mg</a:t>
            </a:r>
          </a:p>
        </p:txBody>
      </p:sp>
      <p:sp>
        <p:nvSpPr>
          <p:cNvPr id="42" name="Text Box 59">
            <a:extLst>
              <a:ext uri="{FF2B5EF4-FFF2-40B4-BE49-F238E27FC236}">
                <a16:creationId xmlns:a16="http://schemas.microsoft.com/office/drawing/2014/main" id="{781E3A8B-D597-D54D-A963-A08E97A74C00}"/>
              </a:ext>
            </a:extLst>
          </p:cNvPr>
          <p:cNvSpPr txBox="1">
            <a:spLocks noChangeArrowheads="1"/>
          </p:cNvSpPr>
          <p:nvPr/>
        </p:nvSpPr>
        <p:spPr bwMode="auto">
          <a:xfrm>
            <a:off x="9402547" y="2654770"/>
            <a:ext cx="3489527"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rgbClr val="FF9900"/>
              </a:buClr>
              <a:buChar char="•"/>
              <a:defRPr sz="3200" b="1">
                <a:solidFill>
                  <a:srgbClr val="01035B"/>
                </a:solidFill>
                <a:latin typeface="Arial" panose="020B0604020202020204" pitchFamily="34" charset="0"/>
              </a:defRPr>
            </a:lvl1pPr>
            <a:lvl2pPr marL="742950" indent="-285750">
              <a:spcBef>
                <a:spcPct val="20000"/>
              </a:spcBef>
              <a:buClr>
                <a:srgbClr val="FF9900"/>
              </a:buClr>
              <a:buChar char="–"/>
              <a:defRPr sz="2800" b="1">
                <a:solidFill>
                  <a:srgbClr val="01035B"/>
                </a:solidFill>
                <a:latin typeface="Arial" panose="020B0604020202020204" pitchFamily="34" charset="0"/>
              </a:defRPr>
            </a:lvl2pPr>
            <a:lvl3pPr marL="1143000" indent="-228600">
              <a:spcBef>
                <a:spcPct val="20000"/>
              </a:spcBef>
              <a:buClr>
                <a:srgbClr val="FF9900"/>
              </a:buClr>
              <a:buChar char="•"/>
              <a:defRPr sz="2400" b="1">
                <a:solidFill>
                  <a:srgbClr val="01035B"/>
                </a:solidFill>
                <a:latin typeface="Arial" panose="020B0604020202020204" pitchFamily="34" charset="0"/>
              </a:defRPr>
            </a:lvl3pPr>
            <a:lvl4pPr marL="1600200" indent="-228600">
              <a:spcBef>
                <a:spcPct val="20000"/>
              </a:spcBef>
              <a:buClr>
                <a:srgbClr val="FF9900"/>
              </a:buClr>
              <a:buChar char="–"/>
              <a:defRPr sz="2000" b="1">
                <a:solidFill>
                  <a:srgbClr val="01035B"/>
                </a:solidFill>
                <a:latin typeface="Arial" panose="020B0604020202020204" pitchFamily="34" charset="0"/>
              </a:defRPr>
            </a:lvl4pPr>
            <a:lvl5pPr marL="2057400" indent="-228600">
              <a:spcBef>
                <a:spcPct val="20000"/>
              </a:spcBef>
              <a:buClr>
                <a:srgbClr val="FF9900"/>
              </a:buClr>
              <a:buChar char="»"/>
              <a:defRPr sz="2000" b="1">
                <a:solidFill>
                  <a:srgbClr val="01035B"/>
                </a:solidFill>
                <a:latin typeface="Arial" panose="020B0604020202020204" pitchFamily="34" charset="0"/>
              </a:defRPr>
            </a:lvl5pPr>
            <a:lvl6pPr marL="25146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6pPr>
            <a:lvl7pPr marL="29718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7pPr>
            <a:lvl8pPr marL="34290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8pPr>
            <a:lvl9pPr marL="38862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9pPr>
          </a:lstStyle>
          <a:p>
            <a:pPr marL="0" marR="0" lvl="0" indent="0" algn="l" defTabSz="812810" rtl="0" eaLnBrk="1" fontAlgn="auto" latinLnBrk="0" hangingPunct="1">
              <a:lnSpc>
                <a:spcPct val="100000"/>
              </a:lnSpc>
              <a:spcBef>
                <a:spcPct val="0"/>
              </a:spcBef>
              <a:spcAft>
                <a:spcPts val="0"/>
              </a:spcAft>
              <a:buClrTx/>
              <a:buSzTx/>
              <a:buFontTx/>
              <a:buNone/>
              <a:tabLst/>
              <a:defRPr/>
            </a:pPr>
            <a:r>
              <a:rPr kumimoji="0" lang="en-US" altLang="en-US" sz="1600" b="0" i="0" u="none" strike="noStrike" kern="1200" cap="none" spc="0" normalizeH="0" baseline="0" noProof="0" dirty="0">
                <a:ln>
                  <a:noFill/>
                </a:ln>
                <a:solidFill>
                  <a:srgbClr val="00274C"/>
                </a:solidFill>
                <a:effectLst/>
                <a:uLnTx/>
                <a:uFillTx/>
                <a:latin typeface="Arial" panose="020B0604020202020204" pitchFamily="34" charset="0"/>
                <a:ea typeface="+mn-ea"/>
                <a:cs typeface="Arial" panose="020B0604020202020204" pitchFamily="34" charset="0"/>
              </a:rPr>
              <a:t>Carbon dioxide, fossil 1.50 kg</a:t>
            </a:r>
          </a:p>
        </p:txBody>
      </p:sp>
      <p:sp>
        <p:nvSpPr>
          <p:cNvPr id="43" name="Text Box 59">
            <a:extLst>
              <a:ext uri="{FF2B5EF4-FFF2-40B4-BE49-F238E27FC236}">
                <a16:creationId xmlns:a16="http://schemas.microsoft.com/office/drawing/2014/main" id="{033D08CC-F96E-E244-A8C4-BBE18888B673}"/>
              </a:ext>
            </a:extLst>
          </p:cNvPr>
          <p:cNvSpPr txBox="1">
            <a:spLocks noChangeArrowheads="1"/>
          </p:cNvSpPr>
          <p:nvPr/>
        </p:nvSpPr>
        <p:spPr bwMode="auto">
          <a:xfrm>
            <a:off x="9402547" y="3017472"/>
            <a:ext cx="4025220"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rgbClr val="FF9900"/>
              </a:buClr>
              <a:buChar char="•"/>
              <a:defRPr sz="3200" b="1">
                <a:solidFill>
                  <a:srgbClr val="01035B"/>
                </a:solidFill>
                <a:latin typeface="Arial" panose="020B0604020202020204" pitchFamily="34" charset="0"/>
              </a:defRPr>
            </a:lvl1pPr>
            <a:lvl2pPr marL="742950" indent="-285750">
              <a:spcBef>
                <a:spcPct val="20000"/>
              </a:spcBef>
              <a:buClr>
                <a:srgbClr val="FF9900"/>
              </a:buClr>
              <a:buChar char="–"/>
              <a:defRPr sz="2800" b="1">
                <a:solidFill>
                  <a:srgbClr val="01035B"/>
                </a:solidFill>
                <a:latin typeface="Arial" panose="020B0604020202020204" pitchFamily="34" charset="0"/>
              </a:defRPr>
            </a:lvl2pPr>
            <a:lvl3pPr marL="1143000" indent="-228600">
              <a:spcBef>
                <a:spcPct val="20000"/>
              </a:spcBef>
              <a:buClr>
                <a:srgbClr val="FF9900"/>
              </a:buClr>
              <a:buChar char="•"/>
              <a:defRPr sz="2400" b="1">
                <a:solidFill>
                  <a:srgbClr val="01035B"/>
                </a:solidFill>
                <a:latin typeface="Arial" panose="020B0604020202020204" pitchFamily="34" charset="0"/>
              </a:defRPr>
            </a:lvl3pPr>
            <a:lvl4pPr marL="1600200" indent="-228600">
              <a:spcBef>
                <a:spcPct val="20000"/>
              </a:spcBef>
              <a:buClr>
                <a:srgbClr val="FF9900"/>
              </a:buClr>
              <a:buChar char="–"/>
              <a:defRPr sz="2000" b="1">
                <a:solidFill>
                  <a:srgbClr val="01035B"/>
                </a:solidFill>
                <a:latin typeface="Arial" panose="020B0604020202020204" pitchFamily="34" charset="0"/>
              </a:defRPr>
            </a:lvl4pPr>
            <a:lvl5pPr marL="2057400" indent="-228600">
              <a:spcBef>
                <a:spcPct val="20000"/>
              </a:spcBef>
              <a:buClr>
                <a:srgbClr val="FF9900"/>
              </a:buClr>
              <a:buChar char="»"/>
              <a:defRPr sz="2000" b="1">
                <a:solidFill>
                  <a:srgbClr val="01035B"/>
                </a:solidFill>
                <a:latin typeface="Arial" panose="020B0604020202020204" pitchFamily="34" charset="0"/>
              </a:defRPr>
            </a:lvl5pPr>
            <a:lvl6pPr marL="25146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6pPr>
            <a:lvl7pPr marL="29718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7pPr>
            <a:lvl8pPr marL="34290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8pPr>
            <a:lvl9pPr marL="38862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9pPr>
          </a:lstStyle>
          <a:p>
            <a:pPr marL="0" marR="0" lvl="0" indent="0" algn="l" defTabSz="812810" rtl="0" eaLnBrk="1" fontAlgn="auto" latinLnBrk="0" hangingPunct="1">
              <a:lnSpc>
                <a:spcPct val="100000"/>
              </a:lnSpc>
              <a:spcBef>
                <a:spcPct val="0"/>
              </a:spcBef>
              <a:spcAft>
                <a:spcPts val="0"/>
              </a:spcAft>
              <a:buClrTx/>
              <a:buSzTx/>
              <a:buFontTx/>
              <a:buNone/>
              <a:tabLst/>
              <a:defRPr/>
            </a:pPr>
            <a:r>
              <a:rPr kumimoji="0" lang="en-US" altLang="en-US" sz="1600" b="0" i="0" u="none" strike="noStrike" kern="1200" cap="none" spc="0" normalizeH="0" baseline="0" noProof="0" dirty="0">
                <a:ln>
                  <a:noFill/>
                </a:ln>
                <a:solidFill>
                  <a:srgbClr val="00274C"/>
                </a:solidFill>
                <a:effectLst/>
                <a:uLnTx/>
                <a:uFillTx/>
                <a:latin typeface="Arial" panose="020B0604020202020204" pitchFamily="34" charset="0"/>
                <a:ea typeface="+mn-ea"/>
                <a:cs typeface="Arial" panose="020B0604020202020204" pitchFamily="34" charset="0"/>
              </a:rPr>
              <a:t>Carbon monoxide, biogenic 91.7 g</a:t>
            </a:r>
          </a:p>
        </p:txBody>
      </p:sp>
      <p:sp>
        <p:nvSpPr>
          <p:cNvPr id="44" name="Line 56">
            <a:extLst>
              <a:ext uri="{FF2B5EF4-FFF2-40B4-BE49-F238E27FC236}">
                <a16:creationId xmlns:a16="http://schemas.microsoft.com/office/drawing/2014/main" id="{747F355D-885D-AB4F-8FA7-BCD958F0018C}"/>
              </a:ext>
            </a:extLst>
          </p:cNvPr>
          <p:cNvSpPr>
            <a:spLocks noChangeShapeType="1"/>
          </p:cNvSpPr>
          <p:nvPr/>
        </p:nvSpPr>
        <p:spPr bwMode="auto">
          <a:xfrm>
            <a:off x="8978282" y="4218265"/>
            <a:ext cx="381000" cy="0"/>
          </a:xfrm>
          <a:prstGeom prst="line">
            <a:avLst/>
          </a:prstGeom>
          <a:noFill/>
          <a:ln w="25400">
            <a:solidFill>
              <a:schemeClr val="tx2"/>
            </a:solidFill>
            <a:round/>
            <a:headEnd/>
            <a:tailEnd type="arrow" w="sm" len="med"/>
          </a:ln>
          <a:extLst>
            <a:ext uri="{909E8E84-426E-40DD-AFC4-6F175D3DCCD1}">
              <a14:hiddenFill xmlns:a14="http://schemas.microsoft.com/office/drawing/2010/main">
                <a:noFill/>
              </a14:hiddenFill>
            </a:ext>
          </a:extLst>
        </p:spPr>
        <p:txBody>
          <a:bodyPr/>
          <a:lstStyle/>
          <a:p>
            <a:pPr marL="0" marR="0" lvl="0" indent="0" algn="l" defTabSz="812810" rtl="0" eaLnBrk="1" fontAlgn="auto" latinLnBrk="0" hangingPunct="1">
              <a:lnSpc>
                <a:spcPct val="100000"/>
              </a:lnSpc>
              <a:spcBef>
                <a:spcPts val="0"/>
              </a:spcBef>
              <a:spcAft>
                <a:spcPts val="0"/>
              </a:spcAft>
              <a:buClrTx/>
              <a:buSzTx/>
              <a:buFontTx/>
              <a:buNone/>
              <a:tabLst/>
              <a:defRPr/>
            </a:pPr>
            <a:endParaRPr kumimoji="0" lang="en-US" sz="3200" b="0"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45" name="Text Box 60">
            <a:extLst>
              <a:ext uri="{FF2B5EF4-FFF2-40B4-BE49-F238E27FC236}">
                <a16:creationId xmlns:a16="http://schemas.microsoft.com/office/drawing/2014/main" id="{6C6B37E0-B9B1-5746-B62E-D051BDAC1AF3}"/>
              </a:ext>
            </a:extLst>
          </p:cNvPr>
          <p:cNvSpPr txBox="1">
            <a:spLocks noChangeArrowheads="1"/>
          </p:cNvSpPr>
          <p:nvPr/>
        </p:nvSpPr>
        <p:spPr bwMode="auto">
          <a:xfrm>
            <a:off x="9402547" y="4034078"/>
            <a:ext cx="1744764"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rgbClr val="FF9900"/>
              </a:buClr>
              <a:buChar char="•"/>
              <a:defRPr sz="3200" b="1">
                <a:solidFill>
                  <a:srgbClr val="01035B"/>
                </a:solidFill>
                <a:latin typeface="Arial" panose="020B0604020202020204" pitchFamily="34" charset="0"/>
              </a:defRPr>
            </a:lvl1pPr>
            <a:lvl2pPr marL="742950" indent="-285750">
              <a:spcBef>
                <a:spcPct val="20000"/>
              </a:spcBef>
              <a:buClr>
                <a:srgbClr val="FF9900"/>
              </a:buClr>
              <a:buChar char="–"/>
              <a:defRPr sz="2800" b="1">
                <a:solidFill>
                  <a:srgbClr val="01035B"/>
                </a:solidFill>
                <a:latin typeface="Arial" panose="020B0604020202020204" pitchFamily="34" charset="0"/>
              </a:defRPr>
            </a:lvl2pPr>
            <a:lvl3pPr marL="1143000" indent="-228600">
              <a:spcBef>
                <a:spcPct val="20000"/>
              </a:spcBef>
              <a:buClr>
                <a:srgbClr val="FF9900"/>
              </a:buClr>
              <a:buChar char="•"/>
              <a:defRPr sz="2400" b="1">
                <a:solidFill>
                  <a:srgbClr val="01035B"/>
                </a:solidFill>
                <a:latin typeface="Arial" panose="020B0604020202020204" pitchFamily="34" charset="0"/>
              </a:defRPr>
            </a:lvl3pPr>
            <a:lvl4pPr marL="1600200" indent="-228600">
              <a:spcBef>
                <a:spcPct val="20000"/>
              </a:spcBef>
              <a:buClr>
                <a:srgbClr val="FF9900"/>
              </a:buClr>
              <a:buChar char="–"/>
              <a:defRPr sz="2000" b="1">
                <a:solidFill>
                  <a:srgbClr val="01035B"/>
                </a:solidFill>
                <a:latin typeface="Arial" panose="020B0604020202020204" pitchFamily="34" charset="0"/>
              </a:defRPr>
            </a:lvl4pPr>
            <a:lvl5pPr marL="2057400" indent="-228600">
              <a:spcBef>
                <a:spcPct val="20000"/>
              </a:spcBef>
              <a:buClr>
                <a:srgbClr val="FF9900"/>
              </a:buClr>
              <a:buChar char="»"/>
              <a:defRPr sz="2000" b="1">
                <a:solidFill>
                  <a:srgbClr val="01035B"/>
                </a:solidFill>
                <a:latin typeface="Arial" panose="020B0604020202020204" pitchFamily="34" charset="0"/>
              </a:defRPr>
            </a:lvl5pPr>
            <a:lvl6pPr marL="25146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6pPr>
            <a:lvl7pPr marL="29718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7pPr>
            <a:lvl8pPr marL="34290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8pPr>
            <a:lvl9pPr marL="38862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9pPr>
          </a:lstStyle>
          <a:p>
            <a:pPr marL="0" marR="0" lvl="0" indent="0" algn="l" defTabSz="812810" rtl="0" eaLnBrk="1" fontAlgn="auto" latinLnBrk="0" hangingPunct="1">
              <a:lnSpc>
                <a:spcPct val="100000"/>
              </a:lnSpc>
              <a:spcBef>
                <a:spcPct val="0"/>
              </a:spcBef>
              <a:spcAft>
                <a:spcPts val="0"/>
              </a:spcAft>
              <a:buClrTx/>
              <a:buSzTx/>
              <a:buFontTx/>
              <a:buNone/>
              <a:tabLst/>
              <a:defRPr/>
            </a:pPr>
            <a:r>
              <a:rPr kumimoji="0" lang="en-US" altLang="en-US" sz="1600" b="0" i="0" u="none" strike="noStrike" kern="1200" cap="none" spc="0" normalizeH="0" baseline="0" noProof="0" dirty="0">
                <a:ln>
                  <a:noFill/>
                </a:ln>
                <a:solidFill>
                  <a:srgbClr val="00274C"/>
                </a:solidFill>
                <a:effectLst/>
                <a:uLnTx/>
                <a:uFillTx/>
                <a:latin typeface="Arial" panose="020B0604020202020204" pitchFamily="34" charset="0"/>
                <a:ea typeface="+mn-ea"/>
                <a:cs typeface="Arial" panose="020B0604020202020204" pitchFamily="34" charset="0"/>
              </a:rPr>
              <a:t>PAH 45.7 mg</a:t>
            </a:r>
            <a:endParaRPr kumimoji="0" lang="en-US" altLang="en-US" sz="1600" b="0" i="0" u="none" strike="noStrike" kern="1200" cap="none" spc="0" normalizeH="0" baseline="30000" noProof="0" dirty="0">
              <a:ln>
                <a:noFill/>
              </a:ln>
              <a:solidFill>
                <a:srgbClr val="00274C"/>
              </a:solidFill>
              <a:effectLst/>
              <a:uLnTx/>
              <a:uFillTx/>
              <a:latin typeface="Arial" panose="020B0604020202020204" pitchFamily="34" charset="0"/>
              <a:ea typeface="+mn-ea"/>
              <a:cs typeface="Arial" panose="020B0604020202020204" pitchFamily="34" charset="0"/>
            </a:endParaRPr>
          </a:p>
        </p:txBody>
      </p:sp>
      <p:sp>
        <p:nvSpPr>
          <p:cNvPr id="50" name="Line 56">
            <a:extLst>
              <a:ext uri="{FF2B5EF4-FFF2-40B4-BE49-F238E27FC236}">
                <a16:creationId xmlns:a16="http://schemas.microsoft.com/office/drawing/2014/main" id="{5DFBBF61-E8B5-BF43-A555-2DA52731C854}"/>
              </a:ext>
            </a:extLst>
          </p:cNvPr>
          <p:cNvSpPr>
            <a:spLocks noChangeShapeType="1"/>
          </p:cNvSpPr>
          <p:nvPr/>
        </p:nvSpPr>
        <p:spPr bwMode="auto">
          <a:xfrm>
            <a:off x="8992570" y="4561608"/>
            <a:ext cx="381000" cy="0"/>
          </a:xfrm>
          <a:prstGeom prst="line">
            <a:avLst/>
          </a:prstGeom>
          <a:noFill/>
          <a:ln w="25400">
            <a:solidFill>
              <a:schemeClr val="tx2"/>
            </a:solidFill>
            <a:round/>
            <a:headEnd/>
            <a:tailEnd type="arrow" w="sm" len="med"/>
          </a:ln>
          <a:extLst>
            <a:ext uri="{909E8E84-426E-40DD-AFC4-6F175D3DCCD1}">
              <a14:hiddenFill xmlns:a14="http://schemas.microsoft.com/office/drawing/2010/main">
                <a:noFill/>
              </a14:hiddenFill>
            </a:ext>
          </a:extLst>
        </p:spPr>
        <p:txBody>
          <a:bodyPr/>
          <a:lstStyle/>
          <a:p>
            <a:pPr marL="0" marR="0" lvl="0" indent="0" algn="l" defTabSz="812810" rtl="0" eaLnBrk="1" fontAlgn="auto" latinLnBrk="0" hangingPunct="1">
              <a:lnSpc>
                <a:spcPct val="100000"/>
              </a:lnSpc>
              <a:spcBef>
                <a:spcPts val="0"/>
              </a:spcBef>
              <a:spcAft>
                <a:spcPts val="0"/>
              </a:spcAft>
              <a:buClrTx/>
              <a:buSzTx/>
              <a:buFontTx/>
              <a:buNone/>
              <a:tabLst/>
              <a:defRPr/>
            </a:pPr>
            <a:endParaRPr kumimoji="0" lang="en-US" sz="3200" b="0"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51" name="Text Box 60">
            <a:extLst>
              <a:ext uri="{FF2B5EF4-FFF2-40B4-BE49-F238E27FC236}">
                <a16:creationId xmlns:a16="http://schemas.microsoft.com/office/drawing/2014/main" id="{11F24087-D7AE-BF49-90B6-53620944805A}"/>
              </a:ext>
            </a:extLst>
          </p:cNvPr>
          <p:cNvSpPr txBox="1">
            <a:spLocks noChangeArrowheads="1"/>
          </p:cNvSpPr>
          <p:nvPr/>
        </p:nvSpPr>
        <p:spPr bwMode="auto">
          <a:xfrm>
            <a:off x="9402547" y="4383411"/>
            <a:ext cx="3212001"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rgbClr val="FF9900"/>
              </a:buClr>
              <a:buChar char="•"/>
              <a:defRPr sz="3200" b="1">
                <a:solidFill>
                  <a:srgbClr val="01035B"/>
                </a:solidFill>
                <a:latin typeface="Arial" panose="020B0604020202020204" pitchFamily="34" charset="0"/>
              </a:defRPr>
            </a:lvl1pPr>
            <a:lvl2pPr marL="742950" indent="-285750">
              <a:spcBef>
                <a:spcPct val="20000"/>
              </a:spcBef>
              <a:buClr>
                <a:srgbClr val="FF9900"/>
              </a:buClr>
              <a:buChar char="–"/>
              <a:defRPr sz="2800" b="1">
                <a:solidFill>
                  <a:srgbClr val="01035B"/>
                </a:solidFill>
                <a:latin typeface="Arial" panose="020B0604020202020204" pitchFamily="34" charset="0"/>
              </a:defRPr>
            </a:lvl2pPr>
            <a:lvl3pPr marL="1143000" indent="-228600">
              <a:spcBef>
                <a:spcPct val="20000"/>
              </a:spcBef>
              <a:buClr>
                <a:srgbClr val="FF9900"/>
              </a:buClr>
              <a:buChar char="•"/>
              <a:defRPr sz="2400" b="1">
                <a:solidFill>
                  <a:srgbClr val="01035B"/>
                </a:solidFill>
                <a:latin typeface="Arial" panose="020B0604020202020204" pitchFamily="34" charset="0"/>
              </a:defRPr>
            </a:lvl3pPr>
            <a:lvl4pPr marL="1600200" indent="-228600">
              <a:spcBef>
                <a:spcPct val="20000"/>
              </a:spcBef>
              <a:buClr>
                <a:srgbClr val="FF9900"/>
              </a:buClr>
              <a:buChar char="–"/>
              <a:defRPr sz="2000" b="1">
                <a:solidFill>
                  <a:srgbClr val="01035B"/>
                </a:solidFill>
                <a:latin typeface="Arial" panose="020B0604020202020204" pitchFamily="34" charset="0"/>
              </a:defRPr>
            </a:lvl4pPr>
            <a:lvl5pPr marL="2057400" indent="-228600">
              <a:spcBef>
                <a:spcPct val="20000"/>
              </a:spcBef>
              <a:buClr>
                <a:srgbClr val="FF9900"/>
              </a:buClr>
              <a:buChar char="»"/>
              <a:defRPr sz="2000" b="1">
                <a:solidFill>
                  <a:srgbClr val="01035B"/>
                </a:solidFill>
                <a:latin typeface="Arial" panose="020B0604020202020204" pitchFamily="34" charset="0"/>
              </a:defRPr>
            </a:lvl5pPr>
            <a:lvl6pPr marL="25146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6pPr>
            <a:lvl7pPr marL="29718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7pPr>
            <a:lvl8pPr marL="34290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8pPr>
            <a:lvl9pPr marL="38862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9pPr>
          </a:lstStyle>
          <a:p>
            <a:pPr marL="0" marR="0" lvl="0" indent="0" algn="l" defTabSz="812810" rtl="0" eaLnBrk="1" fontAlgn="auto" latinLnBrk="0" hangingPunct="1">
              <a:lnSpc>
                <a:spcPct val="100000"/>
              </a:lnSpc>
              <a:spcBef>
                <a:spcPct val="0"/>
              </a:spcBef>
              <a:spcAft>
                <a:spcPts val="0"/>
              </a:spcAft>
              <a:buClrTx/>
              <a:buSzTx/>
              <a:buFontTx/>
              <a:buNone/>
              <a:tabLst/>
              <a:defRPr/>
            </a:pPr>
            <a:r>
              <a:rPr kumimoji="0" lang="en-US" altLang="en-US" sz="1600" b="0" i="0" u="none" strike="noStrike" kern="1200" cap="none" spc="0" normalizeH="0" baseline="0" noProof="0" dirty="0">
                <a:ln>
                  <a:noFill/>
                </a:ln>
                <a:solidFill>
                  <a:srgbClr val="00274C"/>
                </a:solidFill>
                <a:effectLst/>
                <a:uLnTx/>
                <a:uFillTx/>
                <a:latin typeface="Arial" panose="020B0604020202020204" pitchFamily="34" charset="0"/>
                <a:ea typeface="+mn-ea"/>
                <a:cs typeface="Arial" panose="020B0604020202020204" pitchFamily="34" charset="0"/>
              </a:rPr>
              <a:t>Particulates, &lt; 2.5 µm 2.61 g</a:t>
            </a:r>
            <a:endParaRPr kumimoji="0" lang="en-US" altLang="en-US" sz="1600" b="0" i="0" u="none" strike="noStrike" kern="1200" cap="none" spc="0" normalizeH="0" baseline="30000" noProof="0" dirty="0">
              <a:ln>
                <a:noFill/>
              </a:ln>
              <a:solidFill>
                <a:srgbClr val="00274C"/>
              </a:solidFill>
              <a:effectLst/>
              <a:uLnTx/>
              <a:uFillTx/>
              <a:latin typeface="Arial" panose="020B0604020202020204" pitchFamily="34" charset="0"/>
              <a:ea typeface="+mn-ea"/>
              <a:cs typeface="Arial" panose="020B0604020202020204" pitchFamily="34" charset="0"/>
            </a:endParaRPr>
          </a:p>
        </p:txBody>
      </p:sp>
      <p:sp>
        <p:nvSpPr>
          <p:cNvPr id="52" name="Line 56">
            <a:extLst>
              <a:ext uri="{FF2B5EF4-FFF2-40B4-BE49-F238E27FC236}">
                <a16:creationId xmlns:a16="http://schemas.microsoft.com/office/drawing/2014/main" id="{0A5D014B-745F-4D4D-8A5A-FC6692C65978}"/>
              </a:ext>
            </a:extLst>
          </p:cNvPr>
          <p:cNvSpPr>
            <a:spLocks noChangeShapeType="1"/>
          </p:cNvSpPr>
          <p:nvPr/>
        </p:nvSpPr>
        <p:spPr bwMode="auto">
          <a:xfrm>
            <a:off x="8992570" y="4904951"/>
            <a:ext cx="381000" cy="0"/>
          </a:xfrm>
          <a:prstGeom prst="line">
            <a:avLst/>
          </a:prstGeom>
          <a:noFill/>
          <a:ln w="25400">
            <a:solidFill>
              <a:schemeClr val="tx2"/>
            </a:solidFill>
            <a:round/>
            <a:headEnd/>
            <a:tailEnd type="arrow" w="sm" len="med"/>
          </a:ln>
          <a:extLst>
            <a:ext uri="{909E8E84-426E-40DD-AFC4-6F175D3DCCD1}">
              <a14:hiddenFill xmlns:a14="http://schemas.microsoft.com/office/drawing/2010/main">
                <a:noFill/>
              </a14:hiddenFill>
            </a:ext>
          </a:extLst>
        </p:spPr>
        <p:txBody>
          <a:bodyPr/>
          <a:lstStyle/>
          <a:p>
            <a:pPr marL="0" marR="0" lvl="0" indent="0" algn="l" defTabSz="812810" rtl="0" eaLnBrk="1" fontAlgn="auto" latinLnBrk="0" hangingPunct="1">
              <a:lnSpc>
                <a:spcPct val="100000"/>
              </a:lnSpc>
              <a:spcBef>
                <a:spcPts val="0"/>
              </a:spcBef>
              <a:spcAft>
                <a:spcPts val="0"/>
              </a:spcAft>
              <a:buClrTx/>
              <a:buSzTx/>
              <a:buFontTx/>
              <a:buNone/>
              <a:tabLst/>
              <a:defRPr/>
            </a:pPr>
            <a:endParaRPr kumimoji="0" lang="en-US" sz="3200" b="0"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53" name="Text Box 60">
            <a:extLst>
              <a:ext uri="{FF2B5EF4-FFF2-40B4-BE49-F238E27FC236}">
                <a16:creationId xmlns:a16="http://schemas.microsoft.com/office/drawing/2014/main" id="{1A22CC3B-C7F6-4742-A76D-33D9DCC98273}"/>
              </a:ext>
            </a:extLst>
          </p:cNvPr>
          <p:cNvSpPr txBox="1">
            <a:spLocks noChangeArrowheads="1"/>
          </p:cNvSpPr>
          <p:nvPr/>
        </p:nvSpPr>
        <p:spPr bwMode="auto">
          <a:xfrm>
            <a:off x="9402547" y="4735124"/>
            <a:ext cx="2478382"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rgbClr val="FF9900"/>
              </a:buClr>
              <a:buChar char="•"/>
              <a:defRPr sz="3200" b="1">
                <a:solidFill>
                  <a:srgbClr val="01035B"/>
                </a:solidFill>
                <a:latin typeface="Arial" panose="020B0604020202020204" pitchFamily="34" charset="0"/>
              </a:defRPr>
            </a:lvl1pPr>
            <a:lvl2pPr marL="742950" indent="-285750">
              <a:spcBef>
                <a:spcPct val="20000"/>
              </a:spcBef>
              <a:buClr>
                <a:srgbClr val="FF9900"/>
              </a:buClr>
              <a:buChar char="–"/>
              <a:defRPr sz="2800" b="1">
                <a:solidFill>
                  <a:srgbClr val="01035B"/>
                </a:solidFill>
                <a:latin typeface="Arial" panose="020B0604020202020204" pitchFamily="34" charset="0"/>
              </a:defRPr>
            </a:lvl2pPr>
            <a:lvl3pPr marL="1143000" indent="-228600">
              <a:spcBef>
                <a:spcPct val="20000"/>
              </a:spcBef>
              <a:buClr>
                <a:srgbClr val="FF9900"/>
              </a:buClr>
              <a:buChar char="•"/>
              <a:defRPr sz="2400" b="1">
                <a:solidFill>
                  <a:srgbClr val="01035B"/>
                </a:solidFill>
                <a:latin typeface="Arial" panose="020B0604020202020204" pitchFamily="34" charset="0"/>
              </a:defRPr>
            </a:lvl3pPr>
            <a:lvl4pPr marL="1600200" indent="-228600">
              <a:spcBef>
                <a:spcPct val="20000"/>
              </a:spcBef>
              <a:buClr>
                <a:srgbClr val="FF9900"/>
              </a:buClr>
              <a:buChar char="–"/>
              <a:defRPr sz="2000" b="1">
                <a:solidFill>
                  <a:srgbClr val="01035B"/>
                </a:solidFill>
                <a:latin typeface="Arial" panose="020B0604020202020204" pitchFamily="34" charset="0"/>
              </a:defRPr>
            </a:lvl4pPr>
            <a:lvl5pPr marL="2057400" indent="-228600">
              <a:spcBef>
                <a:spcPct val="20000"/>
              </a:spcBef>
              <a:buClr>
                <a:srgbClr val="FF9900"/>
              </a:buClr>
              <a:buChar char="»"/>
              <a:defRPr sz="2000" b="1">
                <a:solidFill>
                  <a:srgbClr val="01035B"/>
                </a:solidFill>
                <a:latin typeface="Arial" panose="020B0604020202020204" pitchFamily="34" charset="0"/>
              </a:defRPr>
            </a:lvl5pPr>
            <a:lvl6pPr marL="25146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6pPr>
            <a:lvl7pPr marL="29718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7pPr>
            <a:lvl8pPr marL="34290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8pPr>
            <a:lvl9pPr marL="38862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9pPr>
          </a:lstStyle>
          <a:p>
            <a:pPr marL="0" marR="0" lvl="0" indent="0" algn="l" defTabSz="812810" rtl="0" eaLnBrk="1" fontAlgn="auto" latinLnBrk="0" hangingPunct="1">
              <a:lnSpc>
                <a:spcPct val="100000"/>
              </a:lnSpc>
              <a:spcBef>
                <a:spcPct val="0"/>
              </a:spcBef>
              <a:spcAft>
                <a:spcPts val="0"/>
              </a:spcAft>
              <a:buClrTx/>
              <a:buSzTx/>
              <a:buFontTx/>
              <a:buNone/>
              <a:tabLst/>
              <a:defRPr/>
            </a:pPr>
            <a:r>
              <a:rPr kumimoji="0" lang="en-US" altLang="en-US" sz="1600" b="0" i="0" u="none" strike="noStrike" kern="1200" cap="none" spc="0" normalizeH="0" baseline="0" noProof="0" dirty="0">
                <a:ln>
                  <a:noFill/>
                </a:ln>
                <a:solidFill>
                  <a:srgbClr val="00274C"/>
                </a:solidFill>
                <a:effectLst/>
                <a:uLnTx/>
                <a:uFillTx/>
                <a:latin typeface="Arial" panose="020B0604020202020204" pitchFamily="34" charset="0"/>
                <a:ea typeface="+mn-ea"/>
                <a:cs typeface="Arial" panose="020B0604020202020204" pitchFamily="34" charset="0"/>
              </a:rPr>
              <a:t>Sulfur dioxide 8.83 g</a:t>
            </a:r>
            <a:endParaRPr kumimoji="0" lang="en-US" altLang="en-US" sz="1600" b="0" i="0" u="none" strike="noStrike" kern="1200" cap="none" spc="0" normalizeH="0" baseline="30000" noProof="0" dirty="0">
              <a:ln>
                <a:noFill/>
              </a:ln>
              <a:solidFill>
                <a:srgbClr val="00274C"/>
              </a:solidFill>
              <a:effectLst/>
              <a:uLnTx/>
              <a:uFillTx/>
              <a:latin typeface="Arial" panose="020B0604020202020204" pitchFamily="34" charset="0"/>
              <a:ea typeface="+mn-ea"/>
              <a:cs typeface="Arial" panose="020B0604020202020204" pitchFamily="34" charset="0"/>
            </a:endParaRPr>
          </a:p>
        </p:txBody>
      </p:sp>
      <p:pic>
        <p:nvPicPr>
          <p:cNvPr id="55" name="Picture 48">
            <a:extLst>
              <a:ext uri="{FF2B5EF4-FFF2-40B4-BE49-F238E27FC236}">
                <a16:creationId xmlns:a16="http://schemas.microsoft.com/office/drawing/2014/main" id="{AD473F9C-BE94-3645-AF6B-052012288F7E}"/>
              </a:ext>
            </a:extLst>
          </p:cNvPr>
          <p:cNvPicPr>
            <a:picLocks noChangeAspect="1"/>
          </p:cNvPicPr>
          <p:nvPr/>
        </p:nvPicPr>
        <p:blipFill>
          <a:blip r:embed="rId3" cstate="screen">
            <a:extLst>
              <a:ext uri="{28A0092B-C50C-407E-A947-70E740481C1C}">
                <a14:useLocalDpi xmlns:a14="http://schemas.microsoft.com/office/drawing/2010/main"/>
              </a:ext>
            </a:extLst>
          </a:blip>
          <a:srcRect/>
          <a:stretch>
            <a:fillRect/>
          </a:stretch>
        </p:blipFill>
        <p:spPr bwMode="auto">
          <a:xfrm>
            <a:off x="7390781" y="4569269"/>
            <a:ext cx="1309687" cy="1100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8" name="Picture 1">
            <a:extLst>
              <a:ext uri="{FF2B5EF4-FFF2-40B4-BE49-F238E27FC236}">
                <a16:creationId xmlns:a16="http://schemas.microsoft.com/office/drawing/2014/main" id="{37E3E54B-511A-7D4F-AF7F-F09931A501D1}"/>
              </a:ext>
            </a:extLst>
          </p:cNvPr>
          <p:cNvPicPr>
            <a:picLocks noChangeAspect="1"/>
          </p:cNvPicPr>
          <p:nvPr/>
        </p:nvPicPr>
        <p:blipFill>
          <a:blip r:embed="rId4" cstate="screen">
            <a:extLst>
              <a:ext uri="{28A0092B-C50C-407E-A947-70E740481C1C}">
                <a14:useLocalDpi xmlns:a14="http://schemas.microsoft.com/office/drawing/2010/main"/>
              </a:ext>
            </a:extLst>
          </a:blip>
          <a:srcRect/>
          <a:stretch>
            <a:fillRect/>
          </a:stretch>
        </p:blipFill>
        <p:spPr bwMode="auto">
          <a:xfrm>
            <a:off x="989201" y="1498230"/>
            <a:ext cx="1057572" cy="7260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Rectangle 4">
            <a:extLst>
              <a:ext uri="{FF2B5EF4-FFF2-40B4-BE49-F238E27FC236}">
                <a16:creationId xmlns:a16="http://schemas.microsoft.com/office/drawing/2014/main" id="{E7A176B4-7891-1A49-A13A-51C362FCF689}"/>
              </a:ext>
            </a:extLst>
          </p:cNvPr>
          <p:cNvSpPr/>
          <p:nvPr/>
        </p:nvSpPr>
        <p:spPr>
          <a:xfrm>
            <a:off x="1913180" y="6332226"/>
            <a:ext cx="12465094" cy="1170000"/>
          </a:xfrm>
          <a:prstGeom prst="rect">
            <a:avLst/>
          </a:prstGeom>
          <a:noFill/>
          <a:ln w="31750">
            <a:solidFill>
              <a:schemeClr val="tx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812810" rtl="0" eaLnBrk="1" fontAlgn="auto" latinLnBrk="0" hangingPunct="1">
              <a:lnSpc>
                <a:spcPct val="100000"/>
              </a:lnSpc>
              <a:spcBef>
                <a:spcPts val="0"/>
              </a:spcBef>
              <a:spcAft>
                <a:spcPts val="0"/>
              </a:spcAft>
              <a:buClrTx/>
              <a:buSzTx/>
              <a:buFontTx/>
              <a:buNone/>
              <a:tabLst/>
              <a:defRPr/>
            </a:pPr>
            <a:endParaRPr kumimoji="0" lang="en-US" sz="3200" b="0" i="0" u="none" strike="noStrike" kern="1200" cap="none" spc="0" normalizeH="0" baseline="0" noProof="0">
              <a:ln>
                <a:noFill/>
              </a:ln>
              <a:solidFill>
                <a:prstClr val="white"/>
              </a:solidFill>
              <a:effectLst/>
              <a:uLnTx/>
              <a:uFillTx/>
              <a:latin typeface="Arial" panose="020B0604020202020204"/>
              <a:ea typeface="+mn-ea"/>
              <a:cs typeface="+mn-cs"/>
            </a:endParaRPr>
          </a:p>
        </p:txBody>
      </p:sp>
      <p:sp>
        <p:nvSpPr>
          <p:cNvPr id="61" name="TextBox 55">
            <a:extLst>
              <a:ext uri="{FF2B5EF4-FFF2-40B4-BE49-F238E27FC236}">
                <a16:creationId xmlns:a16="http://schemas.microsoft.com/office/drawing/2014/main" id="{B2C8853E-86AF-E14B-8E38-72E8BC5F6369}"/>
              </a:ext>
            </a:extLst>
          </p:cNvPr>
          <p:cNvSpPr txBox="1">
            <a:spLocks noChangeArrowheads="1"/>
          </p:cNvSpPr>
          <p:nvPr/>
        </p:nvSpPr>
        <p:spPr bwMode="auto">
          <a:xfrm>
            <a:off x="975794" y="2299075"/>
            <a:ext cx="2513236" cy="3079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812810" rtl="0" eaLnBrk="1" fontAlgn="auto" latinLnBrk="0" hangingPunct="1">
              <a:lnSpc>
                <a:spcPct val="100000"/>
              </a:lnSpc>
              <a:spcBef>
                <a:spcPts val="0"/>
              </a:spcBef>
              <a:spcAft>
                <a:spcPts val="0"/>
              </a:spcAft>
              <a:buClrTx/>
              <a:buSzTx/>
              <a:buFontTx/>
              <a:buNone/>
              <a:tabLst/>
              <a:defRPr/>
            </a:pPr>
            <a:r>
              <a:rPr kumimoji="0" lang="en-US" altLang="en-US" sz="1400" b="0" i="0" u="none" strike="noStrike" kern="1200" cap="none" spc="0" normalizeH="0" baseline="0" noProof="0" dirty="0" err="1">
                <a:ln>
                  <a:noFill/>
                </a:ln>
                <a:solidFill>
                  <a:srgbClr val="000000">
                    <a:lumMod val="50000"/>
                    <a:lumOff val="50000"/>
                  </a:srgbClr>
                </a:solidFill>
                <a:effectLst/>
                <a:uLnTx/>
                <a:uFillTx/>
                <a:latin typeface="Arial" panose="020B0604020202020204" pitchFamily="34" charset="0"/>
                <a:ea typeface="+mn-ea"/>
                <a:cs typeface="+mn-cs"/>
              </a:rPr>
              <a:t>ecoinvent</a:t>
            </a:r>
            <a:r>
              <a:rPr kumimoji="0" lang="en-US" altLang="en-US" sz="1400" b="0" i="0" u="none" strike="noStrike" kern="1200" cap="none" spc="0" normalizeH="0" baseline="0" noProof="0" dirty="0">
                <a:ln>
                  <a:noFill/>
                </a:ln>
                <a:solidFill>
                  <a:srgbClr val="000000">
                    <a:lumMod val="50000"/>
                    <a:lumOff val="50000"/>
                  </a:srgbClr>
                </a:solidFill>
                <a:effectLst/>
                <a:uLnTx/>
                <a:uFillTx/>
                <a:latin typeface="Arial" panose="020B0604020202020204" pitchFamily="34" charset="0"/>
                <a:ea typeface="+mn-ea"/>
                <a:cs typeface="+mn-cs"/>
              </a:rPr>
              <a:t> LCI database v.2.2 </a:t>
            </a:r>
          </a:p>
        </p:txBody>
      </p:sp>
    </p:spTree>
    <p:extLst>
      <p:ext uri="{BB962C8B-B14F-4D97-AF65-F5344CB8AC3E}">
        <p14:creationId xmlns:p14="http://schemas.microsoft.com/office/powerpoint/2010/main" val="2823148387"/>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8439A4-B037-4F4E-AFCE-96000C7C1237}"/>
              </a:ext>
            </a:extLst>
          </p:cNvPr>
          <p:cNvSpPr>
            <a:spLocks noGrp="1"/>
          </p:cNvSpPr>
          <p:nvPr>
            <p:ph type="title"/>
          </p:nvPr>
        </p:nvSpPr>
        <p:spPr>
          <a:xfrm>
            <a:off x="812880" y="279400"/>
            <a:ext cx="14631828" cy="870385"/>
          </a:xfrm>
        </p:spPr>
        <p:txBody>
          <a:bodyPr/>
          <a:lstStyle/>
          <a:p>
            <a:r>
              <a:rPr lang="en-US" dirty="0"/>
              <a:t>Unit process</a:t>
            </a:r>
            <a:endParaRPr lang="en-US" dirty="0">
              <a:solidFill>
                <a:schemeClr val="tx2"/>
              </a:solidFill>
            </a:endParaRPr>
          </a:p>
        </p:txBody>
      </p:sp>
      <p:sp>
        <p:nvSpPr>
          <p:cNvPr id="10" name="Rectangle 29">
            <a:extLst>
              <a:ext uri="{FF2B5EF4-FFF2-40B4-BE49-F238E27FC236}">
                <a16:creationId xmlns:a16="http://schemas.microsoft.com/office/drawing/2014/main" id="{405B61CF-5F43-8D4E-B23F-A326CDED2918}"/>
              </a:ext>
            </a:extLst>
          </p:cNvPr>
          <p:cNvSpPr txBox="1">
            <a:spLocks noChangeArrowheads="1"/>
          </p:cNvSpPr>
          <p:nvPr/>
        </p:nvSpPr>
        <p:spPr bwMode="auto">
          <a:xfrm>
            <a:off x="6036760" y="6494321"/>
            <a:ext cx="9231470" cy="9669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lgn="l" rtl="0" eaLnBrk="0" fontAlgn="base" hangingPunct="0">
              <a:spcBef>
                <a:spcPct val="20000"/>
              </a:spcBef>
              <a:spcAft>
                <a:spcPct val="0"/>
              </a:spcAft>
              <a:buClr>
                <a:srgbClr val="FF9900"/>
              </a:buClr>
              <a:buChar char="•"/>
              <a:defRPr sz="3200" b="1">
                <a:solidFill>
                  <a:srgbClr val="01035B"/>
                </a:solidFill>
                <a:latin typeface="+mn-lt"/>
                <a:ea typeface="+mn-ea"/>
                <a:cs typeface="+mn-cs"/>
              </a:defRPr>
            </a:lvl1pPr>
            <a:lvl2pPr marL="742950" indent="-285750" algn="l" rtl="0" eaLnBrk="0" fontAlgn="base" hangingPunct="0">
              <a:spcBef>
                <a:spcPct val="20000"/>
              </a:spcBef>
              <a:spcAft>
                <a:spcPct val="0"/>
              </a:spcAft>
              <a:buClr>
                <a:srgbClr val="FF9900"/>
              </a:buClr>
              <a:buChar char="–"/>
              <a:defRPr sz="2800" b="1">
                <a:solidFill>
                  <a:srgbClr val="01035B"/>
                </a:solidFill>
                <a:latin typeface="+mn-lt"/>
              </a:defRPr>
            </a:lvl2pPr>
            <a:lvl3pPr marL="1143000" indent="-228600" algn="l" rtl="0" eaLnBrk="0" fontAlgn="base" hangingPunct="0">
              <a:spcBef>
                <a:spcPct val="20000"/>
              </a:spcBef>
              <a:spcAft>
                <a:spcPct val="0"/>
              </a:spcAft>
              <a:buClr>
                <a:srgbClr val="FF9900"/>
              </a:buClr>
              <a:buChar char="•"/>
              <a:defRPr sz="2400" b="1">
                <a:solidFill>
                  <a:srgbClr val="01035B"/>
                </a:solidFill>
                <a:latin typeface="+mn-lt"/>
              </a:defRPr>
            </a:lvl3pPr>
            <a:lvl4pPr marL="1600200" indent="-228600" algn="l" rtl="0" eaLnBrk="0" fontAlgn="base" hangingPunct="0">
              <a:spcBef>
                <a:spcPct val="20000"/>
              </a:spcBef>
              <a:spcAft>
                <a:spcPct val="0"/>
              </a:spcAft>
              <a:buClr>
                <a:srgbClr val="FF9900"/>
              </a:buClr>
              <a:buChar char="–"/>
              <a:defRPr sz="2000" b="1">
                <a:solidFill>
                  <a:srgbClr val="01035B"/>
                </a:solidFill>
                <a:latin typeface="+mn-lt"/>
              </a:defRPr>
            </a:lvl4pPr>
            <a:lvl5pPr marL="2057400" indent="-228600" algn="l" rtl="0" eaLnBrk="0" fontAlgn="base" hangingPunct="0">
              <a:spcBef>
                <a:spcPct val="20000"/>
              </a:spcBef>
              <a:spcAft>
                <a:spcPct val="0"/>
              </a:spcAft>
              <a:buClr>
                <a:srgbClr val="FF9900"/>
              </a:buClr>
              <a:buChar char="»"/>
              <a:defRPr sz="2000" b="1">
                <a:solidFill>
                  <a:srgbClr val="01035B"/>
                </a:solidFill>
                <a:latin typeface="+mn-lt"/>
              </a:defRPr>
            </a:lvl5pPr>
            <a:lvl6pPr marL="2514600" indent="-228600" algn="l" rtl="0" fontAlgn="base">
              <a:spcBef>
                <a:spcPct val="20000"/>
              </a:spcBef>
              <a:spcAft>
                <a:spcPct val="0"/>
              </a:spcAft>
              <a:buClr>
                <a:srgbClr val="FF9900"/>
              </a:buClr>
              <a:buChar char="»"/>
              <a:defRPr sz="2000" b="1">
                <a:solidFill>
                  <a:srgbClr val="01035B"/>
                </a:solidFill>
                <a:latin typeface="+mn-lt"/>
              </a:defRPr>
            </a:lvl6pPr>
            <a:lvl7pPr marL="2971800" indent="-228600" algn="l" rtl="0" fontAlgn="base">
              <a:spcBef>
                <a:spcPct val="20000"/>
              </a:spcBef>
              <a:spcAft>
                <a:spcPct val="0"/>
              </a:spcAft>
              <a:buClr>
                <a:srgbClr val="FF9900"/>
              </a:buClr>
              <a:buChar char="»"/>
              <a:defRPr sz="2000" b="1">
                <a:solidFill>
                  <a:srgbClr val="01035B"/>
                </a:solidFill>
                <a:latin typeface="+mn-lt"/>
              </a:defRPr>
            </a:lvl7pPr>
            <a:lvl8pPr marL="3429000" indent="-228600" algn="l" rtl="0" fontAlgn="base">
              <a:spcBef>
                <a:spcPct val="20000"/>
              </a:spcBef>
              <a:spcAft>
                <a:spcPct val="0"/>
              </a:spcAft>
              <a:buClr>
                <a:srgbClr val="FF9900"/>
              </a:buClr>
              <a:buChar char="»"/>
              <a:defRPr sz="2000" b="1">
                <a:solidFill>
                  <a:srgbClr val="01035B"/>
                </a:solidFill>
                <a:latin typeface="+mn-lt"/>
              </a:defRPr>
            </a:lvl8pPr>
            <a:lvl9pPr marL="3886200" indent="-228600" algn="l" rtl="0" fontAlgn="base">
              <a:spcBef>
                <a:spcPct val="20000"/>
              </a:spcBef>
              <a:spcAft>
                <a:spcPct val="0"/>
              </a:spcAft>
              <a:buClr>
                <a:srgbClr val="FF9900"/>
              </a:buClr>
              <a:buChar char="»"/>
              <a:defRPr sz="2000" b="1">
                <a:solidFill>
                  <a:srgbClr val="01035B"/>
                </a:solidFill>
                <a:latin typeface="+mn-lt"/>
              </a:defRPr>
            </a:lvl9pPr>
          </a:lstStyle>
          <a:p>
            <a:pPr marL="342900" marR="0" lvl="0" indent="-342900" algn="l" defTabSz="812810" rtl="0" eaLnBrk="1" fontAlgn="base" latinLnBrk="0" hangingPunct="1">
              <a:lnSpc>
                <a:spcPct val="100000"/>
              </a:lnSpc>
              <a:spcBef>
                <a:spcPct val="20000"/>
              </a:spcBef>
              <a:spcAft>
                <a:spcPct val="0"/>
              </a:spcAft>
              <a:buClr>
                <a:srgbClr val="FFCB05"/>
              </a:buClr>
              <a:buSzTx/>
              <a:buFont typeface="Wingdings" pitchFamily="2" charset="2"/>
              <a:buChar char="§"/>
              <a:tabLst/>
              <a:defRPr/>
            </a:pPr>
            <a:r>
              <a:rPr kumimoji="0" lang="en-US" altLang="en-US" sz="2000" b="0" i="0" u="none" strike="noStrike" kern="0" cap="none" spc="0" normalizeH="0" baseline="0" noProof="0" dirty="0">
                <a:ln>
                  <a:noFill/>
                </a:ln>
                <a:solidFill>
                  <a:srgbClr val="00274C"/>
                </a:solidFill>
                <a:effectLst/>
                <a:uLnTx/>
                <a:uFillTx/>
                <a:latin typeface="Arial" panose="020B0604020202020204"/>
                <a:ea typeface="+mn-ea"/>
                <a:cs typeface="+mn-cs"/>
              </a:rPr>
              <a:t>For resource inputs only ores or raw materials in ground are </a:t>
            </a:r>
            <a:r>
              <a:rPr kumimoji="0" lang="en-US" altLang="en-US" sz="2000" b="0" i="0" u="none" strike="noStrike" kern="0" cap="none" spc="0" normalizeH="0" baseline="0" noProof="0" dirty="0">
                <a:ln>
                  <a:noFill/>
                </a:ln>
                <a:solidFill>
                  <a:srgbClr val="ADA400"/>
                </a:solidFill>
                <a:effectLst/>
                <a:uLnTx/>
                <a:uFillTx/>
                <a:latin typeface="Arial" panose="020B0604020202020204"/>
                <a:ea typeface="+mn-ea"/>
                <a:cs typeface="+mn-cs"/>
              </a:rPr>
              <a:t>elementary</a:t>
            </a:r>
            <a:r>
              <a:rPr kumimoji="0" lang="en-US" altLang="en-US" sz="2000" b="0" i="0" u="none" strike="noStrike" kern="0" cap="none" spc="0" normalizeH="0" baseline="0" noProof="0" dirty="0">
                <a:ln>
                  <a:noFill/>
                </a:ln>
                <a:solidFill>
                  <a:srgbClr val="00274C"/>
                </a:solidFill>
                <a:effectLst/>
                <a:uLnTx/>
                <a:uFillTx/>
                <a:latin typeface="Arial" panose="020B0604020202020204"/>
                <a:ea typeface="+mn-ea"/>
                <a:cs typeface="+mn-cs"/>
              </a:rPr>
              <a:t> flows</a:t>
            </a:r>
          </a:p>
          <a:p>
            <a:pPr marL="342900" marR="0" lvl="0" indent="-342900" algn="l" defTabSz="812810" rtl="0" eaLnBrk="1" fontAlgn="base" latinLnBrk="0" hangingPunct="1">
              <a:lnSpc>
                <a:spcPct val="100000"/>
              </a:lnSpc>
              <a:spcBef>
                <a:spcPct val="20000"/>
              </a:spcBef>
              <a:spcAft>
                <a:spcPct val="0"/>
              </a:spcAft>
              <a:buClr>
                <a:srgbClr val="FFCB05"/>
              </a:buClr>
              <a:buSzTx/>
              <a:buFont typeface="Wingdings" pitchFamily="2" charset="2"/>
              <a:buChar char="§"/>
              <a:tabLst/>
              <a:defRPr/>
            </a:pPr>
            <a:r>
              <a:rPr kumimoji="0" lang="en-US" altLang="en-US" sz="2000" b="0" i="0" u="none" strike="noStrike" kern="0" cap="none" spc="0" normalizeH="0" baseline="0" noProof="0" dirty="0">
                <a:ln>
                  <a:noFill/>
                </a:ln>
                <a:solidFill>
                  <a:srgbClr val="00274C"/>
                </a:solidFill>
                <a:effectLst/>
                <a:uLnTx/>
                <a:uFillTx/>
                <a:latin typeface="Arial" panose="020B0604020202020204"/>
                <a:ea typeface="+mn-ea"/>
                <a:cs typeface="+mn-cs"/>
              </a:rPr>
              <a:t>The waste flows sent to disposal are </a:t>
            </a:r>
            <a:r>
              <a:rPr kumimoji="0" lang="en-US" altLang="en-US" sz="2000" b="0" i="0" u="none" strike="noStrike" kern="0" cap="none" spc="0" normalizeH="0" baseline="0" noProof="0" dirty="0">
                <a:ln>
                  <a:noFill/>
                </a:ln>
                <a:solidFill>
                  <a:srgbClr val="407EC9"/>
                </a:solidFill>
                <a:effectLst/>
                <a:uLnTx/>
                <a:uFillTx/>
                <a:latin typeface="Arial" panose="020B0604020202020204"/>
                <a:ea typeface="+mn-ea"/>
                <a:cs typeface="+mn-cs"/>
              </a:rPr>
              <a:t>intermediary</a:t>
            </a:r>
            <a:r>
              <a:rPr kumimoji="0" lang="en-US" altLang="en-US" sz="2000" b="0" i="0" u="none" strike="noStrike" kern="0" cap="none" spc="0" normalizeH="0" baseline="0" noProof="0" dirty="0">
                <a:ln>
                  <a:noFill/>
                </a:ln>
                <a:solidFill>
                  <a:srgbClr val="00274C"/>
                </a:solidFill>
                <a:effectLst/>
                <a:uLnTx/>
                <a:uFillTx/>
                <a:latin typeface="Arial" panose="020B0604020202020204"/>
                <a:ea typeface="+mn-ea"/>
                <a:cs typeface="+mn-cs"/>
              </a:rPr>
              <a:t> NOT </a:t>
            </a:r>
            <a:r>
              <a:rPr kumimoji="0" lang="en-US" altLang="en-US" sz="2000" b="0" i="0" u="none" strike="noStrike" kern="0" cap="none" spc="0" normalizeH="0" baseline="0" noProof="0" dirty="0">
                <a:ln>
                  <a:noFill/>
                </a:ln>
                <a:solidFill>
                  <a:srgbClr val="ADA400"/>
                </a:solidFill>
                <a:effectLst/>
                <a:uLnTx/>
                <a:uFillTx/>
                <a:latin typeface="Arial" panose="020B0604020202020204"/>
                <a:ea typeface="+mn-ea"/>
                <a:cs typeface="+mn-cs"/>
              </a:rPr>
              <a:t>elementary </a:t>
            </a:r>
            <a:r>
              <a:rPr kumimoji="0" lang="en-US" altLang="en-US" sz="2000" b="0" i="0" u="none" strike="noStrike" kern="0" cap="none" spc="0" normalizeH="0" baseline="0" noProof="0" dirty="0">
                <a:ln>
                  <a:noFill/>
                </a:ln>
                <a:solidFill>
                  <a:srgbClr val="00274C"/>
                </a:solidFill>
                <a:effectLst/>
                <a:uLnTx/>
                <a:uFillTx/>
                <a:latin typeface="Arial" panose="020B0604020202020204"/>
                <a:ea typeface="+mn-ea"/>
                <a:cs typeface="+mn-cs"/>
              </a:rPr>
              <a:t>flows</a:t>
            </a:r>
          </a:p>
        </p:txBody>
      </p:sp>
      <p:sp>
        <p:nvSpPr>
          <p:cNvPr id="53" name="Rectangle 29">
            <a:extLst>
              <a:ext uri="{FF2B5EF4-FFF2-40B4-BE49-F238E27FC236}">
                <a16:creationId xmlns:a16="http://schemas.microsoft.com/office/drawing/2014/main" id="{9CBF8181-EAD5-414C-91B4-4E7B56DF83A5}"/>
              </a:ext>
            </a:extLst>
          </p:cNvPr>
          <p:cNvSpPr txBox="1">
            <a:spLocks noChangeArrowheads="1"/>
          </p:cNvSpPr>
          <p:nvPr/>
        </p:nvSpPr>
        <p:spPr bwMode="auto">
          <a:xfrm>
            <a:off x="1011231" y="6451593"/>
            <a:ext cx="5411599" cy="1055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lgn="l" rtl="0" eaLnBrk="0" fontAlgn="base" hangingPunct="0">
              <a:spcBef>
                <a:spcPct val="20000"/>
              </a:spcBef>
              <a:spcAft>
                <a:spcPct val="0"/>
              </a:spcAft>
              <a:buClr>
                <a:srgbClr val="FF9900"/>
              </a:buClr>
              <a:buChar char="•"/>
              <a:defRPr sz="3200" b="1">
                <a:solidFill>
                  <a:srgbClr val="01035B"/>
                </a:solidFill>
                <a:latin typeface="+mn-lt"/>
                <a:ea typeface="+mn-ea"/>
                <a:cs typeface="+mn-cs"/>
              </a:defRPr>
            </a:lvl1pPr>
            <a:lvl2pPr marL="742950" indent="-285750" algn="l" rtl="0" eaLnBrk="0" fontAlgn="base" hangingPunct="0">
              <a:spcBef>
                <a:spcPct val="20000"/>
              </a:spcBef>
              <a:spcAft>
                <a:spcPct val="0"/>
              </a:spcAft>
              <a:buClr>
                <a:srgbClr val="FF9900"/>
              </a:buClr>
              <a:buChar char="–"/>
              <a:defRPr sz="2800" b="1">
                <a:solidFill>
                  <a:srgbClr val="01035B"/>
                </a:solidFill>
                <a:latin typeface="+mn-lt"/>
              </a:defRPr>
            </a:lvl2pPr>
            <a:lvl3pPr marL="1143000" indent="-228600" algn="l" rtl="0" eaLnBrk="0" fontAlgn="base" hangingPunct="0">
              <a:spcBef>
                <a:spcPct val="20000"/>
              </a:spcBef>
              <a:spcAft>
                <a:spcPct val="0"/>
              </a:spcAft>
              <a:buClr>
                <a:srgbClr val="FF9900"/>
              </a:buClr>
              <a:buChar char="•"/>
              <a:defRPr sz="2400" b="1">
                <a:solidFill>
                  <a:srgbClr val="01035B"/>
                </a:solidFill>
                <a:latin typeface="+mn-lt"/>
              </a:defRPr>
            </a:lvl3pPr>
            <a:lvl4pPr marL="1600200" indent="-228600" algn="l" rtl="0" eaLnBrk="0" fontAlgn="base" hangingPunct="0">
              <a:spcBef>
                <a:spcPct val="20000"/>
              </a:spcBef>
              <a:spcAft>
                <a:spcPct val="0"/>
              </a:spcAft>
              <a:buClr>
                <a:srgbClr val="FF9900"/>
              </a:buClr>
              <a:buChar char="–"/>
              <a:defRPr sz="2000" b="1">
                <a:solidFill>
                  <a:srgbClr val="01035B"/>
                </a:solidFill>
                <a:latin typeface="+mn-lt"/>
              </a:defRPr>
            </a:lvl4pPr>
            <a:lvl5pPr marL="2057400" indent="-228600" algn="l" rtl="0" eaLnBrk="0" fontAlgn="base" hangingPunct="0">
              <a:spcBef>
                <a:spcPct val="20000"/>
              </a:spcBef>
              <a:spcAft>
                <a:spcPct val="0"/>
              </a:spcAft>
              <a:buClr>
                <a:srgbClr val="FF9900"/>
              </a:buClr>
              <a:buChar char="»"/>
              <a:defRPr sz="2000" b="1">
                <a:solidFill>
                  <a:srgbClr val="01035B"/>
                </a:solidFill>
                <a:latin typeface="+mn-lt"/>
              </a:defRPr>
            </a:lvl5pPr>
            <a:lvl6pPr marL="2514600" indent="-228600" algn="l" rtl="0" fontAlgn="base">
              <a:spcBef>
                <a:spcPct val="20000"/>
              </a:spcBef>
              <a:spcAft>
                <a:spcPct val="0"/>
              </a:spcAft>
              <a:buClr>
                <a:srgbClr val="FF9900"/>
              </a:buClr>
              <a:buChar char="»"/>
              <a:defRPr sz="2000" b="1">
                <a:solidFill>
                  <a:srgbClr val="01035B"/>
                </a:solidFill>
                <a:latin typeface="+mn-lt"/>
              </a:defRPr>
            </a:lvl6pPr>
            <a:lvl7pPr marL="2971800" indent="-228600" algn="l" rtl="0" fontAlgn="base">
              <a:spcBef>
                <a:spcPct val="20000"/>
              </a:spcBef>
              <a:spcAft>
                <a:spcPct val="0"/>
              </a:spcAft>
              <a:buClr>
                <a:srgbClr val="FF9900"/>
              </a:buClr>
              <a:buChar char="»"/>
              <a:defRPr sz="2000" b="1">
                <a:solidFill>
                  <a:srgbClr val="01035B"/>
                </a:solidFill>
                <a:latin typeface="+mn-lt"/>
              </a:defRPr>
            </a:lvl7pPr>
            <a:lvl8pPr marL="3429000" indent="-228600" algn="l" rtl="0" fontAlgn="base">
              <a:spcBef>
                <a:spcPct val="20000"/>
              </a:spcBef>
              <a:spcAft>
                <a:spcPct val="0"/>
              </a:spcAft>
              <a:buClr>
                <a:srgbClr val="FF9900"/>
              </a:buClr>
              <a:buChar char="»"/>
              <a:defRPr sz="2000" b="1">
                <a:solidFill>
                  <a:srgbClr val="01035B"/>
                </a:solidFill>
                <a:latin typeface="+mn-lt"/>
              </a:defRPr>
            </a:lvl8pPr>
            <a:lvl9pPr marL="3886200" indent="-228600" algn="l" rtl="0" fontAlgn="base">
              <a:spcBef>
                <a:spcPct val="20000"/>
              </a:spcBef>
              <a:spcAft>
                <a:spcPct val="0"/>
              </a:spcAft>
              <a:buClr>
                <a:srgbClr val="FF9900"/>
              </a:buClr>
              <a:buChar char="»"/>
              <a:defRPr sz="2000" b="1">
                <a:solidFill>
                  <a:srgbClr val="01035B"/>
                </a:solidFill>
                <a:latin typeface="+mn-lt"/>
              </a:defRPr>
            </a:lvl9pPr>
          </a:lstStyle>
          <a:p>
            <a:pPr marL="342900" marR="0" lvl="0" indent="-342900" algn="l" defTabSz="812810" rtl="0" eaLnBrk="1" fontAlgn="base" latinLnBrk="0" hangingPunct="1">
              <a:lnSpc>
                <a:spcPct val="100000"/>
              </a:lnSpc>
              <a:spcBef>
                <a:spcPct val="20000"/>
              </a:spcBef>
              <a:spcAft>
                <a:spcPct val="0"/>
              </a:spcAft>
              <a:buClr>
                <a:srgbClr val="FFCB05"/>
              </a:buClr>
              <a:buSzTx/>
              <a:buFont typeface="Wingdings" pitchFamily="2" charset="2"/>
              <a:buChar char="§"/>
              <a:tabLst/>
              <a:defRPr/>
            </a:pPr>
            <a:r>
              <a:rPr kumimoji="0" lang="en-US" altLang="en-US" sz="2000" b="0" i="0" u="none" strike="noStrike" kern="0" cap="none" spc="0" normalizeH="0" baseline="0" noProof="0" dirty="0">
                <a:ln>
                  <a:noFill/>
                </a:ln>
                <a:solidFill>
                  <a:srgbClr val="00274C"/>
                </a:solidFill>
                <a:effectLst/>
                <a:uLnTx/>
                <a:uFillTx/>
                <a:latin typeface="Arial" panose="020B0604020202020204"/>
                <a:ea typeface="+mn-ea"/>
                <a:cs typeface="+mn-cs"/>
              </a:rPr>
              <a:t>For a given unit process, elementary </a:t>
            </a:r>
            <a:br>
              <a:rPr kumimoji="0" lang="en-US" altLang="en-US" sz="2000" b="0" i="0" u="none" strike="noStrike" kern="0" cap="none" spc="0" normalizeH="0" baseline="0" noProof="0" dirty="0">
                <a:ln>
                  <a:noFill/>
                </a:ln>
                <a:solidFill>
                  <a:srgbClr val="00274C"/>
                </a:solidFill>
                <a:effectLst/>
                <a:uLnTx/>
                <a:uFillTx/>
                <a:latin typeface="Arial" panose="020B0604020202020204"/>
                <a:ea typeface="+mn-ea"/>
                <a:cs typeface="+mn-cs"/>
              </a:rPr>
            </a:br>
            <a:r>
              <a:rPr kumimoji="0" lang="en-US" altLang="en-US" sz="2000" b="0" i="0" u="none" strike="noStrike" kern="0" cap="none" spc="0" normalizeH="0" baseline="0" noProof="0" dirty="0">
                <a:ln>
                  <a:noFill/>
                </a:ln>
                <a:solidFill>
                  <a:srgbClr val="00274C"/>
                </a:solidFill>
                <a:effectLst/>
                <a:uLnTx/>
                <a:uFillTx/>
                <a:latin typeface="Arial" panose="020B0604020202020204"/>
                <a:ea typeface="+mn-ea"/>
                <a:cs typeface="+mn-cs"/>
              </a:rPr>
              <a:t>and intermediary flows are direct inputs </a:t>
            </a:r>
            <a:br>
              <a:rPr kumimoji="0" lang="en-US" altLang="en-US" sz="2000" b="0" i="0" u="none" strike="noStrike" kern="0" cap="none" spc="0" normalizeH="0" baseline="0" noProof="0" dirty="0">
                <a:ln>
                  <a:noFill/>
                </a:ln>
                <a:solidFill>
                  <a:srgbClr val="00274C"/>
                </a:solidFill>
                <a:effectLst/>
                <a:uLnTx/>
                <a:uFillTx/>
                <a:latin typeface="Arial" panose="020B0604020202020204"/>
                <a:ea typeface="+mn-ea"/>
                <a:cs typeface="+mn-cs"/>
              </a:rPr>
            </a:br>
            <a:r>
              <a:rPr kumimoji="0" lang="en-US" altLang="en-US" sz="2000" b="0" i="0" u="none" strike="noStrike" kern="0" cap="none" spc="0" normalizeH="0" baseline="0" noProof="0" dirty="0">
                <a:ln>
                  <a:noFill/>
                </a:ln>
                <a:solidFill>
                  <a:srgbClr val="00274C"/>
                </a:solidFill>
                <a:effectLst/>
                <a:uLnTx/>
                <a:uFillTx/>
                <a:latin typeface="Arial" panose="020B0604020202020204"/>
                <a:ea typeface="+mn-ea"/>
                <a:cs typeface="+mn-cs"/>
              </a:rPr>
              <a:t>to or outputs from this process  </a:t>
            </a:r>
          </a:p>
        </p:txBody>
      </p:sp>
      <p:sp>
        <p:nvSpPr>
          <p:cNvPr id="57" name="Rectangle 56">
            <a:extLst>
              <a:ext uri="{FF2B5EF4-FFF2-40B4-BE49-F238E27FC236}">
                <a16:creationId xmlns:a16="http://schemas.microsoft.com/office/drawing/2014/main" id="{BA7C4699-4275-7649-B5AF-D1EDFD17F7C0}"/>
              </a:ext>
            </a:extLst>
          </p:cNvPr>
          <p:cNvSpPr/>
          <p:nvPr/>
        </p:nvSpPr>
        <p:spPr>
          <a:xfrm>
            <a:off x="989201" y="1579696"/>
            <a:ext cx="14455507" cy="523220"/>
          </a:xfrm>
          <a:prstGeom prst="rect">
            <a:avLst/>
          </a:prstGeom>
        </p:spPr>
        <p:txBody>
          <a:bodyPr wrap="square">
            <a:spAutoFit/>
          </a:bodyPr>
          <a:lstStyle/>
          <a:p>
            <a:pPr marL="0" marR="0" lvl="0" indent="0" algn="ctr" defTabSz="812810" rtl="0" eaLnBrk="1" fontAlgn="auto" latinLnBrk="0" hangingPunct="1">
              <a:lnSpc>
                <a:spcPct val="100000"/>
              </a:lnSpc>
              <a:spcBef>
                <a:spcPts val="0"/>
              </a:spcBef>
              <a:spcAft>
                <a:spcPts val="0"/>
              </a:spcAft>
              <a:buClrTx/>
              <a:buSzTx/>
              <a:buFontTx/>
              <a:buNone/>
              <a:tabLst/>
              <a:defRPr/>
            </a:pPr>
            <a:r>
              <a:rPr kumimoji="0" lang="en-US" altLang="en-US" sz="2800" b="0" i="0" u="none" strike="noStrike" kern="1200" cap="none" spc="0" normalizeH="0" baseline="0" noProof="0" dirty="0">
                <a:ln>
                  <a:noFill/>
                </a:ln>
                <a:solidFill>
                  <a:srgbClr val="407EC9"/>
                </a:solidFill>
                <a:effectLst/>
                <a:uLnTx/>
                <a:uFillTx/>
                <a:latin typeface="Arial" panose="020B0604020202020204"/>
                <a:ea typeface="+mn-ea"/>
                <a:cs typeface="+mn-cs"/>
              </a:rPr>
              <a:t>Intermediary</a:t>
            </a:r>
            <a:r>
              <a:rPr kumimoji="0" lang="en-US" altLang="en-US" sz="2800" b="0" i="0" u="none" strike="noStrike" kern="1200" cap="none" spc="0" normalizeH="0" baseline="0" noProof="0" dirty="0">
                <a:ln>
                  <a:noFill/>
                </a:ln>
                <a:solidFill>
                  <a:srgbClr val="00274C"/>
                </a:solidFill>
                <a:effectLst/>
                <a:uLnTx/>
                <a:uFillTx/>
                <a:latin typeface="Arial" panose="020B0604020202020204"/>
                <a:ea typeface="+mn-ea"/>
                <a:cs typeface="+mn-cs"/>
              </a:rPr>
              <a:t> and </a:t>
            </a:r>
            <a:r>
              <a:rPr kumimoji="0" lang="en-US" altLang="en-US" sz="2800" b="0" i="0" u="none" strike="noStrike" kern="1200" cap="none" spc="0" normalizeH="0" baseline="0" noProof="0" dirty="0">
                <a:ln>
                  <a:noFill/>
                </a:ln>
                <a:solidFill>
                  <a:srgbClr val="ADA400"/>
                </a:solidFill>
                <a:effectLst/>
                <a:uLnTx/>
                <a:uFillTx/>
                <a:latin typeface="Arial" panose="020B0604020202020204"/>
                <a:ea typeface="+mn-ea"/>
                <a:cs typeface="+mn-cs"/>
              </a:rPr>
              <a:t>elementary</a:t>
            </a:r>
            <a:r>
              <a:rPr kumimoji="0" lang="en-US" altLang="en-US" sz="2800" b="0" i="0" u="none" strike="noStrike" kern="1200" cap="none" spc="0" normalizeH="0" baseline="0" noProof="0" dirty="0">
                <a:ln>
                  <a:noFill/>
                </a:ln>
                <a:solidFill>
                  <a:srgbClr val="00274C"/>
                </a:solidFill>
                <a:effectLst/>
                <a:uLnTx/>
                <a:uFillTx/>
                <a:latin typeface="Arial" panose="020B0604020202020204"/>
                <a:ea typeface="+mn-ea"/>
                <a:cs typeface="+mn-cs"/>
              </a:rPr>
              <a:t> flows Aluminum primary liquid</a:t>
            </a:r>
            <a:endParaRPr kumimoji="0" lang="en-US" sz="2800" b="0" i="0" u="none" strike="noStrike" kern="1200" cap="none" spc="0" normalizeH="0" baseline="0" noProof="0" dirty="0">
              <a:ln>
                <a:noFill/>
              </a:ln>
              <a:solidFill>
                <a:srgbClr val="00274C"/>
              </a:solidFill>
              <a:effectLst/>
              <a:uLnTx/>
              <a:uFillTx/>
              <a:latin typeface="Arial" panose="020B0604020202020204"/>
              <a:ea typeface="+mn-ea"/>
              <a:cs typeface="+mn-cs"/>
            </a:endParaRPr>
          </a:p>
        </p:txBody>
      </p:sp>
      <p:sp>
        <p:nvSpPr>
          <p:cNvPr id="58" name="Text Box 41">
            <a:extLst>
              <a:ext uri="{FF2B5EF4-FFF2-40B4-BE49-F238E27FC236}">
                <a16:creationId xmlns:a16="http://schemas.microsoft.com/office/drawing/2014/main" id="{D76F93DF-8CC6-4D46-BA34-FA8EC66BBD15}"/>
              </a:ext>
            </a:extLst>
          </p:cNvPr>
          <p:cNvSpPr txBox="1">
            <a:spLocks noChangeArrowheads="1"/>
          </p:cNvSpPr>
          <p:nvPr/>
        </p:nvSpPr>
        <p:spPr bwMode="auto">
          <a:xfrm>
            <a:off x="7155831" y="2466625"/>
            <a:ext cx="1768475" cy="3539430"/>
          </a:xfrm>
          <a:prstGeom prst="rect">
            <a:avLst/>
          </a:prstGeom>
          <a:noFill/>
          <a:ln w="50800">
            <a:solidFill>
              <a:schemeClr val="accent6"/>
            </a:solidFill>
            <a:miter lim="800000"/>
            <a:headEnd/>
            <a:tailEnd/>
          </a:ln>
          <a:effectLst/>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Clr>
                <a:srgbClr val="FF9900"/>
              </a:buClr>
              <a:buChar char="•"/>
              <a:defRPr sz="3200" b="1">
                <a:solidFill>
                  <a:srgbClr val="01035B"/>
                </a:solidFill>
                <a:latin typeface="Arial" panose="020B0604020202020204" pitchFamily="34" charset="0"/>
              </a:defRPr>
            </a:lvl1pPr>
            <a:lvl2pPr marL="742950" indent="-285750">
              <a:spcBef>
                <a:spcPct val="20000"/>
              </a:spcBef>
              <a:buClr>
                <a:srgbClr val="FF9900"/>
              </a:buClr>
              <a:buChar char="–"/>
              <a:defRPr sz="2800" b="1">
                <a:solidFill>
                  <a:srgbClr val="01035B"/>
                </a:solidFill>
                <a:latin typeface="Arial" panose="020B0604020202020204" pitchFamily="34" charset="0"/>
              </a:defRPr>
            </a:lvl2pPr>
            <a:lvl3pPr marL="1143000" indent="-228600">
              <a:spcBef>
                <a:spcPct val="20000"/>
              </a:spcBef>
              <a:buClr>
                <a:srgbClr val="FF9900"/>
              </a:buClr>
              <a:buChar char="•"/>
              <a:defRPr sz="2400" b="1">
                <a:solidFill>
                  <a:srgbClr val="01035B"/>
                </a:solidFill>
                <a:latin typeface="Arial" panose="020B0604020202020204" pitchFamily="34" charset="0"/>
              </a:defRPr>
            </a:lvl3pPr>
            <a:lvl4pPr marL="1600200" indent="-228600">
              <a:spcBef>
                <a:spcPct val="20000"/>
              </a:spcBef>
              <a:buClr>
                <a:srgbClr val="FF9900"/>
              </a:buClr>
              <a:buChar char="–"/>
              <a:defRPr sz="2000" b="1">
                <a:solidFill>
                  <a:srgbClr val="01035B"/>
                </a:solidFill>
                <a:latin typeface="Arial" panose="020B0604020202020204" pitchFamily="34" charset="0"/>
              </a:defRPr>
            </a:lvl4pPr>
            <a:lvl5pPr marL="2057400" indent="-228600">
              <a:spcBef>
                <a:spcPct val="20000"/>
              </a:spcBef>
              <a:buClr>
                <a:srgbClr val="FF9900"/>
              </a:buClr>
              <a:buChar char="»"/>
              <a:defRPr sz="2000" b="1">
                <a:solidFill>
                  <a:srgbClr val="01035B"/>
                </a:solidFill>
                <a:latin typeface="Arial" panose="020B0604020202020204" pitchFamily="34" charset="0"/>
              </a:defRPr>
            </a:lvl5pPr>
            <a:lvl6pPr marL="25146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6pPr>
            <a:lvl7pPr marL="29718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7pPr>
            <a:lvl8pPr marL="34290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8pPr>
            <a:lvl9pPr marL="38862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9pPr>
          </a:lstStyle>
          <a:p>
            <a:pPr marL="0" marR="0" lvl="0" indent="0" algn="ctr" defTabSz="812810" rtl="0" eaLnBrk="1" fontAlgn="auto" latinLnBrk="0" hangingPunct="1">
              <a:lnSpc>
                <a:spcPct val="100000"/>
              </a:lnSpc>
              <a:spcBef>
                <a:spcPct val="0"/>
              </a:spcBef>
              <a:spcAft>
                <a:spcPts val="0"/>
              </a:spcAft>
              <a:buClrTx/>
              <a:buSzTx/>
              <a:buFontTx/>
              <a:buNone/>
              <a:tabLst/>
              <a:defRPr/>
            </a:pPr>
            <a:endParaRPr kumimoji="0" lang="en-US" altLang="en-US" sz="2000" b="1" i="0" u="none" strike="noStrike" kern="1200" cap="none" spc="0" normalizeH="0" baseline="0" noProof="0" dirty="0">
              <a:ln>
                <a:noFill/>
              </a:ln>
              <a:solidFill>
                <a:srgbClr val="00B2A9"/>
              </a:solidFill>
              <a:effectLst/>
              <a:uLnTx/>
              <a:uFillTx/>
              <a:latin typeface="Arial" panose="020B0604020202020204" pitchFamily="34" charset="0"/>
              <a:ea typeface="+mn-ea"/>
              <a:cs typeface="Arial" panose="020B0604020202020204" pitchFamily="34" charset="0"/>
            </a:endParaRPr>
          </a:p>
          <a:p>
            <a:pPr marL="0" marR="0" lvl="0" indent="0" algn="ctr" defTabSz="812810" rtl="0" eaLnBrk="1" fontAlgn="auto" latinLnBrk="0" hangingPunct="1">
              <a:lnSpc>
                <a:spcPct val="100000"/>
              </a:lnSpc>
              <a:spcBef>
                <a:spcPct val="0"/>
              </a:spcBef>
              <a:spcAft>
                <a:spcPts val="0"/>
              </a:spcAft>
              <a:buClrTx/>
              <a:buSzTx/>
              <a:buFontTx/>
              <a:buNone/>
              <a:tabLst/>
              <a:defRPr/>
            </a:pPr>
            <a:r>
              <a:rPr kumimoji="0" lang="en-US" altLang="en-US" sz="2000" b="1" i="0" u="none" strike="noStrike" kern="1200" cap="none" spc="0" normalizeH="0" baseline="0" noProof="0" dirty="0">
                <a:ln>
                  <a:noFill/>
                </a:ln>
                <a:solidFill>
                  <a:srgbClr val="00B2A9"/>
                </a:solidFill>
                <a:effectLst/>
                <a:uLnTx/>
                <a:uFillTx/>
                <a:latin typeface="Arial" panose="020B0604020202020204" pitchFamily="34" charset="0"/>
                <a:ea typeface="+mn-ea"/>
                <a:cs typeface="Arial" panose="020B0604020202020204" pitchFamily="34" charset="0"/>
              </a:rPr>
              <a:t>Aluminum, </a:t>
            </a:r>
          </a:p>
          <a:p>
            <a:pPr marL="0" marR="0" lvl="0" indent="0" algn="ctr" defTabSz="812810" rtl="0" eaLnBrk="1" fontAlgn="auto" latinLnBrk="0" hangingPunct="1">
              <a:lnSpc>
                <a:spcPct val="100000"/>
              </a:lnSpc>
              <a:spcBef>
                <a:spcPct val="0"/>
              </a:spcBef>
              <a:spcAft>
                <a:spcPts val="0"/>
              </a:spcAft>
              <a:buClrTx/>
              <a:buSzTx/>
              <a:buFontTx/>
              <a:buNone/>
              <a:tabLst/>
              <a:defRPr/>
            </a:pPr>
            <a:r>
              <a:rPr kumimoji="0" lang="en-US" altLang="en-US" sz="2000" b="1" i="0" u="none" strike="noStrike" kern="1200" cap="none" spc="0" normalizeH="0" baseline="0" noProof="0" dirty="0">
                <a:ln>
                  <a:noFill/>
                </a:ln>
                <a:solidFill>
                  <a:srgbClr val="00B2A9"/>
                </a:solidFill>
                <a:effectLst/>
                <a:uLnTx/>
                <a:uFillTx/>
                <a:latin typeface="Arial" panose="020B0604020202020204" pitchFamily="34" charset="0"/>
                <a:ea typeface="+mn-ea"/>
                <a:cs typeface="Arial" panose="020B0604020202020204" pitchFamily="34" charset="0"/>
              </a:rPr>
              <a:t>primary, </a:t>
            </a:r>
          </a:p>
          <a:p>
            <a:pPr marL="0" marR="0" lvl="0" indent="0" algn="ctr" defTabSz="812810" rtl="0" eaLnBrk="1" fontAlgn="auto" latinLnBrk="0" hangingPunct="1">
              <a:lnSpc>
                <a:spcPct val="100000"/>
              </a:lnSpc>
              <a:spcBef>
                <a:spcPct val="0"/>
              </a:spcBef>
              <a:spcAft>
                <a:spcPts val="0"/>
              </a:spcAft>
              <a:buClrTx/>
              <a:buSzTx/>
              <a:buFontTx/>
              <a:buNone/>
              <a:tabLst/>
              <a:defRPr/>
            </a:pPr>
            <a:r>
              <a:rPr kumimoji="0" lang="en-US" altLang="en-US" sz="2000" b="1" i="0" u="none" strike="noStrike" kern="1200" cap="none" spc="0" normalizeH="0" baseline="0" noProof="0" dirty="0">
                <a:ln>
                  <a:noFill/>
                </a:ln>
                <a:solidFill>
                  <a:srgbClr val="00B2A9"/>
                </a:solidFill>
                <a:effectLst/>
                <a:uLnTx/>
                <a:uFillTx/>
                <a:latin typeface="Arial" panose="020B0604020202020204" pitchFamily="34" charset="0"/>
                <a:ea typeface="+mn-ea"/>
                <a:cs typeface="Arial" panose="020B0604020202020204" pitchFamily="34" charset="0"/>
              </a:rPr>
              <a:t>liquid</a:t>
            </a:r>
          </a:p>
          <a:p>
            <a:pPr marL="0" marR="0" lvl="0" indent="0" algn="ctr" defTabSz="812810" rtl="0" eaLnBrk="1" fontAlgn="auto" latinLnBrk="0" hangingPunct="1">
              <a:lnSpc>
                <a:spcPct val="100000"/>
              </a:lnSpc>
              <a:spcBef>
                <a:spcPct val="0"/>
              </a:spcBef>
              <a:spcAft>
                <a:spcPts val="0"/>
              </a:spcAft>
              <a:buClrTx/>
              <a:buSzTx/>
              <a:buFontTx/>
              <a:buNone/>
              <a:tabLst/>
              <a:defRPr/>
            </a:pPr>
            <a:endParaRPr kumimoji="0" lang="en-US" altLang="en-US" sz="1600" b="0" i="0" u="none" strike="noStrike" kern="1200" cap="none" spc="0" normalizeH="0" baseline="0" noProof="0" dirty="0">
              <a:ln>
                <a:noFill/>
              </a:ln>
              <a:solidFill>
                <a:srgbClr val="000000"/>
              </a:solidFill>
              <a:effectLst/>
              <a:uLnTx/>
              <a:uFillTx/>
              <a:latin typeface="Times New Roman" panose="02020603050405020304" pitchFamily="18" charset="0"/>
              <a:ea typeface="+mn-ea"/>
              <a:cs typeface="+mn-cs"/>
            </a:endParaRPr>
          </a:p>
          <a:p>
            <a:pPr marL="0" marR="0" lvl="0" indent="0" algn="ctr" defTabSz="812810" rtl="0" eaLnBrk="1" fontAlgn="auto" latinLnBrk="0" hangingPunct="1">
              <a:lnSpc>
                <a:spcPct val="100000"/>
              </a:lnSpc>
              <a:spcBef>
                <a:spcPct val="0"/>
              </a:spcBef>
              <a:spcAft>
                <a:spcPts val="0"/>
              </a:spcAft>
              <a:buClrTx/>
              <a:buSzTx/>
              <a:buFontTx/>
              <a:buNone/>
              <a:tabLst/>
              <a:defRPr/>
            </a:pPr>
            <a:r>
              <a:rPr kumimoji="0" lang="en-US" altLang="en-US" sz="1800" b="1" i="0" u="none" strike="noStrike" kern="1200" cap="none" spc="0" normalizeH="0" baseline="0" noProof="0" dirty="0">
                <a:ln>
                  <a:noFill/>
                </a:ln>
                <a:solidFill>
                  <a:srgbClr val="00274C"/>
                </a:solidFill>
                <a:effectLst/>
                <a:uLnTx/>
                <a:uFillTx/>
                <a:latin typeface="Arial" panose="020B0604020202020204" pitchFamily="34" charset="0"/>
                <a:ea typeface="+mn-ea"/>
                <a:cs typeface="Arial" panose="020B0604020202020204" pitchFamily="34" charset="0"/>
              </a:rPr>
              <a:t>1 kg</a:t>
            </a:r>
          </a:p>
          <a:p>
            <a:pPr marL="0" marR="0" lvl="0" indent="0" algn="ctr" defTabSz="812810" rtl="0" eaLnBrk="1" fontAlgn="auto" latinLnBrk="0" hangingPunct="1">
              <a:lnSpc>
                <a:spcPct val="100000"/>
              </a:lnSpc>
              <a:spcBef>
                <a:spcPct val="0"/>
              </a:spcBef>
              <a:spcAft>
                <a:spcPts val="0"/>
              </a:spcAft>
              <a:buClrTx/>
              <a:buSzTx/>
              <a:buFontTx/>
              <a:buNone/>
              <a:tabLst/>
              <a:defRPr/>
            </a:pPr>
            <a:endParaRPr kumimoji="0" lang="en-US" altLang="en-US" sz="1600" b="0" i="0" u="none" strike="noStrike" kern="1200" cap="none" spc="0" normalizeH="0" baseline="0" noProof="0" dirty="0">
              <a:ln>
                <a:noFill/>
              </a:ln>
              <a:solidFill>
                <a:srgbClr val="000000"/>
              </a:solidFill>
              <a:effectLst/>
              <a:uLnTx/>
              <a:uFillTx/>
              <a:latin typeface="Times New Roman" panose="02020603050405020304" pitchFamily="18" charset="0"/>
              <a:ea typeface="+mn-ea"/>
              <a:cs typeface="+mn-cs"/>
            </a:endParaRPr>
          </a:p>
          <a:p>
            <a:pPr marL="0" marR="0" lvl="0" indent="0" algn="ctr" defTabSz="812810" rtl="0" eaLnBrk="1" fontAlgn="auto" latinLnBrk="0" hangingPunct="1">
              <a:lnSpc>
                <a:spcPct val="100000"/>
              </a:lnSpc>
              <a:spcBef>
                <a:spcPct val="0"/>
              </a:spcBef>
              <a:spcAft>
                <a:spcPts val="0"/>
              </a:spcAft>
              <a:buClrTx/>
              <a:buSzTx/>
              <a:buFontTx/>
              <a:buNone/>
              <a:tabLst/>
              <a:defRPr/>
            </a:pPr>
            <a:endParaRPr kumimoji="0" lang="en-US" altLang="en-US" sz="1600" b="0" i="0" u="none" strike="noStrike" kern="1200" cap="none" spc="0" normalizeH="0" baseline="0" noProof="0" dirty="0">
              <a:ln>
                <a:noFill/>
              </a:ln>
              <a:solidFill>
                <a:srgbClr val="000000"/>
              </a:solidFill>
              <a:effectLst/>
              <a:uLnTx/>
              <a:uFillTx/>
              <a:latin typeface="Times New Roman" panose="02020603050405020304" pitchFamily="18" charset="0"/>
              <a:ea typeface="+mn-ea"/>
              <a:cs typeface="+mn-cs"/>
            </a:endParaRPr>
          </a:p>
          <a:p>
            <a:pPr marL="0" marR="0" lvl="0" indent="0" algn="ctr" defTabSz="812810" rtl="0" eaLnBrk="1" fontAlgn="auto" latinLnBrk="0" hangingPunct="1">
              <a:lnSpc>
                <a:spcPct val="100000"/>
              </a:lnSpc>
              <a:spcBef>
                <a:spcPct val="0"/>
              </a:spcBef>
              <a:spcAft>
                <a:spcPts val="0"/>
              </a:spcAft>
              <a:buClrTx/>
              <a:buSzTx/>
              <a:buFontTx/>
              <a:buNone/>
              <a:tabLst/>
              <a:defRPr/>
            </a:pPr>
            <a:endParaRPr kumimoji="0" lang="en-US" altLang="en-US" sz="1600" b="0" i="0" u="none" strike="noStrike" kern="1200" cap="none" spc="0" normalizeH="0" baseline="0" noProof="0" dirty="0">
              <a:ln>
                <a:noFill/>
              </a:ln>
              <a:solidFill>
                <a:srgbClr val="000000"/>
              </a:solidFill>
              <a:effectLst/>
              <a:uLnTx/>
              <a:uFillTx/>
              <a:latin typeface="Times New Roman" panose="02020603050405020304" pitchFamily="18" charset="0"/>
              <a:ea typeface="+mn-ea"/>
              <a:cs typeface="+mn-cs"/>
            </a:endParaRPr>
          </a:p>
          <a:p>
            <a:pPr marL="0" marR="0" lvl="0" indent="0" algn="ctr" defTabSz="812810" rtl="0" eaLnBrk="1" fontAlgn="auto" latinLnBrk="0" hangingPunct="1">
              <a:lnSpc>
                <a:spcPct val="100000"/>
              </a:lnSpc>
              <a:spcBef>
                <a:spcPct val="0"/>
              </a:spcBef>
              <a:spcAft>
                <a:spcPts val="0"/>
              </a:spcAft>
              <a:buClrTx/>
              <a:buSzTx/>
              <a:buFontTx/>
              <a:buNone/>
              <a:tabLst/>
              <a:defRPr/>
            </a:pPr>
            <a:endParaRPr kumimoji="0" lang="en-US" altLang="en-US" sz="1600" b="0" i="0" u="none" strike="noStrike" kern="1200" cap="none" spc="0" normalizeH="0" baseline="0" noProof="0" dirty="0">
              <a:ln>
                <a:noFill/>
              </a:ln>
              <a:solidFill>
                <a:srgbClr val="000000"/>
              </a:solidFill>
              <a:effectLst/>
              <a:uLnTx/>
              <a:uFillTx/>
              <a:latin typeface="Times New Roman" panose="02020603050405020304" pitchFamily="18" charset="0"/>
              <a:ea typeface="+mn-ea"/>
              <a:cs typeface="+mn-cs"/>
            </a:endParaRPr>
          </a:p>
          <a:p>
            <a:pPr marL="0" marR="0" lvl="0" indent="0" algn="ctr" defTabSz="812810" rtl="0" eaLnBrk="1" fontAlgn="auto" latinLnBrk="0" hangingPunct="1">
              <a:lnSpc>
                <a:spcPct val="100000"/>
              </a:lnSpc>
              <a:spcBef>
                <a:spcPct val="0"/>
              </a:spcBef>
              <a:spcAft>
                <a:spcPts val="0"/>
              </a:spcAft>
              <a:buClrTx/>
              <a:buSzTx/>
              <a:buFontTx/>
              <a:buNone/>
              <a:tabLst/>
              <a:defRPr/>
            </a:pPr>
            <a:endParaRPr kumimoji="0" lang="en-US" altLang="en-US" sz="1600" b="0" i="0" u="none" strike="noStrike" kern="1200" cap="none" spc="0" normalizeH="0" baseline="0" noProof="0" dirty="0">
              <a:ln>
                <a:noFill/>
              </a:ln>
              <a:solidFill>
                <a:srgbClr val="000000"/>
              </a:solidFill>
              <a:effectLst/>
              <a:uLnTx/>
              <a:uFillTx/>
              <a:latin typeface="Times New Roman" panose="02020603050405020304" pitchFamily="18" charset="0"/>
              <a:ea typeface="+mn-ea"/>
              <a:cs typeface="+mn-cs"/>
            </a:endParaRPr>
          </a:p>
          <a:p>
            <a:pPr marL="0" marR="0" lvl="0" indent="0" algn="ctr" defTabSz="812810" rtl="0" eaLnBrk="1" fontAlgn="auto" latinLnBrk="0" hangingPunct="1">
              <a:lnSpc>
                <a:spcPct val="100000"/>
              </a:lnSpc>
              <a:spcBef>
                <a:spcPct val="0"/>
              </a:spcBef>
              <a:spcAft>
                <a:spcPts val="0"/>
              </a:spcAft>
              <a:buClrTx/>
              <a:buSzTx/>
              <a:buFontTx/>
              <a:buNone/>
              <a:tabLst/>
              <a:defRPr/>
            </a:pPr>
            <a:endParaRPr kumimoji="0" lang="en-US" altLang="en-US" sz="1600" b="0" i="0" u="none" strike="noStrike" kern="1200" cap="none" spc="0" normalizeH="0" baseline="0" noProof="0" dirty="0">
              <a:ln>
                <a:noFill/>
              </a:ln>
              <a:solidFill>
                <a:srgbClr val="000000"/>
              </a:solidFill>
              <a:effectLst/>
              <a:uLnTx/>
              <a:uFillTx/>
              <a:latin typeface="Times New Roman" panose="02020603050405020304" pitchFamily="18" charset="0"/>
              <a:ea typeface="+mn-ea"/>
              <a:cs typeface="+mn-cs"/>
            </a:endParaRPr>
          </a:p>
          <a:p>
            <a:pPr marL="0" marR="0" lvl="0" indent="0" algn="ctr" defTabSz="812810" rtl="0" eaLnBrk="1" fontAlgn="auto" latinLnBrk="0" hangingPunct="1">
              <a:lnSpc>
                <a:spcPct val="100000"/>
              </a:lnSpc>
              <a:spcBef>
                <a:spcPct val="0"/>
              </a:spcBef>
              <a:spcAft>
                <a:spcPts val="0"/>
              </a:spcAft>
              <a:buClrTx/>
              <a:buSzTx/>
              <a:buFontTx/>
              <a:buNone/>
              <a:tabLst/>
              <a:defRPr/>
            </a:pPr>
            <a:endParaRPr kumimoji="0" lang="en-US" altLang="en-US" sz="1600" b="0" i="0" u="none" strike="noStrike" kern="1200" cap="none" spc="0" normalizeH="0" baseline="0" noProof="0" dirty="0">
              <a:ln>
                <a:noFill/>
              </a:ln>
              <a:solidFill>
                <a:srgbClr val="000000"/>
              </a:solidFill>
              <a:effectLst/>
              <a:uLnTx/>
              <a:uFillTx/>
              <a:latin typeface="Times New Roman" panose="02020603050405020304" pitchFamily="18" charset="0"/>
              <a:ea typeface="+mn-ea"/>
              <a:cs typeface="+mn-cs"/>
            </a:endParaRPr>
          </a:p>
        </p:txBody>
      </p:sp>
      <p:sp>
        <p:nvSpPr>
          <p:cNvPr id="59" name="Line 44">
            <a:extLst>
              <a:ext uri="{FF2B5EF4-FFF2-40B4-BE49-F238E27FC236}">
                <a16:creationId xmlns:a16="http://schemas.microsoft.com/office/drawing/2014/main" id="{1240636C-3836-0D48-9485-BD2FAF270B62}"/>
              </a:ext>
            </a:extLst>
          </p:cNvPr>
          <p:cNvSpPr>
            <a:spLocks noChangeShapeType="1"/>
          </p:cNvSpPr>
          <p:nvPr/>
        </p:nvSpPr>
        <p:spPr bwMode="auto">
          <a:xfrm>
            <a:off x="6752605" y="5716972"/>
            <a:ext cx="381000" cy="0"/>
          </a:xfrm>
          <a:prstGeom prst="line">
            <a:avLst/>
          </a:prstGeom>
          <a:noFill/>
          <a:ln w="25400">
            <a:solidFill>
              <a:schemeClr val="accent4"/>
            </a:solidFill>
            <a:round/>
            <a:headEnd/>
            <a:tailEnd type="arrow" w="sm" len="med"/>
          </a:ln>
          <a:extLst>
            <a:ext uri="{909E8E84-426E-40DD-AFC4-6F175D3DCCD1}">
              <a14:hiddenFill xmlns:a14="http://schemas.microsoft.com/office/drawing/2010/main">
                <a:noFill/>
              </a14:hiddenFill>
            </a:ext>
          </a:extLst>
        </p:spPr>
        <p:txBody>
          <a:bodyPr/>
          <a:lstStyle/>
          <a:p>
            <a:pPr marL="0" marR="0" lvl="0" indent="0" algn="l" defTabSz="812810" rtl="0" eaLnBrk="1" fontAlgn="auto" latinLnBrk="0" hangingPunct="1">
              <a:lnSpc>
                <a:spcPct val="100000"/>
              </a:lnSpc>
              <a:spcBef>
                <a:spcPts val="0"/>
              </a:spcBef>
              <a:spcAft>
                <a:spcPts val="0"/>
              </a:spcAft>
              <a:buClrTx/>
              <a:buSzTx/>
              <a:buFontTx/>
              <a:buNone/>
              <a:tabLst/>
              <a:defRPr/>
            </a:pPr>
            <a:endParaRPr kumimoji="0" lang="en-US" sz="3200" b="0"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60" name="Text Box 49">
            <a:extLst>
              <a:ext uri="{FF2B5EF4-FFF2-40B4-BE49-F238E27FC236}">
                <a16:creationId xmlns:a16="http://schemas.microsoft.com/office/drawing/2014/main" id="{A8979B12-6D0C-804B-B1C9-A0D3EBAEF450}"/>
              </a:ext>
            </a:extLst>
          </p:cNvPr>
          <p:cNvSpPr txBox="1">
            <a:spLocks noChangeArrowheads="1"/>
          </p:cNvSpPr>
          <p:nvPr/>
        </p:nvSpPr>
        <p:spPr bwMode="auto">
          <a:xfrm>
            <a:off x="2492820" y="5532822"/>
            <a:ext cx="4262173"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rgbClr val="FF9900"/>
              </a:buClr>
              <a:buChar char="•"/>
              <a:defRPr sz="3200" b="1">
                <a:solidFill>
                  <a:srgbClr val="01035B"/>
                </a:solidFill>
                <a:latin typeface="Arial" panose="020B0604020202020204" pitchFamily="34" charset="0"/>
              </a:defRPr>
            </a:lvl1pPr>
            <a:lvl2pPr marL="742950" indent="-285750">
              <a:spcBef>
                <a:spcPct val="20000"/>
              </a:spcBef>
              <a:buClr>
                <a:srgbClr val="FF9900"/>
              </a:buClr>
              <a:buChar char="–"/>
              <a:defRPr sz="2800" b="1">
                <a:solidFill>
                  <a:srgbClr val="01035B"/>
                </a:solidFill>
                <a:latin typeface="Arial" panose="020B0604020202020204" pitchFamily="34" charset="0"/>
              </a:defRPr>
            </a:lvl2pPr>
            <a:lvl3pPr marL="1143000" indent="-228600">
              <a:spcBef>
                <a:spcPct val="20000"/>
              </a:spcBef>
              <a:buClr>
                <a:srgbClr val="FF9900"/>
              </a:buClr>
              <a:buChar char="•"/>
              <a:defRPr sz="2400" b="1">
                <a:solidFill>
                  <a:srgbClr val="01035B"/>
                </a:solidFill>
                <a:latin typeface="Arial" panose="020B0604020202020204" pitchFamily="34" charset="0"/>
              </a:defRPr>
            </a:lvl3pPr>
            <a:lvl4pPr marL="1600200" indent="-228600">
              <a:spcBef>
                <a:spcPct val="20000"/>
              </a:spcBef>
              <a:buClr>
                <a:srgbClr val="FF9900"/>
              </a:buClr>
              <a:buChar char="–"/>
              <a:defRPr sz="2000" b="1">
                <a:solidFill>
                  <a:srgbClr val="01035B"/>
                </a:solidFill>
                <a:latin typeface="Arial" panose="020B0604020202020204" pitchFamily="34" charset="0"/>
              </a:defRPr>
            </a:lvl4pPr>
            <a:lvl5pPr marL="2057400" indent="-228600">
              <a:spcBef>
                <a:spcPct val="20000"/>
              </a:spcBef>
              <a:buClr>
                <a:srgbClr val="FF9900"/>
              </a:buClr>
              <a:buChar char="»"/>
              <a:defRPr sz="2000" b="1">
                <a:solidFill>
                  <a:srgbClr val="01035B"/>
                </a:solidFill>
                <a:latin typeface="Arial" panose="020B0604020202020204" pitchFamily="34" charset="0"/>
              </a:defRPr>
            </a:lvl5pPr>
            <a:lvl6pPr marL="25146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6pPr>
            <a:lvl7pPr marL="29718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7pPr>
            <a:lvl8pPr marL="34290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8pPr>
            <a:lvl9pPr marL="38862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9pPr>
          </a:lstStyle>
          <a:p>
            <a:pPr marL="0" marR="0" lvl="0" indent="0" algn="r" defTabSz="812810" rtl="0" eaLnBrk="1" fontAlgn="auto" latinLnBrk="0" hangingPunct="1">
              <a:lnSpc>
                <a:spcPct val="100000"/>
              </a:lnSpc>
              <a:spcBef>
                <a:spcPct val="0"/>
              </a:spcBef>
              <a:spcAft>
                <a:spcPts val="0"/>
              </a:spcAft>
              <a:buClrTx/>
              <a:buSzTx/>
              <a:buFontTx/>
              <a:buNone/>
              <a:tabLst/>
              <a:defRPr/>
            </a:pPr>
            <a:r>
              <a:rPr kumimoji="0" lang="en-US" altLang="en-US" sz="1600" b="0" i="0" u="none" strike="noStrike" kern="1200" cap="none" spc="0" normalizeH="0" baseline="0" noProof="0">
                <a:ln>
                  <a:noFill/>
                </a:ln>
                <a:solidFill>
                  <a:srgbClr val="407EC9"/>
                </a:solidFill>
                <a:effectLst/>
                <a:uLnTx/>
                <a:uFillTx/>
                <a:latin typeface="Arial" panose="020B0604020202020204" pitchFamily="34" charset="0"/>
                <a:ea typeface="+mn-ea"/>
                <a:cs typeface="Arial" panose="020B0604020202020204" pitchFamily="34" charset="0"/>
              </a:rPr>
              <a:t>Transport, transoceanic freight ship 3.8 tkm</a:t>
            </a:r>
          </a:p>
        </p:txBody>
      </p:sp>
      <p:sp>
        <p:nvSpPr>
          <p:cNvPr id="61" name="Line 53">
            <a:extLst>
              <a:ext uri="{FF2B5EF4-FFF2-40B4-BE49-F238E27FC236}">
                <a16:creationId xmlns:a16="http://schemas.microsoft.com/office/drawing/2014/main" id="{0CE8D49C-BC5F-2B43-8007-E68F3CAE075C}"/>
              </a:ext>
            </a:extLst>
          </p:cNvPr>
          <p:cNvSpPr>
            <a:spLocks noChangeShapeType="1"/>
          </p:cNvSpPr>
          <p:nvPr/>
        </p:nvSpPr>
        <p:spPr bwMode="auto">
          <a:xfrm>
            <a:off x="8967170" y="5591637"/>
            <a:ext cx="381000" cy="0"/>
          </a:xfrm>
          <a:prstGeom prst="line">
            <a:avLst/>
          </a:prstGeom>
          <a:noFill/>
          <a:ln w="25400">
            <a:solidFill>
              <a:schemeClr val="accent4"/>
            </a:solidFill>
            <a:round/>
            <a:headEnd/>
            <a:tailEnd type="arrow" w="sm" len="med"/>
          </a:ln>
          <a:extLst>
            <a:ext uri="{909E8E84-426E-40DD-AFC4-6F175D3DCCD1}">
              <a14:hiddenFill xmlns:a14="http://schemas.microsoft.com/office/drawing/2010/main">
                <a:noFill/>
              </a14:hiddenFill>
            </a:ext>
          </a:extLst>
        </p:spPr>
        <p:txBody>
          <a:bodyPr/>
          <a:lstStyle/>
          <a:p>
            <a:pPr marL="0" marR="0" lvl="0" indent="0" algn="l" defTabSz="812810" rtl="0" eaLnBrk="1" fontAlgn="auto" latinLnBrk="0" hangingPunct="1">
              <a:lnSpc>
                <a:spcPct val="100000"/>
              </a:lnSpc>
              <a:spcBef>
                <a:spcPts val="0"/>
              </a:spcBef>
              <a:spcAft>
                <a:spcPts val="0"/>
              </a:spcAft>
              <a:buClrTx/>
              <a:buSzTx/>
              <a:buFontTx/>
              <a:buNone/>
              <a:tabLst/>
              <a:defRPr/>
            </a:pPr>
            <a:endParaRPr kumimoji="0" lang="en-US" sz="3200" b="0"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62" name="Text Box 54">
            <a:extLst>
              <a:ext uri="{FF2B5EF4-FFF2-40B4-BE49-F238E27FC236}">
                <a16:creationId xmlns:a16="http://schemas.microsoft.com/office/drawing/2014/main" id="{0AE8D16A-7403-0445-80D6-488A0F941E36}"/>
              </a:ext>
            </a:extLst>
          </p:cNvPr>
          <p:cNvSpPr txBox="1">
            <a:spLocks noChangeArrowheads="1"/>
          </p:cNvSpPr>
          <p:nvPr/>
        </p:nvSpPr>
        <p:spPr bwMode="auto">
          <a:xfrm>
            <a:off x="9402547" y="5406677"/>
            <a:ext cx="4423223"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rgbClr val="FF9900"/>
              </a:buClr>
              <a:buChar char="•"/>
              <a:defRPr sz="3200" b="1">
                <a:solidFill>
                  <a:srgbClr val="01035B"/>
                </a:solidFill>
                <a:latin typeface="Arial" panose="020B0604020202020204" pitchFamily="34" charset="0"/>
              </a:defRPr>
            </a:lvl1pPr>
            <a:lvl2pPr marL="742950" indent="-285750">
              <a:spcBef>
                <a:spcPct val="20000"/>
              </a:spcBef>
              <a:buClr>
                <a:srgbClr val="FF9900"/>
              </a:buClr>
              <a:buChar char="–"/>
              <a:defRPr sz="2800" b="1">
                <a:solidFill>
                  <a:srgbClr val="01035B"/>
                </a:solidFill>
                <a:latin typeface="Arial" panose="020B0604020202020204" pitchFamily="34" charset="0"/>
              </a:defRPr>
            </a:lvl2pPr>
            <a:lvl3pPr marL="1143000" indent="-228600">
              <a:spcBef>
                <a:spcPct val="20000"/>
              </a:spcBef>
              <a:buClr>
                <a:srgbClr val="FF9900"/>
              </a:buClr>
              <a:buChar char="•"/>
              <a:defRPr sz="2400" b="1">
                <a:solidFill>
                  <a:srgbClr val="01035B"/>
                </a:solidFill>
                <a:latin typeface="Arial" panose="020B0604020202020204" pitchFamily="34" charset="0"/>
              </a:defRPr>
            </a:lvl3pPr>
            <a:lvl4pPr marL="1600200" indent="-228600">
              <a:spcBef>
                <a:spcPct val="20000"/>
              </a:spcBef>
              <a:buClr>
                <a:srgbClr val="FF9900"/>
              </a:buClr>
              <a:buChar char="–"/>
              <a:defRPr sz="2000" b="1">
                <a:solidFill>
                  <a:srgbClr val="01035B"/>
                </a:solidFill>
                <a:latin typeface="Arial" panose="020B0604020202020204" pitchFamily="34" charset="0"/>
              </a:defRPr>
            </a:lvl4pPr>
            <a:lvl5pPr marL="2057400" indent="-228600">
              <a:spcBef>
                <a:spcPct val="20000"/>
              </a:spcBef>
              <a:buClr>
                <a:srgbClr val="FF9900"/>
              </a:buClr>
              <a:buChar char="»"/>
              <a:defRPr sz="2000" b="1">
                <a:solidFill>
                  <a:srgbClr val="01035B"/>
                </a:solidFill>
                <a:latin typeface="Arial" panose="020B0604020202020204" pitchFamily="34" charset="0"/>
              </a:defRPr>
            </a:lvl5pPr>
            <a:lvl6pPr marL="25146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6pPr>
            <a:lvl7pPr marL="29718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7pPr>
            <a:lvl8pPr marL="34290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8pPr>
            <a:lvl9pPr marL="38862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9pPr>
          </a:lstStyle>
          <a:p>
            <a:pPr marL="0" marR="0" lvl="0" indent="0" algn="l" defTabSz="812810" rtl="0" eaLnBrk="1" fontAlgn="auto" latinLnBrk="0" hangingPunct="1">
              <a:lnSpc>
                <a:spcPct val="100000"/>
              </a:lnSpc>
              <a:spcBef>
                <a:spcPct val="0"/>
              </a:spcBef>
              <a:spcAft>
                <a:spcPts val="0"/>
              </a:spcAft>
              <a:buClrTx/>
              <a:buSzTx/>
              <a:buFontTx/>
              <a:buNone/>
              <a:tabLst/>
              <a:defRPr/>
            </a:pPr>
            <a:r>
              <a:rPr kumimoji="0" lang="en-US" altLang="en-US" sz="1600" b="0" i="0" u="none" strike="noStrike" kern="1200" cap="none" spc="0" normalizeH="0" baseline="0" noProof="0" dirty="0">
                <a:ln>
                  <a:noFill/>
                </a:ln>
                <a:solidFill>
                  <a:srgbClr val="407EC9"/>
                </a:solidFill>
                <a:effectLst/>
                <a:uLnTx/>
                <a:uFillTx/>
                <a:latin typeface="Arial" panose="020B0604020202020204" pitchFamily="34" charset="0"/>
                <a:ea typeface="+mn-ea"/>
                <a:cs typeface="Arial" panose="020B0604020202020204" pitchFamily="34" charset="0"/>
              </a:rPr>
              <a:t>Disposal, filter dust Al electrolysis 2.00 g</a:t>
            </a:r>
          </a:p>
        </p:txBody>
      </p:sp>
      <p:sp>
        <p:nvSpPr>
          <p:cNvPr id="63" name="Line 56">
            <a:extLst>
              <a:ext uri="{FF2B5EF4-FFF2-40B4-BE49-F238E27FC236}">
                <a16:creationId xmlns:a16="http://schemas.microsoft.com/office/drawing/2014/main" id="{A5D841A7-0507-8040-8D2A-3A1E8A64EF79}"/>
              </a:ext>
            </a:extLst>
          </p:cNvPr>
          <p:cNvSpPr>
            <a:spLocks noChangeShapeType="1"/>
          </p:cNvSpPr>
          <p:nvPr/>
        </p:nvSpPr>
        <p:spPr bwMode="auto">
          <a:xfrm>
            <a:off x="6752605" y="4852644"/>
            <a:ext cx="381000" cy="0"/>
          </a:xfrm>
          <a:prstGeom prst="line">
            <a:avLst/>
          </a:prstGeom>
          <a:noFill/>
          <a:ln w="25400">
            <a:solidFill>
              <a:schemeClr val="accent4"/>
            </a:solidFill>
            <a:round/>
            <a:headEnd/>
            <a:tailEnd type="arrow" w="sm" len="med"/>
          </a:ln>
          <a:extLst>
            <a:ext uri="{909E8E84-426E-40DD-AFC4-6F175D3DCCD1}">
              <a14:hiddenFill xmlns:a14="http://schemas.microsoft.com/office/drawing/2010/main">
                <a:noFill/>
              </a14:hiddenFill>
            </a:ext>
          </a:extLst>
        </p:spPr>
        <p:txBody>
          <a:bodyPr/>
          <a:lstStyle/>
          <a:p>
            <a:pPr marL="0" marR="0" lvl="0" indent="0" algn="l" defTabSz="812810" rtl="0" eaLnBrk="1" fontAlgn="auto" latinLnBrk="0" hangingPunct="1">
              <a:lnSpc>
                <a:spcPct val="100000"/>
              </a:lnSpc>
              <a:spcBef>
                <a:spcPts val="0"/>
              </a:spcBef>
              <a:spcAft>
                <a:spcPts val="0"/>
              </a:spcAft>
              <a:buClrTx/>
              <a:buSzTx/>
              <a:buFontTx/>
              <a:buNone/>
              <a:tabLst/>
              <a:defRPr/>
            </a:pPr>
            <a:endParaRPr kumimoji="0" lang="en-US" sz="3200" b="0"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64" name="Line 57">
            <a:extLst>
              <a:ext uri="{FF2B5EF4-FFF2-40B4-BE49-F238E27FC236}">
                <a16:creationId xmlns:a16="http://schemas.microsoft.com/office/drawing/2014/main" id="{1F042636-8E59-7B40-8DFF-0AFEE15E7F7B}"/>
              </a:ext>
            </a:extLst>
          </p:cNvPr>
          <p:cNvSpPr>
            <a:spLocks noChangeShapeType="1"/>
          </p:cNvSpPr>
          <p:nvPr/>
        </p:nvSpPr>
        <p:spPr bwMode="auto">
          <a:xfrm>
            <a:off x="6752605" y="4408140"/>
            <a:ext cx="381000" cy="0"/>
          </a:xfrm>
          <a:prstGeom prst="line">
            <a:avLst/>
          </a:prstGeom>
          <a:noFill/>
          <a:ln w="25400">
            <a:solidFill>
              <a:schemeClr val="accent4"/>
            </a:solidFill>
            <a:round/>
            <a:headEnd/>
            <a:tailEnd type="arrow" w="sm" len="med"/>
          </a:ln>
          <a:extLst>
            <a:ext uri="{909E8E84-426E-40DD-AFC4-6F175D3DCCD1}">
              <a14:hiddenFill xmlns:a14="http://schemas.microsoft.com/office/drawing/2010/main">
                <a:noFill/>
              </a14:hiddenFill>
            </a:ext>
          </a:extLst>
        </p:spPr>
        <p:txBody>
          <a:bodyPr/>
          <a:lstStyle/>
          <a:p>
            <a:pPr marL="0" marR="0" lvl="0" indent="0" algn="l" defTabSz="812810" rtl="0" eaLnBrk="1" fontAlgn="auto" latinLnBrk="0" hangingPunct="1">
              <a:lnSpc>
                <a:spcPct val="100000"/>
              </a:lnSpc>
              <a:spcBef>
                <a:spcPts val="0"/>
              </a:spcBef>
              <a:spcAft>
                <a:spcPts val="0"/>
              </a:spcAft>
              <a:buClrTx/>
              <a:buSzTx/>
              <a:buFontTx/>
              <a:buNone/>
              <a:tabLst/>
              <a:defRPr/>
            </a:pPr>
            <a:endParaRPr kumimoji="0" lang="en-US" sz="3200" b="0"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65" name="Line 58">
            <a:extLst>
              <a:ext uri="{FF2B5EF4-FFF2-40B4-BE49-F238E27FC236}">
                <a16:creationId xmlns:a16="http://schemas.microsoft.com/office/drawing/2014/main" id="{32574DE0-D0E8-7E4E-9F40-A897A516C2D9}"/>
              </a:ext>
            </a:extLst>
          </p:cNvPr>
          <p:cNvSpPr>
            <a:spLocks noChangeShapeType="1"/>
          </p:cNvSpPr>
          <p:nvPr/>
        </p:nvSpPr>
        <p:spPr bwMode="auto">
          <a:xfrm>
            <a:off x="6752605" y="5255870"/>
            <a:ext cx="381000" cy="0"/>
          </a:xfrm>
          <a:prstGeom prst="line">
            <a:avLst/>
          </a:prstGeom>
          <a:noFill/>
          <a:ln w="25400">
            <a:solidFill>
              <a:schemeClr val="accent4"/>
            </a:solidFill>
            <a:round/>
            <a:headEnd/>
            <a:tailEnd type="arrow" w="sm" len="med"/>
          </a:ln>
          <a:extLst>
            <a:ext uri="{909E8E84-426E-40DD-AFC4-6F175D3DCCD1}">
              <a14:hiddenFill xmlns:a14="http://schemas.microsoft.com/office/drawing/2010/main">
                <a:noFill/>
              </a14:hiddenFill>
            </a:ext>
          </a:extLst>
        </p:spPr>
        <p:txBody>
          <a:bodyPr/>
          <a:lstStyle/>
          <a:p>
            <a:pPr marL="0" marR="0" lvl="0" indent="0" algn="l" defTabSz="812810" rtl="0" eaLnBrk="1" fontAlgn="auto" latinLnBrk="0" hangingPunct="1">
              <a:lnSpc>
                <a:spcPct val="100000"/>
              </a:lnSpc>
              <a:spcBef>
                <a:spcPts val="0"/>
              </a:spcBef>
              <a:spcAft>
                <a:spcPts val="0"/>
              </a:spcAft>
              <a:buClrTx/>
              <a:buSzTx/>
              <a:buFontTx/>
              <a:buNone/>
              <a:tabLst/>
              <a:defRPr/>
            </a:pPr>
            <a:endParaRPr kumimoji="0" lang="en-US" sz="3200" b="0"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66" name="Text Box 59">
            <a:extLst>
              <a:ext uri="{FF2B5EF4-FFF2-40B4-BE49-F238E27FC236}">
                <a16:creationId xmlns:a16="http://schemas.microsoft.com/office/drawing/2014/main" id="{05C2D11E-5772-7C4C-BC75-6BCFAC88D757}"/>
              </a:ext>
            </a:extLst>
          </p:cNvPr>
          <p:cNvSpPr txBox="1">
            <a:spLocks noChangeArrowheads="1"/>
          </p:cNvSpPr>
          <p:nvPr/>
        </p:nvSpPr>
        <p:spPr bwMode="auto">
          <a:xfrm>
            <a:off x="2238842" y="4220525"/>
            <a:ext cx="4516151"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rgbClr val="FF9900"/>
              </a:buClr>
              <a:buChar char="•"/>
              <a:defRPr sz="3200" b="1">
                <a:solidFill>
                  <a:srgbClr val="01035B"/>
                </a:solidFill>
                <a:latin typeface="Arial" panose="020B0604020202020204" pitchFamily="34" charset="0"/>
              </a:defRPr>
            </a:lvl1pPr>
            <a:lvl2pPr marL="742950" indent="-285750">
              <a:spcBef>
                <a:spcPct val="20000"/>
              </a:spcBef>
              <a:buClr>
                <a:srgbClr val="FF9900"/>
              </a:buClr>
              <a:buChar char="–"/>
              <a:defRPr sz="2800" b="1">
                <a:solidFill>
                  <a:srgbClr val="01035B"/>
                </a:solidFill>
                <a:latin typeface="Arial" panose="020B0604020202020204" pitchFamily="34" charset="0"/>
              </a:defRPr>
            </a:lvl2pPr>
            <a:lvl3pPr marL="1143000" indent="-228600">
              <a:spcBef>
                <a:spcPct val="20000"/>
              </a:spcBef>
              <a:buClr>
                <a:srgbClr val="FF9900"/>
              </a:buClr>
              <a:buChar char="•"/>
              <a:defRPr sz="2400" b="1">
                <a:solidFill>
                  <a:srgbClr val="01035B"/>
                </a:solidFill>
                <a:latin typeface="Arial" panose="020B0604020202020204" pitchFamily="34" charset="0"/>
              </a:defRPr>
            </a:lvl3pPr>
            <a:lvl4pPr marL="1600200" indent="-228600">
              <a:spcBef>
                <a:spcPct val="20000"/>
              </a:spcBef>
              <a:buClr>
                <a:srgbClr val="FF9900"/>
              </a:buClr>
              <a:buChar char="–"/>
              <a:defRPr sz="2000" b="1">
                <a:solidFill>
                  <a:srgbClr val="01035B"/>
                </a:solidFill>
                <a:latin typeface="Arial" panose="020B0604020202020204" pitchFamily="34" charset="0"/>
              </a:defRPr>
            </a:lvl4pPr>
            <a:lvl5pPr marL="2057400" indent="-228600">
              <a:spcBef>
                <a:spcPct val="20000"/>
              </a:spcBef>
              <a:buClr>
                <a:srgbClr val="FF9900"/>
              </a:buClr>
              <a:buChar char="»"/>
              <a:defRPr sz="2000" b="1">
                <a:solidFill>
                  <a:srgbClr val="01035B"/>
                </a:solidFill>
                <a:latin typeface="Arial" panose="020B0604020202020204" pitchFamily="34" charset="0"/>
              </a:defRPr>
            </a:lvl5pPr>
            <a:lvl6pPr marL="25146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6pPr>
            <a:lvl7pPr marL="29718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7pPr>
            <a:lvl8pPr marL="34290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8pPr>
            <a:lvl9pPr marL="38862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9pPr>
          </a:lstStyle>
          <a:p>
            <a:pPr marL="0" marR="0" lvl="0" indent="0" algn="r" defTabSz="812810" rtl="0" eaLnBrk="1" fontAlgn="auto" latinLnBrk="0" hangingPunct="1">
              <a:lnSpc>
                <a:spcPct val="100000"/>
              </a:lnSpc>
              <a:spcBef>
                <a:spcPct val="0"/>
              </a:spcBef>
              <a:spcAft>
                <a:spcPts val="0"/>
              </a:spcAft>
              <a:buClrTx/>
              <a:buSzTx/>
              <a:buFontTx/>
              <a:buNone/>
              <a:tabLst/>
              <a:defRPr/>
            </a:pPr>
            <a:r>
              <a:rPr kumimoji="0" lang="en-US" altLang="en-US" sz="1600" b="0" i="0" u="none" strike="noStrike" kern="1200" cap="none" spc="0" normalizeH="0" baseline="0" noProof="0">
                <a:ln>
                  <a:noFill/>
                </a:ln>
                <a:solidFill>
                  <a:srgbClr val="407EC9"/>
                </a:solidFill>
                <a:effectLst/>
                <a:uLnTx/>
                <a:uFillTx/>
                <a:latin typeface="Arial" panose="020B0604020202020204" pitchFamily="34" charset="0"/>
                <a:ea typeface="+mn-ea"/>
                <a:cs typeface="Arial" panose="020B0604020202020204" pitchFamily="34" charset="0"/>
              </a:rPr>
              <a:t>Electricity mix, aluminum industry 15.9 kWh</a:t>
            </a:r>
          </a:p>
        </p:txBody>
      </p:sp>
      <p:sp>
        <p:nvSpPr>
          <p:cNvPr id="67" name="Text Box 60">
            <a:extLst>
              <a:ext uri="{FF2B5EF4-FFF2-40B4-BE49-F238E27FC236}">
                <a16:creationId xmlns:a16="http://schemas.microsoft.com/office/drawing/2014/main" id="{DC3CDEA6-C27D-FB41-A225-A24989FCBC1C}"/>
              </a:ext>
            </a:extLst>
          </p:cNvPr>
          <p:cNvSpPr txBox="1">
            <a:spLocks noChangeArrowheads="1"/>
          </p:cNvSpPr>
          <p:nvPr/>
        </p:nvSpPr>
        <p:spPr bwMode="auto">
          <a:xfrm>
            <a:off x="3692954" y="4657957"/>
            <a:ext cx="3062039"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rgbClr val="FF9900"/>
              </a:buClr>
              <a:buChar char="•"/>
              <a:defRPr sz="3200" b="1">
                <a:solidFill>
                  <a:srgbClr val="01035B"/>
                </a:solidFill>
                <a:latin typeface="Arial" panose="020B0604020202020204" pitchFamily="34" charset="0"/>
              </a:defRPr>
            </a:lvl1pPr>
            <a:lvl2pPr marL="742950" indent="-285750">
              <a:spcBef>
                <a:spcPct val="20000"/>
              </a:spcBef>
              <a:buClr>
                <a:srgbClr val="FF9900"/>
              </a:buClr>
              <a:buChar char="–"/>
              <a:defRPr sz="2800" b="1">
                <a:solidFill>
                  <a:srgbClr val="01035B"/>
                </a:solidFill>
                <a:latin typeface="Arial" panose="020B0604020202020204" pitchFamily="34" charset="0"/>
              </a:defRPr>
            </a:lvl2pPr>
            <a:lvl3pPr marL="1143000" indent="-228600">
              <a:spcBef>
                <a:spcPct val="20000"/>
              </a:spcBef>
              <a:buClr>
                <a:srgbClr val="FF9900"/>
              </a:buClr>
              <a:buChar char="•"/>
              <a:defRPr sz="2400" b="1">
                <a:solidFill>
                  <a:srgbClr val="01035B"/>
                </a:solidFill>
                <a:latin typeface="Arial" panose="020B0604020202020204" pitchFamily="34" charset="0"/>
              </a:defRPr>
            </a:lvl3pPr>
            <a:lvl4pPr marL="1600200" indent="-228600">
              <a:spcBef>
                <a:spcPct val="20000"/>
              </a:spcBef>
              <a:buClr>
                <a:srgbClr val="FF9900"/>
              </a:buClr>
              <a:buChar char="–"/>
              <a:defRPr sz="2000" b="1">
                <a:solidFill>
                  <a:srgbClr val="01035B"/>
                </a:solidFill>
                <a:latin typeface="Arial" panose="020B0604020202020204" pitchFamily="34" charset="0"/>
              </a:defRPr>
            </a:lvl4pPr>
            <a:lvl5pPr marL="2057400" indent="-228600">
              <a:spcBef>
                <a:spcPct val="20000"/>
              </a:spcBef>
              <a:buClr>
                <a:srgbClr val="FF9900"/>
              </a:buClr>
              <a:buChar char="»"/>
              <a:defRPr sz="2000" b="1">
                <a:solidFill>
                  <a:srgbClr val="01035B"/>
                </a:solidFill>
                <a:latin typeface="Arial" panose="020B0604020202020204" pitchFamily="34" charset="0"/>
              </a:defRPr>
            </a:lvl5pPr>
            <a:lvl6pPr marL="25146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6pPr>
            <a:lvl7pPr marL="29718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7pPr>
            <a:lvl8pPr marL="34290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8pPr>
            <a:lvl9pPr marL="38862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9pPr>
          </a:lstStyle>
          <a:p>
            <a:pPr marL="0" marR="0" lvl="0" indent="0" algn="r" defTabSz="812810" rtl="0" eaLnBrk="1" fontAlgn="auto" latinLnBrk="0" hangingPunct="1">
              <a:lnSpc>
                <a:spcPct val="100000"/>
              </a:lnSpc>
              <a:spcBef>
                <a:spcPct val="0"/>
              </a:spcBef>
              <a:spcAft>
                <a:spcPts val="0"/>
              </a:spcAft>
              <a:buClrTx/>
              <a:buSzTx/>
              <a:buFontTx/>
              <a:buNone/>
              <a:tabLst/>
              <a:defRPr/>
            </a:pPr>
            <a:r>
              <a:rPr kumimoji="0" lang="en-US" altLang="en-US" sz="1600" b="0" i="0" u="none" strike="noStrike" kern="1200" cap="none" spc="0" normalizeH="0" baseline="0" noProof="0">
                <a:ln>
                  <a:noFill/>
                </a:ln>
                <a:solidFill>
                  <a:srgbClr val="407EC9"/>
                </a:solidFill>
                <a:effectLst/>
                <a:uLnTx/>
                <a:uFillTx/>
                <a:latin typeface="Arial" panose="020B0604020202020204" pitchFamily="34" charset="0"/>
                <a:ea typeface="+mn-ea"/>
                <a:cs typeface="Arial" panose="020B0604020202020204" pitchFamily="34" charset="0"/>
              </a:rPr>
              <a:t>Heat, light fuel oil 0.089 MJ</a:t>
            </a:r>
            <a:endParaRPr kumimoji="0" lang="en-US" altLang="en-US" sz="1600" b="0" i="0" u="none" strike="noStrike" kern="1200" cap="none" spc="0" normalizeH="0" baseline="30000" noProof="0">
              <a:ln>
                <a:noFill/>
              </a:ln>
              <a:solidFill>
                <a:srgbClr val="407EC9"/>
              </a:solidFill>
              <a:effectLst/>
              <a:uLnTx/>
              <a:uFillTx/>
              <a:latin typeface="Arial" panose="020B0604020202020204" pitchFamily="34" charset="0"/>
              <a:ea typeface="+mn-ea"/>
              <a:cs typeface="Arial" panose="020B0604020202020204" pitchFamily="34" charset="0"/>
            </a:endParaRPr>
          </a:p>
        </p:txBody>
      </p:sp>
      <p:sp>
        <p:nvSpPr>
          <p:cNvPr id="68" name="Text Box 61">
            <a:extLst>
              <a:ext uri="{FF2B5EF4-FFF2-40B4-BE49-F238E27FC236}">
                <a16:creationId xmlns:a16="http://schemas.microsoft.com/office/drawing/2014/main" id="{2F45264F-CCE3-3643-8AB5-C3D73EB6EC0E}"/>
              </a:ext>
            </a:extLst>
          </p:cNvPr>
          <p:cNvSpPr txBox="1">
            <a:spLocks noChangeArrowheads="1"/>
          </p:cNvSpPr>
          <p:nvPr/>
        </p:nvSpPr>
        <p:spPr bwMode="auto">
          <a:xfrm>
            <a:off x="3844983" y="5095389"/>
            <a:ext cx="2910010"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rgbClr val="FF9900"/>
              </a:buClr>
              <a:buChar char="•"/>
              <a:defRPr sz="3200" b="1">
                <a:solidFill>
                  <a:srgbClr val="01035B"/>
                </a:solidFill>
                <a:latin typeface="Arial" panose="020B0604020202020204" pitchFamily="34" charset="0"/>
              </a:defRPr>
            </a:lvl1pPr>
            <a:lvl2pPr marL="742950" indent="-285750">
              <a:spcBef>
                <a:spcPct val="20000"/>
              </a:spcBef>
              <a:buClr>
                <a:srgbClr val="FF9900"/>
              </a:buClr>
              <a:buChar char="–"/>
              <a:defRPr sz="2800" b="1">
                <a:solidFill>
                  <a:srgbClr val="01035B"/>
                </a:solidFill>
                <a:latin typeface="Arial" panose="020B0604020202020204" pitchFamily="34" charset="0"/>
              </a:defRPr>
            </a:lvl2pPr>
            <a:lvl3pPr marL="1143000" indent="-228600">
              <a:spcBef>
                <a:spcPct val="20000"/>
              </a:spcBef>
              <a:buClr>
                <a:srgbClr val="FF9900"/>
              </a:buClr>
              <a:buChar char="•"/>
              <a:defRPr sz="2400" b="1">
                <a:solidFill>
                  <a:srgbClr val="01035B"/>
                </a:solidFill>
                <a:latin typeface="Arial" panose="020B0604020202020204" pitchFamily="34" charset="0"/>
              </a:defRPr>
            </a:lvl3pPr>
            <a:lvl4pPr marL="1600200" indent="-228600">
              <a:spcBef>
                <a:spcPct val="20000"/>
              </a:spcBef>
              <a:buClr>
                <a:srgbClr val="FF9900"/>
              </a:buClr>
              <a:buChar char="–"/>
              <a:defRPr sz="2000" b="1">
                <a:solidFill>
                  <a:srgbClr val="01035B"/>
                </a:solidFill>
                <a:latin typeface="Arial" panose="020B0604020202020204" pitchFamily="34" charset="0"/>
              </a:defRPr>
            </a:lvl4pPr>
            <a:lvl5pPr marL="2057400" indent="-228600">
              <a:spcBef>
                <a:spcPct val="20000"/>
              </a:spcBef>
              <a:buClr>
                <a:srgbClr val="FF9900"/>
              </a:buClr>
              <a:buChar char="»"/>
              <a:defRPr sz="2000" b="1">
                <a:solidFill>
                  <a:srgbClr val="01035B"/>
                </a:solidFill>
                <a:latin typeface="Arial" panose="020B0604020202020204" pitchFamily="34" charset="0"/>
              </a:defRPr>
            </a:lvl5pPr>
            <a:lvl6pPr marL="25146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6pPr>
            <a:lvl7pPr marL="29718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7pPr>
            <a:lvl8pPr marL="34290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8pPr>
            <a:lvl9pPr marL="38862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9pPr>
          </a:lstStyle>
          <a:p>
            <a:pPr marL="0" marR="0" lvl="0" indent="0" algn="r" defTabSz="812810" rtl="0" eaLnBrk="1" fontAlgn="auto" latinLnBrk="0" hangingPunct="1">
              <a:lnSpc>
                <a:spcPct val="100000"/>
              </a:lnSpc>
              <a:spcBef>
                <a:spcPct val="0"/>
              </a:spcBef>
              <a:spcAft>
                <a:spcPts val="0"/>
              </a:spcAft>
              <a:buClrTx/>
              <a:buSzTx/>
              <a:buFontTx/>
              <a:buNone/>
              <a:tabLst/>
              <a:defRPr/>
            </a:pPr>
            <a:r>
              <a:rPr kumimoji="0" lang="en-US" altLang="en-US" sz="1600" b="0" i="0" u="none" strike="noStrike" kern="1200" cap="none" spc="0" normalizeH="0" baseline="0" noProof="0">
                <a:ln>
                  <a:noFill/>
                </a:ln>
                <a:solidFill>
                  <a:srgbClr val="407EC9"/>
                </a:solidFill>
                <a:effectLst/>
                <a:uLnTx/>
                <a:uFillTx/>
                <a:latin typeface="Arial" panose="020B0604020202020204" pitchFamily="34" charset="0"/>
                <a:ea typeface="+mn-ea"/>
                <a:cs typeface="Arial" panose="020B0604020202020204" pitchFamily="34" charset="0"/>
              </a:rPr>
              <a:t>Heat, natural gas 0.084 MJ </a:t>
            </a:r>
          </a:p>
        </p:txBody>
      </p:sp>
      <p:sp>
        <p:nvSpPr>
          <p:cNvPr id="69" name="Line 57">
            <a:extLst>
              <a:ext uri="{FF2B5EF4-FFF2-40B4-BE49-F238E27FC236}">
                <a16:creationId xmlns:a16="http://schemas.microsoft.com/office/drawing/2014/main" id="{5DC876CF-AFD6-364C-9D9D-FB3DC6E3CCC5}"/>
              </a:ext>
            </a:extLst>
          </p:cNvPr>
          <p:cNvSpPr>
            <a:spLocks noChangeShapeType="1"/>
          </p:cNvSpPr>
          <p:nvPr/>
        </p:nvSpPr>
        <p:spPr bwMode="auto">
          <a:xfrm>
            <a:off x="6766892" y="3949350"/>
            <a:ext cx="381000" cy="0"/>
          </a:xfrm>
          <a:prstGeom prst="line">
            <a:avLst/>
          </a:prstGeom>
          <a:noFill/>
          <a:ln w="25400">
            <a:solidFill>
              <a:schemeClr val="accent4"/>
            </a:solidFill>
            <a:round/>
            <a:headEnd/>
            <a:tailEnd type="arrow" w="sm" len="med"/>
          </a:ln>
          <a:extLst>
            <a:ext uri="{909E8E84-426E-40DD-AFC4-6F175D3DCCD1}">
              <a14:hiddenFill xmlns:a14="http://schemas.microsoft.com/office/drawing/2010/main">
                <a:noFill/>
              </a14:hiddenFill>
            </a:ext>
          </a:extLst>
        </p:spPr>
        <p:txBody>
          <a:bodyPr/>
          <a:lstStyle/>
          <a:p>
            <a:pPr marL="0" marR="0" lvl="0" indent="0" algn="l" defTabSz="812810" rtl="0" eaLnBrk="1" fontAlgn="auto" latinLnBrk="0" hangingPunct="1">
              <a:lnSpc>
                <a:spcPct val="100000"/>
              </a:lnSpc>
              <a:spcBef>
                <a:spcPts val="0"/>
              </a:spcBef>
              <a:spcAft>
                <a:spcPts val="0"/>
              </a:spcAft>
              <a:buClrTx/>
              <a:buSzTx/>
              <a:buFontTx/>
              <a:buNone/>
              <a:tabLst/>
              <a:defRPr/>
            </a:pPr>
            <a:endParaRPr kumimoji="0" lang="en-US" sz="3200" b="0"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70" name="Text Box 59">
            <a:extLst>
              <a:ext uri="{FF2B5EF4-FFF2-40B4-BE49-F238E27FC236}">
                <a16:creationId xmlns:a16="http://schemas.microsoft.com/office/drawing/2014/main" id="{07271ADC-6342-804C-A625-679141979140}"/>
              </a:ext>
            </a:extLst>
          </p:cNvPr>
          <p:cNvSpPr txBox="1">
            <a:spLocks noChangeArrowheads="1"/>
          </p:cNvSpPr>
          <p:nvPr/>
        </p:nvSpPr>
        <p:spPr bwMode="auto">
          <a:xfrm>
            <a:off x="2750376" y="3783093"/>
            <a:ext cx="4004617"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rgbClr val="FF9900"/>
              </a:buClr>
              <a:buChar char="•"/>
              <a:defRPr sz="3200" b="1">
                <a:solidFill>
                  <a:srgbClr val="01035B"/>
                </a:solidFill>
                <a:latin typeface="Arial" panose="020B0604020202020204" pitchFamily="34" charset="0"/>
              </a:defRPr>
            </a:lvl1pPr>
            <a:lvl2pPr marL="742950" indent="-285750">
              <a:spcBef>
                <a:spcPct val="20000"/>
              </a:spcBef>
              <a:buClr>
                <a:srgbClr val="FF9900"/>
              </a:buClr>
              <a:buChar char="–"/>
              <a:defRPr sz="2800" b="1">
                <a:solidFill>
                  <a:srgbClr val="01035B"/>
                </a:solidFill>
                <a:latin typeface="Arial" panose="020B0604020202020204" pitchFamily="34" charset="0"/>
              </a:defRPr>
            </a:lvl2pPr>
            <a:lvl3pPr marL="1143000" indent="-228600">
              <a:spcBef>
                <a:spcPct val="20000"/>
              </a:spcBef>
              <a:buClr>
                <a:srgbClr val="FF9900"/>
              </a:buClr>
              <a:buChar char="•"/>
              <a:defRPr sz="2400" b="1">
                <a:solidFill>
                  <a:srgbClr val="01035B"/>
                </a:solidFill>
                <a:latin typeface="Arial" panose="020B0604020202020204" pitchFamily="34" charset="0"/>
              </a:defRPr>
            </a:lvl3pPr>
            <a:lvl4pPr marL="1600200" indent="-228600">
              <a:spcBef>
                <a:spcPct val="20000"/>
              </a:spcBef>
              <a:buClr>
                <a:srgbClr val="FF9900"/>
              </a:buClr>
              <a:buChar char="–"/>
              <a:defRPr sz="2000" b="1">
                <a:solidFill>
                  <a:srgbClr val="01035B"/>
                </a:solidFill>
                <a:latin typeface="Arial" panose="020B0604020202020204" pitchFamily="34" charset="0"/>
              </a:defRPr>
            </a:lvl4pPr>
            <a:lvl5pPr marL="2057400" indent="-228600">
              <a:spcBef>
                <a:spcPct val="20000"/>
              </a:spcBef>
              <a:buClr>
                <a:srgbClr val="FF9900"/>
              </a:buClr>
              <a:buChar char="»"/>
              <a:defRPr sz="2000" b="1">
                <a:solidFill>
                  <a:srgbClr val="01035B"/>
                </a:solidFill>
                <a:latin typeface="Arial" panose="020B0604020202020204" pitchFamily="34" charset="0"/>
              </a:defRPr>
            </a:lvl5pPr>
            <a:lvl6pPr marL="25146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6pPr>
            <a:lvl7pPr marL="29718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7pPr>
            <a:lvl8pPr marL="34290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8pPr>
            <a:lvl9pPr marL="38862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9pPr>
          </a:lstStyle>
          <a:p>
            <a:pPr marL="0" marR="0" lvl="0" indent="0" algn="r" defTabSz="812810" rtl="0" eaLnBrk="1" fontAlgn="auto" latinLnBrk="0" hangingPunct="1">
              <a:lnSpc>
                <a:spcPct val="100000"/>
              </a:lnSpc>
              <a:spcBef>
                <a:spcPct val="0"/>
              </a:spcBef>
              <a:spcAft>
                <a:spcPts val="0"/>
              </a:spcAft>
              <a:buClrTx/>
              <a:buSzTx/>
              <a:buFontTx/>
              <a:buNone/>
              <a:tabLst/>
              <a:defRPr/>
            </a:pPr>
            <a:r>
              <a:rPr kumimoji="0" lang="en-US" altLang="en-US" sz="1600" b="0" i="0" u="none" strike="noStrike" kern="1200" cap="none" spc="0" normalizeH="0" baseline="0" noProof="0">
                <a:ln>
                  <a:noFill/>
                </a:ln>
                <a:solidFill>
                  <a:srgbClr val="407EC9"/>
                </a:solidFill>
                <a:effectLst/>
                <a:uLnTx/>
                <a:uFillTx/>
                <a:latin typeface="Arial" panose="020B0604020202020204" pitchFamily="34" charset="0"/>
                <a:ea typeface="+mn-ea"/>
                <a:cs typeface="Arial" panose="020B0604020202020204" pitchFamily="34" charset="0"/>
              </a:rPr>
              <a:t>Aluminum electrolysis plant 1.54·10</a:t>
            </a:r>
            <a:r>
              <a:rPr kumimoji="0" lang="en-US" altLang="en-US" sz="1600" b="0" i="0" u="none" strike="noStrike" kern="1200" cap="none" spc="0" normalizeH="0" baseline="30000" noProof="0">
                <a:ln>
                  <a:noFill/>
                </a:ln>
                <a:solidFill>
                  <a:srgbClr val="407EC9"/>
                </a:solidFill>
                <a:effectLst/>
                <a:uLnTx/>
                <a:uFillTx/>
                <a:latin typeface="Arial" panose="020B0604020202020204" pitchFamily="34" charset="0"/>
                <a:ea typeface="+mn-ea"/>
                <a:cs typeface="Arial" panose="020B0604020202020204" pitchFamily="34" charset="0"/>
              </a:rPr>
              <a:t>-10</a:t>
            </a:r>
            <a:r>
              <a:rPr kumimoji="0" lang="en-US" altLang="en-US" sz="1600" b="0" i="0" u="none" strike="noStrike" kern="1200" cap="none" spc="0" normalizeH="0" baseline="0" noProof="0">
                <a:ln>
                  <a:noFill/>
                </a:ln>
                <a:solidFill>
                  <a:srgbClr val="407EC9"/>
                </a:solidFill>
                <a:effectLst/>
                <a:uLnTx/>
                <a:uFillTx/>
                <a:latin typeface="Arial" panose="020B0604020202020204" pitchFamily="34" charset="0"/>
                <a:ea typeface="+mn-ea"/>
                <a:cs typeface="Arial" panose="020B0604020202020204" pitchFamily="34" charset="0"/>
              </a:rPr>
              <a:t> p</a:t>
            </a:r>
          </a:p>
        </p:txBody>
      </p:sp>
      <p:sp>
        <p:nvSpPr>
          <p:cNvPr id="71" name="Line 57">
            <a:extLst>
              <a:ext uri="{FF2B5EF4-FFF2-40B4-BE49-F238E27FC236}">
                <a16:creationId xmlns:a16="http://schemas.microsoft.com/office/drawing/2014/main" id="{84E79A8E-3754-094E-A7CA-B58BD5C36BD5}"/>
              </a:ext>
            </a:extLst>
          </p:cNvPr>
          <p:cNvSpPr>
            <a:spLocks noChangeShapeType="1"/>
          </p:cNvSpPr>
          <p:nvPr/>
        </p:nvSpPr>
        <p:spPr bwMode="auto">
          <a:xfrm>
            <a:off x="6752605" y="2686697"/>
            <a:ext cx="381000" cy="0"/>
          </a:xfrm>
          <a:prstGeom prst="line">
            <a:avLst/>
          </a:prstGeom>
          <a:noFill/>
          <a:ln w="25400">
            <a:solidFill>
              <a:schemeClr val="accent4"/>
            </a:solidFill>
            <a:round/>
            <a:headEnd/>
            <a:tailEnd type="arrow" w="sm" len="med"/>
          </a:ln>
          <a:extLst>
            <a:ext uri="{909E8E84-426E-40DD-AFC4-6F175D3DCCD1}">
              <a14:hiddenFill xmlns:a14="http://schemas.microsoft.com/office/drawing/2010/main">
                <a:noFill/>
              </a14:hiddenFill>
            </a:ext>
          </a:extLst>
        </p:spPr>
        <p:txBody>
          <a:bodyPr/>
          <a:lstStyle/>
          <a:p>
            <a:pPr marL="0" marR="0" lvl="0" indent="0" algn="l" defTabSz="812810" rtl="0" eaLnBrk="1" fontAlgn="auto" latinLnBrk="0" hangingPunct="1">
              <a:lnSpc>
                <a:spcPct val="100000"/>
              </a:lnSpc>
              <a:spcBef>
                <a:spcPts val="0"/>
              </a:spcBef>
              <a:spcAft>
                <a:spcPts val="0"/>
              </a:spcAft>
              <a:buClrTx/>
              <a:buSzTx/>
              <a:buFontTx/>
              <a:buNone/>
              <a:tabLst/>
              <a:defRPr/>
            </a:pPr>
            <a:endParaRPr kumimoji="0" lang="en-US" sz="3200" b="0" i="0" u="none" strike="noStrike" kern="1200" cap="none" spc="0" normalizeH="0" baseline="0" noProof="0" dirty="0">
              <a:ln>
                <a:noFill/>
              </a:ln>
              <a:solidFill>
                <a:srgbClr val="000000"/>
              </a:solidFill>
              <a:effectLst/>
              <a:uLnTx/>
              <a:uFillTx/>
              <a:latin typeface="Arial" panose="020B0604020202020204"/>
              <a:ea typeface="+mn-ea"/>
              <a:cs typeface="+mn-cs"/>
            </a:endParaRPr>
          </a:p>
        </p:txBody>
      </p:sp>
      <p:sp>
        <p:nvSpPr>
          <p:cNvPr id="72" name="Text Box 59">
            <a:extLst>
              <a:ext uri="{FF2B5EF4-FFF2-40B4-BE49-F238E27FC236}">
                <a16:creationId xmlns:a16="http://schemas.microsoft.com/office/drawing/2014/main" id="{770862D3-703E-9046-9594-3DB81A3D7621}"/>
              </a:ext>
            </a:extLst>
          </p:cNvPr>
          <p:cNvSpPr txBox="1">
            <a:spLocks noChangeArrowheads="1"/>
          </p:cNvSpPr>
          <p:nvPr/>
        </p:nvSpPr>
        <p:spPr bwMode="auto">
          <a:xfrm>
            <a:off x="4034571" y="2470797"/>
            <a:ext cx="2720422"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rgbClr val="FF9900"/>
              </a:buClr>
              <a:buChar char="•"/>
              <a:defRPr sz="3200" b="1">
                <a:solidFill>
                  <a:srgbClr val="01035B"/>
                </a:solidFill>
                <a:latin typeface="Arial" panose="020B0604020202020204" pitchFamily="34" charset="0"/>
              </a:defRPr>
            </a:lvl1pPr>
            <a:lvl2pPr marL="742950" indent="-285750">
              <a:spcBef>
                <a:spcPct val="20000"/>
              </a:spcBef>
              <a:buClr>
                <a:srgbClr val="FF9900"/>
              </a:buClr>
              <a:buChar char="–"/>
              <a:defRPr sz="2800" b="1">
                <a:solidFill>
                  <a:srgbClr val="01035B"/>
                </a:solidFill>
                <a:latin typeface="Arial" panose="020B0604020202020204" pitchFamily="34" charset="0"/>
              </a:defRPr>
            </a:lvl2pPr>
            <a:lvl3pPr marL="1143000" indent="-228600">
              <a:spcBef>
                <a:spcPct val="20000"/>
              </a:spcBef>
              <a:buClr>
                <a:srgbClr val="FF9900"/>
              </a:buClr>
              <a:buChar char="•"/>
              <a:defRPr sz="2400" b="1">
                <a:solidFill>
                  <a:srgbClr val="01035B"/>
                </a:solidFill>
                <a:latin typeface="Arial" panose="020B0604020202020204" pitchFamily="34" charset="0"/>
              </a:defRPr>
            </a:lvl3pPr>
            <a:lvl4pPr marL="1600200" indent="-228600">
              <a:spcBef>
                <a:spcPct val="20000"/>
              </a:spcBef>
              <a:buClr>
                <a:srgbClr val="FF9900"/>
              </a:buClr>
              <a:buChar char="–"/>
              <a:defRPr sz="2000" b="1">
                <a:solidFill>
                  <a:srgbClr val="01035B"/>
                </a:solidFill>
                <a:latin typeface="Arial" panose="020B0604020202020204" pitchFamily="34" charset="0"/>
              </a:defRPr>
            </a:lvl4pPr>
            <a:lvl5pPr marL="2057400" indent="-228600">
              <a:spcBef>
                <a:spcPct val="20000"/>
              </a:spcBef>
              <a:buClr>
                <a:srgbClr val="FF9900"/>
              </a:buClr>
              <a:buChar char="»"/>
              <a:defRPr sz="2000" b="1">
                <a:solidFill>
                  <a:srgbClr val="01035B"/>
                </a:solidFill>
                <a:latin typeface="Arial" panose="020B0604020202020204" pitchFamily="34" charset="0"/>
              </a:defRPr>
            </a:lvl5pPr>
            <a:lvl6pPr marL="25146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6pPr>
            <a:lvl7pPr marL="29718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7pPr>
            <a:lvl8pPr marL="34290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8pPr>
            <a:lvl9pPr marL="38862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9pPr>
          </a:lstStyle>
          <a:p>
            <a:pPr marL="0" marR="0" lvl="0" indent="0" algn="r" defTabSz="812810" rtl="0" eaLnBrk="1" fontAlgn="auto" latinLnBrk="0" hangingPunct="1">
              <a:lnSpc>
                <a:spcPct val="100000"/>
              </a:lnSpc>
              <a:spcBef>
                <a:spcPct val="0"/>
              </a:spcBef>
              <a:spcAft>
                <a:spcPts val="0"/>
              </a:spcAft>
              <a:buClrTx/>
              <a:buSzTx/>
              <a:buFontTx/>
              <a:buNone/>
              <a:tabLst/>
              <a:defRPr/>
            </a:pPr>
            <a:r>
              <a:rPr kumimoji="0" lang="en-US" altLang="en-US" sz="1600" b="0" i="0" u="none" strike="noStrike" kern="1200" cap="none" spc="0" normalizeH="0" baseline="0" noProof="0" dirty="0">
                <a:ln>
                  <a:noFill/>
                </a:ln>
                <a:solidFill>
                  <a:srgbClr val="407EC9"/>
                </a:solidFill>
                <a:effectLst/>
                <a:uLnTx/>
                <a:uFillTx/>
                <a:latin typeface="Arial" panose="020B0604020202020204" pitchFamily="34" charset="0"/>
                <a:ea typeface="+mn-ea"/>
                <a:cs typeface="Arial" panose="020B0604020202020204" pitchFamily="34" charset="0"/>
              </a:rPr>
              <a:t>Aluminum oxide 1.93 kg</a:t>
            </a:r>
          </a:p>
        </p:txBody>
      </p:sp>
      <p:sp>
        <p:nvSpPr>
          <p:cNvPr id="73" name="Line 57">
            <a:extLst>
              <a:ext uri="{FF2B5EF4-FFF2-40B4-BE49-F238E27FC236}">
                <a16:creationId xmlns:a16="http://schemas.microsoft.com/office/drawing/2014/main" id="{477D896C-FDF2-5947-BA2F-C508722098E8}"/>
              </a:ext>
            </a:extLst>
          </p:cNvPr>
          <p:cNvSpPr>
            <a:spLocks noChangeShapeType="1"/>
          </p:cNvSpPr>
          <p:nvPr/>
        </p:nvSpPr>
        <p:spPr bwMode="auto">
          <a:xfrm>
            <a:off x="6752605" y="3117498"/>
            <a:ext cx="381000" cy="0"/>
          </a:xfrm>
          <a:prstGeom prst="line">
            <a:avLst/>
          </a:prstGeom>
          <a:noFill/>
          <a:ln w="25400">
            <a:solidFill>
              <a:schemeClr val="accent4"/>
            </a:solidFill>
            <a:round/>
            <a:headEnd/>
            <a:tailEnd type="arrow" w="sm" len="med"/>
          </a:ln>
          <a:extLst>
            <a:ext uri="{909E8E84-426E-40DD-AFC4-6F175D3DCCD1}">
              <a14:hiddenFill xmlns:a14="http://schemas.microsoft.com/office/drawing/2010/main">
                <a:noFill/>
              </a14:hiddenFill>
            </a:ext>
          </a:extLst>
        </p:spPr>
        <p:txBody>
          <a:bodyPr/>
          <a:lstStyle/>
          <a:p>
            <a:pPr marL="0" marR="0" lvl="0" indent="0" algn="l" defTabSz="812810" rtl="0" eaLnBrk="1" fontAlgn="auto" latinLnBrk="0" hangingPunct="1">
              <a:lnSpc>
                <a:spcPct val="100000"/>
              </a:lnSpc>
              <a:spcBef>
                <a:spcPts val="0"/>
              </a:spcBef>
              <a:spcAft>
                <a:spcPts val="0"/>
              </a:spcAft>
              <a:buClrTx/>
              <a:buSzTx/>
              <a:buFontTx/>
              <a:buNone/>
              <a:tabLst/>
              <a:defRPr/>
            </a:pPr>
            <a:endParaRPr kumimoji="0" lang="en-US" sz="3200" b="0"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74" name="Text Box 59">
            <a:extLst>
              <a:ext uri="{FF2B5EF4-FFF2-40B4-BE49-F238E27FC236}">
                <a16:creationId xmlns:a16="http://schemas.microsoft.com/office/drawing/2014/main" id="{52BD0183-F6FB-E740-92A3-ECB1C28B95B0}"/>
              </a:ext>
            </a:extLst>
          </p:cNvPr>
          <p:cNvSpPr txBox="1">
            <a:spLocks noChangeArrowheads="1"/>
          </p:cNvSpPr>
          <p:nvPr/>
        </p:nvSpPr>
        <p:spPr bwMode="auto">
          <a:xfrm>
            <a:off x="2857689" y="2908229"/>
            <a:ext cx="3897304"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rgbClr val="FF9900"/>
              </a:buClr>
              <a:buChar char="•"/>
              <a:defRPr sz="3200" b="1">
                <a:solidFill>
                  <a:srgbClr val="01035B"/>
                </a:solidFill>
                <a:latin typeface="Arial" panose="020B0604020202020204" pitchFamily="34" charset="0"/>
              </a:defRPr>
            </a:lvl1pPr>
            <a:lvl2pPr marL="742950" indent="-285750">
              <a:spcBef>
                <a:spcPct val="20000"/>
              </a:spcBef>
              <a:buClr>
                <a:srgbClr val="FF9900"/>
              </a:buClr>
              <a:buChar char="–"/>
              <a:defRPr sz="2800" b="1">
                <a:solidFill>
                  <a:srgbClr val="01035B"/>
                </a:solidFill>
                <a:latin typeface="Arial" panose="020B0604020202020204" pitchFamily="34" charset="0"/>
              </a:defRPr>
            </a:lvl2pPr>
            <a:lvl3pPr marL="1143000" indent="-228600">
              <a:spcBef>
                <a:spcPct val="20000"/>
              </a:spcBef>
              <a:buClr>
                <a:srgbClr val="FF9900"/>
              </a:buClr>
              <a:buChar char="•"/>
              <a:defRPr sz="2400" b="1">
                <a:solidFill>
                  <a:srgbClr val="01035B"/>
                </a:solidFill>
                <a:latin typeface="Arial" panose="020B0604020202020204" pitchFamily="34" charset="0"/>
              </a:defRPr>
            </a:lvl3pPr>
            <a:lvl4pPr marL="1600200" indent="-228600">
              <a:spcBef>
                <a:spcPct val="20000"/>
              </a:spcBef>
              <a:buClr>
                <a:srgbClr val="FF9900"/>
              </a:buClr>
              <a:buChar char="–"/>
              <a:defRPr sz="2000" b="1">
                <a:solidFill>
                  <a:srgbClr val="01035B"/>
                </a:solidFill>
                <a:latin typeface="Arial" panose="020B0604020202020204" pitchFamily="34" charset="0"/>
              </a:defRPr>
            </a:lvl4pPr>
            <a:lvl5pPr marL="2057400" indent="-228600">
              <a:spcBef>
                <a:spcPct val="20000"/>
              </a:spcBef>
              <a:buClr>
                <a:srgbClr val="FF9900"/>
              </a:buClr>
              <a:buChar char="»"/>
              <a:defRPr sz="2000" b="1">
                <a:solidFill>
                  <a:srgbClr val="01035B"/>
                </a:solidFill>
                <a:latin typeface="Arial" panose="020B0604020202020204" pitchFamily="34" charset="0"/>
              </a:defRPr>
            </a:lvl5pPr>
            <a:lvl6pPr marL="25146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6pPr>
            <a:lvl7pPr marL="29718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7pPr>
            <a:lvl8pPr marL="34290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8pPr>
            <a:lvl9pPr marL="38862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9pPr>
          </a:lstStyle>
          <a:p>
            <a:pPr marL="0" marR="0" lvl="0" indent="0" algn="r" defTabSz="812810" rtl="0" eaLnBrk="1" fontAlgn="auto" latinLnBrk="0" hangingPunct="1">
              <a:lnSpc>
                <a:spcPct val="100000"/>
              </a:lnSpc>
              <a:spcBef>
                <a:spcPct val="0"/>
              </a:spcBef>
              <a:spcAft>
                <a:spcPts val="0"/>
              </a:spcAft>
              <a:buClrTx/>
              <a:buSzTx/>
              <a:buFontTx/>
              <a:buNone/>
              <a:tabLst/>
              <a:defRPr/>
            </a:pPr>
            <a:r>
              <a:rPr kumimoji="0" lang="en-US" altLang="en-US" sz="1600" b="0" i="0" u="none" strike="noStrike" kern="1200" cap="none" spc="0" normalizeH="0" baseline="0" noProof="0">
                <a:ln>
                  <a:noFill/>
                </a:ln>
                <a:solidFill>
                  <a:srgbClr val="407EC9"/>
                </a:solidFill>
                <a:effectLst/>
                <a:uLnTx/>
                <a:uFillTx/>
                <a:latin typeface="Arial" panose="020B0604020202020204" pitchFamily="34" charset="0"/>
                <a:ea typeface="+mn-ea"/>
                <a:cs typeface="Arial" panose="020B0604020202020204" pitchFamily="34" charset="0"/>
              </a:rPr>
              <a:t>Anode, aluminum electrolysis 0.448 kg</a:t>
            </a:r>
          </a:p>
        </p:txBody>
      </p:sp>
      <p:sp>
        <p:nvSpPr>
          <p:cNvPr id="75" name="Line 57">
            <a:extLst>
              <a:ext uri="{FF2B5EF4-FFF2-40B4-BE49-F238E27FC236}">
                <a16:creationId xmlns:a16="http://schemas.microsoft.com/office/drawing/2014/main" id="{2CBC19DF-C33B-4142-A0FE-D0A224656FA3}"/>
              </a:ext>
            </a:extLst>
          </p:cNvPr>
          <p:cNvSpPr>
            <a:spLocks noChangeShapeType="1"/>
          </p:cNvSpPr>
          <p:nvPr/>
        </p:nvSpPr>
        <p:spPr bwMode="auto">
          <a:xfrm>
            <a:off x="6770067" y="3550886"/>
            <a:ext cx="381000" cy="0"/>
          </a:xfrm>
          <a:prstGeom prst="line">
            <a:avLst/>
          </a:prstGeom>
          <a:noFill/>
          <a:ln w="25400">
            <a:solidFill>
              <a:schemeClr val="accent4"/>
            </a:solidFill>
            <a:round/>
            <a:headEnd/>
            <a:tailEnd type="arrow" w="sm" len="med"/>
          </a:ln>
          <a:extLst>
            <a:ext uri="{909E8E84-426E-40DD-AFC4-6F175D3DCCD1}">
              <a14:hiddenFill xmlns:a14="http://schemas.microsoft.com/office/drawing/2010/main">
                <a:noFill/>
              </a14:hiddenFill>
            </a:ext>
          </a:extLst>
        </p:spPr>
        <p:txBody>
          <a:bodyPr/>
          <a:lstStyle/>
          <a:p>
            <a:pPr marL="0" marR="0" lvl="0" indent="0" algn="l" defTabSz="812810" rtl="0" eaLnBrk="1" fontAlgn="auto" latinLnBrk="0" hangingPunct="1">
              <a:lnSpc>
                <a:spcPct val="100000"/>
              </a:lnSpc>
              <a:spcBef>
                <a:spcPts val="0"/>
              </a:spcBef>
              <a:spcAft>
                <a:spcPts val="0"/>
              </a:spcAft>
              <a:buClrTx/>
              <a:buSzTx/>
              <a:buFontTx/>
              <a:buNone/>
              <a:tabLst/>
              <a:defRPr/>
            </a:pPr>
            <a:endParaRPr kumimoji="0" lang="en-US" sz="3200" b="0"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76" name="Text Box 59">
            <a:extLst>
              <a:ext uri="{FF2B5EF4-FFF2-40B4-BE49-F238E27FC236}">
                <a16:creationId xmlns:a16="http://schemas.microsoft.com/office/drawing/2014/main" id="{8858A01F-6E9B-0F4D-A49B-558669C25880}"/>
              </a:ext>
            </a:extLst>
          </p:cNvPr>
          <p:cNvSpPr txBox="1">
            <a:spLocks noChangeArrowheads="1"/>
          </p:cNvSpPr>
          <p:nvPr/>
        </p:nvSpPr>
        <p:spPr bwMode="auto">
          <a:xfrm>
            <a:off x="2525014" y="3345661"/>
            <a:ext cx="4229979"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rgbClr val="FF9900"/>
              </a:buClr>
              <a:buChar char="•"/>
              <a:defRPr sz="3200" b="1">
                <a:solidFill>
                  <a:srgbClr val="01035B"/>
                </a:solidFill>
                <a:latin typeface="Arial" panose="020B0604020202020204" pitchFamily="34" charset="0"/>
              </a:defRPr>
            </a:lvl1pPr>
            <a:lvl2pPr marL="742950" indent="-285750">
              <a:spcBef>
                <a:spcPct val="20000"/>
              </a:spcBef>
              <a:buClr>
                <a:srgbClr val="FF9900"/>
              </a:buClr>
              <a:buChar char="–"/>
              <a:defRPr sz="2800" b="1">
                <a:solidFill>
                  <a:srgbClr val="01035B"/>
                </a:solidFill>
                <a:latin typeface="Arial" panose="020B0604020202020204" pitchFamily="34" charset="0"/>
              </a:defRPr>
            </a:lvl2pPr>
            <a:lvl3pPr marL="1143000" indent="-228600">
              <a:spcBef>
                <a:spcPct val="20000"/>
              </a:spcBef>
              <a:buClr>
                <a:srgbClr val="FF9900"/>
              </a:buClr>
              <a:buChar char="•"/>
              <a:defRPr sz="2400" b="1">
                <a:solidFill>
                  <a:srgbClr val="01035B"/>
                </a:solidFill>
                <a:latin typeface="Arial" panose="020B0604020202020204" pitchFamily="34" charset="0"/>
              </a:defRPr>
            </a:lvl3pPr>
            <a:lvl4pPr marL="1600200" indent="-228600">
              <a:spcBef>
                <a:spcPct val="20000"/>
              </a:spcBef>
              <a:buClr>
                <a:srgbClr val="FF9900"/>
              </a:buClr>
              <a:buChar char="–"/>
              <a:defRPr sz="2000" b="1">
                <a:solidFill>
                  <a:srgbClr val="01035B"/>
                </a:solidFill>
                <a:latin typeface="Arial" panose="020B0604020202020204" pitchFamily="34" charset="0"/>
              </a:defRPr>
            </a:lvl4pPr>
            <a:lvl5pPr marL="2057400" indent="-228600">
              <a:spcBef>
                <a:spcPct val="20000"/>
              </a:spcBef>
              <a:buClr>
                <a:srgbClr val="FF9900"/>
              </a:buClr>
              <a:buChar char="»"/>
              <a:defRPr sz="2000" b="1">
                <a:solidFill>
                  <a:srgbClr val="01035B"/>
                </a:solidFill>
                <a:latin typeface="Arial" panose="020B0604020202020204" pitchFamily="34" charset="0"/>
              </a:defRPr>
            </a:lvl5pPr>
            <a:lvl6pPr marL="25146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6pPr>
            <a:lvl7pPr marL="29718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7pPr>
            <a:lvl8pPr marL="34290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8pPr>
            <a:lvl9pPr marL="38862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9pPr>
          </a:lstStyle>
          <a:p>
            <a:pPr marL="0" marR="0" lvl="0" indent="0" algn="r" defTabSz="812810" rtl="0" eaLnBrk="1" fontAlgn="auto" latinLnBrk="0" hangingPunct="1">
              <a:lnSpc>
                <a:spcPct val="100000"/>
              </a:lnSpc>
              <a:spcBef>
                <a:spcPct val="0"/>
              </a:spcBef>
              <a:spcAft>
                <a:spcPts val="0"/>
              </a:spcAft>
              <a:buClrTx/>
              <a:buSzTx/>
              <a:buFontTx/>
              <a:buNone/>
              <a:tabLst/>
              <a:defRPr/>
            </a:pPr>
            <a:r>
              <a:rPr kumimoji="0" lang="en-US" altLang="en-US" sz="1600" b="0" i="0" u="none" strike="noStrike" kern="1200" cap="none" spc="0" normalizeH="0" baseline="0" noProof="0">
                <a:ln>
                  <a:noFill/>
                </a:ln>
                <a:solidFill>
                  <a:srgbClr val="407EC9"/>
                </a:solidFill>
                <a:effectLst/>
                <a:uLnTx/>
                <a:uFillTx/>
                <a:latin typeface="Arial" panose="020B0604020202020204" pitchFamily="34" charset="0"/>
                <a:ea typeface="+mn-ea"/>
                <a:cs typeface="Arial" panose="020B0604020202020204" pitchFamily="34" charset="0"/>
              </a:rPr>
              <a:t>Cathode, aluminum electrolysis 0.0181 kg</a:t>
            </a:r>
          </a:p>
        </p:txBody>
      </p:sp>
      <p:sp>
        <p:nvSpPr>
          <p:cNvPr id="77" name="Line 53">
            <a:extLst>
              <a:ext uri="{FF2B5EF4-FFF2-40B4-BE49-F238E27FC236}">
                <a16:creationId xmlns:a16="http://schemas.microsoft.com/office/drawing/2014/main" id="{92FB7F09-74FC-874A-801D-3EEFBAC3680E}"/>
              </a:ext>
            </a:extLst>
          </p:cNvPr>
          <p:cNvSpPr>
            <a:spLocks noChangeShapeType="1"/>
          </p:cNvSpPr>
          <p:nvPr/>
        </p:nvSpPr>
        <p:spPr bwMode="auto">
          <a:xfrm>
            <a:off x="8978282" y="5934975"/>
            <a:ext cx="381000" cy="0"/>
          </a:xfrm>
          <a:prstGeom prst="line">
            <a:avLst/>
          </a:prstGeom>
          <a:noFill/>
          <a:ln w="25400">
            <a:solidFill>
              <a:schemeClr val="accent4"/>
            </a:solidFill>
            <a:round/>
            <a:headEnd/>
            <a:tailEnd type="arrow" w="sm" len="med"/>
          </a:ln>
          <a:extLst>
            <a:ext uri="{909E8E84-426E-40DD-AFC4-6F175D3DCCD1}">
              <a14:hiddenFill xmlns:a14="http://schemas.microsoft.com/office/drawing/2010/main">
                <a:noFill/>
              </a14:hiddenFill>
            </a:ext>
          </a:extLst>
        </p:spPr>
        <p:txBody>
          <a:bodyPr/>
          <a:lstStyle/>
          <a:p>
            <a:pPr marL="0" marR="0" lvl="0" indent="0" algn="l" defTabSz="812810" rtl="0" eaLnBrk="1" fontAlgn="auto" latinLnBrk="0" hangingPunct="1">
              <a:lnSpc>
                <a:spcPct val="100000"/>
              </a:lnSpc>
              <a:spcBef>
                <a:spcPts val="0"/>
              </a:spcBef>
              <a:spcAft>
                <a:spcPts val="0"/>
              </a:spcAft>
              <a:buClrTx/>
              <a:buSzTx/>
              <a:buFontTx/>
              <a:buNone/>
              <a:tabLst/>
              <a:defRPr/>
            </a:pPr>
            <a:endParaRPr kumimoji="0" lang="en-US" sz="3200" b="0"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78" name="Text Box 54">
            <a:extLst>
              <a:ext uri="{FF2B5EF4-FFF2-40B4-BE49-F238E27FC236}">
                <a16:creationId xmlns:a16="http://schemas.microsoft.com/office/drawing/2014/main" id="{C397A5D2-D42E-FC42-A046-E67EF24C153C}"/>
              </a:ext>
            </a:extLst>
          </p:cNvPr>
          <p:cNvSpPr txBox="1">
            <a:spLocks noChangeArrowheads="1"/>
          </p:cNvSpPr>
          <p:nvPr/>
        </p:nvSpPr>
        <p:spPr bwMode="auto">
          <a:xfrm>
            <a:off x="9402547" y="5736879"/>
            <a:ext cx="4603958"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rgbClr val="FF9900"/>
              </a:buClr>
              <a:buChar char="•"/>
              <a:defRPr sz="3200" b="1">
                <a:solidFill>
                  <a:srgbClr val="01035B"/>
                </a:solidFill>
                <a:latin typeface="Arial" panose="020B0604020202020204" pitchFamily="34" charset="0"/>
              </a:defRPr>
            </a:lvl1pPr>
            <a:lvl2pPr marL="742950" indent="-285750">
              <a:spcBef>
                <a:spcPct val="20000"/>
              </a:spcBef>
              <a:buClr>
                <a:srgbClr val="FF9900"/>
              </a:buClr>
              <a:buChar char="–"/>
              <a:defRPr sz="2800" b="1">
                <a:solidFill>
                  <a:srgbClr val="01035B"/>
                </a:solidFill>
                <a:latin typeface="Arial" panose="020B0604020202020204" pitchFamily="34" charset="0"/>
              </a:defRPr>
            </a:lvl2pPr>
            <a:lvl3pPr marL="1143000" indent="-228600">
              <a:spcBef>
                <a:spcPct val="20000"/>
              </a:spcBef>
              <a:buClr>
                <a:srgbClr val="FF9900"/>
              </a:buClr>
              <a:buChar char="•"/>
              <a:defRPr sz="2400" b="1">
                <a:solidFill>
                  <a:srgbClr val="01035B"/>
                </a:solidFill>
                <a:latin typeface="Arial" panose="020B0604020202020204" pitchFamily="34" charset="0"/>
              </a:defRPr>
            </a:lvl3pPr>
            <a:lvl4pPr marL="1600200" indent="-228600">
              <a:spcBef>
                <a:spcPct val="20000"/>
              </a:spcBef>
              <a:buClr>
                <a:srgbClr val="FF9900"/>
              </a:buClr>
              <a:buChar char="–"/>
              <a:defRPr sz="2000" b="1">
                <a:solidFill>
                  <a:srgbClr val="01035B"/>
                </a:solidFill>
                <a:latin typeface="Arial" panose="020B0604020202020204" pitchFamily="34" charset="0"/>
              </a:defRPr>
            </a:lvl4pPr>
            <a:lvl5pPr marL="2057400" indent="-228600">
              <a:spcBef>
                <a:spcPct val="20000"/>
              </a:spcBef>
              <a:buClr>
                <a:srgbClr val="FF9900"/>
              </a:buClr>
              <a:buChar char="»"/>
              <a:defRPr sz="2000" b="1">
                <a:solidFill>
                  <a:srgbClr val="01035B"/>
                </a:solidFill>
                <a:latin typeface="Arial" panose="020B0604020202020204" pitchFamily="34" charset="0"/>
              </a:defRPr>
            </a:lvl5pPr>
            <a:lvl6pPr marL="25146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6pPr>
            <a:lvl7pPr marL="29718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7pPr>
            <a:lvl8pPr marL="34290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8pPr>
            <a:lvl9pPr marL="38862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9pPr>
          </a:lstStyle>
          <a:p>
            <a:pPr marL="0" marR="0" lvl="0" indent="0" algn="l" defTabSz="812810" rtl="0" eaLnBrk="1" fontAlgn="auto" latinLnBrk="0" hangingPunct="1">
              <a:lnSpc>
                <a:spcPct val="100000"/>
              </a:lnSpc>
              <a:spcBef>
                <a:spcPct val="0"/>
              </a:spcBef>
              <a:spcAft>
                <a:spcPts val="0"/>
              </a:spcAft>
              <a:buClrTx/>
              <a:buSzTx/>
              <a:buFontTx/>
              <a:buNone/>
              <a:tabLst/>
              <a:defRPr/>
            </a:pPr>
            <a:r>
              <a:rPr kumimoji="0" lang="en-US" altLang="en-US" sz="1600" b="0" i="0" u="none" strike="noStrike" kern="1200" cap="none" spc="0" normalizeH="0" baseline="0" noProof="0" dirty="0">
                <a:ln>
                  <a:noFill/>
                </a:ln>
                <a:solidFill>
                  <a:srgbClr val="407EC9"/>
                </a:solidFill>
                <a:effectLst/>
                <a:uLnTx/>
                <a:uFillTx/>
                <a:latin typeface="Arial" panose="020B0604020202020204" pitchFamily="34" charset="0"/>
                <a:ea typeface="+mn-ea"/>
                <a:cs typeface="Arial" panose="020B0604020202020204" pitchFamily="34" charset="0"/>
              </a:rPr>
              <a:t>Disposal, </a:t>
            </a:r>
            <a:r>
              <a:rPr kumimoji="0" lang="en-US" altLang="en-US" sz="1600" b="0" i="0" u="none" strike="noStrike" kern="1200" cap="none" spc="0" normalizeH="0" baseline="0" noProof="0" dirty="0" err="1">
                <a:ln>
                  <a:noFill/>
                </a:ln>
                <a:solidFill>
                  <a:srgbClr val="407EC9"/>
                </a:solidFill>
                <a:effectLst/>
                <a:uLnTx/>
                <a:uFillTx/>
                <a:latin typeface="Arial" panose="020B0604020202020204" pitchFamily="34" charset="0"/>
                <a:ea typeface="+mn-ea"/>
                <a:cs typeface="Arial" panose="020B0604020202020204" pitchFamily="34" charset="0"/>
              </a:rPr>
              <a:t>redmud</a:t>
            </a:r>
            <a:r>
              <a:rPr kumimoji="0" lang="en-US" altLang="en-US" sz="1600" b="0" i="0" u="none" strike="noStrike" kern="1200" cap="none" spc="0" normalizeH="0" baseline="0" noProof="0" dirty="0">
                <a:ln>
                  <a:noFill/>
                </a:ln>
                <a:solidFill>
                  <a:srgbClr val="407EC9"/>
                </a:solidFill>
                <a:effectLst/>
                <a:uLnTx/>
                <a:uFillTx/>
                <a:latin typeface="Arial" panose="020B0604020202020204" pitchFamily="34" charset="0"/>
                <a:ea typeface="+mn-ea"/>
                <a:cs typeface="Arial" panose="020B0604020202020204" pitchFamily="34" charset="0"/>
              </a:rPr>
              <a:t> from bauxite digestion 1.36</a:t>
            </a:r>
            <a:r>
              <a:rPr kumimoji="0" lang="en-US" altLang="en-US" sz="1600" b="1" i="0" u="none" strike="noStrike" kern="1200" cap="none" spc="0" normalizeH="0" baseline="0" noProof="0" dirty="0">
                <a:ln>
                  <a:noFill/>
                </a:ln>
                <a:solidFill>
                  <a:srgbClr val="407EC9"/>
                </a:solidFill>
                <a:effectLst/>
                <a:uLnTx/>
                <a:uFillTx/>
                <a:latin typeface="Arial" panose="020B0604020202020204" pitchFamily="34" charset="0"/>
                <a:ea typeface="+mn-ea"/>
                <a:cs typeface="Arial" panose="020B0604020202020204" pitchFamily="34" charset="0"/>
              </a:rPr>
              <a:t> </a:t>
            </a:r>
            <a:r>
              <a:rPr kumimoji="0" lang="en-US" altLang="en-US" sz="1600" b="0" i="0" u="none" strike="noStrike" kern="1200" cap="none" spc="0" normalizeH="0" baseline="0" noProof="0" dirty="0">
                <a:ln>
                  <a:noFill/>
                </a:ln>
                <a:solidFill>
                  <a:srgbClr val="407EC9"/>
                </a:solidFill>
                <a:effectLst/>
                <a:uLnTx/>
                <a:uFillTx/>
                <a:latin typeface="Arial" panose="020B0604020202020204" pitchFamily="34" charset="0"/>
                <a:ea typeface="+mn-ea"/>
                <a:cs typeface="Arial" panose="020B0604020202020204" pitchFamily="34" charset="0"/>
              </a:rPr>
              <a:t>kg</a:t>
            </a:r>
          </a:p>
        </p:txBody>
      </p:sp>
      <p:sp>
        <p:nvSpPr>
          <p:cNvPr id="79" name="Line 56">
            <a:extLst>
              <a:ext uri="{FF2B5EF4-FFF2-40B4-BE49-F238E27FC236}">
                <a16:creationId xmlns:a16="http://schemas.microsoft.com/office/drawing/2014/main" id="{183CD716-3071-7640-8A65-D99D01AE1C8F}"/>
              </a:ext>
            </a:extLst>
          </p:cNvPr>
          <p:cNvSpPr>
            <a:spLocks noChangeShapeType="1"/>
          </p:cNvSpPr>
          <p:nvPr/>
        </p:nvSpPr>
        <p:spPr bwMode="auto">
          <a:xfrm>
            <a:off x="8978282" y="5248294"/>
            <a:ext cx="381000" cy="0"/>
          </a:xfrm>
          <a:prstGeom prst="line">
            <a:avLst/>
          </a:prstGeom>
          <a:noFill/>
          <a:ln w="25400">
            <a:solidFill>
              <a:schemeClr val="accent3"/>
            </a:solidFill>
            <a:round/>
            <a:headEnd/>
            <a:tailEnd type="arrow" w="sm" len="med"/>
          </a:ln>
          <a:extLst>
            <a:ext uri="{909E8E84-426E-40DD-AFC4-6F175D3DCCD1}">
              <a14:hiddenFill xmlns:a14="http://schemas.microsoft.com/office/drawing/2010/main">
                <a:noFill/>
              </a14:hiddenFill>
            </a:ext>
          </a:extLst>
        </p:spPr>
        <p:txBody>
          <a:bodyPr/>
          <a:lstStyle/>
          <a:p>
            <a:pPr marL="0" marR="0" lvl="0" indent="0" algn="l" defTabSz="812810" rtl="0" eaLnBrk="1" fontAlgn="auto" latinLnBrk="0" hangingPunct="1">
              <a:lnSpc>
                <a:spcPct val="100000"/>
              </a:lnSpc>
              <a:spcBef>
                <a:spcPts val="0"/>
              </a:spcBef>
              <a:spcAft>
                <a:spcPts val="0"/>
              </a:spcAft>
              <a:buClrTx/>
              <a:buSzTx/>
              <a:buFontTx/>
              <a:buNone/>
              <a:tabLst/>
              <a:defRPr/>
            </a:pPr>
            <a:endParaRPr kumimoji="0" lang="en-US" sz="3200" b="0"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80" name="Line 57">
            <a:extLst>
              <a:ext uri="{FF2B5EF4-FFF2-40B4-BE49-F238E27FC236}">
                <a16:creationId xmlns:a16="http://schemas.microsoft.com/office/drawing/2014/main" id="{546F0D97-D6FA-3549-A13D-86C335689789}"/>
              </a:ext>
            </a:extLst>
          </p:cNvPr>
          <p:cNvSpPr>
            <a:spLocks noChangeShapeType="1"/>
          </p:cNvSpPr>
          <p:nvPr/>
        </p:nvSpPr>
        <p:spPr bwMode="auto">
          <a:xfrm>
            <a:off x="8984632" y="3874922"/>
            <a:ext cx="381000" cy="0"/>
          </a:xfrm>
          <a:prstGeom prst="line">
            <a:avLst/>
          </a:prstGeom>
          <a:noFill/>
          <a:ln w="25400">
            <a:solidFill>
              <a:schemeClr val="accent3"/>
            </a:solidFill>
            <a:round/>
            <a:headEnd/>
            <a:tailEnd type="arrow" w="sm" len="med"/>
          </a:ln>
          <a:extLst>
            <a:ext uri="{909E8E84-426E-40DD-AFC4-6F175D3DCCD1}">
              <a14:hiddenFill xmlns:a14="http://schemas.microsoft.com/office/drawing/2010/main">
                <a:noFill/>
              </a14:hiddenFill>
            </a:ext>
          </a:extLst>
        </p:spPr>
        <p:txBody>
          <a:bodyPr/>
          <a:lstStyle/>
          <a:p>
            <a:pPr marL="0" marR="0" lvl="0" indent="0" algn="l" defTabSz="812810" rtl="0" eaLnBrk="1" fontAlgn="auto" latinLnBrk="0" hangingPunct="1">
              <a:lnSpc>
                <a:spcPct val="100000"/>
              </a:lnSpc>
              <a:spcBef>
                <a:spcPts val="0"/>
              </a:spcBef>
              <a:spcAft>
                <a:spcPts val="0"/>
              </a:spcAft>
              <a:buClrTx/>
              <a:buSzTx/>
              <a:buFontTx/>
              <a:buNone/>
              <a:tabLst/>
              <a:defRPr/>
            </a:pPr>
            <a:endParaRPr kumimoji="0" lang="en-US" sz="3200" b="0"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81" name="Line 57">
            <a:extLst>
              <a:ext uri="{FF2B5EF4-FFF2-40B4-BE49-F238E27FC236}">
                <a16:creationId xmlns:a16="http://schemas.microsoft.com/office/drawing/2014/main" id="{6F162569-8F9E-1B4B-B59C-944D9AE6C588}"/>
              </a:ext>
            </a:extLst>
          </p:cNvPr>
          <p:cNvSpPr>
            <a:spLocks noChangeShapeType="1"/>
          </p:cNvSpPr>
          <p:nvPr/>
        </p:nvSpPr>
        <p:spPr bwMode="auto">
          <a:xfrm>
            <a:off x="8984632" y="3531579"/>
            <a:ext cx="381000" cy="0"/>
          </a:xfrm>
          <a:prstGeom prst="line">
            <a:avLst/>
          </a:prstGeom>
          <a:noFill/>
          <a:ln w="25400">
            <a:solidFill>
              <a:schemeClr val="accent3"/>
            </a:solidFill>
            <a:round/>
            <a:headEnd/>
            <a:tailEnd type="arrow" w="sm" len="med"/>
          </a:ln>
          <a:extLst>
            <a:ext uri="{909E8E84-426E-40DD-AFC4-6F175D3DCCD1}">
              <a14:hiddenFill xmlns:a14="http://schemas.microsoft.com/office/drawing/2010/main">
                <a:noFill/>
              </a14:hiddenFill>
            </a:ext>
          </a:extLst>
        </p:spPr>
        <p:txBody>
          <a:bodyPr/>
          <a:lstStyle/>
          <a:p>
            <a:pPr marL="0" marR="0" lvl="0" indent="0" algn="l" defTabSz="812810" rtl="0" eaLnBrk="1" fontAlgn="auto" latinLnBrk="0" hangingPunct="1">
              <a:lnSpc>
                <a:spcPct val="100000"/>
              </a:lnSpc>
              <a:spcBef>
                <a:spcPts val="0"/>
              </a:spcBef>
              <a:spcAft>
                <a:spcPts val="0"/>
              </a:spcAft>
              <a:buClrTx/>
              <a:buSzTx/>
              <a:buFontTx/>
              <a:buNone/>
              <a:tabLst/>
              <a:defRPr/>
            </a:pPr>
            <a:endParaRPr kumimoji="0" lang="en-US" sz="3200" b="0"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82" name="Line 57">
            <a:extLst>
              <a:ext uri="{FF2B5EF4-FFF2-40B4-BE49-F238E27FC236}">
                <a16:creationId xmlns:a16="http://schemas.microsoft.com/office/drawing/2014/main" id="{8C70ACD8-3B02-0841-8021-78DCE60E548C}"/>
              </a:ext>
            </a:extLst>
          </p:cNvPr>
          <p:cNvSpPr>
            <a:spLocks noChangeShapeType="1"/>
          </p:cNvSpPr>
          <p:nvPr/>
        </p:nvSpPr>
        <p:spPr bwMode="auto">
          <a:xfrm>
            <a:off x="8978282" y="2501550"/>
            <a:ext cx="381000" cy="0"/>
          </a:xfrm>
          <a:prstGeom prst="line">
            <a:avLst/>
          </a:prstGeom>
          <a:noFill/>
          <a:ln w="25400">
            <a:solidFill>
              <a:schemeClr val="accent3"/>
            </a:solidFill>
            <a:round/>
            <a:headEnd/>
            <a:tailEnd type="arrow" w="sm" len="med"/>
          </a:ln>
          <a:extLst>
            <a:ext uri="{909E8E84-426E-40DD-AFC4-6F175D3DCCD1}">
              <a14:hiddenFill xmlns:a14="http://schemas.microsoft.com/office/drawing/2010/main">
                <a:noFill/>
              </a14:hiddenFill>
            </a:ext>
          </a:extLst>
        </p:spPr>
        <p:txBody>
          <a:bodyPr/>
          <a:lstStyle/>
          <a:p>
            <a:pPr marL="0" marR="0" lvl="0" indent="0" algn="l" defTabSz="812810" rtl="0" eaLnBrk="1" fontAlgn="auto" latinLnBrk="0" hangingPunct="1">
              <a:lnSpc>
                <a:spcPct val="100000"/>
              </a:lnSpc>
              <a:spcBef>
                <a:spcPts val="0"/>
              </a:spcBef>
              <a:spcAft>
                <a:spcPts val="0"/>
              </a:spcAft>
              <a:buClrTx/>
              <a:buSzTx/>
              <a:buFontTx/>
              <a:buNone/>
              <a:tabLst/>
              <a:defRPr/>
            </a:pPr>
            <a:endParaRPr kumimoji="0" lang="en-US" sz="3200" b="0"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83" name="Line 57">
            <a:extLst>
              <a:ext uri="{FF2B5EF4-FFF2-40B4-BE49-F238E27FC236}">
                <a16:creationId xmlns:a16="http://schemas.microsoft.com/office/drawing/2014/main" id="{5DCFABE1-2335-1647-8A20-6B50DA0D8C9C}"/>
              </a:ext>
            </a:extLst>
          </p:cNvPr>
          <p:cNvSpPr>
            <a:spLocks noChangeShapeType="1"/>
          </p:cNvSpPr>
          <p:nvPr/>
        </p:nvSpPr>
        <p:spPr bwMode="auto">
          <a:xfrm>
            <a:off x="8978282" y="2844893"/>
            <a:ext cx="381000" cy="0"/>
          </a:xfrm>
          <a:prstGeom prst="line">
            <a:avLst/>
          </a:prstGeom>
          <a:noFill/>
          <a:ln w="25400">
            <a:solidFill>
              <a:schemeClr val="accent3"/>
            </a:solidFill>
            <a:round/>
            <a:headEnd/>
            <a:tailEnd type="arrow" w="sm" len="med"/>
          </a:ln>
          <a:extLst>
            <a:ext uri="{909E8E84-426E-40DD-AFC4-6F175D3DCCD1}">
              <a14:hiddenFill xmlns:a14="http://schemas.microsoft.com/office/drawing/2010/main">
                <a:noFill/>
              </a14:hiddenFill>
            </a:ext>
          </a:extLst>
        </p:spPr>
        <p:txBody>
          <a:bodyPr/>
          <a:lstStyle/>
          <a:p>
            <a:pPr marL="0" marR="0" lvl="0" indent="0" algn="l" defTabSz="812810" rtl="0" eaLnBrk="1" fontAlgn="auto" latinLnBrk="0" hangingPunct="1">
              <a:lnSpc>
                <a:spcPct val="100000"/>
              </a:lnSpc>
              <a:spcBef>
                <a:spcPts val="0"/>
              </a:spcBef>
              <a:spcAft>
                <a:spcPts val="0"/>
              </a:spcAft>
              <a:buClrTx/>
              <a:buSzTx/>
              <a:buFontTx/>
              <a:buNone/>
              <a:tabLst/>
              <a:defRPr/>
            </a:pPr>
            <a:endParaRPr kumimoji="0" lang="en-US" sz="3200" b="0"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84" name="Line 57">
            <a:extLst>
              <a:ext uri="{FF2B5EF4-FFF2-40B4-BE49-F238E27FC236}">
                <a16:creationId xmlns:a16="http://schemas.microsoft.com/office/drawing/2014/main" id="{31A6121F-2A4C-F44C-9509-744DBCE7BDA0}"/>
              </a:ext>
            </a:extLst>
          </p:cNvPr>
          <p:cNvSpPr>
            <a:spLocks noChangeShapeType="1"/>
          </p:cNvSpPr>
          <p:nvPr/>
        </p:nvSpPr>
        <p:spPr bwMode="auto">
          <a:xfrm>
            <a:off x="8963995" y="3188236"/>
            <a:ext cx="381000" cy="0"/>
          </a:xfrm>
          <a:prstGeom prst="line">
            <a:avLst/>
          </a:prstGeom>
          <a:noFill/>
          <a:ln w="25400">
            <a:solidFill>
              <a:schemeClr val="accent3"/>
            </a:solidFill>
            <a:round/>
            <a:headEnd/>
            <a:tailEnd type="arrow" w="sm" len="med"/>
          </a:ln>
          <a:extLst>
            <a:ext uri="{909E8E84-426E-40DD-AFC4-6F175D3DCCD1}">
              <a14:hiddenFill xmlns:a14="http://schemas.microsoft.com/office/drawing/2010/main">
                <a:noFill/>
              </a14:hiddenFill>
            </a:ext>
          </a:extLst>
        </p:spPr>
        <p:txBody>
          <a:bodyPr/>
          <a:lstStyle/>
          <a:p>
            <a:pPr marL="0" marR="0" lvl="0" indent="0" algn="l" defTabSz="812810" rtl="0" eaLnBrk="1" fontAlgn="auto" latinLnBrk="0" hangingPunct="1">
              <a:lnSpc>
                <a:spcPct val="100000"/>
              </a:lnSpc>
              <a:spcBef>
                <a:spcPts val="0"/>
              </a:spcBef>
              <a:spcAft>
                <a:spcPts val="0"/>
              </a:spcAft>
              <a:buClrTx/>
              <a:buSzTx/>
              <a:buFontTx/>
              <a:buNone/>
              <a:tabLst/>
              <a:defRPr/>
            </a:pPr>
            <a:endParaRPr kumimoji="0" lang="en-US" sz="3200" b="0"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85" name="Text Box 59">
            <a:extLst>
              <a:ext uri="{FF2B5EF4-FFF2-40B4-BE49-F238E27FC236}">
                <a16:creationId xmlns:a16="http://schemas.microsoft.com/office/drawing/2014/main" id="{94CF7025-2866-2A41-9F02-A2F1C94BBA45}"/>
              </a:ext>
            </a:extLst>
          </p:cNvPr>
          <p:cNvSpPr txBox="1">
            <a:spLocks noChangeArrowheads="1"/>
          </p:cNvSpPr>
          <p:nvPr/>
        </p:nvSpPr>
        <p:spPr bwMode="auto">
          <a:xfrm>
            <a:off x="9402547" y="3692410"/>
            <a:ext cx="3237817"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rgbClr val="FF9900"/>
              </a:buClr>
              <a:buChar char="•"/>
              <a:defRPr sz="3200" b="1">
                <a:solidFill>
                  <a:srgbClr val="01035B"/>
                </a:solidFill>
                <a:latin typeface="Arial" panose="020B0604020202020204" pitchFamily="34" charset="0"/>
              </a:defRPr>
            </a:lvl1pPr>
            <a:lvl2pPr marL="742950" indent="-285750">
              <a:spcBef>
                <a:spcPct val="20000"/>
              </a:spcBef>
              <a:buClr>
                <a:srgbClr val="FF9900"/>
              </a:buClr>
              <a:buChar char="–"/>
              <a:defRPr sz="2800" b="1">
                <a:solidFill>
                  <a:srgbClr val="01035B"/>
                </a:solidFill>
                <a:latin typeface="Arial" panose="020B0604020202020204" pitchFamily="34" charset="0"/>
              </a:defRPr>
            </a:lvl2pPr>
            <a:lvl3pPr marL="1143000" indent="-228600">
              <a:spcBef>
                <a:spcPct val="20000"/>
              </a:spcBef>
              <a:buClr>
                <a:srgbClr val="FF9900"/>
              </a:buClr>
              <a:buChar char="•"/>
              <a:defRPr sz="2400" b="1">
                <a:solidFill>
                  <a:srgbClr val="01035B"/>
                </a:solidFill>
                <a:latin typeface="Arial" panose="020B0604020202020204" pitchFamily="34" charset="0"/>
              </a:defRPr>
            </a:lvl3pPr>
            <a:lvl4pPr marL="1600200" indent="-228600">
              <a:spcBef>
                <a:spcPct val="20000"/>
              </a:spcBef>
              <a:buClr>
                <a:srgbClr val="FF9900"/>
              </a:buClr>
              <a:buChar char="–"/>
              <a:defRPr sz="2000" b="1">
                <a:solidFill>
                  <a:srgbClr val="01035B"/>
                </a:solidFill>
                <a:latin typeface="Arial" panose="020B0604020202020204" pitchFamily="34" charset="0"/>
              </a:defRPr>
            </a:lvl4pPr>
            <a:lvl5pPr marL="2057400" indent="-228600">
              <a:spcBef>
                <a:spcPct val="20000"/>
              </a:spcBef>
              <a:buClr>
                <a:srgbClr val="FF9900"/>
              </a:buClr>
              <a:buChar char="»"/>
              <a:defRPr sz="2000" b="1">
                <a:solidFill>
                  <a:srgbClr val="01035B"/>
                </a:solidFill>
                <a:latin typeface="Arial" panose="020B0604020202020204" pitchFamily="34" charset="0"/>
              </a:defRPr>
            </a:lvl5pPr>
            <a:lvl6pPr marL="25146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6pPr>
            <a:lvl7pPr marL="29718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7pPr>
            <a:lvl8pPr marL="34290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8pPr>
            <a:lvl9pPr marL="38862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9pPr>
          </a:lstStyle>
          <a:p>
            <a:pPr marL="0" marR="0" lvl="0" indent="0" algn="l" defTabSz="812810" rtl="0" eaLnBrk="1" fontAlgn="auto" latinLnBrk="0" hangingPunct="1">
              <a:lnSpc>
                <a:spcPct val="100000"/>
              </a:lnSpc>
              <a:spcBef>
                <a:spcPct val="0"/>
              </a:spcBef>
              <a:spcAft>
                <a:spcPts val="0"/>
              </a:spcAft>
              <a:buClrTx/>
              <a:buSzTx/>
              <a:buFontTx/>
              <a:buNone/>
              <a:tabLst/>
              <a:defRPr/>
            </a:pPr>
            <a:r>
              <a:rPr kumimoji="0" lang="en-US" altLang="en-US" sz="1600" b="0" i="0" u="none" strike="noStrike" kern="1200" cap="none" spc="0" normalizeH="0" baseline="0" noProof="0" dirty="0">
                <a:ln>
                  <a:noFill/>
                </a:ln>
                <a:solidFill>
                  <a:srgbClr val="ADA400"/>
                </a:solidFill>
                <a:effectLst/>
                <a:uLnTx/>
                <a:uFillTx/>
                <a:latin typeface="Arial" panose="020B0604020202020204" pitchFamily="34" charset="0"/>
                <a:ea typeface="+mn-ea"/>
                <a:cs typeface="Arial" panose="020B0604020202020204" pitchFamily="34" charset="0"/>
              </a:rPr>
              <a:t>Nitrogen oxides 63.9 mg</a:t>
            </a:r>
          </a:p>
        </p:txBody>
      </p:sp>
      <p:sp>
        <p:nvSpPr>
          <p:cNvPr id="86" name="Text Box 60">
            <a:extLst>
              <a:ext uri="{FF2B5EF4-FFF2-40B4-BE49-F238E27FC236}">
                <a16:creationId xmlns:a16="http://schemas.microsoft.com/office/drawing/2014/main" id="{DE60D6A5-2E7D-1047-A2F4-B6F4DF3D5B4C}"/>
              </a:ext>
            </a:extLst>
          </p:cNvPr>
          <p:cNvSpPr txBox="1">
            <a:spLocks noChangeArrowheads="1"/>
          </p:cNvSpPr>
          <p:nvPr/>
        </p:nvSpPr>
        <p:spPr bwMode="auto">
          <a:xfrm>
            <a:off x="9402547" y="5084415"/>
            <a:ext cx="2499896"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rgbClr val="FF9900"/>
              </a:buClr>
              <a:buChar char="•"/>
              <a:defRPr sz="3200" b="1">
                <a:solidFill>
                  <a:srgbClr val="01035B"/>
                </a:solidFill>
                <a:latin typeface="Arial" panose="020B0604020202020204" pitchFamily="34" charset="0"/>
              </a:defRPr>
            </a:lvl1pPr>
            <a:lvl2pPr marL="742950" indent="-285750">
              <a:spcBef>
                <a:spcPct val="20000"/>
              </a:spcBef>
              <a:buClr>
                <a:srgbClr val="FF9900"/>
              </a:buClr>
              <a:buChar char="–"/>
              <a:defRPr sz="2800" b="1">
                <a:solidFill>
                  <a:srgbClr val="01035B"/>
                </a:solidFill>
                <a:latin typeface="Arial" panose="020B0604020202020204" pitchFamily="34" charset="0"/>
              </a:defRPr>
            </a:lvl2pPr>
            <a:lvl3pPr marL="1143000" indent="-228600">
              <a:spcBef>
                <a:spcPct val="20000"/>
              </a:spcBef>
              <a:buClr>
                <a:srgbClr val="FF9900"/>
              </a:buClr>
              <a:buChar char="•"/>
              <a:defRPr sz="2400" b="1">
                <a:solidFill>
                  <a:srgbClr val="01035B"/>
                </a:solidFill>
                <a:latin typeface="Arial" panose="020B0604020202020204" pitchFamily="34" charset="0"/>
              </a:defRPr>
            </a:lvl3pPr>
            <a:lvl4pPr marL="1600200" indent="-228600">
              <a:spcBef>
                <a:spcPct val="20000"/>
              </a:spcBef>
              <a:buClr>
                <a:srgbClr val="FF9900"/>
              </a:buClr>
              <a:buChar char="–"/>
              <a:defRPr sz="2000" b="1">
                <a:solidFill>
                  <a:srgbClr val="01035B"/>
                </a:solidFill>
                <a:latin typeface="Arial" panose="020B0604020202020204" pitchFamily="34" charset="0"/>
              </a:defRPr>
            </a:lvl4pPr>
            <a:lvl5pPr marL="2057400" indent="-228600">
              <a:spcBef>
                <a:spcPct val="20000"/>
              </a:spcBef>
              <a:buClr>
                <a:srgbClr val="FF9900"/>
              </a:buClr>
              <a:buChar char="»"/>
              <a:defRPr sz="2000" b="1">
                <a:solidFill>
                  <a:srgbClr val="01035B"/>
                </a:solidFill>
                <a:latin typeface="Arial" panose="020B0604020202020204" pitchFamily="34" charset="0"/>
              </a:defRPr>
            </a:lvl5pPr>
            <a:lvl6pPr marL="25146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6pPr>
            <a:lvl7pPr marL="29718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7pPr>
            <a:lvl8pPr marL="34290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8pPr>
            <a:lvl9pPr marL="38862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9pPr>
          </a:lstStyle>
          <a:p>
            <a:pPr marL="0" marR="0" lvl="0" indent="0" algn="l" defTabSz="812810" rtl="0" eaLnBrk="1" fontAlgn="auto" latinLnBrk="0" hangingPunct="1">
              <a:lnSpc>
                <a:spcPct val="100000"/>
              </a:lnSpc>
              <a:spcBef>
                <a:spcPct val="0"/>
              </a:spcBef>
              <a:spcAft>
                <a:spcPts val="0"/>
              </a:spcAft>
              <a:buClrTx/>
              <a:buSzTx/>
              <a:buFontTx/>
              <a:buNone/>
              <a:tabLst/>
              <a:defRPr/>
            </a:pPr>
            <a:r>
              <a:rPr kumimoji="0" lang="en-US" altLang="en-US" sz="1600" b="0" i="0" u="none" strike="noStrike" kern="1200" cap="none" spc="0" normalizeH="0" baseline="0" noProof="0" dirty="0">
                <a:ln>
                  <a:noFill/>
                </a:ln>
                <a:solidFill>
                  <a:srgbClr val="ADA400"/>
                </a:solidFill>
                <a:effectLst/>
                <a:uLnTx/>
                <a:uFillTx/>
                <a:latin typeface="Arial" panose="020B0604020202020204" pitchFamily="34" charset="0"/>
                <a:ea typeface="+mn-ea"/>
                <a:cs typeface="Arial" panose="020B0604020202020204" pitchFamily="34" charset="0"/>
              </a:rPr>
              <a:t>Heat, waste 56.0 MJ</a:t>
            </a:r>
            <a:endParaRPr kumimoji="0" lang="en-US" altLang="en-US" sz="1600" b="0" i="0" u="none" strike="noStrike" kern="1200" cap="none" spc="0" normalizeH="0" baseline="30000" noProof="0" dirty="0">
              <a:ln>
                <a:noFill/>
              </a:ln>
              <a:solidFill>
                <a:srgbClr val="ADA400"/>
              </a:solidFill>
              <a:effectLst/>
              <a:uLnTx/>
              <a:uFillTx/>
              <a:latin typeface="Arial" panose="020B0604020202020204" pitchFamily="34" charset="0"/>
              <a:ea typeface="+mn-ea"/>
              <a:cs typeface="Arial" panose="020B0604020202020204" pitchFamily="34" charset="0"/>
            </a:endParaRPr>
          </a:p>
        </p:txBody>
      </p:sp>
      <p:sp>
        <p:nvSpPr>
          <p:cNvPr id="87" name="Text Box 59">
            <a:extLst>
              <a:ext uri="{FF2B5EF4-FFF2-40B4-BE49-F238E27FC236}">
                <a16:creationId xmlns:a16="http://schemas.microsoft.com/office/drawing/2014/main" id="{2DBF6F29-190B-8242-8C5D-58041B6CB7C7}"/>
              </a:ext>
            </a:extLst>
          </p:cNvPr>
          <p:cNvSpPr txBox="1">
            <a:spLocks noChangeArrowheads="1"/>
          </p:cNvSpPr>
          <p:nvPr/>
        </p:nvSpPr>
        <p:spPr bwMode="auto">
          <a:xfrm>
            <a:off x="9402547" y="3362302"/>
            <a:ext cx="3050647"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rgbClr val="FF9900"/>
              </a:buClr>
              <a:buChar char="•"/>
              <a:defRPr sz="3200" b="1">
                <a:solidFill>
                  <a:srgbClr val="01035B"/>
                </a:solidFill>
                <a:latin typeface="Arial" panose="020B0604020202020204" pitchFamily="34" charset="0"/>
              </a:defRPr>
            </a:lvl1pPr>
            <a:lvl2pPr marL="742950" indent="-285750">
              <a:spcBef>
                <a:spcPct val="20000"/>
              </a:spcBef>
              <a:buClr>
                <a:srgbClr val="FF9900"/>
              </a:buClr>
              <a:buChar char="–"/>
              <a:defRPr sz="2800" b="1">
                <a:solidFill>
                  <a:srgbClr val="01035B"/>
                </a:solidFill>
                <a:latin typeface="Arial" panose="020B0604020202020204" pitchFamily="34" charset="0"/>
              </a:defRPr>
            </a:lvl2pPr>
            <a:lvl3pPr marL="1143000" indent="-228600">
              <a:spcBef>
                <a:spcPct val="20000"/>
              </a:spcBef>
              <a:buClr>
                <a:srgbClr val="FF9900"/>
              </a:buClr>
              <a:buChar char="•"/>
              <a:defRPr sz="2400" b="1">
                <a:solidFill>
                  <a:srgbClr val="01035B"/>
                </a:solidFill>
                <a:latin typeface="Arial" panose="020B0604020202020204" pitchFamily="34" charset="0"/>
              </a:defRPr>
            </a:lvl3pPr>
            <a:lvl4pPr marL="1600200" indent="-228600">
              <a:spcBef>
                <a:spcPct val="20000"/>
              </a:spcBef>
              <a:buClr>
                <a:srgbClr val="FF9900"/>
              </a:buClr>
              <a:buChar char="–"/>
              <a:defRPr sz="2000" b="1">
                <a:solidFill>
                  <a:srgbClr val="01035B"/>
                </a:solidFill>
                <a:latin typeface="Arial" panose="020B0604020202020204" pitchFamily="34" charset="0"/>
              </a:defRPr>
            </a:lvl4pPr>
            <a:lvl5pPr marL="2057400" indent="-228600">
              <a:spcBef>
                <a:spcPct val="20000"/>
              </a:spcBef>
              <a:buClr>
                <a:srgbClr val="FF9900"/>
              </a:buClr>
              <a:buChar char="»"/>
              <a:defRPr sz="2000" b="1">
                <a:solidFill>
                  <a:srgbClr val="01035B"/>
                </a:solidFill>
                <a:latin typeface="Arial" panose="020B0604020202020204" pitchFamily="34" charset="0"/>
              </a:defRPr>
            </a:lvl5pPr>
            <a:lvl6pPr marL="25146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6pPr>
            <a:lvl7pPr marL="29718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7pPr>
            <a:lvl8pPr marL="34290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8pPr>
            <a:lvl9pPr marL="38862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9pPr>
          </a:lstStyle>
          <a:p>
            <a:pPr marL="0" marR="0" lvl="0" indent="0" algn="l" defTabSz="812810" rtl="0" eaLnBrk="1" fontAlgn="auto" latinLnBrk="0" hangingPunct="1">
              <a:lnSpc>
                <a:spcPct val="100000"/>
              </a:lnSpc>
              <a:spcBef>
                <a:spcPct val="0"/>
              </a:spcBef>
              <a:spcAft>
                <a:spcPts val="0"/>
              </a:spcAft>
              <a:buClrTx/>
              <a:buSzTx/>
              <a:buFontTx/>
              <a:buNone/>
              <a:tabLst/>
              <a:defRPr/>
            </a:pPr>
            <a:r>
              <a:rPr kumimoji="0" lang="en-US" altLang="en-US" sz="1600" b="0" i="0" u="none" strike="noStrike" kern="1200" cap="none" spc="0" normalizeH="0" baseline="0" noProof="0" dirty="0">
                <a:ln>
                  <a:noFill/>
                </a:ln>
                <a:solidFill>
                  <a:srgbClr val="ADA400"/>
                </a:solidFill>
                <a:effectLst/>
                <a:uLnTx/>
                <a:uFillTx/>
                <a:latin typeface="Arial" panose="020B0604020202020204" pitchFamily="34" charset="0"/>
                <a:ea typeface="+mn-ea"/>
                <a:cs typeface="Arial" panose="020B0604020202020204" pitchFamily="34" charset="0"/>
              </a:rPr>
              <a:t>Hydrogen fluoride 539 mg</a:t>
            </a:r>
          </a:p>
        </p:txBody>
      </p:sp>
      <p:sp>
        <p:nvSpPr>
          <p:cNvPr id="88" name="Text Box 59">
            <a:extLst>
              <a:ext uri="{FF2B5EF4-FFF2-40B4-BE49-F238E27FC236}">
                <a16:creationId xmlns:a16="http://schemas.microsoft.com/office/drawing/2014/main" id="{E119E902-202D-0C41-9D58-5CD3473F1C8F}"/>
              </a:ext>
            </a:extLst>
          </p:cNvPr>
          <p:cNvSpPr txBox="1">
            <a:spLocks noChangeArrowheads="1"/>
          </p:cNvSpPr>
          <p:nvPr/>
        </p:nvSpPr>
        <p:spPr bwMode="auto">
          <a:xfrm>
            <a:off x="9402547" y="2314226"/>
            <a:ext cx="3050647"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rgbClr val="FF9900"/>
              </a:buClr>
              <a:buChar char="•"/>
              <a:defRPr sz="3200" b="1">
                <a:solidFill>
                  <a:srgbClr val="01035B"/>
                </a:solidFill>
                <a:latin typeface="Arial" panose="020B0604020202020204" pitchFamily="34" charset="0"/>
              </a:defRPr>
            </a:lvl1pPr>
            <a:lvl2pPr marL="742950" indent="-285750">
              <a:spcBef>
                <a:spcPct val="20000"/>
              </a:spcBef>
              <a:buClr>
                <a:srgbClr val="FF9900"/>
              </a:buClr>
              <a:buChar char="–"/>
              <a:defRPr sz="2800" b="1">
                <a:solidFill>
                  <a:srgbClr val="01035B"/>
                </a:solidFill>
                <a:latin typeface="Arial" panose="020B0604020202020204" pitchFamily="34" charset="0"/>
              </a:defRPr>
            </a:lvl2pPr>
            <a:lvl3pPr marL="1143000" indent="-228600">
              <a:spcBef>
                <a:spcPct val="20000"/>
              </a:spcBef>
              <a:buClr>
                <a:srgbClr val="FF9900"/>
              </a:buClr>
              <a:buChar char="•"/>
              <a:defRPr sz="2400" b="1">
                <a:solidFill>
                  <a:srgbClr val="01035B"/>
                </a:solidFill>
                <a:latin typeface="Arial" panose="020B0604020202020204" pitchFamily="34" charset="0"/>
              </a:defRPr>
            </a:lvl3pPr>
            <a:lvl4pPr marL="1600200" indent="-228600">
              <a:spcBef>
                <a:spcPct val="20000"/>
              </a:spcBef>
              <a:buClr>
                <a:srgbClr val="FF9900"/>
              </a:buClr>
              <a:buChar char="–"/>
              <a:defRPr sz="2000" b="1">
                <a:solidFill>
                  <a:srgbClr val="01035B"/>
                </a:solidFill>
                <a:latin typeface="Arial" panose="020B0604020202020204" pitchFamily="34" charset="0"/>
              </a:defRPr>
            </a:lvl4pPr>
            <a:lvl5pPr marL="2057400" indent="-228600">
              <a:spcBef>
                <a:spcPct val="20000"/>
              </a:spcBef>
              <a:buClr>
                <a:srgbClr val="FF9900"/>
              </a:buClr>
              <a:buChar char="»"/>
              <a:defRPr sz="2000" b="1">
                <a:solidFill>
                  <a:srgbClr val="01035B"/>
                </a:solidFill>
                <a:latin typeface="Arial" panose="020B0604020202020204" pitchFamily="34" charset="0"/>
              </a:defRPr>
            </a:lvl5pPr>
            <a:lvl6pPr marL="25146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6pPr>
            <a:lvl7pPr marL="29718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7pPr>
            <a:lvl8pPr marL="34290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8pPr>
            <a:lvl9pPr marL="38862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9pPr>
          </a:lstStyle>
          <a:p>
            <a:pPr marL="0" marR="0" lvl="0" indent="0" algn="l" defTabSz="812810" rtl="0" eaLnBrk="1" fontAlgn="auto" latinLnBrk="0" hangingPunct="1">
              <a:lnSpc>
                <a:spcPct val="100000"/>
              </a:lnSpc>
              <a:spcBef>
                <a:spcPct val="0"/>
              </a:spcBef>
              <a:spcAft>
                <a:spcPts val="0"/>
              </a:spcAft>
              <a:buClrTx/>
              <a:buSzTx/>
              <a:buFontTx/>
              <a:buNone/>
              <a:tabLst/>
              <a:defRPr/>
            </a:pPr>
            <a:r>
              <a:rPr kumimoji="0" lang="en-US" altLang="en-US" sz="1600" b="0" i="0" u="none" strike="noStrike" kern="1200" cap="none" spc="0" normalizeH="0" baseline="0" noProof="0">
                <a:ln>
                  <a:noFill/>
                </a:ln>
                <a:solidFill>
                  <a:srgbClr val="ADA400"/>
                </a:solidFill>
                <a:effectLst/>
                <a:uLnTx/>
                <a:uFillTx/>
                <a:latin typeface="Arial" panose="020B0604020202020204" pitchFamily="34" charset="0"/>
                <a:ea typeface="+mn-ea"/>
                <a:cs typeface="Arial" panose="020B0604020202020204" pitchFamily="34" charset="0"/>
              </a:rPr>
              <a:t>Benzo(a)pyrene 1.30 mg</a:t>
            </a:r>
          </a:p>
        </p:txBody>
      </p:sp>
      <p:sp>
        <p:nvSpPr>
          <p:cNvPr id="89" name="Text Box 59">
            <a:extLst>
              <a:ext uri="{FF2B5EF4-FFF2-40B4-BE49-F238E27FC236}">
                <a16:creationId xmlns:a16="http://schemas.microsoft.com/office/drawing/2014/main" id="{C252F124-0FD7-0540-B4D3-42609C95D371}"/>
              </a:ext>
            </a:extLst>
          </p:cNvPr>
          <p:cNvSpPr txBox="1">
            <a:spLocks noChangeArrowheads="1"/>
          </p:cNvSpPr>
          <p:nvPr/>
        </p:nvSpPr>
        <p:spPr bwMode="auto">
          <a:xfrm>
            <a:off x="9402547" y="2654770"/>
            <a:ext cx="3489527"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rgbClr val="FF9900"/>
              </a:buClr>
              <a:buChar char="•"/>
              <a:defRPr sz="3200" b="1">
                <a:solidFill>
                  <a:srgbClr val="01035B"/>
                </a:solidFill>
                <a:latin typeface="Arial" panose="020B0604020202020204" pitchFamily="34" charset="0"/>
              </a:defRPr>
            </a:lvl1pPr>
            <a:lvl2pPr marL="742950" indent="-285750">
              <a:spcBef>
                <a:spcPct val="20000"/>
              </a:spcBef>
              <a:buClr>
                <a:srgbClr val="FF9900"/>
              </a:buClr>
              <a:buChar char="–"/>
              <a:defRPr sz="2800" b="1">
                <a:solidFill>
                  <a:srgbClr val="01035B"/>
                </a:solidFill>
                <a:latin typeface="Arial" panose="020B0604020202020204" pitchFamily="34" charset="0"/>
              </a:defRPr>
            </a:lvl2pPr>
            <a:lvl3pPr marL="1143000" indent="-228600">
              <a:spcBef>
                <a:spcPct val="20000"/>
              </a:spcBef>
              <a:buClr>
                <a:srgbClr val="FF9900"/>
              </a:buClr>
              <a:buChar char="•"/>
              <a:defRPr sz="2400" b="1">
                <a:solidFill>
                  <a:srgbClr val="01035B"/>
                </a:solidFill>
                <a:latin typeface="Arial" panose="020B0604020202020204" pitchFamily="34" charset="0"/>
              </a:defRPr>
            </a:lvl3pPr>
            <a:lvl4pPr marL="1600200" indent="-228600">
              <a:spcBef>
                <a:spcPct val="20000"/>
              </a:spcBef>
              <a:buClr>
                <a:srgbClr val="FF9900"/>
              </a:buClr>
              <a:buChar char="–"/>
              <a:defRPr sz="2000" b="1">
                <a:solidFill>
                  <a:srgbClr val="01035B"/>
                </a:solidFill>
                <a:latin typeface="Arial" panose="020B0604020202020204" pitchFamily="34" charset="0"/>
              </a:defRPr>
            </a:lvl4pPr>
            <a:lvl5pPr marL="2057400" indent="-228600">
              <a:spcBef>
                <a:spcPct val="20000"/>
              </a:spcBef>
              <a:buClr>
                <a:srgbClr val="FF9900"/>
              </a:buClr>
              <a:buChar char="»"/>
              <a:defRPr sz="2000" b="1">
                <a:solidFill>
                  <a:srgbClr val="01035B"/>
                </a:solidFill>
                <a:latin typeface="Arial" panose="020B0604020202020204" pitchFamily="34" charset="0"/>
              </a:defRPr>
            </a:lvl5pPr>
            <a:lvl6pPr marL="25146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6pPr>
            <a:lvl7pPr marL="29718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7pPr>
            <a:lvl8pPr marL="34290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8pPr>
            <a:lvl9pPr marL="38862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9pPr>
          </a:lstStyle>
          <a:p>
            <a:pPr marL="0" marR="0" lvl="0" indent="0" algn="l" defTabSz="812810" rtl="0" eaLnBrk="1" fontAlgn="auto" latinLnBrk="0" hangingPunct="1">
              <a:lnSpc>
                <a:spcPct val="100000"/>
              </a:lnSpc>
              <a:spcBef>
                <a:spcPct val="0"/>
              </a:spcBef>
              <a:spcAft>
                <a:spcPts val="0"/>
              </a:spcAft>
              <a:buClrTx/>
              <a:buSzTx/>
              <a:buFontTx/>
              <a:buNone/>
              <a:tabLst/>
              <a:defRPr/>
            </a:pPr>
            <a:r>
              <a:rPr kumimoji="0" lang="en-US" altLang="en-US" sz="1600" b="0" i="0" u="none" strike="noStrike" kern="1200" cap="none" spc="0" normalizeH="0" baseline="0" noProof="0" dirty="0">
                <a:ln>
                  <a:noFill/>
                </a:ln>
                <a:solidFill>
                  <a:srgbClr val="ADA400"/>
                </a:solidFill>
                <a:effectLst/>
                <a:uLnTx/>
                <a:uFillTx/>
                <a:latin typeface="Arial" panose="020B0604020202020204" pitchFamily="34" charset="0"/>
                <a:ea typeface="+mn-ea"/>
                <a:cs typeface="Arial" panose="020B0604020202020204" pitchFamily="34" charset="0"/>
              </a:rPr>
              <a:t>Carbon dioxide, fossil 1.50 kg</a:t>
            </a:r>
          </a:p>
        </p:txBody>
      </p:sp>
      <p:sp>
        <p:nvSpPr>
          <p:cNvPr id="90" name="Text Box 59">
            <a:extLst>
              <a:ext uri="{FF2B5EF4-FFF2-40B4-BE49-F238E27FC236}">
                <a16:creationId xmlns:a16="http://schemas.microsoft.com/office/drawing/2014/main" id="{A2F4F74B-CE8C-F647-A43B-527FF6384713}"/>
              </a:ext>
            </a:extLst>
          </p:cNvPr>
          <p:cNvSpPr txBox="1">
            <a:spLocks noChangeArrowheads="1"/>
          </p:cNvSpPr>
          <p:nvPr/>
        </p:nvSpPr>
        <p:spPr bwMode="auto">
          <a:xfrm>
            <a:off x="9402547" y="3017472"/>
            <a:ext cx="4025220"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rgbClr val="FF9900"/>
              </a:buClr>
              <a:buChar char="•"/>
              <a:defRPr sz="3200" b="1">
                <a:solidFill>
                  <a:srgbClr val="01035B"/>
                </a:solidFill>
                <a:latin typeface="Arial" panose="020B0604020202020204" pitchFamily="34" charset="0"/>
              </a:defRPr>
            </a:lvl1pPr>
            <a:lvl2pPr marL="742950" indent="-285750">
              <a:spcBef>
                <a:spcPct val="20000"/>
              </a:spcBef>
              <a:buClr>
                <a:srgbClr val="FF9900"/>
              </a:buClr>
              <a:buChar char="–"/>
              <a:defRPr sz="2800" b="1">
                <a:solidFill>
                  <a:srgbClr val="01035B"/>
                </a:solidFill>
                <a:latin typeface="Arial" panose="020B0604020202020204" pitchFamily="34" charset="0"/>
              </a:defRPr>
            </a:lvl2pPr>
            <a:lvl3pPr marL="1143000" indent="-228600">
              <a:spcBef>
                <a:spcPct val="20000"/>
              </a:spcBef>
              <a:buClr>
                <a:srgbClr val="FF9900"/>
              </a:buClr>
              <a:buChar char="•"/>
              <a:defRPr sz="2400" b="1">
                <a:solidFill>
                  <a:srgbClr val="01035B"/>
                </a:solidFill>
                <a:latin typeface="Arial" panose="020B0604020202020204" pitchFamily="34" charset="0"/>
              </a:defRPr>
            </a:lvl3pPr>
            <a:lvl4pPr marL="1600200" indent="-228600">
              <a:spcBef>
                <a:spcPct val="20000"/>
              </a:spcBef>
              <a:buClr>
                <a:srgbClr val="FF9900"/>
              </a:buClr>
              <a:buChar char="–"/>
              <a:defRPr sz="2000" b="1">
                <a:solidFill>
                  <a:srgbClr val="01035B"/>
                </a:solidFill>
                <a:latin typeface="Arial" panose="020B0604020202020204" pitchFamily="34" charset="0"/>
              </a:defRPr>
            </a:lvl4pPr>
            <a:lvl5pPr marL="2057400" indent="-228600">
              <a:spcBef>
                <a:spcPct val="20000"/>
              </a:spcBef>
              <a:buClr>
                <a:srgbClr val="FF9900"/>
              </a:buClr>
              <a:buChar char="»"/>
              <a:defRPr sz="2000" b="1">
                <a:solidFill>
                  <a:srgbClr val="01035B"/>
                </a:solidFill>
                <a:latin typeface="Arial" panose="020B0604020202020204" pitchFamily="34" charset="0"/>
              </a:defRPr>
            </a:lvl5pPr>
            <a:lvl6pPr marL="25146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6pPr>
            <a:lvl7pPr marL="29718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7pPr>
            <a:lvl8pPr marL="34290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8pPr>
            <a:lvl9pPr marL="38862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9pPr>
          </a:lstStyle>
          <a:p>
            <a:pPr marL="0" marR="0" lvl="0" indent="0" algn="l" defTabSz="812810" rtl="0" eaLnBrk="1" fontAlgn="auto" latinLnBrk="0" hangingPunct="1">
              <a:lnSpc>
                <a:spcPct val="100000"/>
              </a:lnSpc>
              <a:spcBef>
                <a:spcPct val="0"/>
              </a:spcBef>
              <a:spcAft>
                <a:spcPts val="0"/>
              </a:spcAft>
              <a:buClrTx/>
              <a:buSzTx/>
              <a:buFontTx/>
              <a:buNone/>
              <a:tabLst/>
              <a:defRPr/>
            </a:pPr>
            <a:r>
              <a:rPr kumimoji="0" lang="en-US" altLang="en-US" sz="1600" b="0" i="0" u="none" strike="noStrike" kern="1200" cap="none" spc="0" normalizeH="0" baseline="0" noProof="0" dirty="0">
                <a:ln>
                  <a:noFill/>
                </a:ln>
                <a:solidFill>
                  <a:srgbClr val="ADA400"/>
                </a:solidFill>
                <a:effectLst/>
                <a:uLnTx/>
                <a:uFillTx/>
                <a:latin typeface="Arial" panose="020B0604020202020204" pitchFamily="34" charset="0"/>
                <a:ea typeface="+mn-ea"/>
                <a:cs typeface="Arial" panose="020B0604020202020204" pitchFamily="34" charset="0"/>
              </a:rPr>
              <a:t>Carbon monoxide, biogenic 91.7 g</a:t>
            </a:r>
          </a:p>
        </p:txBody>
      </p:sp>
      <p:sp>
        <p:nvSpPr>
          <p:cNvPr id="91" name="Line 56">
            <a:extLst>
              <a:ext uri="{FF2B5EF4-FFF2-40B4-BE49-F238E27FC236}">
                <a16:creationId xmlns:a16="http://schemas.microsoft.com/office/drawing/2014/main" id="{D14EA144-57EC-7547-9E03-84907034E694}"/>
              </a:ext>
            </a:extLst>
          </p:cNvPr>
          <p:cNvSpPr>
            <a:spLocks noChangeShapeType="1"/>
          </p:cNvSpPr>
          <p:nvPr/>
        </p:nvSpPr>
        <p:spPr bwMode="auto">
          <a:xfrm>
            <a:off x="8978282" y="4218265"/>
            <a:ext cx="381000" cy="0"/>
          </a:xfrm>
          <a:prstGeom prst="line">
            <a:avLst/>
          </a:prstGeom>
          <a:noFill/>
          <a:ln w="25400">
            <a:solidFill>
              <a:schemeClr val="accent3"/>
            </a:solidFill>
            <a:round/>
            <a:headEnd/>
            <a:tailEnd type="arrow" w="sm" len="med"/>
          </a:ln>
          <a:extLst>
            <a:ext uri="{909E8E84-426E-40DD-AFC4-6F175D3DCCD1}">
              <a14:hiddenFill xmlns:a14="http://schemas.microsoft.com/office/drawing/2010/main">
                <a:noFill/>
              </a14:hiddenFill>
            </a:ext>
          </a:extLst>
        </p:spPr>
        <p:txBody>
          <a:bodyPr/>
          <a:lstStyle/>
          <a:p>
            <a:pPr marL="0" marR="0" lvl="0" indent="0" algn="l" defTabSz="812810" rtl="0" eaLnBrk="1" fontAlgn="auto" latinLnBrk="0" hangingPunct="1">
              <a:lnSpc>
                <a:spcPct val="100000"/>
              </a:lnSpc>
              <a:spcBef>
                <a:spcPts val="0"/>
              </a:spcBef>
              <a:spcAft>
                <a:spcPts val="0"/>
              </a:spcAft>
              <a:buClrTx/>
              <a:buSzTx/>
              <a:buFontTx/>
              <a:buNone/>
              <a:tabLst/>
              <a:defRPr/>
            </a:pPr>
            <a:endParaRPr kumimoji="0" lang="en-US" sz="3200" b="0"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92" name="Text Box 60">
            <a:extLst>
              <a:ext uri="{FF2B5EF4-FFF2-40B4-BE49-F238E27FC236}">
                <a16:creationId xmlns:a16="http://schemas.microsoft.com/office/drawing/2014/main" id="{5366A996-B41D-B344-BFF5-B4089D64DBC6}"/>
              </a:ext>
            </a:extLst>
          </p:cNvPr>
          <p:cNvSpPr txBox="1">
            <a:spLocks noChangeArrowheads="1"/>
          </p:cNvSpPr>
          <p:nvPr/>
        </p:nvSpPr>
        <p:spPr bwMode="auto">
          <a:xfrm>
            <a:off x="9402547" y="4034078"/>
            <a:ext cx="1744764"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rgbClr val="FF9900"/>
              </a:buClr>
              <a:buChar char="•"/>
              <a:defRPr sz="3200" b="1">
                <a:solidFill>
                  <a:srgbClr val="01035B"/>
                </a:solidFill>
                <a:latin typeface="Arial" panose="020B0604020202020204" pitchFamily="34" charset="0"/>
              </a:defRPr>
            </a:lvl1pPr>
            <a:lvl2pPr marL="742950" indent="-285750">
              <a:spcBef>
                <a:spcPct val="20000"/>
              </a:spcBef>
              <a:buClr>
                <a:srgbClr val="FF9900"/>
              </a:buClr>
              <a:buChar char="–"/>
              <a:defRPr sz="2800" b="1">
                <a:solidFill>
                  <a:srgbClr val="01035B"/>
                </a:solidFill>
                <a:latin typeface="Arial" panose="020B0604020202020204" pitchFamily="34" charset="0"/>
              </a:defRPr>
            </a:lvl2pPr>
            <a:lvl3pPr marL="1143000" indent="-228600">
              <a:spcBef>
                <a:spcPct val="20000"/>
              </a:spcBef>
              <a:buClr>
                <a:srgbClr val="FF9900"/>
              </a:buClr>
              <a:buChar char="•"/>
              <a:defRPr sz="2400" b="1">
                <a:solidFill>
                  <a:srgbClr val="01035B"/>
                </a:solidFill>
                <a:latin typeface="Arial" panose="020B0604020202020204" pitchFamily="34" charset="0"/>
              </a:defRPr>
            </a:lvl3pPr>
            <a:lvl4pPr marL="1600200" indent="-228600">
              <a:spcBef>
                <a:spcPct val="20000"/>
              </a:spcBef>
              <a:buClr>
                <a:srgbClr val="FF9900"/>
              </a:buClr>
              <a:buChar char="–"/>
              <a:defRPr sz="2000" b="1">
                <a:solidFill>
                  <a:srgbClr val="01035B"/>
                </a:solidFill>
                <a:latin typeface="Arial" panose="020B0604020202020204" pitchFamily="34" charset="0"/>
              </a:defRPr>
            </a:lvl4pPr>
            <a:lvl5pPr marL="2057400" indent="-228600">
              <a:spcBef>
                <a:spcPct val="20000"/>
              </a:spcBef>
              <a:buClr>
                <a:srgbClr val="FF9900"/>
              </a:buClr>
              <a:buChar char="»"/>
              <a:defRPr sz="2000" b="1">
                <a:solidFill>
                  <a:srgbClr val="01035B"/>
                </a:solidFill>
                <a:latin typeface="Arial" panose="020B0604020202020204" pitchFamily="34" charset="0"/>
              </a:defRPr>
            </a:lvl5pPr>
            <a:lvl6pPr marL="25146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6pPr>
            <a:lvl7pPr marL="29718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7pPr>
            <a:lvl8pPr marL="34290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8pPr>
            <a:lvl9pPr marL="38862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9pPr>
          </a:lstStyle>
          <a:p>
            <a:pPr marL="0" marR="0" lvl="0" indent="0" algn="l" defTabSz="812810" rtl="0" eaLnBrk="1" fontAlgn="auto" latinLnBrk="0" hangingPunct="1">
              <a:lnSpc>
                <a:spcPct val="100000"/>
              </a:lnSpc>
              <a:spcBef>
                <a:spcPct val="0"/>
              </a:spcBef>
              <a:spcAft>
                <a:spcPts val="0"/>
              </a:spcAft>
              <a:buClrTx/>
              <a:buSzTx/>
              <a:buFontTx/>
              <a:buNone/>
              <a:tabLst/>
              <a:defRPr/>
            </a:pPr>
            <a:r>
              <a:rPr kumimoji="0" lang="en-US" altLang="en-US" sz="1600" b="0" i="0" u="none" strike="noStrike" kern="1200" cap="none" spc="0" normalizeH="0" baseline="0" noProof="0" dirty="0">
                <a:ln>
                  <a:noFill/>
                </a:ln>
                <a:solidFill>
                  <a:srgbClr val="ADA400"/>
                </a:solidFill>
                <a:effectLst/>
                <a:uLnTx/>
                <a:uFillTx/>
                <a:latin typeface="Arial" panose="020B0604020202020204" pitchFamily="34" charset="0"/>
                <a:ea typeface="+mn-ea"/>
                <a:cs typeface="Arial" panose="020B0604020202020204" pitchFamily="34" charset="0"/>
              </a:rPr>
              <a:t>PAH 45.7 mg</a:t>
            </a:r>
            <a:endParaRPr kumimoji="0" lang="en-US" altLang="en-US" sz="1600" b="0" i="0" u="none" strike="noStrike" kern="1200" cap="none" spc="0" normalizeH="0" baseline="30000" noProof="0" dirty="0">
              <a:ln>
                <a:noFill/>
              </a:ln>
              <a:solidFill>
                <a:srgbClr val="ADA400"/>
              </a:solidFill>
              <a:effectLst/>
              <a:uLnTx/>
              <a:uFillTx/>
              <a:latin typeface="Arial" panose="020B0604020202020204" pitchFamily="34" charset="0"/>
              <a:ea typeface="+mn-ea"/>
              <a:cs typeface="Arial" panose="020B0604020202020204" pitchFamily="34" charset="0"/>
            </a:endParaRPr>
          </a:p>
        </p:txBody>
      </p:sp>
      <p:sp>
        <p:nvSpPr>
          <p:cNvPr id="93" name="Line 56">
            <a:extLst>
              <a:ext uri="{FF2B5EF4-FFF2-40B4-BE49-F238E27FC236}">
                <a16:creationId xmlns:a16="http://schemas.microsoft.com/office/drawing/2014/main" id="{9C1F042C-6269-CB4C-8598-39E839744470}"/>
              </a:ext>
            </a:extLst>
          </p:cNvPr>
          <p:cNvSpPr>
            <a:spLocks noChangeShapeType="1"/>
          </p:cNvSpPr>
          <p:nvPr/>
        </p:nvSpPr>
        <p:spPr bwMode="auto">
          <a:xfrm>
            <a:off x="8992570" y="4561608"/>
            <a:ext cx="381000" cy="0"/>
          </a:xfrm>
          <a:prstGeom prst="line">
            <a:avLst/>
          </a:prstGeom>
          <a:noFill/>
          <a:ln w="25400">
            <a:solidFill>
              <a:schemeClr val="accent3"/>
            </a:solidFill>
            <a:round/>
            <a:headEnd/>
            <a:tailEnd type="arrow" w="sm" len="med"/>
          </a:ln>
          <a:extLst>
            <a:ext uri="{909E8E84-426E-40DD-AFC4-6F175D3DCCD1}">
              <a14:hiddenFill xmlns:a14="http://schemas.microsoft.com/office/drawing/2010/main">
                <a:noFill/>
              </a14:hiddenFill>
            </a:ext>
          </a:extLst>
        </p:spPr>
        <p:txBody>
          <a:bodyPr/>
          <a:lstStyle/>
          <a:p>
            <a:pPr marL="0" marR="0" lvl="0" indent="0" algn="l" defTabSz="812810" rtl="0" eaLnBrk="1" fontAlgn="auto" latinLnBrk="0" hangingPunct="1">
              <a:lnSpc>
                <a:spcPct val="100000"/>
              </a:lnSpc>
              <a:spcBef>
                <a:spcPts val="0"/>
              </a:spcBef>
              <a:spcAft>
                <a:spcPts val="0"/>
              </a:spcAft>
              <a:buClrTx/>
              <a:buSzTx/>
              <a:buFontTx/>
              <a:buNone/>
              <a:tabLst/>
              <a:defRPr/>
            </a:pPr>
            <a:endParaRPr kumimoji="0" lang="en-US" sz="3200" b="0"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94" name="Text Box 60">
            <a:extLst>
              <a:ext uri="{FF2B5EF4-FFF2-40B4-BE49-F238E27FC236}">
                <a16:creationId xmlns:a16="http://schemas.microsoft.com/office/drawing/2014/main" id="{C7E5C60E-5D84-554C-B05E-0E106DC03EE5}"/>
              </a:ext>
            </a:extLst>
          </p:cNvPr>
          <p:cNvSpPr txBox="1">
            <a:spLocks noChangeArrowheads="1"/>
          </p:cNvSpPr>
          <p:nvPr/>
        </p:nvSpPr>
        <p:spPr bwMode="auto">
          <a:xfrm>
            <a:off x="9402547" y="4383411"/>
            <a:ext cx="3212001"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rgbClr val="FF9900"/>
              </a:buClr>
              <a:buChar char="•"/>
              <a:defRPr sz="3200" b="1">
                <a:solidFill>
                  <a:srgbClr val="01035B"/>
                </a:solidFill>
                <a:latin typeface="Arial" panose="020B0604020202020204" pitchFamily="34" charset="0"/>
              </a:defRPr>
            </a:lvl1pPr>
            <a:lvl2pPr marL="742950" indent="-285750">
              <a:spcBef>
                <a:spcPct val="20000"/>
              </a:spcBef>
              <a:buClr>
                <a:srgbClr val="FF9900"/>
              </a:buClr>
              <a:buChar char="–"/>
              <a:defRPr sz="2800" b="1">
                <a:solidFill>
                  <a:srgbClr val="01035B"/>
                </a:solidFill>
                <a:latin typeface="Arial" panose="020B0604020202020204" pitchFamily="34" charset="0"/>
              </a:defRPr>
            </a:lvl2pPr>
            <a:lvl3pPr marL="1143000" indent="-228600">
              <a:spcBef>
                <a:spcPct val="20000"/>
              </a:spcBef>
              <a:buClr>
                <a:srgbClr val="FF9900"/>
              </a:buClr>
              <a:buChar char="•"/>
              <a:defRPr sz="2400" b="1">
                <a:solidFill>
                  <a:srgbClr val="01035B"/>
                </a:solidFill>
                <a:latin typeface="Arial" panose="020B0604020202020204" pitchFamily="34" charset="0"/>
              </a:defRPr>
            </a:lvl3pPr>
            <a:lvl4pPr marL="1600200" indent="-228600">
              <a:spcBef>
                <a:spcPct val="20000"/>
              </a:spcBef>
              <a:buClr>
                <a:srgbClr val="FF9900"/>
              </a:buClr>
              <a:buChar char="–"/>
              <a:defRPr sz="2000" b="1">
                <a:solidFill>
                  <a:srgbClr val="01035B"/>
                </a:solidFill>
                <a:latin typeface="Arial" panose="020B0604020202020204" pitchFamily="34" charset="0"/>
              </a:defRPr>
            </a:lvl4pPr>
            <a:lvl5pPr marL="2057400" indent="-228600">
              <a:spcBef>
                <a:spcPct val="20000"/>
              </a:spcBef>
              <a:buClr>
                <a:srgbClr val="FF9900"/>
              </a:buClr>
              <a:buChar char="»"/>
              <a:defRPr sz="2000" b="1">
                <a:solidFill>
                  <a:srgbClr val="01035B"/>
                </a:solidFill>
                <a:latin typeface="Arial" panose="020B0604020202020204" pitchFamily="34" charset="0"/>
              </a:defRPr>
            </a:lvl5pPr>
            <a:lvl6pPr marL="25146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6pPr>
            <a:lvl7pPr marL="29718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7pPr>
            <a:lvl8pPr marL="34290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8pPr>
            <a:lvl9pPr marL="38862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9pPr>
          </a:lstStyle>
          <a:p>
            <a:pPr marL="0" marR="0" lvl="0" indent="0" algn="l" defTabSz="812810" rtl="0" eaLnBrk="1" fontAlgn="auto" latinLnBrk="0" hangingPunct="1">
              <a:lnSpc>
                <a:spcPct val="100000"/>
              </a:lnSpc>
              <a:spcBef>
                <a:spcPct val="0"/>
              </a:spcBef>
              <a:spcAft>
                <a:spcPts val="0"/>
              </a:spcAft>
              <a:buClrTx/>
              <a:buSzTx/>
              <a:buFontTx/>
              <a:buNone/>
              <a:tabLst/>
              <a:defRPr/>
            </a:pPr>
            <a:r>
              <a:rPr kumimoji="0" lang="en-US" altLang="en-US" sz="1600" b="0" i="0" u="none" strike="noStrike" kern="1200" cap="none" spc="0" normalizeH="0" baseline="0" noProof="0" dirty="0">
                <a:ln>
                  <a:noFill/>
                </a:ln>
                <a:solidFill>
                  <a:srgbClr val="ADA400"/>
                </a:solidFill>
                <a:effectLst/>
                <a:uLnTx/>
                <a:uFillTx/>
                <a:latin typeface="Arial" panose="020B0604020202020204" pitchFamily="34" charset="0"/>
                <a:ea typeface="+mn-ea"/>
                <a:cs typeface="Arial" panose="020B0604020202020204" pitchFamily="34" charset="0"/>
              </a:rPr>
              <a:t>Particulates, &lt; 2.5 µm 2.61 g</a:t>
            </a:r>
            <a:endParaRPr kumimoji="0" lang="en-US" altLang="en-US" sz="1600" b="0" i="0" u="none" strike="noStrike" kern="1200" cap="none" spc="0" normalizeH="0" baseline="30000" noProof="0" dirty="0">
              <a:ln>
                <a:noFill/>
              </a:ln>
              <a:solidFill>
                <a:srgbClr val="ADA400"/>
              </a:solidFill>
              <a:effectLst/>
              <a:uLnTx/>
              <a:uFillTx/>
              <a:latin typeface="Arial" panose="020B0604020202020204" pitchFamily="34" charset="0"/>
              <a:ea typeface="+mn-ea"/>
              <a:cs typeface="Arial" panose="020B0604020202020204" pitchFamily="34" charset="0"/>
            </a:endParaRPr>
          </a:p>
        </p:txBody>
      </p:sp>
      <p:sp>
        <p:nvSpPr>
          <p:cNvPr id="95" name="Line 56">
            <a:extLst>
              <a:ext uri="{FF2B5EF4-FFF2-40B4-BE49-F238E27FC236}">
                <a16:creationId xmlns:a16="http://schemas.microsoft.com/office/drawing/2014/main" id="{C0164C4E-0B99-9547-AEB8-019B88F37CD5}"/>
              </a:ext>
            </a:extLst>
          </p:cNvPr>
          <p:cNvSpPr>
            <a:spLocks noChangeShapeType="1"/>
          </p:cNvSpPr>
          <p:nvPr/>
        </p:nvSpPr>
        <p:spPr bwMode="auto">
          <a:xfrm>
            <a:off x="8992570" y="4904951"/>
            <a:ext cx="381000" cy="0"/>
          </a:xfrm>
          <a:prstGeom prst="line">
            <a:avLst/>
          </a:prstGeom>
          <a:noFill/>
          <a:ln w="25400">
            <a:solidFill>
              <a:schemeClr val="accent3"/>
            </a:solidFill>
            <a:round/>
            <a:headEnd/>
            <a:tailEnd type="arrow" w="sm" len="med"/>
          </a:ln>
          <a:extLst>
            <a:ext uri="{909E8E84-426E-40DD-AFC4-6F175D3DCCD1}">
              <a14:hiddenFill xmlns:a14="http://schemas.microsoft.com/office/drawing/2010/main">
                <a:noFill/>
              </a14:hiddenFill>
            </a:ext>
          </a:extLst>
        </p:spPr>
        <p:txBody>
          <a:bodyPr/>
          <a:lstStyle/>
          <a:p>
            <a:pPr marL="0" marR="0" lvl="0" indent="0" algn="l" defTabSz="812810" rtl="0" eaLnBrk="1" fontAlgn="auto" latinLnBrk="0" hangingPunct="1">
              <a:lnSpc>
                <a:spcPct val="100000"/>
              </a:lnSpc>
              <a:spcBef>
                <a:spcPts val="0"/>
              </a:spcBef>
              <a:spcAft>
                <a:spcPts val="0"/>
              </a:spcAft>
              <a:buClrTx/>
              <a:buSzTx/>
              <a:buFontTx/>
              <a:buNone/>
              <a:tabLst/>
              <a:defRPr/>
            </a:pPr>
            <a:endParaRPr kumimoji="0" lang="en-US" sz="3200" b="0"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96" name="Text Box 60">
            <a:extLst>
              <a:ext uri="{FF2B5EF4-FFF2-40B4-BE49-F238E27FC236}">
                <a16:creationId xmlns:a16="http://schemas.microsoft.com/office/drawing/2014/main" id="{1673093E-651A-B848-8924-B43574E73788}"/>
              </a:ext>
            </a:extLst>
          </p:cNvPr>
          <p:cNvSpPr txBox="1">
            <a:spLocks noChangeArrowheads="1"/>
          </p:cNvSpPr>
          <p:nvPr/>
        </p:nvSpPr>
        <p:spPr bwMode="auto">
          <a:xfrm>
            <a:off x="9402547" y="4735124"/>
            <a:ext cx="2478382"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rgbClr val="FF9900"/>
              </a:buClr>
              <a:buChar char="•"/>
              <a:defRPr sz="3200" b="1">
                <a:solidFill>
                  <a:srgbClr val="01035B"/>
                </a:solidFill>
                <a:latin typeface="Arial" panose="020B0604020202020204" pitchFamily="34" charset="0"/>
              </a:defRPr>
            </a:lvl1pPr>
            <a:lvl2pPr marL="742950" indent="-285750">
              <a:spcBef>
                <a:spcPct val="20000"/>
              </a:spcBef>
              <a:buClr>
                <a:srgbClr val="FF9900"/>
              </a:buClr>
              <a:buChar char="–"/>
              <a:defRPr sz="2800" b="1">
                <a:solidFill>
                  <a:srgbClr val="01035B"/>
                </a:solidFill>
                <a:latin typeface="Arial" panose="020B0604020202020204" pitchFamily="34" charset="0"/>
              </a:defRPr>
            </a:lvl2pPr>
            <a:lvl3pPr marL="1143000" indent="-228600">
              <a:spcBef>
                <a:spcPct val="20000"/>
              </a:spcBef>
              <a:buClr>
                <a:srgbClr val="FF9900"/>
              </a:buClr>
              <a:buChar char="•"/>
              <a:defRPr sz="2400" b="1">
                <a:solidFill>
                  <a:srgbClr val="01035B"/>
                </a:solidFill>
                <a:latin typeface="Arial" panose="020B0604020202020204" pitchFamily="34" charset="0"/>
              </a:defRPr>
            </a:lvl3pPr>
            <a:lvl4pPr marL="1600200" indent="-228600">
              <a:spcBef>
                <a:spcPct val="20000"/>
              </a:spcBef>
              <a:buClr>
                <a:srgbClr val="FF9900"/>
              </a:buClr>
              <a:buChar char="–"/>
              <a:defRPr sz="2000" b="1">
                <a:solidFill>
                  <a:srgbClr val="01035B"/>
                </a:solidFill>
                <a:latin typeface="Arial" panose="020B0604020202020204" pitchFamily="34" charset="0"/>
              </a:defRPr>
            </a:lvl4pPr>
            <a:lvl5pPr marL="2057400" indent="-228600">
              <a:spcBef>
                <a:spcPct val="20000"/>
              </a:spcBef>
              <a:buClr>
                <a:srgbClr val="FF9900"/>
              </a:buClr>
              <a:buChar char="»"/>
              <a:defRPr sz="2000" b="1">
                <a:solidFill>
                  <a:srgbClr val="01035B"/>
                </a:solidFill>
                <a:latin typeface="Arial" panose="020B0604020202020204" pitchFamily="34" charset="0"/>
              </a:defRPr>
            </a:lvl5pPr>
            <a:lvl6pPr marL="25146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6pPr>
            <a:lvl7pPr marL="29718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7pPr>
            <a:lvl8pPr marL="34290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8pPr>
            <a:lvl9pPr marL="38862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9pPr>
          </a:lstStyle>
          <a:p>
            <a:pPr marL="0" marR="0" lvl="0" indent="0" algn="l" defTabSz="812810" rtl="0" eaLnBrk="1" fontAlgn="auto" latinLnBrk="0" hangingPunct="1">
              <a:lnSpc>
                <a:spcPct val="100000"/>
              </a:lnSpc>
              <a:spcBef>
                <a:spcPct val="0"/>
              </a:spcBef>
              <a:spcAft>
                <a:spcPts val="0"/>
              </a:spcAft>
              <a:buClrTx/>
              <a:buSzTx/>
              <a:buFontTx/>
              <a:buNone/>
              <a:tabLst/>
              <a:defRPr/>
            </a:pPr>
            <a:r>
              <a:rPr kumimoji="0" lang="en-US" altLang="en-US" sz="1600" b="0" i="0" u="none" strike="noStrike" kern="1200" cap="none" spc="0" normalizeH="0" baseline="0" noProof="0" dirty="0">
                <a:ln>
                  <a:noFill/>
                </a:ln>
                <a:solidFill>
                  <a:srgbClr val="ADA400"/>
                </a:solidFill>
                <a:effectLst/>
                <a:uLnTx/>
                <a:uFillTx/>
                <a:latin typeface="Arial" panose="020B0604020202020204" pitchFamily="34" charset="0"/>
                <a:ea typeface="+mn-ea"/>
                <a:cs typeface="Arial" panose="020B0604020202020204" pitchFamily="34" charset="0"/>
              </a:rPr>
              <a:t>Sulfur dioxide 8.83 g</a:t>
            </a:r>
            <a:endParaRPr kumimoji="0" lang="en-US" altLang="en-US" sz="1600" b="0" i="0" u="none" strike="noStrike" kern="1200" cap="none" spc="0" normalizeH="0" baseline="30000" noProof="0" dirty="0">
              <a:ln>
                <a:noFill/>
              </a:ln>
              <a:solidFill>
                <a:srgbClr val="ADA400"/>
              </a:solidFill>
              <a:effectLst/>
              <a:uLnTx/>
              <a:uFillTx/>
              <a:latin typeface="Arial" panose="020B0604020202020204" pitchFamily="34" charset="0"/>
              <a:ea typeface="+mn-ea"/>
              <a:cs typeface="Arial" panose="020B0604020202020204" pitchFamily="34" charset="0"/>
            </a:endParaRPr>
          </a:p>
        </p:txBody>
      </p:sp>
      <p:pic>
        <p:nvPicPr>
          <p:cNvPr id="97" name="Picture 48">
            <a:extLst>
              <a:ext uri="{FF2B5EF4-FFF2-40B4-BE49-F238E27FC236}">
                <a16:creationId xmlns:a16="http://schemas.microsoft.com/office/drawing/2014/main" id="{128BF9C4-B10C-2348-B130-C0C7CA7FE521}"/>
              </a:ext>
            </a:extLst>
          </p:cNvPr>
          <p:cNvPicPr>
            <a:picLocks noChangeAspect="1"/>
          </p:cNvPicPr>
          <p:nvPr/>
        </p:nvPicPr>
        <p:blipFill>
          <a:blip r:embed="rId3" cstate="screen">
            <a:extLst>
              <a:ext uri="{28A0092B-C50C-407E-A947-70E740481C1C}">
                <a14:useLocalDpi xmlns:a14="http://schemas.microsoft.com/office/drawing/2010/main"/>
              </a:ext>
            </a:extLst>
          </a:blip>
          <a:srcRect/>
          <a:stretch>
            <a:fillRect/>
          </a:stretch>
        </p:blipFill>
        <p:spPr bwMode="auto">
          <a:xfrm>
            <a:off x="7390781" y="4569269"/>
            <a:ext cx="1309687" cy="1100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8" name="Picture 1">
            <a:extLst>
              <a:ext uri="{FF2B5EF4-FFF2-40B4-BE49-F238E27FC236}">
                <a16:creationId xmlns:a16="http://schemas.microsoft.com/office/drawing/2014/main" id="{5C28D22F-DDBD-F24F-B1FC-C2F9A191F625}"/>
              </a:ext>
            </a:extLst>
          </p:cNvPr>
          <p:cNvPicPr>
            <a:picLocks noChangeAspect="1"/>
          </p:cNvPicPr>
          <p:nvPr/>
        </p:nvPicPr>
        <p:blipFill>
          <a:blip r:embed="rId4" cstate="screen">
            <a:extLst>
              <a:ext uri="{28A0092B-C50C-407E-A947-70E740481C1C}">
                <a14:useLocalDpi xmlns:a14="http://schemas.microsoft.com/office/drawing/2010/main"/>
              </a:ext>
            </a:extLst>
          </a:blip>
          <a:srcRect/>
          <a:stretch>
            <a:fillRect/>
          </a:stretch>
        </p:blipFill>
        <p:spPr bwMode="auto">
          <a:xfrm>
            <a:off x="989201" y="1498230"/>
            <a:ext cx="1057572" cy="7260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9" name="Rectangle 98">
            <a:extLst>
              <a:ext uri="{FF2B5EF4-FFF2-40B4-BE49-F238E27FC236}">
                <a16:creationId xmlns:a16="http://schemas.microsoft.com/office/drawing/2014/main" id="{52F156F7-86D0-2C40-A179-68A4000AFB33}"/>
              </a:ext>
            </a:extLst>
          </p:cNvPr>
          <p:cNvSpPr/>
          <p:nvPr/>
        </p:nvSpPr>
        <p:spPr>
          <a:xfrm>
            <a:off x="989201" y="6353490"/>
            <a:ext cx="14455507" cy="1251089"/>
          </a:xfrm>
          <a:prstGeom prst="rect">
            <a:avLst/>
          </a:prstGeom>
          <a:noFill/>
          <a:ln w="31750">
            <a:solidFill>
              <a:schemeClr val="tx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812810" rtl="0" eaLnBrk="1" fontAlgn="auto" latinLnBrk="0" hangingPunct="1">
              <a:lnSpc>
                <a:spcPct val="100000"/>
              </a:lnSpc>
              <a:spcBef>
                <a:spcPts val="0"/>
              </a:spcBef>
              <a:spcAft>
                <a:spcPts val="0"/>
              </a:spcAft>
              <a:buClrTx/>
              <a:buSzTx/>
              <a:buFontTx/>
              <a:buNone/>
              <a:tabLst/>
              <a:defRPr/>
            </a:pPr>
            <a:endParaRPr kumimoji="0" lang="en-US" sz="3200" b="0" i="0" u="none" strike="noStrike" kern="1200" cap="none" spc="0" normalizeH="0" baseline="0" noProof="0">
              <a:ln>
                <a:noFill/>
              </a:ln>
              <a:solidFill>
                <a:prstClr val="white"/>
              </a:solidFill>
              <a:effectLst/>
              <a:uLnTx/>
              <a:uFillTx/>
              <a:latin typeface="Arial" panose="020B0604020202020204"/>
              <a:ea typeface="+mn-ea"/>
              <a:cs typeface="+mn-cs"/>
            </a:endParaRPr>
          </a:p>
        </p:txBody>
      </p:sp>
      <p:sp>
        <p:nvSpPr>
          <p:cNvPr id="101" name="TextBox 55">
            <a:extLst>
              <a:ext uri="{FF2B5EF4-FFF2-40B4-BE49-F238E27FC236}">
                <a16:creationId xmlns:a16="http://schemas.microsoft.com/office/drawing/2014/main" id="{80A3780A-610B-0B4B-A499-A76AAEFB1C2D}"/>
              </a:ext>
            </a:extLst>
          </p:cNvPr>
          <p:cNvSpPr txBox="1">
            <a:spLocks noChangeArrowheads="1"/>
          </p:cNvSpPr>
          <p:nvPr/>
        </p:nvSpPr>
        <p:spPr bwMode="auto">
          <a:xfrm>
            <a:off x="975794" y="2299075"/>
            <a:ext cx="2513236" cy="3079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812810" rtl="0" eaLnBrk="1" fontAlgn="auto" latinLnBrk="0" hangingPunct="1">
              <a:lnSpc>
                <a:spcPct val="100000"/>
              </a:lnSpc>
              <a:spcBef>
                <a:spcPts val="0"/>
              </a:spcBef>
              <a:spcAft>
                <a:spcPts val="0"/>
              </a:spcAft>
              <a:buClrTx/>
              <a:buSzTx/>
              <a:buFontTx/>
              <a:buNone/>
              <a:tabLst/>
              <a:defRPr/>
            </a:pPr>
            <a:r>
              <a:rPr kumimoji="0" lang="en-US" altLang="en-US" sz="1400" b="0" i="0" u="none" strike="noStrike" kern="1200" cap="none" spc="0" normalizeH="0" baseline="0" noProof="0" dirty="0" err="1">
                <a:ln>
                  <a:noFill/>
                </a:ln>
                <a:solidFill>
                  <a:srgbClr val="000000">
                    <a:lumMod val="50000"/>
                    <a:lumOff val="50000"/>
                  </a:srgbClr>
                </a:solidFill>
                <a:effectLst/>
                <a:uLnTx/>
                <a:uFillTx/>
                <a:latin typeface="Arial" panose="020B0604020202020204" pitchFamily="34" charset="0"/>
                <a:ea typeface="+mn-ea"/>
                <a:cs typeface="+mn-cs"/>
              </a:rPr>
              <a:t>ecoinvent</a:t>
            </a:r>
            <a:r>
              <a:rPr kumimoji="0" lang="en-US" altLang="en-US" sz="1400" b="0" i="0" u="none" strike="noStrike" kern="1200" cap="none" spc="0" normalizeH="0" baseline="0" noProof="0" dirty="0">
                <a:ln>
                  <a:noFill/>
                </a:ln>
                <a:solidFill>
                  <a:srgbClr val="000000">
                    <a:lumMod val="50000"/>
                    <a:lumOff val="50000"/>
                  </a:srgbClr>
                </a:solidFill>
                <a:effectLst/>
                <a:uLnTx/>
                <a:uFillTx/>
                <a:latin typeface="Arial" panose="020B0604020202020204" pitchFamily="34" charset="0"/>
                <a:ea typeface="+mn-ea"/>
                <a:cs typeface="+mn-cs"/>
              </a:rPr>
              <a:t> LCI database v.2.2 </a:t>
            </a:r>
          </a:p>
        </p:txBody>
      </p:sp>
    </p:spTree>
    <p:extLst>
      <p:ext uri="{BB962C8B-B14F-4D97-AF65-F5344CB8AC3E}">
        <p14:creationId xmlns:p14="http://schemas.microsoft.com/office/powerpoint/2010/main" val="4105594415"/>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8439A4-B037-4F4E-AFCE-96000C7C1237}"/>
              </a:ext>
            </a:extLst>
          </p:cNvPr>
          <p:cNvSpPr>
            <a:spLocks noGrp="1"/>
          </p:cNvSpPr>
          <p:nvPr>
            <p:ph type="title"/>
          </p:nvPr>
        </p:nvSpPr>
        <p:spPr>
          <a:xfrm>
            <a:off x="812880" y="279400"/>
            <a:ext cx="14631828" cy="870385"/>
          </a:xfrm>
        </p:spPr>
        <p:txBody>
          <a:bodyPr/>
          <a:lstStyle/>
          <a:p>
            <a:r>
              <a:rPr lang="en-US" altLang="en-US" sz="3800" noProof="1"/>
              <a:t>Main life cycle stages and group of processes in a product system</a:t>
            </a:r>
            <a:endParaRPr lang="en-US" sz="3800" dirty="0">
              <a:solidFill>
                <a:schemeClr val="tx2"/>
              </a:solidFill>
            </a:endParaRPr>
          </a:p>
        </p:txBody>
      </p:sp>
      <p:sp>
        <p:nvSpPr>
          <p:cNvPr id="13" name="Line 18">
            <a:extLst>
              <a:ext uri="{FF2B5EF4-FFF2-40B4-BE49-F238E27FC236}">
                <a16:creationId xmlns:a16="http://schemas.microsoft.com/office/drawing/2014/main" id="{AA0DD0FD-69B6-CB4D-A33E-FB576D40FF31}"/>
              </a:ext>
            </a:extLst>
          </p:cNvPr>
          <p:cNvSpPr>
            <a:spLocks noChangeShapeType="1"/>
          </p:cNvSpPr>
          <p:nvPr/>
        </p:nvSpPr>
        <p:spPr bwMode="auto">
          <a:xfrm>
            <a:off x="4000436" y="4526888"/>
            <a:ext cx="890588" cy="0"/>
          </a:xfrm>
          <a:prstGeom prst="line">
            <a:avLst/>
          </a:prstGeom>
          <a:noFill/>
          <a:ln w="25400">
            <a:solidFill>
              <a:schemeClr val="accent4"/>
            </a:solidFill>
            <a:round/>
            <a:headEnd/>
            <a:tailEnd/>
          </a:ln>
          <a:extLst>
            <a:ext uri="{909E8E84-426E-40DD-AFC4-6F175D3DCCD1}">
              <a14:hiddenFill xmlns:a14="http://schemas.microsoft.com/office/drawing/2010/main">
                <a:noFill/>
              </a14:hiddenFill>
            </a:ext>
          </a:extLst>
        </p:spPr>
        <p:txBody>
          <a:bodyPr wrap="none" anchor="ctr"/>
          <a:lstStyle/>
          <a:p>
            <a:pPr marL="0" marR="0" lvl="0" indent="0" algn="l" defTabSz="812810" rtl="0" eaLnBrk="1" fontAlgn="auto" latinLnBrk="0" hangingPunct="1">
              <a:lnSpc>
                <a:spcPct val="100000"/>
              </a:lnSpc>
              <a:spcBef>
                <a:spcPts val="0"/>
              </a:spcBef>
              <a:spcAft>
                <a:spcPts val="0"/>
              </a:spcAft>
              <a:buClrTx/>
              <a:buSzTx/>
              <a:buFontTx/>
              <a:buNone/>
              <a:tabLst/>
              <a:defRPr/>
            </a:pPr>
            <a:endParaRPr kumimoji="0" lang="en-US" sz="3200" b="0"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21" name="Rectangle 4">
            <a:extLst>
              <a:ext uri="{FF2B5EF4-FFF2-40B4-BE49-F238E27FC236}">
                <a16:creationId xmlns:a16="http://schemas.microsoft.com/office/drawing/2014/main" id="{F1C718DF-1824-F24F-A823-D8D35E7540EE}"/>
              </a:ext>
            </a:extLst>
          </p:cNvPr>
          <p:cNvSpPr>
            <a:spLocks noChangeArrowheads="1"/>
          </p:cNvSpPr>
          <p:nvPr/>
        </p:nvSpPr>
        <p:spPr bwMode="auto">
          <a:xfrm>
            <a:off x="2617724" y="4203038"/>
            <a:ext cx="1970087" cy="643766"/>
          </a:xfrm>
          <a:prstGeom prst="rect">
            <a:avLst/>
          </a:prstGeom>
          <a:solidFill>
            <a:schemeClr val="bg1"/>
          </a:solidFill>
          <a:ln w="25400">
            <a:solidFill>
              <a:schemeClr val="accent6"/>
            </a:solidFill>
            <a:miter lim="800000"/>
            <a:headEnd/>
            <a:tailEnd/>
          </a:ln>
        </p:spPr>
        <p:txBody>
          <a:bodyPr lIns="90488" tIns="44450" rIns="90488" bIns="44450">
            <a:spAutoFit/>
          </a:bodyPr>
          <a:lstStyle>
            <a:lvl1pPr>
              <a:spcBef>
                <a:spcPct val="20000"/>
              </a:spcBef>
              <a:buClr>
                <a:srgbClr val="FF9900"/>
              </a:buClr>
              <a:buChar char="•"/>
              <a:defRPr sz="3200" b="1">
                <a:solidFill>
                  <a:srgbClr val="01035B"/>
                </a:solidFill>
                <a:latin typeface="Arial" panose="020B0604020202020204" pitchFamily="34" charset="0"/>
              </a:defRPr>
            </a:lvl1pPr>
            <a:lvl2pPr marL="742950" indent="-285750">
              <a:spcBef>
                <a:spcPct val="20000"/>
              </a:spcBef>
              <a:buClr>
                <a:srgbClr val="FF9900"/>
              </a:buClr>
              <a:buChar char="–"/>
              <a:defRPr sz="2800" b="1">
                <a:solidFill>
                  <a:srgbClr val="01035B"/>
                </a:solidFill>
                <a:latin typeface="Arial" panose="020B0604020202020204" pitchFamily="34" charset="0"/>
              </a:defRPr>
            </a:lvl2pPr>
            <a:lvl3pPr marL="1143000" indent="-228600">
              <a:spcBef>
                <a:spcPct val="20000"/>
              </a:spcBef>
              <a:buClr>
                <a:srgbClr val="FF9900"/>
              </a:buClr>
              <a:buChar char="•"/>
              <a:defRPr sz="2400" b="1">
                <a:solidFill>
                  <a:srgbClr val="01035B"/>
                </a:solidFill>
                <a:latin typeface="Arial" panose="020B0604020202020204" pitchFamily="34" charset="0"/>
              </a:defRPr>
            </a:lvl3pPr>
            <a:lvl4pPr marL="1600200" indent="-228600">
              <a:spcBef>
                <a:spcPct val="20000"/>
              </a:spcBef>
              <a:buClr>
                <a:srgbClr val="FF9900"/>
              </a:buClr>
              <a:buChar char="–"/>
              <a:defRPr sz="2000" b="1">
                <a:solidFill>
                  <a:srgbClr val="01035B"/>
                </a:solidFill>
                <a:latin typeface="Arial" panose="020B0604020202020204" pitchFamily="34" charset="0"/>
              </a:defRPr>
            </a:lvl4pPr>
            <a:lvl5pPr marL="2057400" indent="-228600">
              <a:spcBef>
                <a:spcPct val="20000"/>
              </a:spcBef>
              <a:buClr>
                <a:srgbClr val="FF9900"/>
              </a:buClr>
              <a:buChar char="»"/>
              <a:defRPr sz="2000" b="1">
                <a:solidFill>
                  <a:srgbClr val="01035B"/>
                </a:solidFill>
                <a:latin typeface="Arial" panose="020B0604020202020204" pitchFamily="34" charset="0"/>
              </a:defRPr>
            </a:lvl5pPr>
            <a:lvl6pPr marL="25146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6pPr>
            <a:lvl7pPr marL="29718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7pPr>
            <a:lvl8pPr marL="34290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8pPr>
            <a:lvl9pPr marL="38862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9pPr>
          </a:lstStyle>
          <a:p>
            <a:pPr marL="0" marR="0" lvl="0" indent="0" algn="ctr" defTabSz="812810" rtl="0" eaLnBrk="1" fontAlgn="auto" latinLnBrk="0" hangingPunct="1">
              <a:lnSpc>
                <a:spcPct val="100000"/>
              </a:lnSpc>
              <a:spcBef>
                <a:spcPct val="0"/>
              </a:spcBef>
              <a:spcAft>
                <a:spcPts val="0"/>
              </a:spcAft>
              <a:buClrTx/>
              <a:buSzTx/>
              <a:buFontTx/>
              <a:buNone/>
              <a:tabLst/>
              <a:defRPr/>
            </a:pPr>
            <a:r>
              <a:rPr kumimoji="0" lang="en-US" altLang="en-US" sz="1800" b="0" i="0" u="none" strike="noStrike" kern="1200" cap="none" spc="0" normalizeH="0" baseline="0" noProof="0">
                <a:ln>
                  <a:noFill/>
                </a:ln>
                <a:solidFill>
                  <a:srgbClr val="00B2A9"/>
                </a:solidFill>
                <a:effectLst/>
                <a:uLnTx/>
                <a:uFillTx/>
                <a:latin typeface="Arial" panose="020B0604020202020204" pitchFamily="34" charset="0"/>
                <a:ea typeface="+mn-ea"/>
                <a:cs typeface="Arial" panose="020B0604020202020204" pitchFamily="34" charset="0"/>
              </a:rPr>
              <a:t>Mining &amp; transformation</a:t>
            </a:r>
          </a:p>
        </p:txBody>
      </p:sp>
      <p:sp>
        <p:nvSpPr>
          <p:cNvPr id="22" name="Rectangle 5">
            <a:extLst>
              <a:ext uri="{FF2B5EF4-FFF2-40B4-BE49-F238E27FC236}">
                <a16:creationId xmlns:a16="http://schemas.microsoft.com/office/drawing/2014/main" id="{3A79DE67-CFD1-E346-87D7-3EC8C6F2467B}"/>
              </a:ext>
            </a:extLst>
          </p:cNvPr>
          <p:cNvSpPr>
            <a:spLocks noChangeArrowheads="1"/>
          </p:cNvSpPr>
          <p:nvPr/>
        </p:nvSpPr>
        <p:spPr bwMode="auto">
          <a:xfrm>
            <a:off x="5805424" y="2444088"/>
            <a:ext cx="1693862" cy="643766"/>
          </a:xfrm>
          <a:prstGeom prst="rect">
            <a:avLst/>
          </a:prstGeom>
          <a:noFill/>
          <a:ln w="25400">
            <a:solidFill>
              <a:schemeClr val="accent6"/>
            </a:solidFill>
            <a:miter lim="800000"/>
            <a:headEnd/>
            <a:tailEnd/>
          </a:ln>
          <a:extLst>
            <a:ext uri="{909E8E84-426E-40DD-AFC4-6F175D3DCCD1}">
              <a14:hiddenFill xmlns:a14="http://schemas.microsoft.com/office/drawing/2010/main">
                <a:solidFill>
                  <a:srgbClr val="FFFFFF"/>
                </a:solidFill>
              </a14:hiddenFill>
            </a:ext>
          </a:extLst>
        </p:spPr>
        <p:txBody>
          <a:bodyPr lIns="90488" tIns="44450" rIns="90488" bIns="44450">
            <a:spAutoFit/>
          </a:bodyPr>
          <a:lstStyle>
            <a:lvl1pPr>
              <a:spcBef>
                <a:spcPct val="20000"/>
              </a:spcBef>
              <a:buClr>
                <a:srgbClr val="FF9900"/>
              </a:buClr>
              <a:buChar char="•"/>
              <a:defRPr sz="3200" b="1">
                <a:solidFill>
                  <a:srgbClr val="01035B"/>
                </a:solidFill>
                <a:latin typeface="Arial" panose="020B0604020202020204" pitchFamily="34" charset="0"/>
              </a:defRPr>
            </a:lvl1pPr>
            <a:lvl2pPr marL="742950" indent="-285750">
              <a:spcBef>
                <a:spcPct val="20000"/>
              </a:spcBef>
              <a:buClr>
                <a:srgbClr val="FF9900"/>
              </a:buClr>
              <a:buChar char="–"/>
              <a:defRPr sz="2800" b="1">
                <a:solidFill>
                  <a:srgbClr val="01035B"/>
                </a:solidFill>
                <a:latin typeface="Arial" panose="020B0604020202020204" pitchFamily="34" charset="0"/>
              </a:defRPr>
            </a:lvl2pPr>
            <a:lvl3pPr marL="1143000" indent="-228600">
              <a:spcBef>
                <a:spcPct val="20000"/>
              </a:spcBef>
              <a:buClr>
                <a:srgbClr val="FF9900"/>
              </a:buClr>
              <a:buChar char="•"/>
              <a:defRPr sz="2400" b="1">
                <a:solidFill>
                  <a:srgbClr val="01035B"/>
                </a:solidFill>
                <a:latin typeface="Arial" panose="020B0604020202020204" pitchFamily="34" charset="0"/>
              </a:defRPr>
            </a:lvl3pPr>
            <a:lvl4pPr marL="1600200" indent="-228600">
              <a:spcBef>
                <a:spcPct val="20000"/>
              </a:spcBef>
              <a:buClr>
                <a:srgbClr val="FF9900"/>
              </a:buClr>
              <a:buChar char="–"/>
              <a:defRPr sz="2000" b="1">
                <a:solidFill>
                  <a:srgbClr val="01035B"/>
                </a:solidFill>
                <a:latin typeface="Arial" panose="020B0604020202020204" pitchFamily="34" charset="0"/>
              </a:defRPr>
            </a:lvl4pPr>
            <a:lvl5pPr marL="2057400" indent="-228600">
              <a:spcBef>
                <a:spcPct val="20000"/>
              </a:spcBef>
              <a:buClr>
                <a:srgbClr val="FF9900"/>
              </a:buClr>
              <a:buChar char="»"/>
              <a:defRPr sz="2000" b="1">
                <a:solidFill>
                  <a:srgbClr val="01035B"/>
                </a:solidFill>
                <a:latin typeface="Arial" panose="020B0604020202020204" pitchFamily="34" charset="0"/>
              </a:defRPr>
            </a:lvl5pPr>
            <a:lvl6pPr marL="25146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6pPr>
            <a:lvl7pPr marL="29718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7pPr>
            <a:lvl8pPr marL="34290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8pPr>
            <a:lvl9pPr marL="38862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9pPr>
          </a:lstStyle>
          <a:p>
            <a:pPr marL="0" marR="0" lvl="0" indent="0" algn="ctr" defTabSz="812810" rtl="0" eaLnBrk="1" fontAlgn="auto" latinLnBrk="0" hangingPunct="1">
              <a:lnSpc>
                <a:spcPct val="100000"/>
              </a:lnSpc>
              <a:spcBef>
                <a:spcPct val="0"/>
              </a:spcBef>
              <a:spcAft>
                <a:spcPts val="0"/>
              </a:spcAft>
              <a:buClrTx/>
              <a:buSzTx/>
              <a:buFontTx/>
              <a:buNone/>
              <a:tabLst/>
              <a:defRPr/>
            </a:pPr>
            <a:r>
              <a:rPr kumimoji="0" lang="en-US" altLang="en-US" sz="1800" b="0" i="0" u="none" strike="noStrike" kern="1200" cap="none" spc="0" normalizeH="0" baseline="0" noProof="0">
                <a:ln>
                  <a:noFill/>
                </a:ln>
                <a:solidFill>
                  <a:srgbClr val="00B2A9"/>
                </a:solidFill>
                <a:effectLst/>
                <a:uLnTx/>
                <a:uFillTx/>
                <a:latin typeface="Arial" panose="020B0604020202020204" pitchFamily="34" charset="0"/>
                <a:ea typeface="+mn-ea"/>
                <a:cs typeface="Arial" panose="020B0604020202020204" pitchFamily="34" charset="0"/>
              </a:rPr>
              <a:t>Infrastructure,</a:t>
            </a:r>
            <a:br>
              <a:rPr kumimoji="0" lang="en-US" altLang="en-US" sz="1800" b="0" i="0" u="none" strike="noStrike" kern="1200" cap="none" spc="0" normalizeH="0" baseline="0" noProof="0">
                <a:ln>
                  <a:noFill/>
                </a:ln>
                <a:solidFill>
                  <a:srgbClr val="00B2A9"/>
                </a:solidFill>
                <a:effectLst/>
                <a:uLnTx/>
                <a:uFillTx/>
                <a:latin typeface="Arial" panose="020B0604020202020204" pitchFamily="34" charset="0"/>
                <a:ea typeface="+mn-ea"/>
                <a:cs typeface="Arial" panose="020B0604020202020204" pitchFamily="34" charset="0"/>
              </a:rPr>
            </a:br>
            <a:r>
              <a:rPr kumimoji="0" lang="en-US" altLang="en-US" sz="1800" b="0" i="0" u="none" strike="noStrike" kern="1200" cap="none" spc="0" normalizeH="0" baseline="0" noProof="0">
                <a:ln>
                  <a:noFill/>
                </a:ln>
                <a:solidFill>
                  <a:srgbClr val="00B2A9"/>
                </a:solidFill>
                <a:effectLst/>
                <a:uLnTx/>
                <a:uFillTx/>
                <a:latin typeface="Arial" panose="020B0604020202020204" pitchFamily="34" charset="0"/>
                <a:ea typeface="+mn-ea"/>
                <a:cs typeface="Arial" panose="020B0604020202020204" pitchFamily="34" charset="0"/>
              </a:rPr>
              <a:t>transportation</a:t>
            </a:r>
          </a:p>
        </p:txBody>
      </p:sp>
      <p:sp>
        <p:nvSpPr>
          <p:cNvPr id="23" name="Rectangle 6">
            <a:extLst>
              <a:ext uri="{FF2B5EF4-FFF2-40B4-BE49-F238E27FC236}">
                <a16:creationId xmlns:a16="http://schemas.microsoft.com/office/drawing/2014/main" id="{A2C397E9-60E5-0D4B-B92C-42CBEA1F782F}"/>
              </a:ext>
            </a:extLst>
          </p:cNvPr>
          <p:cNvSpPr>
            <a:spLocks noChangeArrowheads="1"/>
          </p:cNvSpPr>
          <p:nvPr/>
        </p:nvSpPr>
        <p:spPr bwMode="auto">
          <a:xfrm>
            <a:off x="5805424" y="3764888"/>
            <a:ext cx="1752600" cy="366767"/>
          </a:xfrm>
          <a:prstGeom prst="rect">
            <a:avLst/>
          </a:prstGeom>
          <a:noFill/>
          <a:ln w="25400">
            <a:solidFill>
              <a:schemeClr val="accent6"/>
            </a:solidFill>
            <a:miter lim="800000"/>
            <a:headEnd/>
            <a:tailEnd/>
          </a:ln>
          <a:extLst>
            <a:ext uri="{909E8E84-426E-40DD-AFC4-6F175D3DCCD1}">
              <a14:hiddenFill xmlns:a14="http://schemas.microsoft.com/office/drawing/2010/main">
                <a:solidFill>
                  <a:srgbClr val="FFFFFF"/>
                </a:solidFill>
              </a14:hiddenFill>
            </a:ext>
          </a:extLst>
        </p:spPr>
        <p:txBody>
          <a:bodyPr lIns="90488" tIns="44450" rIns="90488" bIns="44450">
            <a:spAutoFit/>
          </a:bodyPr>
          <a:lstStyle>
            <a:lvl1pPr>
              <a:spcBef>
                <a:spcPct val="20000"/>
              </a:spcBef>
              <a:buClr>
                <a:srgbClr val="FF9900"/>
              </a:buClr>
              <a:buChar char="•"/>
              <a:defRPr sz="3200" b="1">
                <a:solidFill>
                  <a:srgbClr val="01035B"/>
                </a:solidFill>
                <a:latin typeface="Arial" panose="020B0604020202020204" pitchFamily="34" charset="0"/>
              </a:defRPr>
            </a:lvl1pPr>
            <a:lvl2pPr marL="742950" indent="-285750">
              <a:spcBef>
                <a:spcPct val="20000"/>
              </a:spcBef>
              <a:buClr>
                <a:srgbClr val="FF9900"/>
              </a:buClr>
              <a:buChar char="–"/>
              <a:defRPr sz="2800" b="1">
                <a:solidFill>
                  <a:srgbClr val="01035B"/>
                </a:solidFill>
                <a:latin typeface="Arial" panose="020B0604020202020204" pitchFamily="34" charset="0"/>
              </a:defRPr>
            </a:lvl2pPr>
            <a:lvl3pPr marL="1143000" indent="-228600">
              <a:spcBef>
                <a:spcPct val="20000"/>
              </a:spcBef>
              <a:buClr>
                <a:srgbClr val="FF9900"/>
              </a:buClr>
              <a:buChar char="•"/>
              <a:defRPr sz="2400" b="1">
                <a:solidFill>
                  <a:srgbClr val="01035B"/>
                </a:solidFill>
                <a:latin typeface="Arial" panose="020B0604020202020204" pitchFamily="34" charset="0"/>
              </a:defRPr>
            </a:lvl3pPr>
            <a:lvl4pPr marL="1600200" indent="-228600">
              <a:spcBef>
                <a:spcPct val="20000"/>
              </a:spcBef>
              <a:buClr>
                <a:srgbClr val="FF9900"/>
              </a:buClr>
              <a:buChar char="–"/>
              <a:defRPr sz="2000" b="1">
                <a:solidFill>
                  <a:srgbClr val="01035B"/>
                </a:solidFill>
                <a:latin typeface="Arial" panose="020B0604020202020204" pitchFamily="34" charset="0"/>
              </a:defRPr>
            </a:lvl4pPr>
            <a:lvl5pPr marL="2057400" indent="-228600">
              <a:spcBef>
                <a:spcPct val="20000"/>
              </a:spcBef>
              <a:buClr>
                <a:srgbClr val="FF9900"/>
              </a:buClr>
              <a:buChar char="»"/>
              <a:defRPr sz="2000" b="1">
                <a:solidFill>
                  <a:srgbClr val="01035B"/>
                </a:solidFill>
                <a:latin typeface="Arial" panose="020B0604020202020204" pitchFamily="34" charset="0"/>
              </a:defRPr>
            </a:lvl5pPr>
            <a:lvl6pPr marL="25146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6pPr>
            <a:lvl7pPr marL="29718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7pPr>
            <a:lvl8pPr marL="34290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8pPr>
            <a:lvl9pPr marL="38862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9pPr>
          </a:lstStyle>
          <a:p>
            <a:pPr marL="0" marR="0" lvl="0" indent="0" algn="ctr" defTabSz="812810" rtl="0" eaLnBrk="1" fontAlgn="auto" latinLnBrk="0" hangingPunct="1">
              <a:lnSpc>
                <a:spcPct val="100000"/>
              </a:lnSpc>
              <a:spcBef>
                <a:spcPct val="0"/>
              </a:spcBef>
              <a:spcAft>
                <a:spcPts val="0"/>
              </a:spcAft>
              <a:buClrTx/>
              <a:buSzTx/>
              <a:buFontTx/>
              <a:buNone/>
              <a:tabLst/>
              <a:defRPr/>
            </a:pPr>
            <a:r>
              <a:rPr kumimoji="0" lang="en-US" altLang="en-US" sz="1800" b="0" i="0" u="none" strike="noStrike" kern="1200" cap="none" spc="0" normalizeH="0" baseline="0" noProof="0">
                <a:ln>
                  <a:noFill/>
                </a:ln>
                <a:solidFill>
                  <a:srgbClr val="00B2A9"/>
                </a:solidFill>
                <a:effectLst/>
                <a:uLnTx/>
                <a:uFillTx/>
                <a:latin typeface="Arial" panose="020B0604020202020204" pitchFamily="34" charset="0"/>
                <a:ea typeface="+mn-ea"/>
                <a:cs typeface="Arial" panose="020B0604020202020204" pitchFamily="34" charset="0"/>
              </a:rPr>
              <a:t>Manufacturing</a:t>
            </a:r>
          </a:p>
        </p:txBody>
      </p:sp>
      <p:sp>
        <p:nvSpPr>
          <p:cNvPr id="24" name="Rectangle 7">
            <a:extLst>
              <a:ext uri="{FF2B5EF4-FFF2-40B4-BE49-F238E27FC236}">
                <a16:creationId xmlns:a16="http://schemas.microsoft.com/office/drawing/2014/main" id="{F851F1DF-5034-0046-88EB-184AE6C09528}"/>
              </a:ext>
            </a:extLst>
          </p:cNvPr>
          <p:cNvSpPr>
            <a:spLocks noChangeArrowheads="1"/>
          </p:cNvSpPr>
          <p:nvPr/>
        </p:nvSpPr>
        <p:spPr bwMode="auto">
          <a:xfrm>
            <a:off x="5805424" y="4907888"/>
            <a:ext cx="1752600" cy="366767"/>
          </a:xfrm>
          <a:prstGeom prst="rect">
            <a:avLst/>
          </a:prstGeom>
          <a:noFill/>
          <a:ln w="25400">
            <a:solidFill>
              <a:schemeClr val="accent6"/>
            </a:solidFill>
            <a:miter lim="800000"/>
            <a:headEnd/>
            <a:tailEnd/>
          </a:ln>
          <a:extLst>
            <a:ext uri="{909E8E84-426E-40DD-AFC4-6F175D3DCCD1}">
              <a14:hiddenFill xmlns:a14="http://schemas.microsoft.com/office/drawing/2010/main">
                <a:solidFill>
                  <a:srgbClr val="FFFFFF"/>
                </a:solidFill>
              </a14:hiddenFill>
            </a:ext>
          </a:extLst>
        </p:spPr>
        <p:txBody>
          <a:bodyPr lIns="90488" tIns="44450" rIns="90488" bIns="44450">
            <a:spAutoFit/>
          </a:bodyPr>
          <a:lstStyle>
            <a:lvl1pPr>
              <a:spcBef>
                <a:spcPct val="20000"/>
              </a:spcBef>
              <a:buClr>
                <a:srgbClr val="FF9900"/>
              </a:buClr>
              <a:buChar char="•"/>
              <a:defRPr sz="3200" b="1">
                <a:solidFill>
                  <a:srgbClr val="01035B"/>
                </a:solidFill>
                <a:latin typeface="Arial" panose="020B0604020202020204" pitchFamily="34" charset="0"/>
              </a:defRPr>
            </a:lvl1pPr>
            <a:lvl2pPr marL="742950" indent="-285750">
              <a:spcBef>
                <a:spcPct val="20000"/>
              </a:spcBef>
              <a:buClr>
                <a:srgbClr val="FF9900"/>
              </a:buClr>
              <a:buChar char="–"/>
              <a:defRPr sz="2800" b="1">
                <a:solidFill>
                  <a:srgbClr val="01035B"/>
                </a:solidFill>
                <a:latin typeface="Arial" panose="020B0604020202020204" pitchFamily="34" charset="0"/>
              </a:defRPr>
            </a:lvl2pPr>
            <a:lvl3pPr marL="1143000" indent="-228600">
              <a:spcBef>
                <a:spcPct val="20000"/>
              </a:spcBef>
              <a:buClr>
                <a:srgbClr val="FF9900"/>
              </a:buClr>
              <a:buChar char="•"/>
              <a:defRPr sz="2400" b="1">
                <a:solidFill>
                  <a:srgbClr val="01035B"/>
                </a:solidFill>
                <a:latin typeface="Arial" panose="020B0604020202020204" pitchFamily="34" charset="0"/>
              </a:defRPr>
            </a:lvl3pPr>
            <a:lvl4pPr marL="1600200" indent="-228600">
              <a:spcBef>
                <a:spcPct val="20000"/>
              </a:spcBef>
              <a:buClr>
                <a:srgbClr val="FF9900"/>
              </a:buClr>
              <a:buChar char="–"/>
              <a:defRPr sz="2000" b="1">
                <a:solidFill>
                  <a:srgbClr val="01035B"/>
                </a:solidFill>
                <a:latin typeface="Arial" panose="020B0604020202020204" pitchFamily="34" charset="0"/>
              </a:defRPr>
            </a:lvl4pPr>
            <a:lvl5pPr marL="2057400" indent="-228600">
              <a:spcBef>
                <a:spcPct val="20000"/>
              </a:spcBef>
              <a:buClr>
                <a:srgbClr val="FF9900"/>
              </a:buClr>
              <a:buChar char="»"/>
              <a:defRPr sz="2000" b="1">
                <a:solidFill>
                  <a:srgbClr val="01035B"/>
                </a:solidFill>
                <a:latin typeface="Arial" panose="020B0604020202020204" pitchFamily="34" charset="0"/>
              </a:defRPr>
            </a:lvl5pPr>
            <a:lvl6pPr marL="25146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6pPr>
            <a:lvl7pPr marL="29718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7pPr>
            <a:lvl8pPr marL="34290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8pPr>
            <a:lvl9pPr marL="38862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9pPr>
          </a:lstStyle>
          <a:p>
            <a:pPr marL="0" marR="0" lvl="0" indent="0" algn="ctr" defTabSz="812810" rtl="0" eaLnBrk="1" fontAlgn="auto" latinLnBrk="0" hangingPunct="1">
              <a:lnSpc>
                <a:spcPct val="100000"/>
              </a:lnSpc>
              <a:spcBef>
                <a:spcPct val="0"/>
              </a:spcBef>
              <a:spcAft>
                <a:spcPts val="0"/>
              </a:spcAft>
              <a:buClrTx/>
              <a:buSzTx/>
              <a:buFontTx/>
              <a:buNone/>
              <a:tabLst/>
              <a:defRPr/>
            </a:pPr>
            <a:r>
              <a:rPr kumimoji="0" lang="en-US" altLang="en-US" sz="1800" b="0" i="0" u="none" strike="noStrike" kern="1200" cap="none" spc="0" normalizeH="0" baseline="0" noProof="0">
                <a:ln>
                  <a:noFill/>
                </a:ln>
                <a:solidFill>
                  <a:srgbClr val="00B2A9"/>
                </a:solidFill>
                <a:effectLst/>
                <a:uLnTx/>
                <a:uFillTx/>
                <a:latin typeface="Arial" panose="020B0604020202020204" pitchFamily="34" charset="0"/>
                <a:ea typeface="+mn-ea"/>
                <a:cs typeface="Arial" panose="020B0604020202020204" pitchFamily="34" charset="0"/>
              </a:rPr>
              <a:t>Use</a:t>
            </a:r>
          </a:p>
        </p:txBody>
      </p:sp>
      <p:sp>
        <p:nvSpPr>
          <p:cNvPr id="25" name="Rectangle 8">
            <a:extLst>
              <a:ext uri="{FF2B5EF4-FFF2-40B4-BE49-F238E27FC236}">
                <a16:creationId xmlns:a16="http://schemas.microsoft.com/office/drawing/2014/main" id="{8A1B64D0-1D4C-FA45-B859-1D1E178682E1}"/>
              </a:ext>
            </a:extLst>
          </p:cNvPr>
          <p:cNvSpPr>
            <a:spLocks noChangeArrowheads="1"/>
          </p:cNvSpPr>
          <p:nvPr/>
        </p:nvSpPr>
        <p:spPr bwMode="auto">
          <a:xfrm>
            <a:off x="5700649" y="5669888"/>
            <a:ext cx="1857375" cy="643766"/>
          </a:xfrm>
          <a:prstGeom prst="rect">
            <a:avLst/>
          </a:prstGeom>
          <a:noFill/>
          <a:ln w="25400">
            <a:solidFill>
              <a:schemeClr val="accent6"/>
            </a:solidFill>
            <a:miter lim="800000"/>
            <a:headEnd/>
            <a:tailEnd/>
          </a:ln>
          <a:extLst>
            <a:ext uri="{909E8E84-426E-40DD-AFC4-6F175D3DCCD1}">
              <a14:hiddenFill xmlns:a14="http://schemas.microsoft.com/office/drawing/2010/main">
                <a:solidFill>
                  <a:srgbClr val="FFFFFF"/>
                </a:solidFill>
              </a14:hiddenFill>
            </a:ext>
          </a:extLst>
        </p:spPr>
        <p:txBody>
          <a:bodyPr lIns="90488" tIns="44450" rIns="90488" bIns="44450">
            <a:spAutoFit/>
          </a:bodyPr>
          <a:lstStyle>
            <a:lvl1pPr>
              <a:spcBef>
                <a:spcPct val="20000"/>
              </a:spcBef>
              <a:buClr>
                <a:srgbClr val="FF9900"/>
              </a:buClr>
              <a:buChar char="•"/>
              <a:defRPr sz="3200" b="1">
                <a:solidFill>
                  <a:srgbClr val="01035B"/>
                </a:solidFill>
                <a:latin typeface="Arial" panose="020B0604020202020204" pitchFamily="34" charset="0"/>
              </a:defRPr>
            </a:lvl1pPr>
            <a:lvl2pPr marL="742950" indent="-285750">
              <a:spcBef>
                <a:spcPct val="20000"/>
              </a:spcBef>
              <a:buClr>
                <a:srgbClr val="FF9900"/>
              </a:buClr>
              <a:buChar char="–"/>
              <a:defRPr sz="2800" b="1">
                <a:solidFill>
                  <a:srgbClr val="01035B"/>
                </a:solidFill>
                <a:latin typeface="Arial" panose="020B0604020202020204" pitchFamily="34" charset="0"/>
              </a:defRPr>
            </a:lvl2pPr>
            <a:lvl3pPr marL="1143000" indent="-228600">
              <a:spcBef>
                <a:spcPct val="20000"/>
              </a:spcBef>
              <a:buClr>
                <a:srgbClr val="FF9900"/>
              </a:buClr>
              <a:buChar char="•"/>
              <a:defRPr sz="2400" b="1">
                <a:solidFill>
                  <a:srgbClr val="01035B"/>
                </a:solidFill>
                <a:latin typeface="Arial" panose="020B0604020202020204" pitchFamily="34" charset="0"/>
              </a:defRPr>
            </a:lvl3pPr>
            <a:lvl4pPr marL="1600200" indent="-228600">
              <a:spcBef>
                <a:spcPct val="20000"/>
              </a:spcBef>
              <a:buClr>
                <a:srgbClr val="FF9900"/>
              </a:buClr>
              <a:buChar char="–"/>
              <a:defRPr sz="2000" b="1">
                <a:solidFill>
                  <a:srgbClr val="01035B"/>
                </a:solidFill>
                <a:latin typeface="Arial" panose="020B0604020202020204" pitchFamily="34" charset="0"/>
              </a:defRPr>
            </a:lvl4pPr>
            <a:lvl5pPr marL="2057400" indent="-228600">
              <a:spcBef>
                <a:spcPct val="20000"/>
              </a:spcBef>
              <a:buClr>
                <a:srgbClr val="FF9900"/>
              </a:buClr>
              <a:buChar char="»"/>
              <a:defRPr sz="2000" b="1">
                <a:solidFill>
                  <a:srgbClr val="01035B"/>
                </a:solidFill>
                <a:latin typeface="Arial" panose="020B0604020202020204" pitchFamily="34" charset="0"/>
              </a:defRPr>
            </a:lvl5pPr>
            <a:lvl6pPr marL="25146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6pPr>
            <a:lvl7pPr marL="29718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7pPr>
            <a:lvl8pPr marL="34290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8pPr>
            <a:lvl9pPr marL="38862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9pPr>
          </a:lstStyle>
          <a:p>
            <a:pPr marL="0" marR="0" lvl="0" indent="0" algn="ctr" defTabSz="812810" rtl="0" eaLnBrk="1" fontAlgn="auto" latinLnBrk="0" hangingPunct="1">
              <a:lnSpc>
                <a:spcPct val="100000"/>
              </a:lnSpc>
              <a:spcBef>
                <a:spcPct val="0"/>
              </a:spcBef>
              <a:spcAft>
                <a:spcPts val="0"/>
              </a:spcAft>
              <a:buClrTx/>
              <a:buSzTx/>
              <a:buFontTx/>
              <a:buNone/>
              <a:tabLst/>
              <a:defRPr/>
            </a:pPr>
            <a:r>
              <a:rPr kumimoji="0" lang="en-US" altLang="en-US" sz="1800" b="0" i="0" u="none" strike="noStrike" kern="1200" cap="none" spc="0" normalizeH="0" baseline="0" noProof="0" dirty="0">
                <a:ln>
                  <a:noFill/>
                </a:ln>
                <a:solidFill>
                  <a:srgbClr val="00B2A9"/>
                </a:solidFill>
                <a:effectLst/>
                <a:uLnTx/>
                <a:uFillTx/>
                <a:latin typeface="Arial" panose="020B0604020202020204" pitchFamily="34" charset="0"/>
                <a:ea typeface="+mn-ea"/>
                <a:cs typeface="Arial" panose="020B0604020202020204" pitchFamily="34" charset="0"/>
              </a:rPr>
              <a:t>Disposal, Waste treatment</a:t>
            </a:r>
          </a:p>
        </p:txBody>
      </p:sp>
      <p:sp>
        <p:nvSpPr>
          <p:cNvPr id="26" name="Rectangle 9">
            <a:extLst>
              <a:ext uri="{FF2B5EF4-FFF2-40B4-BE49-F238E27FC236}">
                <a16:creationId xmlns:a16="http://schemas.microsoft.com/office/drawing/2014/main" id="{F1D9B74B-EFB0-A744-97FB-08EFC412E99F}"/>
              </a:ext>
            </a:extLst>
          </p:cNvPr>
          <p:cNvSpPr>
            <a:spLocks noChangeArrowheads="1"/>
          </p:cNvSpPr>
          <p:nvPr/>
        </p:nvSpPr>
        <p:spPr bwMode="auto">
          <a:xfrm>
            <a:off x="8167624" y="3764888"/>
            <a:ext cx="1183017" cy="366767"/>
          </a:xfrm>
          <a:prstGeom prst="rect">
            <a:avLst/>
          </a:prstGeom>
          <a:noFill/>
          <a:ln w="25400">
            <a:solidFill>
              <a:schemeClr val="accent6"/>
            </a:solidFill>
            <a:miter lim="800000"/>
            <a:headEnd/>
            <a:tailEnd/>
          </a:ln>
          <a:extLst>
            <a:ext uri="{909E8E84-426E-40DD-AFC4-6F175D3DCCD1}">
              <a14:hiddenFill xmlns:a14="http://schemas.microsoft.com/office/drawing/2010/main">
                <a:solidFill>
                  <a:srgbClr val="FFFFFF"/>
                </a:solidFill>
              </a14:hiddenFill>
            </a:ext>
          </a:extLst>
        </p:spPr>
        <p:txBody>
          <a:bodyPr wrap="none" lIns="90488" tIns="44450" rIns="90488" bIns="44450">
            <a:spAutoFit/>
          </a:bodyPr>
          <a:lstStyle>
            <a:lvl1pPr>
              <a:spcBef>
                <a:spcPct val="20000"/>
              </a:spcBef>
              <a:buClr>
                <a:srgbClr val="FF9900"/>
              </a:buClr>
              <a:buChar char="•"/>
              <a:defRPr sz="3200" b="1">
                <a:solidFill>
                  <a:srgbClr val="01035B"/>
                </a:solidFill>
                <a:latin typeface="Arial" panose="020B0604020202020204" pitchFamily="34" charset="0"/>
              </a:defRPr>
            </a:lvl1pPr>
            <a:lvl2pPr marL="742950" indent="-285750">
              <a:spcBef>
                <a:spcPct val="20000"/>
              </a:spcBef>
              <a:buClr>
                <a:srgbClr val="FF9900"/>
              </a:buClr>
              <a:buChar char="–"/>
              <a:defRPr sz="2800" b="1">
                <a:solidFill>
                  <a:srgbClr val="01035B"/>
                </a:solidFill>
                <a:latin typeface="Arial" panose="020B0604020202020204" pitchFamily="34" charset="0"/>
              </a:defRPr>
            </a:lvl2pPr>
            <a:lvl3pPr marL="1143000" indent="-228600">
              <a:spcBef>
                <a:spcPct val="20000"/>
              </a:spcBef>
              <a:buClr>
                <a:srgbClr val="FF9900"/>
              </a:buClr>
              <a:buChar char="•"/>
              <a:defRPr sz="2400" b="1">
                <a:solidFill>
                  <a:srgbClr val="01035B"/>
                </a:solidFill>
                <a:latin typeface="Arial" panose="020B0604020202020204" pitchFamily="34" charset="0"/>
              </a:defRPr>
            </a:lvl3pPr>
            <a:lvl4pPr marL="1600200" indent="-228600">
              <a:spcBef>
                <a:spcPct val="20000"/>
              </a:spcBef>
              <a:buClr>
                <a:srgbClr val="FF9900"/>
              </a:buClr>
              <a:buChar char="–"/>
              <a:defRPr sz="2000" b="1">
                <a:solidFill>
                  <a:srgbClr val="01035B"/>
                </a:solidFill>
                <a:latin typeface="Arial" panose="020B0604020202020204" pitchFamily="34" charset="0"/>
              </a:defRPr>
            </a:lvl4pPr>
            <a:lvl5pPr marL="2057400" indent="-228600">
              <a:spcBef>
                <a:spcPct val="20000"/>
              </a:spcBef>
              <a:buClr>
                <a:srgbClr val="FF9900"/>
              </a:buClr>
              <a:buChar char="»"/>
              <a:defRPr sz="2000" b="1">
                <a:solidFill>
                  <a:srgbClr val="01035B"/>
                </a:solidFill>
                <a:latin typeface="Arial" panose="020B0604020202020204" pitchFamily="34" charset="0"/>
              </a:defRPr>
            </a:lvl5pPr>
            <a:lvl6pPr marL="25146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6pPr>
            <a:lvl7pPr marL="29718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7pPr>
            <a:lvl8pPr marL="34290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8pPr>
            <a:lvl9pPr marL="38862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9pPr>
          </a:lstStyle>
          <a:p>
            <a:pPr marL="0" marR="0" lvl="0" indent="0" algn="l" defTabSz="812810" rtl="0" eaLnBrk="1" fontAlgn="auto" latinLnBrk="0" hangingPunct="1">
              <a:lnSpc>
                <a:spcPct val="100000"/>
              </a:lnSpc>
              <a:spcBef>
                <a:spcPct val="0"/>
              </a:spcBef>
              <a:spcAft>
                <a:spcPts val="0"/>
              </a:spcAft>
              <a:buClrTx/>
              <a:buSzTx/>
              <a:buFontTx/>
              <a:buNone/>
              <a:tabLst/>
              <a:defRPr/>
            </a:pPr>
            <a:r>
              <a:rPr kumimoji="0" lang="en-US" altLang="en-US" sz="1800" b="0" i="0" u="none" strike="noStrike" kern="1200" cap="none" spc="0" normalizeH="0" baseline="0" noProof="0">
                <a:ln>
                  <a:noFill/>
                </a:ln>
                <a:solidFill>
                  <a:srgbClr val="00B2A9"/>
                </a:solidFill>
                <a:effectLst/>
                <a:uLnTx/>
                <a:uFillTx/>
                <a:latin typeface="Arial" panose="020B0604020202020204" pitchFamily="34" charset="0"/>
                <a:ea typeface="+mn-ea"/>
                <a:cs typeface="Arial" panose="020B0604020202020204" pitchFamily="34" charset="0"/>
              </a:rPr>
              <a:t>Recycling</a:t>
            </a:r>
          </a:p>
        </p:txBody>
      </p:sp>
      <p:sp>
        <p:nvSpPr>
          <p:cNvPr id="27" name="Line 11">
            <a:extLst>
              <a:ext uri="{FF2B5EF4-FFF2-40B4-BE49-F238E27FC236}">
                <a16:creationId xmlns:a16="http://schemas.microsoft.com/office/drawing/2014/main" id="{D73C6F05-7664-2F46-A655-56BA7873C717}"/>
              </a:ext>
            </a:extLst>
          </p:cNvPr>
          <p:cNvSpPr>
            <a:spLocks noChangeShapeType="1"/>
          </p:cNvSpPr>
          <p:nvPr/>
        </p:nvSpPr>
        <p:spPr bwMode="auto">
          <a:xfrm>
            <a:off x="4891024" y="2796513"/>
            <a:ext cx="0" cy="3254375"/>
          </a:xfrm>
          <a:prstGeom prst="line">
            <a:avLst/>
          </a:prstGeom>
          <a:noFill/>
          <a:ln w="25400">
            <a:solidFill>
              <a:schemeClr val="accent4"/>
            </a:solidFill>
            <a:round/>
            <a:headEnd/>
            <a:tailEnd/>
          </a:ln>
          <a:extLst>
            <a:ext uri="{909E8E84-426E-40DD-AFC4-6F175D3DCCD1}">
              <a14:hiddenFill xmlns:a14="http://schemas.microsoft.com/office/drawing/2010/main">
                <a:noFill/>
              </a14:hiddenFill>
            </a:ext>
          </a:extLst>
        </p:spPr>
        <p:txBody>
          <a:bodyPr wrap="none" anchor="ctr"/>
          <a:lstStyle/>
          <a:p>
            <a:pPr marL="0" marR="0" lvl="0" indent="0" algn="l" defTabSz="812810" rtl="0" eaLnBrk="1" fontAlgn="auto" latinLnBrk="0" hangingPunct="1">
              <a:lnSpc>
                <a:spcPct val="100000"/>
              </a:lnSpc>
              <a:spcBef>
                <a:spcPts val="0"/>
              </a:spcBef>
              <a:spcAft>
                <a:spcPts val="0"/>
              </a:spcAft>
              <a:buClrTx/>
              <a:buSzTx/>
              <a:buFontTx/>
              <a:buNone/>
              <a:tabLst/>
              <a:defRPr/>
            </a:pPr>
            <a:endParaRPr kumimoji="0" lang="en-US" sz="3200" b="0"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28" name="Line 12">
            <a:extLst>
              <a:ext uri="{FF2B5EF4-FFF2-40B4-BE49-F238E27FC236}">
                <a16:creationId xmlns:a16="http://schemas.microsoft.com/office/drawing/2014/main" id="{5BA41535-A3E2-A046-8BDE-4C045F101F59}"/>
              </a:ext>
            </a:extLst>
          </p:cNvPr>
          <p:cNvSpPr>
            <a:spLocks noChangeShapeType="1"/>
          </p:cNvSpPr>
          <p:nvPr/>
        </p:nvSpPr>
        <p:spPr bwMode="auto">
          <a:xfrm>
            <a:off x="4891024" y="2810864"/>
            <a:ext cx="914400" cy="0"/>
          </a:xfrm>
          <a:prstGeom prst="line">
            <a:avLst/>
          </a:prstGeom>
          <a:noFill/>
          <a:ln w="25400">
            <a:solidFill>
              <a:schemeClr val="accent4"/>
            </a:solidFill>
            <a:round/>
            <a:headEnd/>
            <a:tailEnd type="arrow" w="sm" len="med"/>
          </a:ln>
          <a:extLst>
            <a:ext uri="{909E8E84-426E-40DD-AFC4-6F175D3DCCD1}">
              <a14:hiddenFill xmlns:a14="http://schemas.microsoft.com/office/drawing/2010/main">
                <a:noFill/>
              </a14:hiddenFill>
            </a:ext>
          </a:extLst>
        </p:spPr>
        <p:txBody>
          <a:bodyPr wrap="none" anchor="ctr"/>
          <a:lstStyle/>
          <a:p>
            <a:pPr marL="0" marR="0" lvl="0" indent="0" algn="l" defTabSz="812810" rtl="0" eaLnBrk="1" fontAlgn="auto" latinLnBrk="0" hangingPunct="1">
              <a:lnSpc>
                <a:spcPct val="100000"/>
              </a:lnSpc>
              <a:spcBef>
                <a:spcPts val="0"/>
              </a:spcBef>
              <a:spcAft>
                <a:spcPts val="0"/>
              </a:spcAft>
              <a:buClrTx/>
              <a:buSzTx/>
              <a:buFontTx/>
              <a:buNone/>
              <a:tabLst/>
              <a:defRPr/>
            </a:pPr>
            <a:endParaRPr kumimoji="0" lang="en-US" sz="3200" b="0"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29" name="Line 13">
            <a:extLst>
              <a:ext uri="{FF2B5EF4-FFF2-40B4-BE49-F238E27FC236}">
                <a16:creationId xmlns:a16="http://schemas.microsoft.com/office/drawing/2014/main" id="{1E8A11D0-57A3-084D-A350-80D72D1D97E1}"/>
              </a:ext>
            </a:extLst>
          </p:cNvPr>
          <p:cNvSpPr>
            <a:spLocks noChangeShapeType="1"/>
          </p:cNvSpPr>
          <p:nvPr/>
        </p:nvSpPr>
        <p:spPr bwMode="auto">
          <a:xfrm>
            <a:off x="4891024" y="3993488"/>
            <a:ext cx="914400" cy="0"/>
          </a:xfrm>
          <a:prstGeom prst="line">
            <a:avLst/>
          </a:prstGeom>
          <a:noFill/>
          <a:ln w="25400">
            <a:solidFill>
              <a:schemeClr val="accent4"/>
            </a:solidFill>
            <a:round/>
            <a:headEnd/>
            <a:tailEnd type="arrow" w="sm" len="med"/>
          </a:ln>
          <a:extLst>
            <a:ext uri="{909E8E84-426E-40DD-AFC4-6F175D3DCCD1}">
              <a14:hiddenFill xmlns:a14="http://schemas.microsoft.com/office/drawing/2010/main">
                <a:noFill/>
              </a14:hiddenFill>
            </a:ext>
          </a:extLst>
        </p:spPr>
        <p:txBody>
          <a:bodyPr wrap="none" anchor="ctr"/>
          <a:lstStyle/>
          <a:p>
            <a:pPr marL="0" marR="0" lvl="0" indent="0" algn="l" defTabSz="812810" rtl="0" eaLnBrk="1" fontAlgn="auto" latinLnBrk="0" hangingPunct="1">
              <a:lnSpc>
                <a:spcPct val="100000"/>
              </a:lnSpc>
              <a:spcBef>
                <a:spcPts val="0"/>
              </a:spcBef>
              <a:spcAft>
                <a:spcPts val="0"/>
              </a:spcAft>
              <a:buClrTx/>
              <a:buSzTx/>
              <a:buFontTx/>
              <a:buNone/>
              <a:tabLst/>
              <a:defRPr/>
            </a:pPr>
            <a:endParaRPr kumimoji="0" lang="en-US" sz="3200" b="0"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30" name="Line 14">
            <a:extLst>
              <a:ext uri="{FF2B5EF4-FFF2-40B4-BE49-F238E27FC236}">
                <a16:creationId xmlns:a16="http://schemas.microsoft.com/office/drawing/2014/main" id="{07897A0F-91AF-994B-A7DF-051B3ECB142B}"/>
              </a:ext>
            </a:extLst>
          </p:cNvPr>
          <p:cNvSpPr>
            <a:spLocks noChangeShapeType="1"/>
          </p:cNvSpPr>
          <p:nvPr/>
        </p:nvSpPr>
        <p:spPr bwMode="auto">
          <a:xfrm>
            <a:off x="4891024" y="5136488"/>
            <a:ext cx="914400" cy="0"/>
          </a:xfrm>
          <a:prstGeom prst="line">
            <a:avLst/>
          </a:prstGeom>
          <a:noFill/>
          <a:ln w="25400">
            <a:solidFill>
              <a:schemeClr val="accent4"/>
            </a:solidFill>
            <a:round/>
            <a:headEnd/>
            <a:tailEnd type="arrow" w="sm" len="med"/>
          </a:ln>
          <a:extLst>
            <a:ext uri="{909E8E84-426E-40DD-AFC4-6F175D3DCCD1}">
              <a14:hiddenFill xmlns:a14="http://schemas.microsoft.com/office/drawing/2010/main">
                <a:noFill/>
              </a14:hiddenFill>
            </a:ext>
          </a:extLst>
        </p:spPr>
        <p:txBody>
          <a:bodyPr wrap="none" anchor="ctr"/>
          <a:lstStyle/>
          <a:p>
            <a:pPr marL="0" marR="0" lvl="0" indent="0" algn="l" defTabSz="812810" rtl="0" eaLnBrk="1" fontAlgn="auto" latinLnBrk="0" hangingPunct="1">
              <a:lnSpc>
                <a:spcPct val="100000"/>
              </a:lnSpc>
              <a:spcBef>
                <a:spcPts val="0"/>
              </a:spcBef>
              <a:spcAft>
                <a:spcPts val="0"/>
              </a:spcAft>
              <a:buClrTx/>
              <a:buSzTx/>
              <a:buFontTx/>
              <a:buNone/>
              <a:tabLst/>
              <a:defRPr/>
            </a:pPr>
            <a:endParaRPr kumimoji="0" lang="en-US" sz="3200" b="0"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31" name="Line 15">
            <a:extLst>
              <a:ext uri="{FF2B5EF4-FFF2-40B4-BE49-F238E27FC236}">
                <a16:creationId xmlns:a16="http://schemas.microsoft.com/office/drawing/2014/main" id="{863D461D-3060-FC4B-82B3-F93B830EBB68}"/>
              </a:ext>
            </a:extLst>
          </p:cNvPr>
          <p:cNvSpPr>
            <a:spLocks noChangeShapeType="1"/>
          </p:cNvSpPr>
          <p:nvPr/>
        </p:nvSpPr>
        <p:spPr bwMode="auto">
          <a:xfrm>
            <a:off x="4891024" y="6050888"/>
            <a:ext cx="809625" cy="0"/>
          </a:xfrm>
          <a:prstGeom prst="line">
            <a:avLst/>
          </a:prstGeom>
          <a:noFill/>
          <a:ln w="25400">
            <a:solidFill>
              <a:schemeClr val="accent4"/>
            </a:solidFill>
            <a:round/>
            <a:headEnd/>
            <a:tailEnd type="arrow" w="sm" len="med"/>
          </a:ln>
          <a:extLst>
            <a:ext uri="{909E8E84-426E-40DD-AFC4-6F175D3DCCD1}">
              <a14:hiddenFill xmlns:a14="http://schemas.microsoft.com/office/drawing/2010/main">
                <a:noFill/>
              </a14:hiddenFill>
            </a:ext>
          </a:extLst>
        </p:spPr>
        <p:txBody>
          <a:bodyPr wrap="none" anchor="ctr"/>
          <a:lstStyle/>
          <a:p>
            <a:pPr marL="0" marR="0" lvl="0" indent="0" algn="l" defTabSz="812810" rtl="0" eaLnBrk="1" fontAlgn="auto" latinLnBrk="0" hangingPunct="1">
              <a:lnSpc>
                <a:spcPct val="100000"/>
              </a:lnSpc>
              <a:spcBef>
                <a:spcPts val="0"/>
              </a:spcBef>
              <a:spcAft>
                <a:spcPts val="0"/>
              </a:spcAft>
              <a:buClrTx/>
              <a:buSzTx/>
              <a:buFontTx/>
              <a:buNone/>
              <a:tabLst/>
              <a:defRPr/>
            </a:pPr>
            <a:endParaRPr kumimoji="0" lang="en-US" sz="3200" b="0"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32" name="Line 16">
            <a:extLst>
              <a:ext uri="{FF2B5EF4-FFF2-40B4-BE49-F238E27FC236}">
                <a16:creationId xmlns:a16="http://schemas.microsoft.com/office/drawing/2014/main" id="{74B7E4DD-5C52-7B4E-9A82-C4DBCB7978D6}"/>
              </a:ext>
            </a:extLst>
          </p:cNvPr>
          <p:cNvSpPr>
            <a:spLocks noChangeShapeType="1"/>
          </p:cNvSpPr>
          <p:nvPr/>
        </p:nvSpPr>
        <p:spPr bwMode="auto">
          <a:xfrm>
            <a:off x="2065342" y="4526888"/>
            <a:ext cx="526981" cy="0"/>
          </a:xfrm>
          <a:prstGeom prst="line">
            <a:avLst/>
          </a:prstGeom>
          <a:noFill/>
          <a:ln w="25400">
            <a:solidFill>
              <a:schemeClr val="accent3"/>
            </a:solidFill>
            <a:round/>
            <a:headEnd/>
            <a:tailEnd type="arrow" w="sm" len="med"/>
          </a:ln>
          <a:extLst>
            <a:ext uri="{909E8E84-426E-40DD-AFC4-6F175D3DCCD1}">
              <a14:hiddenFill xmlns:a14="http://schemas.microsoft.com/office/drawing/2010/main">
                <a:noFill/>
              </a14:hiddenFill>
            </a:ext>
          </a:extLst>
        </p:spPr>
        <p:txBody>
          <a:bodyPr wrap="none" anchor="ctr"/>
          <a:lstStyle/>
          <a:p>
            <a:pPr marL="0" marR="0" lvl="0" indent="0" algn="l" defTabSz="812810" rtl="0" eaLnBrk="1" fontAlgn="auto" latinLnBrk="0" hangingPunct="1">
              <a:lnSpc>
                <a:spcPct val="100000"/>
              </a:lnSpc>
              <a:spcBef>
                <a:spcPts val="0"/>
              </a:spcBef>
              <a:spcAft>
                <a:spcPts val="0"/>
              </a:spcAft>
              <a:buClrTx/>
              <a:buSzTx/>
              <a:buFontTx/>
              <a:buNone/>
              <a:tabLst/>
              <a:defRPr/>
            </a:pPr>
            <a:endParaRPr kumimoji="0" lang="en-US" sz="3200" b="0"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33" name="Line 20">
            <a:extLst>
              <a:ext uri="{FF2B5EF4-FFF2-40B4-BE49-F238E27FC236}">
                <a16:creationId xmlns:a16="http://schemas.microsoft.com/office/drawing/2014/main" id="{530BF6CB-AC35-3241-8781-243046E925E5}"/>
              </a:ext>
            </a:extLst>
          </p:cNvPr>
          <p:cNvSpPr>
            <a:spLocks noChangeShapeType="1"/>
          </p:cNvSpPr>
          <p:nvPr/>
        </p:nvSpPr>
        <p:spPr bwMode="auto">
          <a:xfrm>
            <a:off x="6719824" y="3118712"/>
            <a:ext cx="0" cy="609600"/>
          </a:xfrm>
          <a:prstGeom prst="line">
            <a:avLst/>
          </a:prstGeom>
          <a:noFill/>
          <a:ln w="25400">
            <a:solidFill>
              <a:schemeClr val="accent4"/>
            </a:solidFill>
            <a:round/>
            <a:headEnd/>
            <a:tailEnd type="arrow" w="sm" len="med"/>
          </a:ln>
          <a:extLst>
            <a:ext uri="{909E8E84-426E-40DD-AFC4-6F175D3DCCD1}">
              <a14:hiddenFill xmlns:a14="http://schemas.microsoft.com/office/drawing/2010/main">
                <a:noFill/>
              </a14:hiddenFill>
            </a:ext>
          </a:extLst>
        </p:spPr>
        <p:txBody>
          <a:bodyPr wrap="none" anchor="ctr"/>
          <a:lstStyle/>
          <a:p>
            <a:pPr marL="0" marR="0" lvl="0" indent="0" algn="l" defTabSz="812810" rtl="0" eaLnBrk="1" fontAlgn="auto" latinLnBrk="0" hangingPunct="1">
              <a:lnSpc>
                <a:spcPct val="100000"/>
              </a:lnSpc>
              <a:spcBef>
                <a:spcPts val="0"/>
              </a:spcBef>
              <a:spcAft>
                <a:spcPts val="0"/>
              </a:spcAft>
              <a:buClrTx/>
              <a:buSzTx/>
              <a:buFontTx/>
              <a:buNone/>
              <a:tabLst/>
              <a:defRPr/>
            </a:pPr>
            <a:endParaRPr kumimoji="0" lang="en-US" sz="3200" b="0"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34" name="Line 21">
            <a:extLst>
              <a:ext uri="{FF2B5EF4-FFF2-40B4-BE49-F238E27FC236}">
                <a16:creationId xmlns:a16="http://schemas.microsoft.com/office/drawing/2014/main" id="{65022E82-44B3-0342-ADD4-AE2E250DCF50}"/>
              </a:ext>
            </a:extLst>
          </p:cNvPr>
          <p:cNvSpPr>
            <a:spLocks noChangeShapeType="1"/>
          </p:cNvSpPr>
          <p:nvPr/>
        </p:nvSpPr>
        <p:spPr bwMode="auto">
          <a:xfrm>
            <a:off x="6719824" y="4152238"/>
            <a:ext cx="0" cy="742950"/>
          </a:xfrm>
          <a:prstGeom prst="line">
            <a:avLst/>
          </a:prstGeom>
          <a:noFill/>
          <a:ln w="25400">
            <a:solidFill>
              <a:schemeClr val="accent4"/>
            </a:solidFill>
            <a:round/>
            <a:headEnd/>
            <a:tailEnd type="arrow" w="sm" len="med"/>
          </a:ln>
          <a:extLst>
            <a:ext uri="{909E8E84-426E-40DD-AFC4-6F175D3DCCD1}">
              <a14:hiddenFill xmlns:a14="http://schemas.microsoft.com/office/drawing/2010/main">
                <a:noFill/>
              </a14:hiddenFill>
            </a:ext>
          </a:extLst>
        </p:spPr>
        <p:txBody>
          <a:bodyPr wrap="none" anchor="ctr"/>
          <a:lstStyle/>
          <a:p>
            <a:pPr marL="0" marR="0" lvl="0" indent="0" algn="l" defTabSz="812810" rtl="0" eaLnBrk="1" fontAlgn="auto" latinLnBrk="0" hangingPunct="1">
              <a:lnSpc>
                <a:spcPct val="100000"/>
              </a:lnSpc>
              <a:spcBef>
                <a:spcPts val="0"/>
              </a:spcBef>
              <a:spcAft>
                <a:spcPts val="0"/>
              </a:spcAft>
              <a:buClrTx/>
              <a:buSzTx/>
              <a:buFontTx/>
              <a:buNone/>
              <a:tabLst/>
              <a:defRPr/>
            </a:pPr>
            <a:endParaRPr kumimoji="0" lang="en-US" sz="3200" b="0"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35" name="Line 22">
            <a:extLst>
              <a:ext uri="{FF2B5EF4-FFF2-40B4-BE49-F238E27FC236}">
                <a16:creationId xmlns:a16="http://schemas.microsoft.com/office/drawing/2014/main" id="{953DDFF5-1114-084F-BC6C-CED97C2C8BB2}"/>
              </a:ext>
            </a:extLst>
          </p:cNvPr>
          <p:cNvSpPr>
            <a:spLocks noChangeShapeType="1"/>
          </p:cNvSpPr>
          <p:nvPr/>
        </p:nvSpPr>
        <p:spPr bwMode="auto">
          <a:xfrm>
            <a:off x="6719824" y="5295238"/>
            <a:ext cx="0" cy="361950"/>
          </a:xfrm>
          <a:prstGeom prst="line">
            <a:avLst/>
          </a:prstGeom>
          <a:noFill/>
          <a:ln w="25400">
            <a:solidFill>
              <a:schemeClr val="accent4"/>
            </a:solidFill>
            <a:round/>
            <a:headEnd/>
            <a:tailEnd type="arrow" w="sm" len="med"/>
          </a:ln>
          <a:extLst>
            <a:ext uri="{909E8E84-426E-40DD-AFC4-6F175D3DCCD1}">
              <a14:hiddenFill xmlns:a14="http://schemas.microsoft.com/office/drawing/2010/main">
                <a:noFill/>
              </a14:hiddenFill>
            </a:ext>
          </a:extLst>
        </p:spPr>
        <p:txBody>
          <a:bodyPr wrap="none" anchor="ctr"/>
          <a:lstStyle/>
          <a:p>
            <a:pPr marL="0" marR="0" lvl="0" indent="0" algn="l" defTabSz="812810" rtl="0" eaLnBrk="1" fontAlgn="auto" latinLnBrk="0" hangingPunct="1">
              <a:lnSpc>
                <a:spcPct val="100000"/>
              </a:lnSpc>
              <a:spcBef>
                <a:spcPts val="0"/>
              </a:spcBef>
              <a:spcAft>
                <a:spcPts val="0"/>
              </a:spcAft>
              <a:buClrTx/>
              <a:buSzTx/>
              <a:buFontTx/>
              <a:buNone/>
              <a:tabLst/>
              <a:defRPr/>
            </a:pPr>
            <a:endParaRPr kumimoji="0" lang="en-US" sz="3200" b="0"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36" name="Line 23">
            <a:extLst>
              <a:ext uri="{FF2B5EF4-FFF2-40B4-BE49-F238E27FC236}">
                <a16:creationId xmlns:a16="http://schemas.microsoft.com/office/drawing/2014/main" id="{607A8731-2C4E-BE41-8A60-6E700527F026}"/>
              </a:ext>
            </a:extLst>
          </p:cNvPr>
          <p:cNvSpPr>
            <a:spLocks noChangeShapeType="1"/>
          </p:cNvSpPr>
          <p:nvPr/>
        </p:nvSpPr>
        <p:spPr bwMode="auto">
          <a:xfrm>
            <a:off x="7558024" y="6050888"/>
            <a:ext cx="1598612" cy="0"/>
          </a:xfrm>
          <a:prstGeom prst="line">
            <a:avLst/>
          </a:prstGeom>
          <a:noFill/>
          <a:ln w="25400">
            <a:solidFill>
              <a:schemeClr val="accent4"/>
            </a:solidFill>
            <a:round/>
            <a:headEnd/>
            <a:tailEnd/>
          </a:ln>
          <a:extLst>
            <a:ext uri="{909E8E84-426E-40DD-AFC4-6F175D3DCCD1}">
              <a14:hiddenFill xmlns:a14="http://schemas.microsoft.com/office/drawing/2010/main">
                <a:noFill/>
              </a14:hiddenFill>
            </a:ext>
          </a:extLst>
        </p:spPr>
        <p:txBody>
          <a:bodyPr wrap="none" anchor="ctr"/>
          <a:lstStyle/>
          <a:p>
            <a:pPr marL="0" marR="0" lvl="0" indent="0" algn="l" defTabSz="812810" rtl="0" eaLnBrk="1" fontAlgn="auto" latinLnBrk="0" hangingPunct="1">
              <a:lnSpc>
                <a:spcPct val="100000"/>
              </a:lnSpc>
              <a:spcBef>
                <a:spcPts val="0"/>
              </a:spcBef>
              <a:spcAft>
                <a:spcPts val="0"/>
              </a:spcAft>
              <a:buClrTx/>
              <a:buSzTx/>
              <a:buFontTx/>
              <a:buNone/>
              <a:tabLst/>
              <a:defRPr/>
            </a:pPr>
            <a:endParaRPr kumimoji="0" lang="en-US" sz="3200" b="0"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37" name="Line 24">
            <a:extLst>
              <a:ext uri="{FF2B5EF4-FFF2-40B4-BE49-F238E27FC236}">
                <a16:creationId xmlns:a16="http://schemas.microsoft.com/office/drawing/2014/main" id="{8891E355-714D-2948-AD0B-38778DEE7CB9}"/>
              </a:ext>
            </a:extLst>
          </p:cNvPr>
          <p:cNvSpPr>
            <a:spLocks noChangeShapeType="1"/>
          </p:cNvSpPr>
          <p:nvPr/>
        </p:nvSpPr>
        <p:spPr bwMode="auto">
          <a:xfrm flipV="1">
            <a:off x="9156636" y="4169700"/>
            <a:ext cx="0" cy="1881188"/>
          </a:xfrm>
          <a:prstGeom prst="line">
            <a:avLst/>
          </a:prstGeom>
          <a:noFill/>
          <a:ln w="25400">
            <a:solidFill>
              <a:schemeClr val="accent4"/>
            </a:solidFill>
            <a:round/>
            <a:headEnd/>
            <a:tailEnd type="arrow" w="sm" len="med"/>
          </a:ln>
          <a:extLst>
            <a:ext uri="{909E8E84-426E-40DD-AFC4-6F175D3DCCD1}">
              <a14:hiddenFill xmlns:a14="http://schemas.microsoft.com/office/drawing/2010/main">
                <a:noFill/>
              </a14:hiddenFill>
            </a:ext>
          </a:extLst>
        </p:spPr>
        <p:txBody>
          <a:bodyPr wrap="none" anchor="ctr"/>
          <a:lstStyle/>
          <a:p>
            <a:pPr marL="0" marR="0" lvl="0" indent="0" algn="l" defTabSz="812810" rtl="0" eaLnBrk="1" fontAlgn="auto" latinLnBrk="0" hangingPunct="1">
              <a:lnSpc>
                <a:spcPct val="100000"/>
              </a:lnSpc>
              <a:spcBef>
                <a:spcPts val="0"/>
              </a:spcBef>
              <a:spcAft>
                <a:spcPts val="0"/>
              </a:spcAft>
              <a:buClrTx/>
              <a:buSzTx/>
              <a:buFontTx/>
              <a:buNone/>
              <a:tabLst/>
              <a:defRPr/>
            </a:pPr>
            <a:endParaRPr kumimoji="0" lang="en-US" sz="3200" b="0"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38" name="Line 25">
            <a:extLst>
              <a:ext uri="{FF2B5EF4-FFF2-40B4-BE49-F238E27FC236}">
                <a16:creationId xmlns:a16="http://schemas.microsoft.com/office/drawing/2014/main" id="{7B04B112-9B81-D842-BEF6-65EDA8DA1717}"/>
              </a:ext>
            </a:extLst>
          </p:cNvPr>
          <p:cNvSpPr>
            <a:spLocks noChangeShapeType="1"/>
          </p:cNvSpPr>
          <p:nvPr/>
        </p:nvSpPr>
        <p:spPr bwMode="auto">
          <a:xfrm flipH="1">
            <a:off x="7558024" y="3993488"/>
            <a:ext cx="609600" cy="0"/>
          </a:xfrm>
          <a:prstGeom prst="line">
            <a:avLst/>
          </a:prstGeom>
          <a:noFill/>
          <a:ln w="25400">
            <a:solidFill>
              <a:schemeClr val="accent4"/>
            </a:solidFill>
            <a:round/>
            <a:headEnd/>
            <a:tailEnd type="triangle" w="sm" len="med"/>
          </a:ln>
          <a:extLst>
            <a:ext uri="{909E8E84-426E-40DD-AFC4-6F175D3DCCD1}">
              <a14:hiddenFill xmlns:a14="http://schemas.microsoft.com/office/drawing/2010/main">
                <a:noFill/>
              </a14:hiddenFill>
            </a:ext>
          </a:extLst>
        </p:spPr>
        <p:txBody>
          <a:bodyPr wrap="none" anchor="ctr"/>
          <a:lstStyle/>
          <a:p>
            <a:pPr marL="0" marR="0" lvl="0" indent="0" algn="l" defTabSz="812810" rtl="0" eaLnBrk="1" fontAlgn="auto" latinLnBrk="0" hangingPunct="1">
              <a:lnSpc>
                <a:spcPct val="100000"/>
              </a:lnSpc>
              <a:spcBef>
                <a:spcPts val="0"/>
              </a:spcBef>
              <a:spcAft>
                <a:spcPts val="0"/>
              </a:spcAft>
              <a:buClrTx/>
              <a:buSzTx/>
              <a:buFontTx/>
              <a:buNone/>
              <a:tabLst/>
              <a:defRPr/>
            </a:pPr>
            <a:endParaRPr kumimoji="0" lang="en-US" sz="3200" b="0"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39" name="Line 26">
            <a:extLst>
              <a:ext uri="{FF2B5EF4-FFF2-40B4-BE49-F238E27FC236}">
                <a16:creationId xmlns:a16="http://schemas.microsoft.com/office/drawing/2014/main" id="{F2180948-F98F-9441-8EE1-DEAE356EFE34}"/>
              </a:ext>
            </a:extLst>
          </p:cNvPr>
          <p:cNvSpPr>
            <a:spLocks noChangeShapeType="1"/>
          </p:cNvSpPr>
          <p:nvPr/>
        </p:nvSpPr>
        <p:spPr bwMode="auto">
          <a:xfrm>
            <a:off x="6719824" y="6416076"/>
            <a:ext cx="0" cy="433388"/>
          </a:xfrm>
          <a:prstGeom prst="line">
            <a:avLst/>
          </a:prstGeom>
          <a:noFill/>
          <a:ln w="25400">
            <a:solidFill>
              <a:schemeClr val="accent3"/>
            </a:solidFill>
            <a:round/>
            <a:headEnd/>
            <a:tailEnd type="arrow" w="sm" len="med"/>
          </a:ln>
          <a:extLst>
            <a:ext uri="{909E8E84-426E-40DD-AFC4-6F175D3DCCD1}">
              <a14:hiddenFill xmlns:a14="http://schemas.microsoft.com/office/drawing/2010/main">
                <a:noFill/>
              </a14:hiddenFill>
            </a:ext>
          </a:extLst>
        </p:spPr>
        <p:txBody>
          <a:bodyPr wrap="none" anchor="ctr"/>
          <a:lstStyle/>
          <a:p>
            <a:pPr marL="0" marR="0" lvl="0" indent="0" algn="l" defTabSz="812810" rtl="0" eaLnBrk="1" fontAlgn="auto" latinLnBrk="0" hangingPunct="1">
              <a:lnSpc>
                <a:spcPct val="100000"/>
              </a:lnSpc>
              <a:spcBef>
                <a:spcPts val="0"/>
              </a:spcBef>
              <a:spcAft>
                <a:spcPts val="0"/>
              </a:spcAft>
              <a:buClrTx/>
              <a:buSzTx/>
              <a:buFontTx/>
              <a:buNone/>
              <a:tabLst/>
              <a:defRPr/>
            </a:pPr>
            <a:endParaRPr kumimoji="0" lang="en-US" sz="3200" b="0"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40" name="Text Box 27">
            <a:extLst>
              <a:ext uri="{FF2B5EF4-FFF2-40B4-BE49-F238E27FC236}">
                <a16:creationId xmlns:a16="http://schemas.microsoft.com/office/drawing/2014/main" id="{F5FC72C1-C9BF-E549-9E31-7598C41DA1F1}"/>
              </a:ext>
            </a:extLst>
          </p:cNvPr>
          <p:cNvSpPr txBox="1">
            <a:spLocks noChangeArrowheads="1"/>
          </p:cNvSpPr>
          <p:nvPr/>
        </p:nvSpPr>
        <p:spPr bwMode="auto">
          <a:xfrm>
            <a:off x="942403" y="4193513"/>
            <a:ext cx="1287532"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lvl1pPr>
              <a:spcBef>
                <a:spcPct val="20000"/>
              </a:spcBef>
              <a:buClr>
                <a:srgbClr val="FF9900"/>
              </a:buClr>
              <a:buChar char="•"/>
              <a:defRPr sz="3200" b="1">
                <a:solidFill>
                  <a:srgbClr val="01035B"/>
                </a:solidFill>
                <a:latin typeface="Arial" panose="020B0604020202020204" pitchFamily="34" charset="0"/>
              </a:defRPr>
            </a:lvl1pPr>
            <a:lvl2pPr marL="742950" indent="-285750">
              <a:spcBef>
                <a:spcPct val="20000"/>
              </a:spcBef>
              <a:buClr>
                <a:srgbClr val="FF9900"/>
              </a:buClr>
              <a:buChar char="–"/>
              <a:defRPr sz="2800" b="1">
                <a:solidFill>
                  <a:srgbClr val="01035B"/>
                </a:solidFill>
                <a:latin typeface="Arial" panose="020B0604020202020204" pitchFamily="34" charset="0"/>
              </a:defRPr>
            </a:lvl2pPr>
            <a:lvl3pPr marL="1143000" indent="-228600">
              <a:spcBef>
                <a:spcPct val="20000"/>
              </a:spcBef>
              <a:buClr>
                <a:srgbClr val="FF9900"/>
              </a:buClr>
              <a:buChar char="•"/>
              <a:defRPr sz="2400" b="1">
                <a:solidFill>
                  <a:srgbClr val="01035B"/>
                </a:solidFill>
                <a:latin typeface="Arial" panose="020B0604020202020204" pitchFamily="34" charset="0"/>
              </a:defRPr>
            </a:lvl3pPr>
            <a:lvl4pPr marL="1600200" indent="-228600">
              <a:spcBef>
                <a:spcPct val="20000"/>
              </a:spcBef>
              <a:buClr>
                <a:srgbClr val="FF9900"/>
              </a:buClr>
              <a:buChar char="–"/>
              <a:defRPr sz="2000" b="1">
                <a:solidFill>
                  <a:srgbClr val="01035B"/>
                </a:solidFill>
                <a:latin typeface="Arial" panose="020B0604020202020204" pitchFamily="34" charset="0"/>
              </a:defRPr>
            </a:lvl4pPr>
            <a:lvl5pPr marL="2057400" indent="-228600">
              <a:spcBef>
                <a:spcPct val="20000"/>
              </a:spcBef>
              <a:buClr>
                <a:srgbClr val="FF9900"/>
              </a:buClr>
              <a:buChar char="»"/>
              <a:defRPr sz="2000" b="1">
                <a:solidFill>
                  <a:srgbClr val="01035B"/>
                </a:solidFill>
                <a:latin typeface="Arial" panose="020B0604020202020204" pitchFamily="34" charset="0"/>
              </a:defRPr>
            </a:lvl5pPr>
            <a:lvl6pPr marL="25146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6pPr>
            <a:lvl7pPr marL="29718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7pPr>
            <a:lvl8pPr marL="34290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8pPr>
            <a:lvl9pPr marL="38862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9pPr>
          </a:lstStyle>
          <a:p>
            <a:pPr marL="0" marR="0" lvl="0" indent="0" algn="l" defTabSz="812810" rtl="0" eaLnBrk="1" fontAlgn="auto" latinLnBrk="0" hangingPunct="1">
              <a:lnSpc>
                <a:spcPct val="100000"/>
              </a:lnSpc>
              <a:spcBef>
                <a:spcPct val="0"/>
              </a:spcBef>
              <a:spcAft>
                <a:spcPts val="0"/>
              </a:spcAft>
              <a:buClrTx/>
              <a:buSzTx/>
              <a:buFontTx/>
              <a:buNone/>
              <a:tabLst/>
              <a:defRPr/>
            </a:pPr>
            <a:r>
              <a:rPr kumimoji="0" lang="en-US" altLang="en-US" sz="1800" b="0" i="0" u="none" strike="noStrike" kern="1200" cap="none" spc="0" normalizeH="0" baseline="0" noProof="0" dirty="0">
                <a:ln>
                  <a:noFill/>
                </a:ln>
                <a:solidFill>
                  <a:srgbClr val="ADA400"/>
                </a:solidFill>
                <a:effectLst/>
                <a:uLnTx/>
                <a:uFillTx/>
                <a:latin typeface="Arial" panose="020B0604020202020204" pitchFamily="34" charset="0"/>
                <a:ea typeface="+mn-ea"/>
                <a:cs typeface="Arial" panose="020B0604020202020204" pitchFamily="34" charset="0"/>
              </a:rPr>
              <a:t>Resources</a:t>
            </a:r>
          </a:p>
          <a:p>
            <a:pPr marL="0" marR="0" lvl="0" indent="0" algn="l" defTabSz="812810" rtl="0" eaLnBrk="1" fontAlgn="auto" latinLnBrk="0" hangingPunct="1">
              <a:lnSpc>
                <a:spcPct val="100000"/>
              </a:lnSpc>
              <a:spcBef>
                <a:spcPct val="0"/>
              </a:spcBef>
              <a:spcAft>
                <a:spcPts val="0"/>
              </a:spcAft>
              <a:buClrTx/>
              <a:buSzTx/>
              <a:buFontTx/>
              <a:buNone/>
              <a:tabLst/>
              <a:defRPr/>
            </a:pPr>
            <a:r>
              <a:rPr kumimoji="0" lang="en-US" altLang="en-US" sz="1800" b="0" i="0" u="none" strike="noStrike" kern="1200" cap="none" spc="0" normalizeH="0" baseline="0" noProof="0" dirty="0">
                <a:ln>
                  <a:noFill/>
                </a:ln>
                <a:solidFill>
                  <a:srgbClr val="ADA400"/>
                </a:solidFill>
                <a:effectLst/>
                <a:uLnTx/>
                <a:uFillTx/>
                <a:latin typeface="Arial" panose="020B0604020202020204" pitchFamily="34" charset="0"/>
                <a:ea typeface="+mn-ea"/>
                <a:cs typeface="Arial" panose="020B0604020202020204" pitchFamily="34" charset="0"/>
              </a:rPr>
              <a:t>extraction</a:t>
            </a:r>
          </a:p>
        </p:txBody>
      </p:sp>
      <p:sp>
        <p:nvSpPr>
          <p:cNvPr id="41" name="Text Box 28">
            <a:extLst>
              <a:ext uri="{FF2B5EF4-FFF2-40B4-BE49-F238E27FC236}">
                <a16:creationId xmlns:a16="http://schemas.microsoft.com/office/drawing/2014/main" id="{B43CD274-704B-E749-BEE3-70324C309D38}"/>
              </a:ext>
            </a:extLst>
          </p:cNvPr>
          <p:cNvSpPr txBox="1">
            <a:spLocks noChangeArrowheads="1"/>
          </p:cNvSpPr>
          <p:nvPr/>
        </p:nvSpPr>
        <p:spPr bwMode="auto">
          <a:xfrm>
            <a:off x="5551424" y="6824127"/>
            <a:ext cx="2954783"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lvl1pPr>
              <a:spcBef>
                <a:spcPct val="20000"/>
              </a:spcBef>
              <a:buClr>
                <a:srgbClr val="FF9900"/>
              </a:buClr>
              <a:buChar char="•"/>
              <a:defRPr sz="3200" b="1">
                <a:solidFill>
                  <a:srgbClr val="01035B"/>
                </a:solidFill>
                <a:latin typeface="Arial" panose="020B0604020202020204" pitchFamily="34" charset="0"/>
              </a:defRPr>
            </a:lvl1pPr>
            <a:lvl2pPr marL="742950" indent="-285750">
              <a:spcBef>
                <a:spcPct val="20000"/>
              </a:spcBef>
              <a:buClr>
                <a:srgbClr val="FF9900"/>
              </a:buClr>
              <a:buChar char="–"/>
              <a:defRPr sz="2800" b="1">
                <a:solidFill>
                  <a:srgbClr val="01035B"/>
                </a:solidFill>
                <a:latin typeface="Arial" panose="020B0604020202020204" pitchFamily="34" charset="0"/>
              </a:defRPr>
            </a:lvl2pPr>
            <a:lvl3pPr marL="1143000" indent="-228600">
              <a:spcBef>
                <a:spcPct val="20000"/>
              </a:spcBef>
              <a:buClr>
                <a:srgbClr val="FF9900"/>
              </a:buClr>
              <a:buChar char="•"/>
              <a:defRPr sz="2400" b="1">
                <a:solidFill>
                  <a:srgbClr val="01035B"/>
                </a:solidFill>
                <a:latin typeface="Arial" panose="020B0604020202020204" pitchFamily="34" charset="0"/>
              </a:defRPr>
            </a:lvl3pPr>
            <a:lvl4pPr marL="1600200" indent="-228600">
              <a:spcBef>
                <a:spcPct val="20000"/>
              </a:spcBef>
              <a:buClr>
                <a:srgbClr val="FF9900"/>
              </a:buClr>
              <a:buChar char="–"/>
              <a:defRPr sz="2000" b="1">
                <a:solidFill>
                  <a:srgbClr val="01035B"/>
                </a:solidFill>
                <a:latin typeface="Arial" panose="020B0604020202020204" pitchFamily="34" charset="0"/>
              </a:defRPr>
            </a:lvl4pPr>
            <a:lvl5pPr marL="2057400" indent="-228600">
              <a:spcBef>
                <a:spcPct val="20000"/>
              </a:spcBef>
              <a:buClr>
                <a:srgbClr val="FF9900"/>
              </a:buClr>
              <a:buChar char="»"/>
              <a:defRPr sz="2000" b="1">
                <a:solidFill>
                  <a:srgbClr val="01035B"/>
                </a:solidFill>
                <a:latin typeface="Arial" panose="020B0604020202020204" pitchFamily="34" charset="0"/>
              </a:defRPr>
            </a:lvl5pPr>
            <a:lvl6pPr marL="25146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6pPr>
            <a:lvl7pPr marL="29718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7pPr>
            <a:lvl8pPr marL="34290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8pPr>
            <a:lvl9pPr marL="38862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9pPr>
          </a:lstStyle>
          <a:p>
            <a:pPr marL="0" marR="0" lvl="0" indent="0" algn="l" defTabSz="812810" rtl="0" eaLnBrk="1" fontAlgn="auto" latinLnBrk="0" hangingPunct="1">
              <a:lnSpc>
                <a:spcPct val="100000"/>
              </a:lnSpc>
              <a:spcBef>
                <a:spcPct val="0"/>
              </a:spcBef>
              <a:spcAft>
                <a:spcPts val="0"/>
              </a:spcAft>
              <a:buClrTx/>
              <a:buSzTx/>
              <a:buFontTx/>
              <a:buNone/>
              <a:tabLst/>
              <a:defRPr/>
            </a:pPr>
            <a:r>
              <a:rPr kumimoji="0" lang="en-US" altLang="en-US" sz="1800" b="0" i="0" u="none" strike="noStrike" kern="1200" cap="none" spc="0" normalizeH="0" baseline="0" noProof="0" dirty="0">
                <a:ln>
                  <a:noFill/>
                </a:ln>
                <a:solidFill>
                  <a:srgbClr val="ADA400"/>
                </a:solidFill>
                <a:effectLst/>
                <a:uLnTx/>
                <a:uFillTx/>
                <a:latin typeface="Arial" panose="020B0604020202020204" pitchFamily="34" charset="0"/>
                <a:ea typeface="+mn-ea"/>
                <a:cs typeface="Arial" panose="020B0604020202020204" pitchFamily="34" charset="0"/>
              </a:rPr>
              <a:t>Emissions to air, water, soil</a:t>
            </a:r>
          </a:p>
        </p:txBody>
      </p:sp>
      <p:sp>
        <p:nvSpPr>
          <p:cNvPr id="42" name="Rectangle 29">
            <a:extLst>
              <a:ext uri="{FF2B5EF4-FFF2-40B4-BE49-F238E27FC236}">
                <a16:creationId xmlns:a16="http://schemas.microsoft.com/office/drawing/2014/main" id="{C1ECE9AD-416E-FD42-BCCE-6CC14CB02313}"/>
              </a:ext>
            </a:extLst>
          </p:cNvPr>
          <p:cNvSpPr>
            <a:spLocks noChangeArrowheads="1"/>
          </p:cNvSpPr>
          <p:nvPr/>
        </p:nvSpPr>
        <p:spPr bwMode="auto">
          <a:xfrm>
            <a:off x="2331974" y="2356450"/>
            <a:ext cx="7315200" cy="4153226"/>
          </a:xfrm>
          <a:prstGeom prst="rect">
            <a:avLst/>
          </a:prstGeom>
          <a:noFill/>
          <a:ln w="25400">
            <a:solidFill>
              <a:schemeClr val="accent5"/>
            </a:solidFill>
            <a:prstDash val="sysDash"/>
            <a:miter lim="800000"/>
            <a:headEnd/>
            <a:tailEnd/>
          </a:ln>
          <a:effectLst/>
        </p:spPr>
        <p:txBody>
          <a:bodyPr wrap="none" anchor="ctr"/>
          <a:lstStyle/>
          <a:p>
            <a:pPr marL="0" marR="0" lvl="0" indent="0" algn="l" defTabSz="812810" rtl="0" eaLnBrk="1" fontAlgn="auto" latinLnBrk="0" hangingPunct="1">
              <a:lnSpc>
                <a:spcPct val="100000"/>
              </a:lnSpc>
              <a:spcBef>
                <a:spcPts val="0"/>
              </a:spcBef>
              <a:spcAft>
                <a:spcPts val="0"/>
              </a:spcAft>
              <a:buClrTx/>
              <a:buSzTx/>
              <a:buFontTx/>
              <a:buNone/>
              <a:tabLst/>
              <a:defRPr/>
            </a:pPr>
            <a:endParaRPr kumimoji="0" lang="en-US" sz="3200" b="0" i="0" u="none" strike="noStrike" kern="1200" cap="none" spc="0" normalizeH="0" baseline="0" noProof="0">
              <a:ln>
                <a:noFill/>
              </a:ln>
              <a:solidFill>
                <a:srgbClr val="407EC9">
                  <a:lumMod val="50000"/>
                </a:srgbClr>
              </a:solidFill>
              <a:effectLst/>
              <a:uLnTx/>
              <a:uFillTx/>
              <a:latin typeface="Arial" panose="020B0604020202020204"/>
              <a:ea typeface="+mn-ea"/>
              <a:cs typeface="+mn-cs"/>
            </a:endParaRPr>
          </a:p>
        </p:txBody>
      </p:sp>
      <p:sp>
        <p:nvSpPr>
          <p:cNvPr id="43" name="Text Box 31">
            <a:extLst>
              <a:ext uri="{FF2B5EF4-FFF2-40B4-BE49-F238E27FC236}">
                <a16:creationId xmlns:a16="http://schemas.microsoft.com/office/drawing/2014/main" id="{F8A83FE2-B297-074F-B800-645B9338A34A}"/>
              </a:ext>
            </a:extLst>
          </p:cNvPr>
          <p:cNvSpPr txBox="1">
            <a:spLocks noChangeArrowheads="1"/>
          </p:cNvSpPr>
          <p:nvPr/>
        </p:nvSpPr>
        <p:spPr bwMode="auto">
          <a:xfrm>
            <a:off x="2256221" y="1904108"/>
            <a:ext cx="3039615" cy="400110"/>
          </a:xfrm>
          <a:prstGeom prst="rect">
            <a:avLst/>
          </a:prstGeom>
          <a:noFill/>
          <a:ln w="12700">
            <a:noFill/>
            <a:miter lim="800000"/>
            <a:headEnd/>
            <a:tailEnd/>
          </a:ln>
          <a:effectLst/>
        </p:spPr>
        <p:txBody>
          <a:bodyPr wrap="none">
            <a:spAutoFit/>
          </a:bodyPr>
          <a:lstStyle/>
          <a:p>
            <a:pPr marL="0" marR="0" lvl="0" indent="0" algn="l" defTabSz="81281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407EC9">
                    <a:lumMod val="50000"/>
                  </a:srgbClr>
                </a:solidFill>
                <a:effectLst/>
                <a:uLnTx/>
                <a:uFillTx/>
                <a:latin typeface="Arial" panose="020B0604020202020204" pitchFamily="34" charset="0"/>
                <a:ea typeface="+mn-ea"/>
                <a:cs typeface="Arial" panose="020B0604020202020204" pitchFamily="34" charset="0"/>
              </a:rPr>
              <a:t>SYSTEM BOUNDARIES</a:t>
            </a:r>
          </a:p>
        </p:txBody>
      </p:sp>
      <p:sp>
        <p:nvSpPr>
          <p:cNvPr id="44" name="Line 35">
            <a:extLst>
              <a:ext uri="{FF2B5EF4-FFF2-40B4-BE49-F238E27FC236}">
                <a16:creationId xmlns:a16="http://schemas.microsoft.com/office/drawing/2014/main" id="{444F817D-C60E-B049-85F9-F04892E616EA}"/>
              </a:ext>
            </a:extLst>
          </p:cNvPr>
          <p:cNvSpPr>
            <a:spLocks noChangeShapeType="1"/>
          </p:cNvSpPr>
          <p:nvPr/>
        </p:nvSpPr>
        <p:spPr bwMode="auto">
          <a:xfrm>
            <a:off x="7565961" y="5898488"/>
            <a:ext cx="1022350" cy="0"/>
          </a:xfrm>
          <a:prstGeom prst="line">
            <a:avLst/>
          </a:prstGeom>
          <a:noFill/>
          <a:ln w="25400">
            <a:solidFill>
              <a:schemeClr val="accent4"/>
            </a:solidFill>
            <a:round/>
            <a:headEnd/>
            <a:tailEnd/>
          </a:ln>
          <a:extLst>
            <a:ext uri="{909E8E84-426E-40DD-AFC4-6F175D3DCCD1}">
              <a14:hiddenFill xmlns:a14="http://schemas.microsoft.com/office/drawing/2010/main">
                <a:noFill/>
              </a14:hiddenFill>
            </a:ext>
          </a:extLst>
        </p:spPr>
        <p:txBody>
          <a:bodyPr wrap="none" anchor="ctr"/>
          <a:lstStyle/>
          <a:p>
            <a:pPr marL="0" marR="0" lvl="0" indent="0" algn="l" defTabSz="812810" rtl="0" eaLnBrk="1" fontAlgn="auto" latinLnBrk="0" hangingPunct="1">
              <a:lnSpc>
                <a:spcPct val="100000"/>
              </a:lnSpc>
              <a:spcBef>
                <a:spcPts val="0"/>
              </a:spcBef>
              <a:spcAft>
                <a:spcPts val="0"/>
              </a:spcAft>
              <a:buClrTx/>
              <a:buSzTx/>
              <a:buFontTx/>
              <a:buNone/>
              <a:tabLst/>
              <a:defRPr/>
            </a:pPr>
            <a:endParaRPr kumimoji="0" lang="en-US" sz="3200" b="0"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45" name="Rectangle 36">
            <a:extLst>
              <a:ext uri="{FF2B5EF4-FFF2-40B4-BE49-F238E27FC236}">
                <a16:creationId xmlns:a16="http://schemas.microsoft.com/office/drawing/2014/main" id="{6780B007-4B44-0541-B531-7FD738C87804}"/>
              </a:ext>
            </a:extLst>
          </p:cNvPr>
          <p:cNvSpPr>
            <a:spLocks noChangeArrowheads="1"/>
          </p:cNvSpPr>
          <p:nvPr/>
        </p:nvSpPr>
        <p:spPr bwMode="auto">
          <a:xfrm>
            <a:off x="7932674" y="4907888"/>
            <a:ext cx="849593" cy="366767"/>
          </a:xfrm>
          <a:prstGeom prst="rect">
            <a:avLst/>
          </a:prstGeom>
          <a:noFill/>
          <a:ln w="25400">
            <a:solidFill>
              <a:schemeClr val="accent6"/>
            </a:solidFill>
            <a:miter lim="800000"/>
            <a:headEnd/>
            <a:tailEnd/>
          </a:ln>
          <a:extLst>
            <a:ext uri="{909E8E84-426E-40DD-AFC4-6F175D3DCCD1}">
              <a14:hiddenFill xmlns:a14="http://schemas.microsoft.com/office/drawing/2010/main">
                <a:solidFill>
                  <a:srgbClr val="FFFFFF"/>
                </a:solidFill>
              </a14:hiddenFill>
            </a:ext>
          </a:extLst>
        </p:spPr>
        <p:txBody>
          <a:bodyPr wrap="none" lIns="90488" tIns="44450" rIns="90488" bIns="44450">
            <a:spAutoFit/>
          </a:bodyPr>
          <a:lstStyle>
            <a:lvl1pPr>
              <a:spcBef>
                <a:spcPct val="20000"/>
              </a:spcBef>
              <a:buClr>
                <a:srgbClr val="FF9900"/>
              </a:buClr>
              <a:buChar char="•"/>
              <a:defRPr sz="3200" b="1">
                <a:solidFill>
                  <a:srgbClr val="01035B"/>
                </a:solidFill>
                <a:latin typeface="Arial" panose="020B0604020202020204" pitchFamily="34" charset="0"/>
              </a:defRPr>
            </a:lvl1pPr>
            <a:lvl2pPr marL="742950" indent="-285750">
              <a:spcBef>
                <a:spcPct val="20000"/>
              </a:spcBef>
              <a:buClr>
                <a:srgbClr val="FF9900"/>
              </a:buClr>
              <a:buChar char="–"/>
              <a:defRPr sz="2800" b="1">
                <a:solidFill>
                  <a:srgbClr val="01035B"/>
                </a:solidFill>
                <a:latin typeface="Arial" panose="020B0604020202020204" pitchFamily="34" charset="0"/>
              </a:defRPr>
            </a:lvl2pPr>
            <a:lvl3pPr marL="1143000" indent="-228600">
              <a:spcBef>
                <a:spcPct val="20000"/>
              </a:spcBef>
              <a:buClr>
                <a:srgbClr val="FF9900"/>
              </a:buClr>
              <a:buChar char="•"/>
              <a:defRPr sz="2400" b="1">
                <a:solidFill>
                  <a:srgbClr val="01035B"/>
                </a:solidFill>
                <a:latin typeface="Arial" panose="020B0604020202020204" pitchFamily="34" charset="0"/>
              </a:defRPr>
            </a:lvl3pPr>
            <a:lvl4pPr marL="1600200" indent="-228600">
              <a:spcBef>
                <a:spcPct val="20000"/>
              </a:spcBef>
              <a:buClr>
                <a:srgbClr val="FF9900"/>
              </a:buClr>
              <a:buChar char="–"/>
              <a:defRPr sz="2000" b="1">
                <a:solidFill>
                  <a:srgbClr val="01035B"/>
                </a:solidFill>
                <a:latin typeface="Arial" panose="020B0604020202020204" pitchFamily="34" charset="0"/>
              </a:defRPr>
            </a:lvl4pPr>
            <a:lvl5pPr marL="2057400" indent="-228600">
              <a:spcBef>
                <a:spcPct val="20000"/>
              </a:spcBef>
              <a:buClr>
                <a:srgbClr val="FF9900"/>
              </a:buClr>
              <a:buChar char="»"/>
              <a:defRPr sz="2000" b="1">
                <a:solidFill>
                  <a:srgbClr val="01035B"/>
                </a:solidFill>
                <a:latin typeface="Arial" panose="020B0604020202020204" pitchFamily="34" charset="0"/>
              </a:defRPr>
            </a:lvl5pPr>
            <a:lvl6pPr marL="25146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6pPr>
            <a:lvl7pPr marL="29718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7pPr>
            <a:lvl8pPr marL="34290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8pPr>
            <a:lvl9pPr marL="38862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9pPr>
          </a:lstStyle>
          <a:p>
            <a:pPr marL="0" marR="0" lvl="0" indent="0" algn="l" defTabSz="812810" rtl="0" eaLnBrk="1" fontAlgn="auto" latinLnBrk="0" hangingPunct="1">
              <a:lnSpc>
                <a:spcPct val="100000"/>
              </a:lnSpc>
              <a:spcBef>
                <a:spcPct val="0"/>
              </a:spcBef>
              <a:spcAft>
                <a:spcPts val="0"/>
              </a:spcAft>
              <a:buClrTx/>
              <a:buSzTx/>
              <a:buFontTx/>
              <a:buNone/>
              <a:tabLst/>
              <a:defRPr/>
            </a:pPr>
            <a:r>
              <a:rPr kumimoji="0" lang="en-US" altLang="en-US" sz="1800" b="0" i="0" u="none" strike="noStrike" kern="1200" cap="none" spc="0" normalizeH="0" baseline="0" noProof="0">
                <a:ln>
                  <a:noFill/>
                </a:ln>
                <a:solidFill>
                  <a:srgbClr val="00B2A9"/>
                </a:solidFill>
                <a:effectLst/>
                <a:uLnTx/>
                <a:uFillTx/>
                <a:latin typeface="Arial" panose="020B0604020202020204" pitchFamily="34" charset="0"/>
                <a:ea typeface="+mn-ea"/>
                <a:cs typeface="Arial" panose="020B0604020202020204" pitchFamily="34" charset="0"/>
              </a:rPr>
              <a:t>Reuse</a:t>
            </a:r>
          </a:p>
        </p:txBody>
      </p:sp>
      <p:sp>
        <p:nvSpPr>
          <p:cNvPr id="46" name="Line 37">
            <a:extLst>
              <a:ext uri="{FF2B5EF4-FFF2-40B4-BE49-F238E27FC236}">
                <a16:creationId xmlns:a16="http://schemas.microsoft.com/office/drawing/2014/main" id="{413AF426-D956-5D4A-AE08-D1C76DA7AF26}"/>
              </a:ext>
            </a:extLst>
          </p:cNvPr>
          <p:cNvSpPr>
            <a:spLocks noChangeShapeType="1"/>
          </p:cNvSpPr>
          <p:nvPr/>
        </p:nvSpPr>
        <p:spPr bwMode="auto">
          <a:xfrm flipV="1">
            <a:off x="8580374" y="5295238"/>
            <a:ext cx="0" cy="609600"/>
          </a:xfrm>
          <a:prstGeom prst="line">
            <a:avLst/>
          </a:prstGeom>
          <a:noFill/>
          <a:ln w="25400">
            <a:solidFill>
              <a:schemeClr val="accent4"/>
            </a:solidFill>
            <a:round/>
            <a:headEnd/>
            <a:tailEnd type="arrow" w="sm" len="med"/>
          </a:ln>
          <a:extLst>
            <a:ext uri="{909E8E84-426E-40DD-AFC4-6F175D3DCCD1}">
              <a14:hiddenFill xmlns:a14="http://schemas.microsoft.com/office/drawing/2010/main">
                <a:noFill/>
              </a14:hiddenFill>
            </a:ext>
          </a:extLst>
        </p:spPr>
        <p:txBody>
          <a:bodyPr wrap="none" anchor="ctr"/>
          <a:lstStyle/>
          <a:p>
            <a:pPr marL="0" marR="0" lvl="0" indent="0" algn="l" defTabSz="812810" rtl="0" eaLnBrk="1" fontAlgn="auto" latinLnBrk="0" hangingPunct="1">
              <a:lnSpc>
                <a:spcPct val="100000"/>
              </a:lnSpc>
              <a:spcBef>
                <a:spcPts val="0"/>
              </a:spcBef>
              <a:spcAft>
                <a:spcPts val="0"/>
              </a:spcAft>
              <a:buClrTx/>
              <a:buSzTx/>
              <a:buFontTx/>
              <a:buNone/>
              <a:tabLst/>
              <a:defRPr/>
            </a:pPr>
            <a:endParaRPr kumimoji="0" lang="en-US" sz="3200" b="0"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47" name="Line 38">
            <a:extLst>
              <a:ext uri="{FF2B5EF4-FFF2-40B4-BE49-F238E27FC236}">
                <a16:creationId xmlns:a16="http://schemas.microsoft.com/office/drawing/2014/main" id="{B5FB551D-E48B-914E-B617-0B05C8CD0809}"/>
              </a:ext>
            </a:extLst>
          </p:cNvPr>
          <p:cNvSpPr>
            <a:spLocks noChangeShapeType="1"/>
          </p:cNvSpPr>
          <p:nvPr/>
        </p:nvSpPr>
        <p:spPr bwMode="auto">
          <a:xfrm flipH="1" flipV="1">
            <a:off x="7559611" y="5107913"/>
            <a:ext cx="360363" cy="0"/>
          </a:xfrm>
          <a:prstGeom prst="line">
            <a:avLst/>
          </a:prstGeom>
          <a:noFill/>
          <a:ln w="25400">
            <a:solidFill>
              <a:schemeClr val="accent6"/>
            </a:solidFill>
            <a:round/>
            <a:headEnd/>
            <a:tailEnd type="arrow" w="sm" len="med"/>
          </a:ln>
          <a:extLst>
            <a:ext uri="{909E8E84-426E-40DD-AFC4-6F175D3DCCD1}">
              <a14:hiddenFill xmlns:a14="http://schemas.microsoft.com/office/drawing/2010/main">
                <a:noFill/>
              </a14:hiddenFill>
            </a:ext>
          </a:extLst>
        </p:spPr>
        <p:txBody>
          <a:bodyPr wrap="none" anchor="ctr"/>
          <a:lstStyle/>
          <a:p>
            <a:pPr marL="0" marR="0" lvl="0" indent="0" algn="l" defTabSz="812810" rtl="0" eaLnBrk="1" fontAlgn="auto" latinLnBrk="0" hangingPunct="1">
              <a:lnSpc>
                <a:spcPct val="100000"/>
              </a:lnSpc>
              <a:spcBef>
                <a:spcPts val="0"/>
              </a:spcBef>
              <a:spcAft>
                <a:spcPts val="0"/>
              </a:spcAft>
              <a:buClrTx/>
              <a:buSzTx/>
              <a:buFontTx/>
              <a:buNone/>
              <a:tabLst/>
              <a:defRPr/>
            </a:pPr>
            <a:endParaRPr kumimoji="0" lang="en-US" sz="3200" b="0"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48" name="Rectangle 33">
            <a:extLst>
              <a:ext uri="{FF2B5EF4-FFF2-40B4-BE49-F238E27FC236}">
                <a16:creationId xmlns:a16="http://schemas.microsoft.com/office/drawing/2014/main" id="{FA287AA0-7609-AC42-8FF4-4FB27EEFD0AC}"/>
              </a:ext>
            </a:extLst>
          </p:cNvPr>
          <p:cNvSpPr>
            <a:spLocks noChangeArrowheads="1"/>
          </p:cNvSpPr>
          <p:nvPr/>
        </p:nvSpPr>
        <p:spPr bwMode="auto">
          <a:xfrm>
            <a:off x="10172701" y="1985360"/>
            <a:ext cx="5307076" cy="52629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rgbClr val="FF9900"/>
              </a:buClr>
              <a:buChar char="•"/>
              <a:defRPr sz="3200" b="1">
                <a:solidFill>
                  <a:srgbClr val="01035B"/>
                </a:solidFill>
                <a:latin typeface="Arial" panose="020B0604020202020204" pitchFamily="34" charset="0"/>
              </a:defRPr>
            </a:lvl1pPr>
            <a:lvl2pPr marL="742950" indent="-285750">
              <a:spcBef>
                <a:spcPct val="20000"/>
              </a:spcBef>
              <a:buClr>
                <a:srgbClr val="FF9900"/>
              </a:buClr>
              <a:buChar char="–"/>
              <a:defRPr sz="2800" b="1">
                <a:solidFill>
                  <a:srgbClr val="01035B"/>
                </a:solidFill>
                <a:latin typeface="Arial" panose="020B0604020202020204" pitchFamily="34" charset="0"/>
              </a:defRPr>
            </a:lvl2pPr>
            <a:lvl3pPr marL="1143000" indent="-228600">
              <a:spcBef>
                <a:spcPct val="20000"/>
              </a:spcBef>
              <a:buClr>
                <a:srgbClr val="FF9900"/>
              </a:buClr>
              <a:buChar char="•"/>
              <a:defRPr sz="2400" b="1">
                <a:solidFill>
                  <a:srgbClr val="01035B"/>
                </a:solidFill>
                <a:latin typeface="Arial" panose="020B0604020202020204" pitchFamily="34" charset="0"/>
              </a:defRPr>
            </a:lvl3pPr>
            <a:lvl4pPr marL="1600200" indent="-228600">
              <a:spcBef>
                <a:spcPct val="20000"/>
              </a:spcBef>
              <a:buClr>
                <a:srgbClr val="FF9900"/>
              </a:buClr>
              <a:buChar char="–"/>
              <a:defRPr sz="2000" b="1">
                <a:solidFill>
                  <a:srgbClr val="01035B"/>
                </a:solidFill>
                <a:latin typeface="Arial" panose="020B0604020202020204" pitchFamily="34" charset="0"/>
              </a:defRPr>
            </a:lvl4pPr>
            <a:lvl5pPr marL="2057400" indent="-228600">
              <a:spcBef>
                <a:spcPct val="20000"/>
              </a:spcBef>
              <a:buClr>
                <a:srgbClr val="FF9900"/>
              </a:buClr>
              <a:buChar char="»"/>
              <a:defRPr sz="2000" b="1">
                <a:solidFill>
                  <a:srgbClr val="01035B"/>
                </a:solidFill>
                <a:latin typeface="Arial" panose="020B0604020202020204" pitchFamily="34" charset="0"/>
              </a:defRPr>
            </a:lvl5pPr>
            <a:lvl6pPr marL="25146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6pPr>
            <a:lvl7pPr marL="29718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7pPr>
            <a:lvl8pPr marL="34290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8pPr>
            <a:lvl9pPr marL="38862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9pPr>
          </a:lstStyle>
          <a:p>
            <a:pPr marL="0" marR="0" lvl="0" indent="0" algn="l" defTabSz="812810" rtl="0" eaLnBrk="1" fontAlgn="auto" latinLnBrk="0" hangingPunct="1">
              <a:lnSpc>
                <a:spcPct val="100000"/>
              </a:lnSpc>
              <a:spcBef>
                <a:spcPct val="0"/>
              </a:spcBef>
              <a:spcAft>
                <a:spcPts val="0"/>
              </a:spcAft>
              <a:buClrTx/>
              <a:buSzTx/>
              <a:buFontTx/>
              <a:buNone/>
              <a:tabLst/>
              <a:defRPr/>
            </a:pPr>
            <a:r>
              <a:rPr kumimoji="0" lang="en-US" altLang="en-US" sz="2400" b="0" i="0" u="none" strike="noStrike" kern="1200" cap="none" spc="0" normalizeH="0" baseline="0" noProof="1">
                <a:ln>
                  <a:noFill/>
                </a:ln>
                <a:solidFill>
                  <a:srgbClr val="9A3324"/>
                </a:solidFill>
                <a:effectLst/>
                <a:uLnTx/>
                <a:uFillTx/>
                <a:latin typeface="Arial" panose="020B0604020202020204"/>
                <a:ea typeface="+mn-ea"/>
                <a:cs typeface="+mn-cs"/>
              </a:rPr>
              <a:t>Waste disposals and treatments </a:t>
            </a:r>
            <a:br>
              <a:rPr kumimoji="0" lang="en-US" altLang="en-US" sz="2400" b="0" i="0" u="none" strike="noStrike" kern="1200" cap="none" spc="0" normalizeH="0" baseline="0" noProof="1">
                <a:ln>
                  <a:noFill/>
                </a:ln>
                <a:solidFill>
                  <a:srgbClr val="9A3324"/>
                </a:solidFill>
                <a:effectLst/>
                <a:uLnTx/>
                <a:uFillTx/>
                <a:latin typeface="Arial" panose="020B0604020202020204"/>
                <a:ea typeface="+mn-ea"/>
                <a:cs typeface="+mn-cs"/>
              </a:rPr>
            </a:br>
            <a:r>
              <a:rPr kumimoji="0" lang="en-US" altLang="en-US" sz="2400" b="0" i="0" u="none" strike="noStrike" kern="1200" cap="none" spc="0" normalizeH="0" baseline="0" noProof="1">
                <a:ln>
                  <a:noFill/>
                </a:ln>
                <a:solidFill>
                  <a:srgbClr val="9A3324"/>
                </a:solidFill>
                <a:effectLst/>
                <a:uLnTx/>
                <a:uFillTx/>
                <a:latin typeface="Arial" panose="020B0604020202020204"/>
                <a:ea typeface="+mn-ea"/>
                <a:cs typeface="+mn-cs"/>
              </a:rPr>
              <a:t>are included in the system boundaries and are </a:t>
            </a:r>
            <a:r>
              <a:rPr kumimoji="0" lang="en-US" altLang="en-US" sz="2400" b="0" i="0" u="none" strike="noStrike" kern="1200" cap="none" spc="0" normalizeH="0" baseline="0" noProof="1">
                <a:ln>
                  <a:noFill/>
                </a:ln>
                <a:solidFill>
                  <a:srgbClr val="407EC9"/>
                </a:solidFill>
                <a:effectLst/>
                <a:uLnTx/>
                <a:uFillTx/>
                <a:latin typeface="Arial" panose="020B0604020202020204"/>
                <a:ea typeface="+mn-ea"/>
                <a:cs typeface="+mn-cs"/>
              </a:rPr>
              <a:t>intermediary</a:t>
            </a:r>
            <a:r>
              <a:rPr kumimoji="0" lang="en-US" altLang="en-US" sz="2400" b="0" i="0" u="none" strike="noStrike" kern="1200" cap="none" spc="0" normalizeH="0" baseline="0" noProof="1">
                <a:ln>
                  <a:noFill/>
                </a:ln>
                <a:solidFill>
                  <a:srgbClr val="9A3324"/>
                </a:solidFill>
                <a:effectLst/>
                <a:uLnTx/>
                <a:uFillTx/>
                <a:latin typeface="Arial" panose="020B0604020202020204"/>
                <a:ea typeface="+mn-ea"/>
                <a:cs typeface="+mn-cs"/>
              </a:rPr>
              <a:t> </a:t>
            </a:r>
            <a:br>
              <a:rPr kumimoji="0" lang="en-US" altLang="en-US" sz="2400" b="0" i="0" u="none" strike="noStrike" kern="1200" cap="none" spc="0" normalizeH="0" baseline="0" noProof="1">
                <a:ln>
                  <a:noFill/>
                </a:ln>
                <a:solidFill>
                  <a:srgbClr val="9A3324"/>
                </a:solidFill>
                <a:effectLst/>
                <a:uLnTx/>
                <a:uFillTx/>
                <a:latin typeface="Arial" panose="020B0604020202020204"/>
                <a:ea typeface="+mn-ea"/>
                <a:cs typeface="+mn-cs"/>
              </a:rPr>
            </a:br>
            <a:r>
              <a:rPr kumimoji="0" lang="en-US" altLang="en-US" sz="2400" b="0" i="0" u="none" strike="noStrike" kern="1200" cap="none" spc="0" normalizeH="0" baseline="0" noProof="1">
                <a:ln>
                  <a:noFill/>
                </a:ln>
                <a:solidFill>
                  <a:srgbClr val="9A3324"/>
                </a:solidFill>
                <a:effectLst/>
                <a:uLnTx/>
                <a:uFillTx/>
                <a:latin typeface="Arial" panose="020B0604020202020204"/>
                <a:ea typeface="+mn-ea"/>
                <a:cs typeface="+mn-cs"/>
              </a:rPr>
              <a:t>NOT </a:t>
            </a:r>
            <a:r>
              <a:rPr kumimoji="0" lang="en-US" altLang="en-US" sz="2400" b="0" i="0" u="none" strike="noStrike" kern="1200" cap="none" spc="0" normalizeH="0" baseline="0" noProof="1">
                <a:ln>
                  <a:noFill/>
                </a:ln>
                <a:solidFill>
                  <a:srgbClr val="ADA400"/>
                </a:solidFill>
                <a:effectLst/>
                <a:uLnTx/>
                <a:uFillTx/>
                <a:latin typeface="Arial" panose="020B0604020202020204"/>
                <a:ea typeface="+mn-ea"/>
                <a:cs typeface="+mn-cs"/>
              </a:rPr>
              <a:t>elementary</a:t>
            </a:r>
            <a:r>
              <a:rPr kumimoji="0" lang="en-US" altLang="en-US" sz="2400" b="0" i="0" u="none" strike="noStrike" kern="1200" cap="none" spc="0" normalizeH="0" baseline="0" noProof="1">
                <a:ln>
                  <a:noFill/>
                </a:ln>
                <a:solidFill>
                  <a:srgbClr val="9A3324"/>
                </a:solidFill>
                <a:effectLst/>
                <a:uLnTx/>
                <a:uFillTx/>
                <a:latin typeface="Arial" panose="020B0604020202020204"/>
                <a:ea typeface="+mn-ea"/>
                <a:cs typeface="+mn-cs"/>
              </a:rPr>
              <a:t> flows.</a:t>
            </a:r>
          </a:p>
          <a:p>
            <a:pPr marL="0" marR="0" lvl="0" indent="0" algn="l" defTabSz="81281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1">
              <a:ln>
                <a:noFill/>
              </a:ln>
              <a:solidFill>
                <a:srgbClr val="702082"/>
              </a:solidFill>
              <a:effectLst/>
              <a:uLnTx/>
              <a:uFillTx/>
              <a:latin typeface="Arial" panose="020B0604020202020204" pitchFamily="34" charset="0"/>
              <a:ea typeface="+mn-ea"/>
              <a:cs typeface="+mn-cs"/>
            </a:endParaRPr>
          </a:p>
          <a:p>
            <a:pPr marL="0" marR="0" lvl="0" indent="0" algn="l" defTabSz="812810" rtl="0" eaLnBrk="1" fontAlgn="auto" latinLnBrk="0" hangingPunct="1">
              <a:lnSpc>
                <a:spcPct val="100000"/>
              </a:lnSpc>
              <a:spcBef>
                <a:spcPct val="0"/>
              </a:spcBef>
              <a:spcAft>
                <a:spcPts val="0"/>
              </a:spcAft>
              <a:buClrTx/>
              <a:buSzTx/>
              <a:buFontTx/>
              <a:buNone/>
              <a:tabLst/>
              <a:defRPr/>
            </a:pPr>
            <a:r>
              <a:rPr kumimoji="0" lang="en-US" altLang="en-US" sz="2400" b="0" i="0" u="none" strike="noStrike" kern="1200" cap="none" spc="0" normalizeH="0" baseline="0" noProof="0" dirty="0">
                <a:ln>
                  <a:noFill/>
                </a:ln>
                <a:solidFill>
                  <a:srgbClr val="00274C"/>
                </a:solidFill>
                <a:effectLst/>
                <a:uLnTx/>
                <a:uFillTx/>
                <a:latin typeface="Arial" panose="020B0604020202020204" pitchFamily="34" charset="0"/>
                <a:ea typeface="+mn-ea"/>
                <a:cs typeface="+mn-cs"/>
              </a:rPr>
              <a:t>The level of detail required to achieve the study goals determines the number of UPs considered and their boundaries.</a:t>
            </a:r>
          </a:p>
          <a:p>
            <a:pPr marL="0" marR="0" lvl="0" indent="0" algn="l" defTabSz="81281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1">
              <a:ln>
                <a:noFill/>
              </a:ln>
              <a:solidFill>
                <a:srgbClr val="000000"/>
              </a:solidFill>
              <a:effectLst/>
              <a:uLnTx/>
              <a:uFillTx/>
              <a:latin typeface="Arial" panose="020B0604020202020204" pitchFamily="34" charset="0"/>
              <a:ea typeface="+mn-ea"/>
              <a:cs typeface="+mn-cs"/>
            </a:endParaRPr>
          </a:p>
          <a:p>
            <a:pPr marL="0" marR="0" lvl="0" indent="0" algn="l" defTabSz="812810" rtl="0" eaLnBrk="1" fontAlgn="auto" latinLnBrk="0" hangingPunct="1">
              <a:lnSpc>
                <a:spcPct val="100000"/>
              </a:lnSpc>
              <a:spcBef>
                <a:spcPct val="0"/>
              </a:spcBef>
              <a:spcAft>
                <a:spcPts val="0"/>
              </a:spcAft>
              <a:buClrTx/>
              <a:buSzTx/>
              <a:buFontTx/>
              <a:buNone/>
              <a:tabLst/>
              <a:defRPr/>
            </a:pPr>
            <a:r>
              <a:rPr kumimoji="0" lang="en-US" altLang="en-US" sz="2400" b="0" i="0" u="none" strike="noStrike" kern="1200" cap="none" spc="0" normalizeH="0" baseline="0" noProof="1">
                <a:ln>
                  <a:noFill/>
                </a:ln>
                <a:solidFill>
                  <a:srgbClr val="00274C"/>
                </a:solidFill>
                <a:effectLst/>
                <a:uLnTx/>
                <a:uFillTx/>
                <a:latin typeface="Arial" panose="020B0604020202020204" pitchFamily="34" charset="0"/>
                <a:ea typeface="+mn-ea"/>
                <a:cs typeface="+mn-cs"/>
              </a:rPr>
              <a:t>For a given product function, </a:t>
            </a:r>
            <a:br>
              <a:rPr kumimoji="0" lang="en-US" altLang="en-US" sz="2400" b="0" i="0" u="none" strike="noStrike" kern="1200" cap="none" spc="0" normalizeH="0" baseline="0" noProof="1">
                <a:ln>
                  <a:noFill/>
                </a:ln>
                <a:solidFill>
                  <a:srgbClr val="00274C"/>
                </a:solidFill>
                <a:effectLst/>
                <a:uLnTx/>
                <a:uFillTx/>
                <a:latin typeface="Arial" panose="020B0604020202020204" pitchFamily="34" charset="0"/>
                <a:ea typeface="+mn-ea"/>
                <a:cs typeface="+mn-cs"/>
              </a:rPr>
            </a:br>
            <a:r>
              <a:rPr kumimoji="0" lang="en-US" altLang="en-US" sz="2400" b="0" i="0" u="none" strike="noStrike" kern="1200" cap="none" spc="0" normalizeH="0" baseline="0" noProof="1">
                <a:ln>
                  <a:noFill/>
                </a:ln>
                <a:solidFill>
                  <a:srgbClr val="00274C"/>
                </a:solidFill>
                <a:effectLst/>
                <a:uLnTx/>
                <a:uFillTx/>
                <a:latin typeface="Arial" panose="020B0604020202020204" pitchFamily="34" charset="0"/>
                <a:ea typeface="+mn-ea"/>
                <a:cs typeface="+mn-cs"/>
              </a:rPr>
              <a:t>the system is best built by designing a </a:t>
            </a:r>
            <a:r>
              <a:rPr kumimoji="0" lang="en-US" altLang="en-US" sz="2400" b="1" i="1" u="none" strike="noStrike" kern="1200" cap="none" spc="0" normalizeH="0" baseline="0" noProof="1">
                <a:ln>
                  <a:noFill/>
                </a:ln>
                <a:solidFill>
                  <a:srgbClr val="00274C"/>
                </a:solidFill>
                <a:effectLst/>
                <a:uLnTx/>
                <a:uFillTx/>
                <a:latin typeface="Arial" panose="020B0604020202020204" pitchFamily="34" charset="0"/>
                <a:ea typeface="+mn-ea"/>
                <a:cs typeface="+mn-cs"/>
              </a:rPr>
              <a:t>process tree or flow chart / </a:t>
            </a:r>
            <a:br>
              <a:rPr kumimoji="0" lang="en-US" altLang="en-US" sz="2400" b="1" i="1" u="none" strike="noStrike" kern="1200" cap="none" spc="0" normalizeH="0" baseline="0" noProof="1">
                <a:ln>
                  <a:noFill/>
                </a:ln>
                <a:solidFill>
                  <a:srgbClr val="00274C"/>
                </a:solidFill>
                <a:effectLst/>
                <a:uLnTx/>
                <a:uFillTx/>
                <a:latin typeface="Arial" panose="020B0604020202020204" pitchFamily="34" charset="0"/>
                <a:ea typeface="+mn-ea"/>
                <a:cs typeface="+mn-cs"/>
              </a:rPr>
            </a:br>
            <a:r>
              <a:rPr kumimoji="0" lang="en-US" altLang="en-US" sz="2400" b="1" i="1" u="none" strike="noStrike" kern="1200" cap="none" spc="0" normalizeH="0" baseline="0" noProof="1">
                <a:ln>
                  <a:noFill/>
                </a:ln>
                <a:solidFill>
                  <a:srgbClr val="00274C"/>
                </a:solidFill>
                <a:effectLst/>
                <a:uLnTx/>
                <a:uFillTx/>
                <a:latin typeface="Arial" panose="020B0604020202020204" pitchFamily="34" charset="0"/>
                <a:ea typeface="+mn-ea"/>
                <a:cs typeface="+mn-cs"/>
              </a:rPr>
              <a:t>flow diagram.</a:t>
            </a:r>
          </a:p>
        </p:txBody>
      </p:sp>
    </p:spTree>
    <p:extLst>
      <p:ext uri="{BB962C8B-B14F-4D97-AF65-F5344CB8AC3E}">
        <p14:creationId xmlns:p14="http://schemas.microsoft.com/office/powerpoint/2010/main" val="826870639"/>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7">
            <a:extLst>
              <a:ext uri="{FF2B5EF4-FFF2-40B4-BE49-F238E27FC236}">
                <a16:creationId xmlns:a16="http://schemas.microsoft.com/office/drawing/2014/main" id="{DCE93A83-2E66-F74F-A5CD-47D28E6C7BC3}"/>
              </a:ext>
            </a:extLst>
          </p:cNvPr>
          <p:cNvSpPr txBox="1">
            <a:spLocks/>
          </p:cNvSpPr>
          <p:nvPr/>
        </p:nvSpPr>
        <p:spPr>
          <a:xfrm>
            <a:off x="440871" y="5021568"/>
            <a:ext cx="14799129" cy="1718216"/>
          </a:xfrm>
          <a:prstGeom prst="rect">
            <a:avLst/>
          </a:prstGeom>
        </p:spPr>
        <p:txBody>
          <a:bodyPr anchor="t">
            <a:normAutofit/>
          </a:bodyPr>
          <a:lstStyle>
            <a:lvl1pPr algn="ctr" defTabSz="457200" rtl="0" eaLnBrk="1" latinLnBrk="0" hangingPunct="1">
              <a:spcBef>
                <a:spcPct val="0"/>
              </a:spcBef>
              <a:buNone/>
              <a:defRPr sz="4400" kern="1200">
                <a:solidFill>
                  <a:schemeClr val="tx1"/>
                </a:solidFill>
                <a:latin typeface="+mj-lt"/>
                <a:ea typeface="+mj-ea"/>
                <a:cs typeface="+mj-cs"/>
              </a:defRPr>
            </a:lvl1pPr>
          </a:lstStyle>
          <a:p>
            <a:pPr marL="0" marR="0" lvl="0" indent="0" algn="l" defTabSz="457200" rtl="0" eaLnBrk="1" fontAlgn="auto" latinLnBrk="0" hangingPunct="1">
              <a:lnSpc>
                <a:spcPct val="100000"/>
              </a:lnSpc>
              <a:spcBef>
                <a:spcPct val="0"/>
              </a:spcBef>
              <a:spcAft>
                <a:spcPts val="0"/>
              </a:spcAft>
              <a:buClrTx/>
              <a:buSzTx/>
              <a:buFontTx/>
              <a:buNone/>
              <a:tabLst/>
              <a:defRPr/>
            </a:pPr>
            <a:r>
              <a:rPr kumimoji="0" lang="en-US" sz="5000" b="1" i="0" u="none" strike="noStrike" kern="1200" cap="none" spc="0" normalizeH="0" baseline="0" noProof="0" dirty="0">
                <a:ln>
                  <a:noFill/>
                </a:ln>
                <a:solidFill>
                  <a:srgbClr val="00274C"/>
                </a:solidFill>
                <a:effectLst/>
                <a:uLnTx/>
                <a:uFillTx/>
                <a:latin typeface="Arial"/>
                <a:ea typeface="+mj-ea"/>
                <a:cs typeface="+mj-cs"/>
              </a:rPr>
              <a:t>Building of product system and process tree</a:t>
            </a:r>
          </a:p>
          <a:p>
            <a:pPr marL="0" marR="0" lvl="0" indent="0" algn="l" defTabSz="457200" rtl="0" eaLnBrk="1" fontAlgn="auto" latinLnBrk="0" hangingPunct="1">
              <a:lnSpc>
                <a:spcPct val="100000"/>
              </a:lnSpc>
              <a:spcBef>
                <a:spcPct val="0"/>
              </a:spcBef>
              <a:spcAft>
                <a:spcPts val="0"/>
              </a:spcAft>
              <a:buClrTx/>
              <a:buSzTx/>
              <a:buFontTx/>
              <a:buNone/>
              <a:tabLst/>
              <a:defRPr/>
            </a:pPr>
            <a:r>
              <a:rPr kumimoji="0" lang="en-US" altLang="en-US" sz="3600" b="1" i="0" u="none" strike="noStrike" kern="1200" cap="none" spc="0" normalizeH="0" baseline="0" noProof="0" dirty="0">
                <a:ln>
                  <a:noFill/>
                </a:ln>
                <a:solidFill>
                  <a:srgbClr val="D86018"/>
                </a:solidFill>
                <a:effectLst/>
                <a:uLnTx/>
                <a:uFillTx/>
                <a:latin typeface="Arial"/>
                <a:ea typeface="+mj-ea"/>
                <a:cs typeface="+mj-cs"/>
              </a:rPr>
              <a:t>Part B Steps and application to aluminum</a:t>
            </a:r>
          </a:p>
        </p:txBody>
      </p:sp>
      <p:sp>
        <p:nvSpPr>
          <p:cNvPr id="3" name="TextBox 2">
            <a:extLst>
              <a:ext uri="{FF2B5EF4-FFF2-40B4-BE49-F238E27FC236}">
                <a16:creationId xmlns:a16="http://schemas.microsoft.com/office/drawing/2014/main" id="{F70B5F09-AA9C-0C49-A705-E3ECF1BA7055}"/>
              </a:ext>
            </a:extLst>
          </p:cNvPr>
          <p:cNvSpPr txBox="1"/>
          <p:nvPr/>
        </p:nvSpPr>
        <p:spPr>
          <a:xfrm>
            <a:off x="440871" y="6790584"/>
            <a:ext cx="3021981" cy="477054"/>
          </a:xfrm>
          <a:prstGeom prst="rect">
            <a:avLst/>
          </a:prstGeom>
          <a:noFill/>
        </p:spPr>
        <p:txBody>
          <a:bodyPr wrap="none" rtlCol="0">
            <a:spAutoFit/>
          </a:bodyPr>
          <a:lstStyle/>
          <a:p>
            <a:pPr marL="0" marR="0" lvl="0" indent="0" algn="l" defTabSz="812810" rtl="0" eaLnBrk="1" fontAlgn="auto" latinLnBrk="0" hangingPunct="1">
              <a:lnSpc>
                <a:spcPct val="100000"/>
              </a:lnSpc>
              <a:spcBef>
                <a:spcPts val="0"/>
              </a:spcBef>
              <a:spcAft>
                <a:spcPts val="0"/>
              </a:spcAft>
              <a:buClrTx/>
              <a:buSzTx/>
              <a:buFontTx/>
              <a:buNone/>
              <a:tabLst/>
              <a:defRPr/>
            </a:pPr>
            <a:r>
              <a:rPr kumimoji="0" lang="en-US" sz="2500" b="1" i="0" u="none" strike="noStrike" kern="1200" cap="none" spc="0" normalizeH="0" baseline="0" noProof="0" dirty="0">
                <a:ln>
                  <a:noFill/>
                </a:ln>
                <a:solidFill>
                  <a:srgbClr val="00274C"/>
                </a:solidFill>
                <a:effectLst/>
                <a:uLnTx/>
                <a:uFillTx/>
                <a:latin typeface="Arial"/>
                <a:ea typeface="+mn-ea"/>
                <a:cs typeface="+mn-cs"/>
              </a:rPr>
              <a:t>Olivier Jolliet</a:t>
            </a:r>
            <a:r>
              <a:rPr kumimoji="0" lang="en-US" sz="2500" b="1" i="0" u="none" strike="noStrike" kern="1200" cap="none" spc="0" normalizeH="0" baseline="0" noProof="0">
                <a:ln>
                  <a:noFill/>
                </a:ln>
                <a:solidFill>
                  <a:srgbClr val="00274C"/>
                </a:solidFill>
                <a:effectLst/>
                <a:uLnTx/>
                <a:uFillTx/>
                <a:latin typeface="Arial"/>
                <a:ea typeface="+mn-ea"/>
                <a:cs typeface="+mn-cs"/>
              </a:rPr>
              <a:t>, PhD</a:t>
            </a:r>
            <a:endParaRPr kumimoji="0" lang="en-US" sz="2500" b="0" i="0" u="none" strike="noStrike" kern="1200" cap="none" spc="0" normalizeH="0" baseline="0" noProof="0" dirty="0">
              <a:ln>
                <a:noFill/>
              </a:ln>
              <a:solidFill>
                <a:srgbClr val="00274C"/>
              </a:solidFill>
              <a:effectLst/>
              <a:uLnTx/>
              <a:uFillTx/>
              <a:latin typeface="Arial"/>
              <a:ea typeface="+mn-ea"/>
              <a:cs typeface="+mn-cs"/>
            </a:endParaRPr>
          </a:p>
        </p:txBody>
      </p:sp>
    </p:spTree>
    <p:extLst>
      <p:ext uri="{BB962C8B-B14F-4D97-AF65-F5344CB8AC3E}">
        <p14:creationId xmlns:p14="http://schemas.microsoft.com/office/powerpoint/2010/main" val="2116609529"/>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8439A4-B037-4F4E-AFCE-96000C7C1237}"/>
              </a:ext>
            </a:extLst>
          </p:cNvPr>
          <p:cNvSpPr>
            <a:spLocks noGrp="1"/>
          </p:cNvSpPr>
          <p:nvPr>
            <p:ph type="title"/>
          </p:nvPr>
        </p:nvSpPr>
        <p:spPr>
          <a:xfrm>
            <a:off x="812880" y="279400"/>
            <a:ext cx="15444708" cy="870385"/>
          </a:xfrm>
        </p:spPr>
        <p:txBody>
          <a:bodyPr/>
          <a:lstStyle/>
          <a:p>
            <a:r>
              <a:rPr lang="en-US" altLang="en-US" dirty="0"/>
              <a:t>Process tree design</a:t>
            </a:r>
            <a:endParaRPr lang="en-US" dirty="0">
              <a:solidFill>
                <a:schemeClr val="tx2"/>
              </a:solidFill>
            </a:endParaRPr>
          </a:p>
        </p:txBody>
      </p:sp>
      <p:sp>
        <p:nvSpPr>
          <p:cNvPr id="5" name="Rectangle 3">
            <a:extLst>
              <a:ext uri="{FF2B5EF4-FFF2-40B4-BE49-F238E27FC236}">
                <a16:creationId xmlns:a16="http://schemas.microsoft.com/office/drawing/2014/main" id="{5868F279-55FF-0146-A398-704D27232C0A}"/>
              </a:ext>
            </a:extLst>
          </p:cNvPr>
          <p:cNvSpPr>
            <a:spLocks noChangeArrowheads="1"/>
          </p:cNvSpPr>
          <p:nvPr/>
        </p:nvSpPr>
        <p:spPr bwMode="auto">
          <a:xfrm>
            <a:off x="2024571" y="1563976"/>
            <a:ext cx="9004340" cy="57143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514350" indent="-514350">
              <a:spcBef>
                <a:spcPct val="20000"/>
              </a:spcBef>
              <a:buClr>
                <a:srgbClr val="FF9900"/>
              </a:buClr>
              <a:buChar char="•"/>
              <a:defRPr sz="3200" b="1">
                <a:solidFill>
                  <a:srgbClr val="01035B"/>
                </a:solidFill>
                <a:latin typeface="Arial" panose="020B0604020202020204" pitchFamily="34" charset="0"/>
              </a:defRPr>
            </a:lvl1pPr>
            <a:lvl2pPr marL="742950" indent="-285750">
              <a:spcBef>
                <a:spcPct val="20000"/>
              </a:spcBef>
              <a:buClr>
                <a:srgbClr val="FF9900"/>
              </a:buClr>
              <a:buChar char="–"/>
              <a:defRPr sz="2800" b="1">
                <a:solidFill>
                  <a:srgbClr val="01035B"/>
                </a:solidFill>
                <a:latin typeface="Arial" panose="020B0604020202020204" pitchFamily="34" charset="0"/>
              </a:defRPr>
            </a:lvl2pPr>
            <a:lvl3pPr marL="1143000" indent="-228600">
              <a:spcBef>
                <a:spcPct val="20000"/>
              </a:spcBef>
              <a:buClr>
                <a:srgbClr val="FF9900"/>
              </a:buClr>
              <a:buChar char="•"/>
              <a:defRPr sz="2400" b="1">
                <a:solidFill>
                  <a:srgbClr val="01035B"/>
                </a:solidFill>
                <a:latin typeface="Arial" panose="020B0604020202020204" pitchFamily="34" charset="0"/>
              </a:defRPr>
            </a:lvl3pPr>
            <a:lvl4pPr marL="1600200" indent="-228600">
              <a:spcBef>
                <a:spcPct val="20000"/>
              </a:spcBef>
              <a:buClr>
                <a:srgbClr val="FF9900"/>
              </a:buClr>
              <a:buChar char="–"/>
              <a:defRPr sz="2000" b="1">
                <a:solidFill>
                  <a:srgbClr val="01035B"/>
                </a:solidFill>
                <a:latin typeface="Arial" panose="020B0604020202020204" pitchFamily="34" charset="0"/>
              </a:defRPr>
            </a:lvl4pPr>
            <a:lvl5pPr marL="2057400" indent="-228600">
              <a:spcBef>
                <a:spcPct val="20000"/>
              </a:spcBef>
              <a:buClr>
                <a:srgbClr val="FF9900"/>
              </a:buClr>
              <a:buChar char="»"/>
              <a:defRPr sz="2000" b="1">
                <a:solidFill>
                  <a:srgbClr val="01035B"/>
                </a:solidFill>
                <a:latin typeface="Arial" panose="020B0604020202020204" pitchFamily="34" charset="0"/>
              </a:defRPr>
            </a:lvl5pPr>
            <a:lvl6pPr marL="25146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6pPr>
            <a:lvl7pPr marL="29718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7pPr>
            <a:lvl8pPr marL="34290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8pPr>
            <a:lvl9pPr marL="38862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9pPr>
          </a:lstStyle>
          <a:p>
            <a:pPr marL="0" marR="0" lvl="0" indent="0" algn="l" defTabSz="812810" rtl="0" eaLnBrk="1" fontAlgn="auto" latinLnBrk="0" hangingPunct="1">
              <a:lnSpc>
                <a:spcPct val="100000"/>
              </a:lnSpc>
              <a:spcBef>
                <a:spcPct val="0"/>
              </a:spcBef>
              <a:spcAft>
                <a:spcPts val="1600"/>
              </a:spcAft>
              <a:buClrTx/>
              <a:buSzTx/>
              <a:buFontTx/>
              <a:buNone/>
              <a:tabLst/>
              <a:defRPr/>
            </a:pPr>
            <a:r>
              <a:rPr kumimoji="0" lang="en-US" altLang="en-US" sz="2400" b="0" i="1" u="none" strike="noStrike" kern="1200" cap="none" spc="0" normalizeH="0" baseline="0" noProof="0" dirty="0">
                <a:ln>
                  <a:noFill/>
                </a:ln>
                <a:solidFill>
                  <a:srgbClr val="00B2A9"/>
                </a:solidFill>
                <a:effectLst/>
                <a:uLnTx/>
                <a:uFillTx/>
                <a:latin typeface="Arial" panose="020B0604020202020204" pitchFamily="34" charset="0"/>
                <a:ea typeface="+mn-ea"/>
                <a:cs typeface="+mn-cs"/>
              </a:rPr>
              <a:t>Start from your functional unit </a:t>
            </a:r>
            <a:r>
              <a:rPr kumimoji="0" lang="en-US" altLang="en-US" sz="2400" b="0" i="0" u="none" strike="noStrike" kern="1200" cap="none" spc="0" normalizeH="0" baseline="0" noProof="0" dirty="0">
                <a:ln>
                  <a:noFill/>
                </a:ln>
                <a:solidFill>
                  <a:srgbClr val="00274C"/>
                </a:solidFill>
                <a:effectLst/>
                <a:uLnTx/>
                <a:uFillTx/>
                <a:latin typeface="Arial" panose="020B0604020202020204" pitchFamily="34" charset="0"/>
                <a:ea typeface="+mn-ea"/>
                <a:cs typeface="+mn-cs"/>
              </a:rPr>
              <a:t>and the </a:t>
            </a:r>
            <a:r>
              <a:rPr kumimoji="0" lang="en-US" altLang="en-US" sz="2400" b="1" i="0" u="none" strike="noStrike" kern="1200" cap="none" spc="0" normalizeH="0" baseline="0" noProof="0" dirty="0">
                <a:ln>
                  <a:noFill/>
                </a:ln>
                <a:solidFill>
                  <a:srgbClr val="00274C"/>
                </a:solidFill>
                <a:effectLst/>
                <a:uLnTx/>
                <a:uFillTx/>
                <a:latin typeface="Arial" panose="020B0604020202020204" pitchFamily="34" charset="0"/>
                <a:ea typeface="+mn-ea"/>
                <a:cs typeface="+mn-cs"/>
              </a:rPr>
              <a:t>Tier 1 </a:t>
            </a:r>
            <a:r>
              <a:rPr kumimoji="0" lang="en-US" altLang="en-US" sz="2400" b="0" i="0" u="none" strike="noStrike" kern="1200" cap="none" spc="0" normalizeH="0" baseline="0" noProof="0" dirty="0">
                <a:ln>
                  <a:noFill/>
                </a:ln>
                <a:solidFill>
                  <a:srgbClr val="00274C"/>
                </a:solidFill>
                <a:effectLst/>
                <a:uLnTx/>
                <a:uFillTx/>
                <a:latin typeface="Arial" panose="020B0604020202020204" pitchFamily="34" charset="0"/>
                <a:ea typeface="+mn-ea"/>
                <a:cs typeface="+mn-cs"/>
              </a:rPr>
              <a:t>related reference/intermediary flows needed to be purchased </a:t>
            </a:r>
            <a:br>
              <a:rPr kumimoji="0" lang="en-US" altLang="en-US" sz="2400" b="0" i="0" u="none" strike="noStrike" kern="1200" cap="none" spc="0" normalizeH="0" baseline="0" noProof="0" dirty="0">
                <a:ln>
                  <a:noFill/>
                </a:ln>
                <a:solidFill>
                  <a:srgbClr val="00274C"/>
                </a:solidFill>
                <a:effectLst/>
                <a:uLnTx/>
                <a:uFillTx/>
                <a:latin typeface="Arial" panose="020B0604020202020204" pitchFamily="34" charset="0"/>
                <a:ea typeface="+mn-ea"/>
                <a:cs typeface="+mn-cs"/>
              </a:rPr>
            </a:br>
            <a:r>
              <a:rPr kumimoji="0" lang="en-US" altLang="en-US" sz="2400" b="0" i="0" u="none" strike="noStrike" kern="1200" cap="none" spc="0" normalizeH="0" baseline="0" noProof="0" dirty="0">
                <a:ln>
                  <a:noFill/>
                </a:ln>
                <a:solidFill>
                  <a:srgbClr val="00274C"/>
                </a:solidFill>
                <a:effectLst/>
                <a:uLnTx/>
                <a:uFillTx/>
                <a:latin typeface="Arial" panose="020B0604020202020204" pitchFamily="34" charset="0"/>
                <a:ea typeface="+mn-ea"/>
                <a:cs typeface="+mn-cs"/>
              </a:rPr>
              <a:t>per functional unit. Draw one box per reference flow.</a:t>
            </a:r>
          </a:p>
          <a:p>
            <a:pPr marL="0" marR="0" lvl="0" indent="0" algn="l" defTabSz="812810" rtl="0" eaLnBrk="1" fontAlgn="auto" latinLnBrk="0" hangingPunct="1">
              <a:lnSpc>
                <a:spcPct val="100000"/>
              </a:lnSpc>
              <a:spcBef>
                <a:spcPct val="0"/>
              </a:spcBef>
              <a:spcAft>
                <a:spcPts val="1600"/>
              </a:spcAft>
              <a:buClrTx/>
              <a:buSzTx/>
              <a:buFontTx/>
              <a:buNone/>
              <a:tabLst/>
              <a:defRPr/>
            </a:pPr>
            <a:r>
              <a:rPr kumimoji="0" lang="en-US" altLang="en-US" sz="2400" b="0" i="1" u="none" strike="noStrike" kern="1200" cap="none" spc="0" normalizeH="0" baseline="0" noProof="0" dirty="0">
                <a:ln>
                  <a:noFill/>
                </a:ln>
                <a:solidFill>
                  <a:srgbClr val="00B2A9"/>
                </a:solidFill>
                <a:effectLst/>
                <a:uLnTx/>
                <a:uFillTx/>
                <a:latin typeface="Arial" panose="020B0604020202020204" pitchFamily="34" charset="0"/>
                <a:ea typeface="+mn-ea"/>
                <a:cs typeface="+mn-cs"/>
              </a:rPr>
              <a:t>Follow the upstream and downstream </a:t>
            </a:r>
            <a:r>
              <a:rPr kumimoji="0" lang="en-US" altLang="en-US" sz="2400" b="0" i="0" u="none" strike="noStrike" kern="1200" cap="none" spc="0" normalizeH="0" baseline="0" noProof="0" dirty="0">
                <a:ln>
                  <a:noFill/>
                </a:ln>
                <a:solidFill>
                  <a:srgbClr val="00274C"/>
                </a:solidFill>
                <a:effectLst/>
                <a:uLnTx/>
                <a:uFillTx/>
                <a:latin typeface="Arial" panose="020B0604020202020204" pitchFamily="34" charset="0"/>
                <a:ea typeface="+mn-ea"/>
                <a:cs typeface="+mn-cs"/>
              </a:rPr>
              <a:t>intermediary flows </a:t>
            </a:r>
            <a:br>
              <a:rPr kumimoji="0" lang="en-US" altLang="en-US" sz="2400" b="0" i="0" u="none" strike="noStrike" kern="1200" cap="none" spc="0" normalizeH="0" baseline="0" noProof="0" dirty="0">
                <a:ln>
                  <a:noFill/>
                </a:ln>
                <a:solidFill>
                  <a:srgbClr val="00274C"/>
                </a:solidFill>
                <a:effectLst/>
                <a:uLnTx/>
                <a:uFillTx/>
                <a:latin typeface="Arial" panose="020B0604020202020204" pitchFamily="34" charset="0"/>
                <a:ea typeface="+mn-ea"/>
                <a:cs typeface="+mn-cs"/>
              </a:rPr>
            </a:br>
            <a:r>
              <a:rPr kumimoji="0" lang="en-US" altLang="en-US" sz="2400" b="0" i="0" u="none" strike="noStrike" kern="1200" cap="none" spc="0" normalizeH="0" baseline="0" noProof="0" dirty="0">
                <a:ln>
                  <a:noFill/>
                </a:ln>
                <a:solidFill>
                  <a:srgbClr val="00274C"/>
                </a:solidFill>
                <a:effectLst/>
                <a:uLnTx/>
                <a:uFillTx/>
                <a:latin typeface="Arial" panose="020B0604020202020204" pitchFamily="34" charset="0"/>
                <a:ea typeface="+mn-ea"/>
                <a:cs typeface="+mn-cs"/>
              </a:rPr>
              <a:t>of </a:t>
            </a:r>
            <a:r>
              <a:rPr kumimoji="0" lang="en-US" altLang="en-US" sz="2400" b="1" i="0" u="none" strike="noStrike" kern="1200" cap="none" spc="0" normalizeH="0" baseline="0" noProof="0" dirty="0">
                <a:ln>
                  <a:noFill/>
                </a:ln>
                <a:solidFill>
                  <a:srgbClr val="00274C"/>
                </a:solidFill>
                <a:effectLst/>
                <a:uLnTx/>
                <a:uFillTx/>
                <a:latin typeface="Arial" panose="020B0604020202020204" pitchFamily="34" charset="0"/>
                <a:ea typeface="+mn-ea"/>
                <a:cs typeface="+mn-cs"/>
              </a:rPr>
              <a:t>Tier 1 </a:t>
            </a:r>
            <a:r>
              <a:rPr kumimoji="0" lang="en-US" altLang="en-US" sz="2400" b="0" i="0" u="none" strike="noStrike" kern="1200" cap="none" spc="0" normalizeH="0" baseline="0" noProof="0" dirty="0">
                <a:ln>
                  <a:noFill/>
                </a:ln>
                <a:solidFill>
                  <a:srgbClr val="00274C"/>
                </a:solidFill>
                <a:effectLst/>
                <a:uLnTx/>
                <a:uFillTx/>
                <a:latin typeface="Arial" panose="020B0604020202020204" pitchFamily="34" charset="0"/>
                <a:ea typeface="+mn-ea"/>
                <a:cs typeface="+mn-cs"/>
              </a:rPr>
              <a:t>to identify the </a:t>
            </a:r>
            <a:r>
              <a:rPr kumimoji="0" lang="en-US" altLang="en-US" sz="2400" b="1" i="0" u="none" strike="noStrike" kern="1200" cap="none" spc="0" normalizeH="0" baseline="0" noProof="0" dirty="0">
                <a:ln>
                  <a:noFill/>
                </a:ln>
                <a:solidFill>
                  <a:srgbClr val="00274C"/>
                </a:solidFill>
                <a:effectLst/>
                <a:uLnTx/>
                <a:uFillTx/>
                <a:latin typeface="Arial" panose="020B0604020202020204" pitchFamily="34" charset="0"/>
                <a:ea typeface="+mn-ea"/>
                <a:cs typeface="+mn-cs"/>
              </a:rPr>
              <a:t>Tier 2</a:t>
            </a:r>
            <a:r>
              <a:rPr kumimoji="0" lang="en-US" altLang="en-US" sz="2400" b="0" i="0" u="none" strike="noStrike" kern="1200" cap="none" spc="0" normalizeH="0" baseline="0" noProof="0" dirty="0">
                <a:ln>
                  <a:noFill/>
                </a:ln>
                <a:solidFill>
                  <a:srgbClr val="00274C"/>
                </a:solidFill>
                <a:effectLst/>
                <a:uLnTx/>
                <a:uFillTx/>
                <a:latin typeface="Arial" panose="020B0604020202020204" pitchFamily="34" charset="0"/>
                <a:ea typeface="+mn-ea"/>
                <a:cs typeface="+mn-cs"/>
              </a:rPr>
              <a:t> processes and draw the </a:t>
            </a:r>
            <a:br>
              <a:rPr kumimoji="0" lang="en-US" altLang="en-US" sz="2400" b="0" i="0" u="none" strike="noStrike" kern="1200" cap="none" spc="0" normalizeH="0" baseline="0" noProof="0" dirty="0">
                <a:ln>
                  <a:noFill/>
                </a:ln>
                <a:solidFill>
                  <a:srgbClr val="00274C"/>
                </a:solidFill>
                <a:effectLst/>
                <a:uLnTx/>
                <a:uFillTx/>
                <a:latin typeface="Arial" panose="020B0604020202020204" pitchFamily="34" charset="0"/>
                <a:ea typeface="+mn-ea"/>
                <a:cs typeface="+mn-cs"/>
              </a:rPr>
            </a:br>
            <a:r>
              <a:rPr kumimoji="0" lang="en-US" altLang="en-US" sz="2400" b="1" i="0" u="none" strike="noStrike" kern="1200" cap="none" spc="0" normalizeH="0" baseline="0" noProof="0" dirty="0">
                <a:ln>
                  <a:noFill/>
                </a:ln>
                <a:solidFill>
                  <a:srgbClr val="00274C"/>
                </a:solidFill>
                <a:effectLst/>
                <a:uLnTx/>
                <a:uFillTx/>
                <a:latin typeface="Arial" panose="020B0604020202020204" pitchFamily="34" charset="0"/>
                <a:ea typeface="+mn-ea"/>
                <a:cs typeface="+mn-cs"/>
              </a:rPr>
              <a:t>Tier 2 </a:t>
            </a:r>
            <a:r>
              <a:rPr kumimoji="0" lang="en-US" altLang="en-US" sz="2400" b="0" i="0" u="none" strike="noStrike" kern="1200" cap="none" spc="0" normalizeH="0" baseline="0" noProof="0" dirty="0">
                <a:ln>
                  <a:noFill/>
                </a:ln>
                <a:solidFill>
                  <a:srgbClr val="00274C"/>
                </a:solidFill>
                <a:effectLst/>
                <a:uLnTx/>
                <a:uFillTx/>
                <a:latin typeface="Arial" panose="020B0604020202020204" pitchFamily="34" charset="0"/>
                <a:ea typeface="+mn-ea"/>
                <a:cs typeface="+mn-cs"/>
              </a:rPr>
              <a:t>boxes.</a:t>
            </a:r>
          </a:p>
          <a:p>
            <a:pPr marL="0" marR="0" lvl="0" indent="0" algn="l" defTabSz="812810" rtl="0" eaLnBrk="1" fontAlgn="auto" latinLnBrk="0" hangingPunct="1">
              <a:lnSpc>
                <a:spcPct val="100000"/>
              </a:lnSpc>
              <a:spcBef>
                <a:spcPct val="0"/>
              </a:spcBef>
              <a:spcAft>
                <a:spcPts val="1600"/>
              </a:spcAft>
              <a:buClrTx/>
              <a:buSzTx/>
              <a:buFontTx/>
              <a:buNone/>
              <a:tabLst/>
              <a:defRPr/>
            </a:pPr>
            <a:r>
              <a:rPr kumimoji="0" lang="en-US" altLang="en-US" sz="2400" b="0" i="1" u="none" strike="noStrike" kern="1200" cap="none" spc="0" normalizeH="0" baseline="0" noProof="0" dirty="0">
                <a:ln>
                  <a:noFill/>
                </a:ln>
                <a:solidFill>
                  <a:srgbClr val="00B2A9"/>
                </a:solidFill>
                <a:effectLst/>
                <a:uLnTx/>
                <a:uFillTx/>
                <a:latin typeface="Arial" panose="020B0604020202020204" pitchFamily="34" charset="0"/>
                <a:ea typeface="+mn-ea"/>
                <a:cs typeface="+mn-cs"/>
              </a:rPr>
              <a:t>Repeat this step </a:t>
            </a:r>
            <a:r>
              <a:rPr kumimoji="0" lang="en-US" altLang="en-US" sz="2400" b="0" i="0" u="none" strike="noStrike" kern="1200" cap="none" spc="0" normalizeH="0" baseline="0" noProof="0" dirty="0">
                <a:ln>
                  <a:noFill/>
                </a:ln>
                <a:solidFill>
                  <a:srgbClr val="00274C"/>
                </a:solidFill>
                <a:effectLst/>
                <a:uLnTx/>
                <a:uFillTx/>
                <a:latin typeface="Arial" panose="020B0604020202020204" pitchFamily="34" charset="0"/>
                <a:ea typeface="+mn-ea"/>
                <a:cs typeface="+mn-cs"/>
              </a:rPr>
              <a:t>until you reach processes further covered </a:t>
            </a:r>
            <a:br>
              <a:rPr kumimoji="0" lang="en-US" altLang="en-US" sz="2400" b="0" i="0" u="none" strike="noStrike" kern="1200" cap="none" spc="0" normalizeH="0" baseline="0" noProof="0" dirty="0">
                <a:ln>
                  <a:noFill/>
                </a:ln>
                <a:solidFill>
                  <a:srgbClr val="00274C"/>
                </a:solidFill>
                <a:effectLst/>
                <a:uLnTx/>
                <a:uFillTx/>
                <a:latin typeface="Arial" panose="020B0604020202020204" pitchFamily="34" charset="0"/>
                <a:ea typeface="+mn-ea"/>
                <a:cs typeface="+mn-cs"/>
              </a:rPr>
            </a:br>
            <a:r>
              <a:rPr kumimoji="0" lang="en-US" altLang="en-US" sz="2400" b="0" i="0" u="none" strike="noStrike" kern="1200" cap="none" spc="0" normalizeH="0" baseline="0" noProof="0" dirty="0">
                <a:ln>
                  <a:noFill/>
                </a:ln>
                <a:solidFill>
                  <a:srgbClr val="00274C"/>
                </a:solidFill>
                <a:effectLst/>
                <a:uLnTx/>
                <a:uFillTx/>
                <a:latin typeface="Arial" panose="020B0604020202020204" pitchFamily="34" charset="0"/>
                <a:ea typeface="+mn-ea"/>
                <a:cs typeface="+mn-cs"/>
              </a:rPr>
              <a:t>by an LCA database.</a:t>
            </a:r>
          </a:p>
          <a:p>
            <a:pPr marL="0" marR="0" lvl="0" indent="0" algn="l" defTabSz="812810" rtl="0" eaLnBrk="1" fontAlgn="auto" latinLnBrk="0" hangingPunct="1">
              <a:lnSpc>
                <a:spcPct val="100000"/>
              </a:lnSpc>
              <a:spcBef>
                <a:spcPct val="0"/>
              </a:spcBef>
              <a:spcAft>
                <a:spcPts val="1600"/>
              </a:spcAft>
              <a:buClrTx/>
              <a:buSzTx/>
              <a:buFontTx/>
              <a:buNone/>
              <a:tabLst/>
              <a:defRPr/>
            </a:pPr>
            <a:r>
              <a:rPr kumimoji="0" lang="en-US" altLang="en-US" sz="2400" b="0" i="1" u="none" strike="noStrike" kern="1200" cap="none" spc="0" normalizeH="0" baseline="0" noProof="0" dirty="0">
                <a:ln>
                  <a:noFill/>
                </a:ln>
                <a:solidFill>
                  <a:srgbClr val="00B2A9"/>
                </a:solidFill>
                <a:effectLst/>
                <a:uLnTx/>
                <a:uFillTx/>
                <a:latin typeface="Arial" panose="020B0604020202020204" pitchFamily="34" charset="0"/>
                <a:ea typeface="+mn-ea"/>
                <a:cs typeface="+mn-cs"/>
              </a:rPr>
              <a:t>Design the process tree </a:t>
            </a:r>
            <a:r>
              <a:rPr kumimoji="0" lang="en-US" altLang="en-US" sz="2400" b="0" i="0" u="none" strike="noStrike" kern="1200" cap="none" spc="0" normalizeH="0" baseline="0" noProof="0" dirty="0">
                <a:ln>
                  <a:noFill/>
                </a:ln>
                <a:solidFill>
                  <a:srgbClr val="00274C"/>
                </a:solidFill>
                <a:effectLst/>
                <a:uLnTx/>
                <a:uFillTx/>
                <a:latin typeface="Arial" panose="020B0604020202020204" pitchFamily="34" charset="0"/>
                <a:ea typeface="+mn-ea"/>
                <a:cs typeface="+mn-cs"/>
              </a:rPr>
              <a:t>of all unit processes involved </a:t>
            </a:r>
            <a:br>
              <a:rPr kumimoji="0" lang="en-US" altLang="en-US" sz="2400" b="0" i="0" u="none" strike="noStrike" kern="1200" cap="none" spc="0" normalizeH="0" baseline="0" noProof="0" dirty="0">
                <a:ln>
                  <a:noFill/>
                </a:ln>
                <a:solidFill>
                  <a:srgbClr val="00274C"/>
                </a:solidFill>
                <a:effectLst/>
                <a:uLnTx/>
                <a:uFillTx/>
                <a:latin typeface="Arial" panose="020B0604020202020204" pitchFamily="34" charset="0"/>
                <a:ea typeface="+mn-ea"/>
                <a:cs typeface="+mn-cs"/>
              </a:rPr>
            </a:br>
            <a:r>
              <a:rPr kumimoji="0" lang="en-US" altLang="en-US" sz="2400" b="0" i="0" u="none" strike="noStrike" kern="1200" cap="none" spc="0" normalizeH="0" baseline="0" noProof="0" dirty="0">
                <a:ln>
                  <a:noFill/>
                </a:ln>
                <a:solidFill>
                  <a:srgbClr val="00274C"/>
                </a:solidFill>
                <a:effectLst/>
                <a:uLnTx/>
                <a:uFillTx/>
                <a:latin typeface="Arial" panose="020B0604020202020204" pitchFamily="34" charset="0"/>
                <a:ea typeface="+mn-ea"/>
                <a:cs typeface="+mn-cs"/>
              </a:rPr>
              <a:t>in the system (“up to database”), both upstream and </a:t>
            </a:r>
            <a:br>
              <a:rPr kumimoji="0" lang="en-US" altLang="en-US" sz="2400" b="0" i="0" u="none" strike="noStrike" kern="1200" cap="none" spc="0" normalizeH="0" baseline="0" noProof="0" dirty="0">
                <a:ln>
                  <a:noFill/>
                </a:ln>
                <a:solidFill>
                  <a:srgbClr val="00274C"/>
                </a:solidFill>
                <a:effectLst/>
                <a:uLnTx/>
                <a:uFillTx/>
                <a:latin typeface="Arial" panose="020B0604020202020204" pitchFamily="34" charset="0"/>
                <a:ea typeface="+mn-ea"/>
                <a:cs typeface="+mn-cs"/>
              </a:rPr>
            </a:br>
            <a:r>
              <a:rPr kumimoji="0" lang="en-US" altLang="en-US" sz="2400" b="0" i="0" u="none" strike="noStrike" kern="1200" cap="none" spc="0" normalizeH="0" baseline="0" noProof="0" dirty="0">
                <a:ln>
                  <a:noFill/>
                </a:ln>
                <a:solidFill>
                  <a:srgbClr val="00274C"/>
                </a:solidFill>
                <a:effectLst/>
                <a:uLnTx/>
                <a:uFillTx/>
                <a:latin typeface="Arial" panose="020B0604020202020204" pitchFamily="34" charset="0"/>
                <a:ea typeface="+mn-ea"/>
                <a:cs typeface="+mn-cs"/>
              </a:rPr>
              <a:t>downstream from these reference flows.</a:t>
            </a:r>
          </a:p>
          <a:p>
            <a:pPr marL="0" marR="0" lvl="0" indent="0" algn="l" defTabSz="812810" rtl="0" eaLnBrk="1" fontAlgn="auto" latinLnBrk="0" hangingPunct="1">
              <a:lnSpc>
                <a:spcPct val="100000"/>
              </a:lnSpc>
              <a:spcBef>
                <a:spcPct val="0"/>
              </a:spcBef>
              <a:spcAft>
                <a:spcPts val="1600"/>
              </a:spcAft>
              <a:buClrTx/>
              <a:buSzTx/>
              <a:buFontTx/>
              <a:buNone/>
              <a:tabLst/>
              <a:defRPr/>
            </a:pPr>
            <a:r>
              <a:rPr kumimoji="0" lang="en-US" altLang="en-US" sz="2400" b="0" i="0" u="none" strike="noStrike" kern="1200" cap="none" spc="0" normalizeH="0" baseline="0" noProof="0" dirty="0">
                <a:ln>
                  <a:noFill/>
                </a:ln>
                <a:solidFill>
                  <a:srgbClr val="00274C"/>
                </a:solidFill>
                <a:effectLst/>
                <a:uLnTx/>
                <a:uFillTx/>
                <a:latin typeface="Arial" panose="020B0604020202020204" pitchFamily="34" charset="0"/>
                <a:ea typeface="+mn-ea"/>
                <a:cs typeface="+mn-cs"/>
              </a:rPr>
              <a:t>For each unit process (each box), </a:t>
            </a:r>
            <a:r>
              <a:rPr kumimoji="0" lang="en-US" altLang="en-US" sz="2400" b="0" i="1" u="none" strike="noStrike" kern="1200" cap="none" spc="0" normalizeH="0" baseline="0" noProof="0" dirty="0">
                <a:ln>
                  <a:noFill/>
                </a:ln>
                <a:solidFill>
                  <a:srgbClr val="00B2A9"/>
                </a:solidFill>
                <a:effectLst/>
                <a:uLnTx/>
                <a:uFillTx/>
                <a:latin typeface="Arial" panose="020B0604020202020204" pitchFamily="34" charset="0"/>
                <a:ea typeface="+mn-ea"/>
                <a:cs typeface="+mn-cs"/>
              </a:rPr>
              <a:t>follow the intermediary </a:t>
            </a:r>
            <a:br>
              <a:rPr kumimoji="0" lang="en-US" altLang="en-US" sz="2400" b="0" i="1" u="none" strike="noStrike" kern="1200" cap="none" spc="0" normalizeH="0" baseline="0" noProof="0" dirty="0">
                <a:ln>
                  <a:noFill/>
                </a:ln>
                <a:solidFill>
                  <a:srgbClr val="00B2A9"/>
                </a:solidFill>
                <a:effectLst/>
                <a:uLnTx/>
                <a:uFillTx/>
                <a:latin typeface="Arial" panose="020B0604020202020204" pitchFamily="34" charset="0"/>
                <a:ea typeface="+mn-ea"/>
                <a:cs typeface="+mn-cs"/>
              </a:rPr>
            </a:br>
            <a:r>
              <a:rPr kumimoji="0" lang="en-US" altLang="en-US" sz="2400" b="0" i="1" u="none" strike="noStrike" kern="1200" cap="none" spc="0" normalizeH="0" baseline="0" noProof="0" dirty="0">
                <a:ln>
                  <a:noFill/>
                </a:ln>
                <a:solidFill>
                  <a:srgbClr val="00B2A9"/>
                </a:solidFill>
                <a:effectLst/>
                <a:uLnTx/>
                <a:uFillTx/>
                <a:latin typeface="Arial" panose="020B0604020202020204" pitchFamily="34" charset="0"/>
                <a:ea typeface="+mn-ea"/>
                <a:cs typeface="+mn-cs"/>
              </a:rPr>
              <a:t>flows </a:t>
            </a:r>
            <a:r>
              <a:rPr kumimoji="0" lang="en-US" altLang="en-US" sz="2400" b="0" i="0" u="none" strike="noStrike" kern="1200" cap="none" spc="0" normalizeH="0" baseline="0" noProof="0" dirty="0">
                <a:ln>
                  <a:noFill/>
                </a:ln>
                <a:solidFill>
                  <a:srgbClr val="00274C"/>
                </a:solidFill>
                <a:effectLst/>
                <a:uLnTx/>
                <a:uFillTx/>
                <a:latin typeface="Arial" panose="020B0604020202020204" pitchFamily="34" charset="0"/>
                <a:ea typeface="+mn-ea"/>
                <a:cs typeface="+mn-cs"/>
              </a:rPr>
              <a:t>to document in each box the amount needed per FU.</a:t>
            </a:r>
          </a:p>
        </p:txBody>
      </p:sp>
      <p:sp>
        <p:nvSpPr>
          <p:cNvPr id="10" name="Rectangle 9">
            <a:extLst>
              <a:ext uri="{FF2B5EF4-FFF2-40B4-BE49-F238E27FC236}">
                <a16:creationId xmlns:a16="http://schemas.microsoft.com/office/drawing/2014/main" id="{1001FC1C-213B-3940-BBD7-83366F46EBAF}"/>
              </a:ext>
            </a:extLst>
          </p:cNvPr>
          <p:cNvSpPr/>
          <p:nvPr/>
        </p:nvSpPr>
        <p:spPr bwMode="auto">
          <a:xfrm>
            <a:off x="12214787" y="5437872"/>
            <a:ext cx="777574" cy="609647"/>
          </a:xfrm>
          <a:prstGeom prst="rect">
            <a:avLst/>
          </a:prstGeom>
          <a:solidFill>
            <a:schemeClr val="bg1">
              <a:lumMod val="75000"/>
            </a:schemeClr>
          </a:solidFill>
          <a:ln w="12700" cap="flat" cmpd="sng" algn="ctr">
            <a:solidFill>
              <a:schemeClr val="tx1"/>
            </a:solidFill>
            <a:prstDash val="solid"/>
            <a:round/>
            <a:headEnd type="none" w="med" len="med"/>
            <a:tailEnd type="none" w="med" len="med"/>
          </a:ln>
          <a:effectLst/>
        </p:spPr>
        <p:txBody>
          <a:bodyPr wrap="none" anchor="ctr"/>
          <a:lstStyle/>
          <a:p>
            <a:pPr marL="0" marR="0" lvl="0" indent="0" algn="l" defTabSz="812810" rtl="0" eaLnBrk="1" fontAlgn="auto" latinLnBrk="0" hangingPunct="1">
              <a:lnSpc>
                <a:spcPct val="100000"/>
              </a:lnSpc>
              <a:spcBef>
                <a:spcPts val="0"/>
              </a:spcBef>
              <a:spcAft>
                <a:spcPts val="0"/>
              </a:spcAft>
              <a:buClrTx/>
              <a:buSzTx/>
              <a:buFontTx/>
              <a:buNone/>
              <a:tabLst/>
              <a:defRPr/>
            </a:pPr>
            <a:endParaRPr kumimoji="0" lang="en-US" sz="3200" b="0" i="0" u="none" strike="noStrike" kern="1200" cap="none" spc="0" normalizeH="0" baseline="0" noProof="0">
              <a:ln>
                <a:noFill/>
              </a:ln>
              <a:solidFill>
                <a:srgbClr val="000000"/>
              </a:solidFill>
              <a:effectLst/>
              <a:uLnTx/>
              <a:uFillTx/>
              <a:latin typeface="Arial" charset="0"/>
              <a:ea typeface="+mn-ea"/>
              <a:cs typeface="+mn-cs"/>
            </a:endParaRPr>
          </a:p>
        </p:txBody>
      </p:sp>
      <p:cxnSp>
        <p:nvCxnSpPr>
          <p:cNvPr id="11" name="Elbow Connector 5">
            <a:extLst>
              <a:ext uri="{FF2B5EF4-FFF2-40B4-BE49-F238E27FC236}">
                <a16:creationId xmlns:a16="http://schemas.microsoft.com/office/drawing/2014/main" id="{CB1EE4D1-16C8-B042-8014-459B95BF74C5}"/>
              </a:ext>
            </a:extLst>
          </p:cNvPr>
          <p:cNvCxnSpPr>
            <a:cxnSpLocks noChangeShapeType="1"/>
          </p:cNvCxnSpPr>
          <p:nvPr/>
        </p:nvCxnSpPr>
        <p:spPr bwMode="auto">
          <a:xfrm rot="16200000" flipH="1">
            <a:off x="11566473" y="4348300"/>
            <a:ext cx="902365" cy="1171838"/>
          </a:xfrm>
          <a:prstGeom prst="bentConnector3">
            <a:avLst>
              <a:gd name="adj1" fmla="val 50000"/>
            </a:avLst>
          </a:prstGeom>
          <a:noFill/>
          <a:ln w="25400" algn="ctr">
            <a:solidFill>
              <a:schemeClr val="accent4"/>
            </a:solidFill>
            <a:round/>
            <a:headEnd/>
            <a:tailEnd type="arrow" w="med" len="med"/>
          </a:ln>
          <a:extLst>
            <a:ext uri="{909E8E84-426E-40DD-AFC4-6F175D3DCCD1}">
              <a14:hiddenFill xmlns:a14="http://schemas.microsoft.com/office/drawing/2010/main">
                <a:noFill/>
              </a14:hiddenFill>
            </a:ext>
          </a:extLst>
        </p:spPr>
      </p:cxnSp>
      <p:cxnSp>
        <p:nvCxnSpPr>
          <p:cNvPr id="12" name="Elbow Connector 7">
            <a:extLst>
              <a:ext uri="{FF2B5EF4-FFF2-40B4-BE49-F238E27FC236}">
                <a16:creationId xmlns:a16="http://schemas.microsoft.com/office/drawing/2014/main" id="{F503B68F-7426-6C49-920C-1874BD3746DF}"/>
              </a:ext>
            </a:extLst>
          </p:cNvPr>
          <p:cNvCxnSpPr>
            <a:cxnSpLocks noChangeShapeType="1"/>
          </p:cNvCxnSpPr>
          <p:nvPr/>
        </p:nvCxnSpPr>
        <p:spPr bwMode="auto">
          <a:xfrm rot="5400000">
            <a:off x="12765152" y="4434090"/>
            <a:ext cx="677105" cy="1000259"/>
          </a:xfrm>
          <a:prstGeom prst="bentConnector3">
            <a:avLst>
              <a:gd name="adj1" fmla="val 50000"/>
            </a:avLst>
          </a:prstGeom>
          <a:noFill/>
          <a:ln w="25400" algn="ctr">
            <a:solidFill>
              <a:schemeClr val="accent4"/>
            </a:solidFill>
            <a:round/>
            <a:headEnd/>
            <a:tailEnd type="none" w="med" len="med"/>
          </a:ln>
          <a:extLst>
            <a:ext uri="{909E8E84-426E-40DD-AFC4-6F175D3DCCD1}">
              <a14:hiddenFill xmlns:a14="http://schemas.microsoft.com/office/drawing/2010/main">
                <a:noFill/>
              </a14:hiddenFill>
            </a:ext>
          </a:extLst>
        </p:spPr>
      </p:cxnSp>
      <p:cxnSp>
        <p:nvCxnSpPr>
          <p:cNvPr id="15" name="Elbow Connector 5">
            <a:extLst>
              <a:ext uri="{FF2B5EF4-FFF2-40B4-BE49-F238E27FC236}">
                <a16:creationId xmlns:a16="http://schemas.microsoft.com/office/drawing/2014/main" id="{8974C8DA-4B18-7545-8001-F50644292E74}"/>
              </a:ext>
            </a:extLst>
          </p:cNvPr>
          <p:cNvCxnSpPr>
            <a:cxnSpLocks noChangeShapeType="1"/>
            <a:stCxn id="13" idx="2"/>
          </p:cNvCxnSpPr>
          <p:nvPr/>
        </p:nvCxnSpPr>
        <p:spPr bwMode="auto">
          <a:xfrm rot="16200000" flipH="1">
            <a:off x="10720594" y="3314261"/>
            <a:ext cx="733549" cy="530556"/>
          </a:xfrm>
          <a:prstGeom prst="bentConnector3">
            <a:avLst>
              <a:gd name="adj1" fmla="val 50000"/>
            </a:avLst>
          </a:prstGeom>
          <a:noFill/>
          <a:ln w="25400" algn="ctr">
            <a:solidFill>
              <a:schemeClr val="accent4"/>
            </a:solidFill>
            <a:round/>
            <a:headEnd/>
            <a:tailEnd type="none" w="med" len="med"/>
          </a:ln>
          <a:extLst>
            <a:ext uri="{909E8E84-426E-40DD-AFC4-6F175D3DCCD1}">
              <a14:hiddenFill xmlns:a14="http://schemas.microsoft.com/office/drawing/2010/main">
                <a:noFill/>
              </a14:hiddenFill>
            </a:ext>
          </a:extLst>
        </p:spPr>
      </p:cxnSp>
      <p:cxnSp>
        <p:nvCxnSpPr>
          <p:cNvPr id="16" name="Elbow Connector 7">
            <a:extLst>
              <a:ext uri="{FF2B5EF4-FFF2-40B4-BE49-F238E27FC236}">
                <a16:creationId xmlns:a16="http://schemas.microsoft.com/office/drawing/2014/main" id="{2E443960-40E1-AE4F-AB41-0896E4E7F0BB}"/>
              </a:ext>
            </a:extLst>
          </p:cNvPr>
          <p:cNvCxnSpPr>
            <a:cxnSpLocks noChangeShapeType="1"/>
            <a:stCxn id="14" idx="2"/>
          </p:cNvCxnSpPr>
          <p:nvPr/>
        </p:nvCxnSpPr>
        <p:spPr bwMode="auto">
          <a:xfrm rot="5400000">
            <a:off x="11291909" y="3277153"/>
            <a:ext cx="729900" cy="608427"/>
          </a:xfrm>
          <a:prstGeom prst="bentConnector3">
            <a:avLst>
              <a:gd name="adj1" fmla="val 50000"/>
            </a:avLst>
          </a:prstGeom>
          <a:noFill/>
          <a:ln w="25400" algn="ctr">
            <a:solidFill>
              <a:schemeClr val="accent4"/>
            </a:solidFill>
            <a:round/>
            <a:headEnd/>
            <a:tailEnd type="arrow" w="med" len="med"/>
          </a:ln>
          <a:extLst>
            <a:ext uri="{909E8E84-426E-40DD-AFC4-6F175D3DCCD1}">
              <a14:hiddenFill xmlns:a14="http://schemas.microsoft.com/office/drawing/2010/main">
                <a:noFill/>
              </a14:hiddenFill>
            </a:ext>
          </a:extLst>
        </p:spPr>
      </p:cxnSp>
      <p:cxnSp>
        <p:nvCxnSpPr>
          <p:cNvPr id="19" name="Elbow Connector 5">
            <a:extLst>
              <a:ext uri="{FF2B5EF4-FFF2-40B4-BE49-F238E27FC236}">
                <a16:creationId xmlns:a16="http://schemas.microsoft.com/office/drawing/2014/main" id="{6E3010A8-0CEC-2045-A816-68CD66F98EF5}"/>
              </a:ext>
            </a:extLst>
          </p:cNvPr>
          <p:cNvCxnSpPr>
            <a:cxnSpLocks noChangeShapeType="1"/>
          </p:cNvCxnSpPr>
          <p:nvPr/>
        </p:nvCxnSpPr>
        <p:spPr bwMode="auto">
          <a:xfrm rot="16200000" flipH="1">
            <a:off x="12997460" y="3325872"/>
            <a:ext cx="733650" cy="532634"/>
          </a:xfrm>
          <a:prstGeom prst="bentConnector3">
            <a:avLst>
              <a:gd name="adj1" fmla="val 50000"/>
            </a:avLst>
          </a:prstGeom>
          <a:noFill/>
          <a:ln w="25400" algn="ctr">
            <a:solidFill>
              <a:schemeClr val="accent4"/>
            </a:solidFill>
            <a:round/>
            <a:headEnd/>
            <a:tailEnd type="none" w="med" len="med"/>
          </a:ln>
          <a:extLst>
            <a:ext uri="{909E8E84-426E-40DD-AFC4-6F175D3DCCD1}">
              <a14:hiddenFill xmlns:a14="http://schemas.microsoft.com/office/drawing/2010/main">
                <a:noFill/>
              </a14:hiddenFill>
            </a:ext>
          </a:extLst>
        </p:spPr>
      </p:cxnSp>
      <p:cxnSp>
        <p:nvCxnSpPr>
          <p:cNvPr id="20" name="Elbow Connector 7">
            <a:extLst>
              <a:ext uri="{FF2B5EF4-FFF2-40B4-BE49-F238E27FC236}">
                <a16:creationId xmlns:a16="http://schemas.microsoft.com/office/drawing/2014/main" id="{4423FADB-A455-CA4D-8A60-1DF3F9F31E85}"/>
              </a:ext>
            </a:extLst>
          </p:cNvPr>
          <p:cNvCxnSpPr>
            <a:cxnSpLocks noChangeShapeType="1"/>
          </p:cNvCxnSpPr>
          <p:nvPr/>
        </p:nvCxnSpPr>
        <p:spPr bwMode="auto">
          <a:xfrm rot="5400000">
            <a:off x="13557189" y="3313115"/>
            <a:ext cx="718389" cy="586893"/>
          </a:xfrm>
          <a:prstGeom prst="bentConnector3">
            <a:avLst>
              <a:gd name="adj1" fmla="val 50000"/>
            </a:avLst>
          </a:prstGeom>
          <a:noFill/>
          <a:ln w="25400" algn="ctr">
            <a:solidFill>
              <a:schemeClr val="accent4"/>
            </a:solidFill>
            <a:round/>
            <a:headEnd/>
            <a:tailEnd type="arrow" w="med" len="med"/>
          </a:ln>
          <a:extLst>
            <a:ext uri="{909E8E84-426E-40DD-AFC4-6F175D3DCCD1}">
              <a14:hiddenFill xmlns:a14="http://schemas.microsoft.com/office/drawing/2010/main">
                <a:noFill/>
              </a14:hiddenFill>
            </a:ext>
          </a:extLst>
        </p:spPr>
      </p:cxnSp>
      <p:sp>
        <p:nvSpPr>
          <p:cNvPr id="21" name="Rectangle 20">
            <a:extLst>
              <a:ext uri="{FF2B5EF4-FFF2-40B4-BE49-F238E27FC236}">
                <a16:creationId xmlns:a16="http://schemas.microsoft.com/office/drawing/2014/main" id="{1F72B3CE-EB38-FF47-AAD0-3AB5E6DA25CD}"/>
              </a:ext>
            </a:extLst>
          </p:cNvPr>
          <p:cNvSpPr/>
          <p:nvPr/>
        </p:nvSpPr>
        <p:spPr bwMode="auto">
          <a:xfrm>
            <a:off x="11112311" y="6055951"/>
            <a:ext cx="777574" cy="605998"/>
          </a:xfrm>
          <a:prstGeom prst="rect">
            <a:avLst/>
          </a:prstGeom>
          <a:solidFill>
            <a:schemeClr val="bg1">
              <a:lumMod val="75000"/>
            </a:schemeClr>
          </a:solidFill>
          <a:ln w="12700" cap="flat" cmpd="sng" algn="ctr">
            <a:solidFill>
              <a:schemeClr val="tx1"/>
            </a:solidFill>
            <a:prstDash val="solid"/>
            <a:round/>
            <a:headEnd type="none" w="med" len="med"/>
            <a:tailEnd type="none" w="med" len="med"/>
          </a:ln>
          <a:effectLst/>
        </p:spPr>
        <p:txBody>
          <a:bodyPr wrap="none" anchor="ctr"/>
          <a:lstStyle/>
          <a:p>
            <a:pPr marL="0" marR="0" lvl="0" indent="0" algn="l" defTabSz="812810" rtl="0" eaLnBrk="1" fontAlgn="auto" latinLnBrk="0" hangingPunct="1">
              <a:lnSpc>
                <a:spcPct val="100000"/>
              </a:lnSpc>
              <a:spcBef>
                <a:spcPts val="0"/>
              </a:spcBef>
              <a:spcAft>
                <a:spcPts val="0"/>
              </a:spcAft>
              <a:buClrTx/>
              <a:buSzTx/>
              <a:buFontTx/>
              <a:buNone/>
              <a:tabLst/>
              <a:defRPr/>
            </a:pPr>
            <a:endParaRPr kumimoji="0" lang="en-US" sz="3200" b="0" i="0" u="none" strike="noStrike" kern="1200" cap="none" spc="0" normalizeH="0" baseline="0" noProof="0">
              <a:ln>
                <a:noFill/>
              </a:ln>
              <a:solidFill>
                <a:srgbClr val="000000"/>
              </a:solidFill>
              <a:effectLst/>
              <a:uLnTx/>
              <a:uFillTx/>
              <a:latin typeface="Arial" charset="0"/>
              <a:ea typeface="+mn-ea"/>
              <a:cs typeface="+mn-cs"/>
            </a:endParaRPr>
          </a:p>
        </p:txBody>
      </p:sp>
      <p:sp>
        <p:nvSpPr>
          <p:cNvPr id="22" name="Rectangle 21">
            <a:extLst>
              <a:ext uri="{FF2B5EF4-FFF2-40B4-BE49-F238E27FC236}">
                <a16:creationId xmlns:a16="http://schemas.microsoft.com/office/drawing/2014/main" id="{A4EBEA9C-9DAE-E440-9F18-47747E772FAF}"/>
              </a:ext>
            </a:extLst>
          </p:cNvPr>
          <p:cNvSpPr/>
          <p:nvPr/>
        </p:nvSpPr>
        <p:spPr bwMode="auto">
          <a:xfrm>
            <a:off x="13320911" y="6055951"/>
            <a:ext cx="777576" cy="609647"/>
          </a:xfrm>
          <a:prstGeom prst="rect">
            <a:avLst/>
          </a:prstGeom>
          <a:solidFill>
            <a:schemeClr val="bg1">
              <a:lumMod val="75000"/>
            </a:schemeClr>
          </a:solidFill>
          <a:ln w="12700" cap="flat" cmpd="sng" algn="ctr">
            <a:solidFill>
              <a:schemeClr val="tx1"/>
            </a:solidFill>
            <a:prstDash val="solid"/>
            <a:round/>
            <a:headEnd type="none" w="med" len="med"/>
            <a:tailEnd type="none" w="med" len="med"/>
          </a:ln>
          <a:effectLst/>
        </p:spPr>
        <p:txBody>
          <a:bodyPr wrap="none" anchor="ctr"/>
          <a:lstStyle/>
          <a:p>
            <a:pPr marL="0" marR="0" lvl="0" indent="0" algn="l" defTabSz="812810" rtl="0" eaLnBrk="1" fontAlgn="auto" latinLnBrk="0" hangingPunct="1">
              <a:lnSpc>
                <a:spcPct val="100000"/>
              </a:lnSpc>
              <a:spcBef>
                <a:spcPts val="0"/>
              </a:spcBef>
              <a:spcAft>
                <a:spcPts val="0"/>
              </a:spcAft>
              <a:buClrTx/>
              <a:buSzTx/>
              <a:buFontTx/>
              <a:buNone/>
              <a:tabLst/>
              <a:defRPr/>
            </a:pPr>
            <a:endParaRPr kumimoji="0" lang="en-US" sz="3200" b="0" i="0" u="none" strike="noStrike" kern="1200" cap="none" spc="0" normalizeH="0" baseline="0" noProof="0">
              <a:ln>
                <a:noFill/>
              </a:ln>
              <a:solidFill>
                <a:srgbClr val="000000"/>
              </a:solidFill>
              <a:effectLst/>
              <a:uLnTx/>
              <a:uFillTx/>
              <a:latin typeface="Arial" charset="0"/>
              <a:ea typeface="+mn-ea"/>
              <a:cs typeface="+mn-cs"/>
            </a:endParaRPr>
          </a:p>
        </p:txBody>
      </p:sp>
      <p:cxnSp>
        <p:nvCxnSpPr>
          <p:cNvPr id="23" name="Elbow Connector 5">
            <a:extLst>
              <a:ext uri="{FF2B5EF4-FFF2-40B4-BE49-F238E27FC236}">
                <a16:creationId xmlns:a16="http://schemas.microsoft.com/office/drawing/2014/main" id="{1386F04C-7348-E440-84CD-6AA1C842C12B}"/>
              </a:ext>
            </a:extLst>
          </p:cNvPr>
          <p:cNvCxnSpPr>
            <a:cxnSpLocks noChangeShapeType="1"/>
            <a:endCxn id="21" idx="3"/>
          </p:cNvCxnSpPr>
          <p:nvPr/>
        </p:nvCxnSpPr>
        <p:spPr bwMode="auto">
          <a:xfrm rot="5400000">
            <a:off x="12129115" y="5884490"/>
            <a:ext cx="235231" cy="713689"/>
          </a:xfrm>
          <a:prstGeom prst="bentConnector2">
            <a:avLst/>
          </a:prstGeom>
          <a:noFill/>
          <a:ln w="25400" algn="ctr">
            <a:solidFill>
              <a:schemeClr val="accent4"/>
            </a:solidFill>
            <a:round/>
            <a:headEnd/>
            <a:tailEnd type="arrow" w="med" len="med"/>
          </a:ln>
          <a:extLst>
            <a:ext uri="{909E8E84-426E-40DD-AFC4-6F175D3DCCD1}">
              <a14:hiddenFill xmlns:a14="http://schemas.microsoft.com/office/drawing/2010/main">
                <a:noFill/>
              </a14:hiddenFill>
            </a:ext>
          </a:extLst>
        </p:spPr>
      </p:cxnSp>
      <p:cxnSp>
        <p:nvCxnSpPr>
          <p:cNvPr id="24" name="Elbow Connector 7">
            <a:extLst>
              <a:ext uri="{FF2B5EF4-FFF2-40B4-BE49-F238E27FC236}">
                <a16:creationId xmlns:a16="http://schemas.microsoft.com/office/drawing/2014/main" id="{D475F799-925B-ED43-99F6-D14A5C9D67D8}"/>
              </a:ext>
            </a:extLst>
          </p:cNvPr>
          <p:cNvCxnSpPr>
            <a:cxnSpLocks noChangeShapeType="1"/>
            <a:endCxn id="22" idx="1"/>
          </p:cNvCxnSpPr>
          <p:nvPr/>
        </p:nvCxnSpPr>
        <p:spPr bwMode="auto">
          <a:xfrm rot="16200000" flipH="1">
            <a:off x="12843714" y="5883578"/>
            <a:ext cx="237056" cy="717337"/>
          </a:xfrm>
          <a:prstGeom prst="bentConnector2">
            <a:avLst/>
          </a:prstGeom>
          <a:noFill/>
          <a:ln w="25400" algn="ctr">
            <a:solidFill>
              <a:schemeClr val="accent4"/>
            </a:solidFill>
            <a:round/>
            <a:headEnd/>
            <a:tailEnd type="arrow" w="med" len="med"/>
          </a:ln>
          <a:extLst>
            <a:ext uri="{909E8E84-426E-40DD-AFC4-6F175D3DCCD1}">
              <a14:hiddenFill xmlns:a14="http://schemas.microsoft.com/office/drawing/2010/main">
                <a:noFill/>
              </a14:hiddenFill>
            </a:ext>
          </a:extLst>
        </p:spPr>
      </p:cxnSp>
      <p:sp>
        <p:nvSpPr>
          <p:cNvPr id="8" name="Rectangle 7">
            <a:extLst>
              <a:ext uri="{FF2B5EF4-FFF2-40B4-BE49-F238E27FC236}">
                <a16:creationId xmlns:a16="http://schemas.microsoft.com/office/drawing/2014/main" id="{1FFB958C-32B1-6F4D-B480-2DBEF9B3D740}"/>
              </a:ext>
            </a:extLst>
          </p:cNvPr>
          <p:cNvSpPr/>
          <p:nvPr/>
        </p:nvSpPr>
        <p:spPr bwMode="auto">
          <a:xfrm>
            <a:off x="11042948" y="3967609"/>
            <a:ext cx="777576" cy="605998"/>
          </a:xfrm>
          <a:prstGeom prst="rect">
            <a:avLst/>
          </a:prstGeom>
          <a:solidFill>
            <a:schemeClr val="bg1">
              <a:lumMod val="75000"/>
            </a:schemeClr>
          </a:solidFill>
          <a:ln w="12700" cap="flat" cmpd="sng" algn="ctr">
            <a:solidFill>
              <a:schemeClr val="tx1"/>
            </a:solidFill>
            <a:prstDash val="solid"/>
            <a:round/>
            <a:headEnd type="none" w="med" len="med"/>
            <a:tailEnd type="none" w="med" len="med"/>
          </a:ln>
          <a:effectLst/>
        </p:spPr>
        <p:txBody>
          <a:bodyPr wrap="none" anchor="ctr"/>
          <a:lstStyle/>
          <a:p>
            <a:pPr marL="0" marR="0" lvl="0" indent="0" algn="l" defTabSz="812810" rtl="0" eaLnBrk="1" fontAlgn="auto" latinLnBrk="0" hangingPunct="1">
              <a:lnSpc>
                <a:spcPct val="100000"/>
              </a:lnSpc>
              <a:spcBef>
                <a:spcPts val="0"/>
              </a:spcBef>
              <a:spcAft>
                <a:spcPts val="0"/>
              </a:spcAft>
              <a:buClrTx/>
              <a:buSzTx/>
              <a:buFontTx/>
              <a:buNone/>
              <a:tabLst/>
              <a:defRPr/>
            </a:pPr>
            <a:r>
              <a:rPr kumimoji="0" lang="en-US" sz="3200" b="0" i="0" u="none" strike="noStrike" kern="1200" cap="none" spc="0" normalizeH="0" baseline="0" noProof="0" dirty="0">
                <a:ln>
                  <a:noFill/>
                </a:ln>
                <a:solidFill>
                  <a:srgbClr val="000000"/>
                </a:solidFill>
                <a:effectLst/>
                <a:uLnTx/>
                <a:uFillTx/>
                <a:latin typeface="Arial" charset="0"/>
                <a:ea typeface="+mn-ea"/>
                <a:cs typeface="+mn-cs"/>
              </a:rPr>
              <a:t> </a:t>
            </a:r>
          </a:p>
        </p:txBody>
      </p:sp>
      <p:sp>
        <p:nvSpPr>
          <p:cNvPr id="9" name="Rectangle 8">
            <a:extLst>
              <a:ext uri="{FF2B5EF4-FFF2-40B4-BE49-F238E27FC236}">
                <a16:creationId xmlns:a16="http://schemas.microsoft.com/office/drawing/2014/main" id="{8A8AA4BE-57C3-6E49-B67A-0905D35286CE}"/>
              </a:ext>
            </a:extLst>
          </p:cNvPr>
          <p:cNvSpPr/>
          <p:nvPr/>
        </p:nvSpPr>
        <p:spPr bwMode="auto">
          <a:xfrm>
            <a:off x="13215046" y="4011418"/>
            <a:ext cx="777574" cy="609649"/>
          </a:xfrm>
          <a:prstGeom prst="rect">
            <a:avLst/>
          </a:prstGeom>
          <a:solidFill>
            <a:schemeClr val="bg1">
              <a:lumMod val="75000"/>
            </a:schemeClr>
          </a:solidFill>
          <a:ln w="12700" cap="flat" cmpd="sng" algn="ctr">
            <a:solidFill>
              <a:schemeClr val="tx1"/>
            </a:solidFill>
            <a:prstDash val="solid"/>
            <a:round/>
            <a:headEnd type="none" w="med" len="med"/>
            <a:tailEnd type="none" w="med" len="med"/>
          </a:ln>
          <a:effectLst/>
        </p:spPr>
        <p:txBody>
          <a:bodyPr wrap="none" anchor="ctr"/>
          <a:lstStyle/>
          <a:p>
            <a:pPr marL="0" marR="0" lvl="0" indent="0" algn="l" defTabSz="812810" rtl="0" eaLnBrk="1" fontAlgn="auto" latinLnBrk="0" hangingPunct="1">
              <a:lnSpc>
                <a:spcPct val="100000"/>
              </a:lnSpc>
              <a:spcBef>
                <a:spcPts val="0"/>
              </a:spcBef>
              <a:spcAft>
                <a:spcPts val="0"/>
              </a:spcAft>
              <a:buClrTx/>
              <a:buSzTx/>
              <a:buFontTx/>
              <a:buNone/>
              <a:tabLst/>
              <a:defRPr/>
            </a:pPr>
            <a:endParaRPr kumimoji="0" lang="en-US" sz="3200" b="0" i="0" u="none" strike="noStrike" kern="1200" cap="none" spc="0" normalizeH="0" baseline="0" noProof="0">
              <a:ln>
                <a:noFill/>
              </a:ln>
              <a:solidFill>
                <a:srgbClr val="000000"/>
              </a:solidFill>
              <a:effectLst/>
              <a:uLnTx/>
              <a:uFillTx/>
              <a:latin typeface="Arial" charset="0"/>
              <a:ea typeface="+mn-ea"/>
              <a:cs typeface="+mn-cs"/>
            </a:endParaRPr>
          </a:p>
        </p:txBody>
      </p:sp>
      <p:sp>
        <p:nvSpPr>
          <p:cNvPr id="13" name="Rectangle 12">
            <a:extLst>
              <a:ext uri="{FF2B5EF4-FFF2-40B4-BE49-F238E27FC236}">
                <a16:creationId xmlns:a16="http://schemas.microsoft.com/office/drawing/2014/main" id="{3CD3B1E1-0248-1E4A-864F-DA9F38405A4C}"/>
              </a:ext>
            </a:extLst>
          </p:cNvPr>
          <p:cNvSpPr/>
          <p:nvPr/>
        </p:nvSpPr>
        <p:spPr bwMode="auto">
          <a:xfrm>
            <a:off x="10433303" y="2606767"/>
            <a:ext cx="777574" cy="605998"/>
          </a:xfrm>
          <a:prstGeom prst="rect">
            <a:avLst/>
          </a:prstGeom>
          <a:solidFill>
            <a:schemeClr val="bg1">
              <a:lumMod val="75000"/>
            </a:schemeClr>
          </a:solidFill>
          <a:ln w="12700" cap="flat" cmpd="sng" algn="ctr">
            <a:solidFill>
              <a:schemeClr val="tx1"/>
            </a:solidFill>
            <a:prstDash val="solid"/>
            <a:round/>
            <a:headEnd type="none" w="med" len="med"/>
            <a:tailEnd type="none" w="med" len="med"/>
          </a:ln>
          <a:effectLst/>
        </p:spPr>
        <p:txBody>
          <a:bodyPr wrap="none" anchor="ctr"/>
          <a:lstStyle/>
          <a:p>
            <a:pPr marL="0" marR="0" lvl="0" indent="0" algn="l" defTabSz="812810" rtl="0" eaLnBrk="1" fontAlgn="auto" latinLnBrk="0" hangingPunct="1">
              <a:lnSpc>
                <a:spcPct val="100000"/>
              </a:lnSpc>
              <a:spcBef>
                <a:spcPts val="0"/>
              </a:spcBef>
              <a:spcAft>
                <a:spcPts val="0"/>
              </a:spcAft>
              <a:buClrTx/>
              <a:buSzTx/>
              <a:buFontTx/>
              <a:buNone/>
              <a:tabLst/>
              <a:defRPr/>
            </a:pPr>
            <a:endParaRPr kumimoji="0" lang="en-US" sz="3200" b="0" i="0" u="none" strike="noStrike" kern="1200" cap="none" spc="0" normalizeH="0" baseline="0" noProof="0">
              <a:ln>
                <a:noFill/>
              </a:ln>
              <a:solidFill>
                <a:srgbClr val="000000"/>
              </a:solidFill>
              <a:effectLst/>
              <a:uLnTx/>
              <a:uFillTx/>
              <a:latin typeface="Arial" charset="0"/>
              <a:ea typeface="+mn-ea"/>
              <a:cs typeface="+mn-cs"/>
            </a:endParaRPr>
          </a:p>
        </p:txBody>
      </p:sp>
      <p:sp>
        <p:nvSpPr>
          <p:cNvPr id="14" name="Rectangle 13">
            <a:extLst>
              <a:ext uri="{FF2B5EF4-FFF2-40B4-BE49-F238E27FC236}">
                <a16:creationId xmlns:a16="http://schemas.microsoft.com/office/drawing/2014/main" id="{54AF2D9B-551D-F34E-842B-7519752F6C77}"/>
              </a:ext>
            </a:extLst>
          </p:cNvPr>
          <p:cNvSpPr/>
          <p:nvPr/>
        </p:nvSpPr>
        <p:spPr bwMode="auto">
          <a:xfrm>
            <a:off x="11572285" y="2606767"/>
            <a:ext cx="777574" cy="609649"/>
          </a:xfrm>
          <a:prstGeom prst="rect">
            <a:avLst/>
          </a:prstGeom>
          <a:solidFill>
            <a:schemeClr val="bg1">
              <a:lumMod val="75000"/>
            </a:schemeClr>
          </a:solidFill>
          <a:ln w="12700" cap="flat" cmpd="sng" algn="ctr">
            <a:solidFill>
              <a:schemeClr val="tx1"/>
            </a:solidFill>
            <a:prstDash val="solid"/>
            <a:round/>
            <a:headEnd type="none" w="med" len="med"/>
            <a:tailEnd type="none" w="med" len="med"/>
          </a:ln>
          <a:effectLst/>
        </p:spPr>
        <p:txBody>
          <a:bodyPr wrap="none" anchor="ctr"/>
          <a:lstStyle/>
          <a:p>
            <a:pPr marL="0" marR="0" lvl="0" indent="0" algn="l" defTabSz="812810" rtl="0" eaLnBrk="1" fontAlgn="auto" latinLnBrk="0" hangingPunct="1">
              <a:lnSpc>
                <a:spcPct val="100000"/>
              </a:lnSpc>
              <a:spcBef>
                <a:spcPts val="0"/>
              </a:spcBef>
              <a:spcAft>
                <a:spcPts val="0"/>
              </a:spcAft>
              <a:buClrTx/>
              <a:buSzTx/>
              <a:buFontTx/>
              <a:buNone/>
              <a:tabLst/>
              <a:defRPr/>
            </a:pPr>
            <a:endParaRPr kumimoji="0" lang="en-US" sz="3200" b="0" i="0" u="none" strike="noStrike" kern="1200" cap="none" spc="0" normalizeH="0" baseline="0" noProof="0">
              <a:ln>
                <a:noFill/>
              </a:ln>
              <a:solidFill>
                <a:srgbClr val="000000"/>
              </a:solidFill>
              <a:effectLst/>
              <a:uLnTx/>
              <a:uFillTx/>
              <a:latin typeface="Arial" charset="0"/>
              <a:ea typeface="+mn-ea"/>
              <a:cs typeface="+mn-cs"/>
            </a:endParaRPr>
          </a:p>
        </p:txBody>
      </p:sp>
      <p:sp>
        <p:nvSpPr>
          <p:cNvPr id="17" name="Rectangle 16">
            <a:extLst>
              <a:ext uri="{FF2B5EF4-FFF2-40B4-BE49-F238E27FC236}">
                <a16:creationId xmlns:a16="http://schemas.microsoft.com/office/drawing/2014/main" id="{A699D8E3-E571-C545-BB20-579C2E8ABBE4}"/>
              </a:ext>
            </a:extLst>
          </p:cNvPr>
          <p:cNvSpPr/>
          <p:nvPr/>
        </p:nvSpPr>
        <p:spPr bwMode="auto">
          <a:xfrm>
            <a:off x="12682063" y="2606767"/>
            <a:ext cx="777574" cy="605998"/>
          </a:xfrm>
          <a:prstGeom prst="rect">
            <a:avLst/>
          </a:prstGeom>
          <a:solidFill>
            <a:schemeClr val="bg1">
              <a:lumMod val="75000"/>
            </a:schemeClr>
          </a:solidFill>
          <a:ln w="12700" cap="flat" cmpd="sng" algn="ctr">
            <a:solidFill>
              <a:schemeClr val="tx1"/>
            </a:solidFill>
            <a:prstDash val="solid"/>
            <a:round/>
            <a:headEnd type="none" w="med" len="med"/>
            <a:tailEnd type="none" w="med" len="med"/>
          </a:ln>
          <a:effectLst/>
        </p:spPr>
        <p:txBody>
          <a:bodyPr wrap="none" anchor="ctr"/>
          <a:lstStyle/>
          <a:p>
            <a:pPr marL="0" marR="0" lvl="0" indent="0" algn="l" defTabSz="812810" rtl="0" eaLnBrk="1" fontAlgn="auto" latinLnBrk="0" hangingPunct="1">
              <a:lnSpc>
                <a:spcPct val="100000"/>
              </a:lnSpc>
              <a:spcBef>
                <a:spcPts val="0"/>
              </a:spcBef>
              <a:spcAft>
                <a:spcPts val="0"/>
              </a:spcAft>
              <a:buClrTx/>
              <a:buSzTx/>
              <a:buFontTx/>
              <a:buNone/>
              <a:tabLst/>
              <a:defRPr/>
            </a:pPr>
            <a:endParaRPr kumimoji="0" lang="en-US" sz="3200" b="0" i="0" u="none" strike="noStrike" kern="1200" cap="none" spc="0" normalizeH="0" baseline="0" noProof="0">
              <a:ln>
                <a:noFill/>
              </a:ln>
              <a:solidFill>
                <a:srgbClr val="000000"/>
              </a:solidFill>
              <a:effectLst/>
              <a:uLnTx/>
              <a:uFillTx/>
              <a:latin typeface="Arial" charset="0"/>
              <a:ea typeface="+mn-ea"/>
              <a:cs typeface="+mn-cs"/>
            </a:endParaRPr>
          </a:p>
        </p:txBody>
      </p:sp>
      <p:sp>
        <p:nvSpPr>
          <p:cNvPr id="18" name="Rectangle 17">
            <a:extLst>
              <a:ext uri="{FF2B5EF4-FFF2-40B4-BE49-F238E27FC236}">
                <a16:creationId xmlns:a16="http://schemas.microsoft.com/office/drawing/2014/main" id="{92CC5323-8F1A-0840-BD5B-D2BDC53672D6}"/>
              </a:ext>
            </a:extLst>
          </p:cNvPr>
          <p:cNvSpPr/>
          <p:nvPr/>
        </p:nvSpPr>
        <p:spPr bwMode="auto">
          <a:xfrm>
            <a:off x="13821042" y="2606767"/>
            <a:ext cx="777574" cy="609649"/>
          </a:xfrm>
          <a:prstGeom prst="rect">
            <a:avLst/>
          </a:prstGeom>
          <a:solidFill>
            <a:schemeClr val="bg1">
              <a:lumMod val="75000"/>
            </a:schemeClr>
          </a:solidFill>
          <a:ln w="12700" cap="flat" cmpd="sng" algn="ctr">
            <a:solidFill>
              <a:schemeClr val="tx1"/>
            </a:solidFill>
            <a:prstDash val="solid"/>
            <a:round/>
            <a:headEnd type="none" w="med" len="med"/>
            <a:tailEnd type="none" w="med" len="med"/>
          </a:ln>
          <a:effectLst/>
        </p:spPr>
        <p:txBody>
          <a:bodyPr wrap="none" anchor="ctr"/>
          <a:lstStyle/>
          <a:p>
            <a:pPr marL="0" marR="0" lvl="0" indent="0" algn="l" defTabSz="812810" rtl="0" eaLnBrk="1" fontAlgn="auto" latinLnBrk="0" hangingPunct="1">
              <a:lnSpc>
                <a:spcPct val="100000"/>
              </a:lnSpc>
              <a:spcBef>
                <a:spcPts val="0"/>
              </a:spcBef>
              <a:spcAft>
                <a:spcPts val="0"/>
              </a:spcAft>
              <a:buClrTx/>
              <a:buSzTx/>
              <a:buFontTx/>
              <a:buNone/>
              <a:tabLst/>
              <a:defRPr/>
            </a:pPr>
            <a:endParaRPr kumimoji="0" lang="en-US" sz="3200" b="0" i="0" u="none" strike="noStrike" kern="1200" cap="none" spc="0" normalizeH="0" baseline="0" noProof="0">
              <a:ln>
                <a:noFill/>
              </a:ln>
              <a:solidFill>
                <a:srgbClr val="000000"/>
              </a:solidFill>
              <a:effectLst/>
              <a:uLnTx/>
              <a:uFillTx/>
              <a:latin typeface="Arial" charset="0"/>
              <a:ea typeface="+mn-ea"/>
              <a:cs typeface="+mn-cs"/>
            </a:endParaRPr>
          </a:p>
        </p:txBody>
      </p:sp>
      <p:sp>
        <p:nvSpPr>
          <p:cNvPr id="6" name="Oval 5">
            <a:extLst>
              <a:ext uri="{FF2B5EF4-FFF2-40B4-BE49-F238E27FC236}">
                <a16:creationId xmlns:a16="http://schemas.microsoft.com/office/drawing/2014/main" id="{BDF4C85C-A7D7-C340-891B-43D37FD69E05}"/>
              </a:ext>
            </a:extLst>
          </p:cNvPr>
          <p:cNvSpPr/>
          <p:nvPr/>
        </p:nvSpPr>
        <p:spPr>
          <a:xfrm>
            <a:off x="984738" y="1899138"/>
            <a:ext cx="707629" cy="707629"/>
          </a:xfrm>
          <a:prstGeom prst="ellipse">
            <a:avLst/>
          </a:prstGeom>
          <a:solidFill>
            <a:schemeClr val="accent6"/>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812810" rtl="0" eaLnBrk="1" fontAlgn="auto" latinLnBrk="0" hangingPunct="1">
              <a:lnSpc>
                <a:spcPct val="100000"/>
              </a:lnSpc>
              <a:spcBef>
                <a:spcPts val="0"/>
              </a:spcBef>
              <a:spcAft>
                <a:spcPts val="0"/>
              </a:spcAft>
              <a:buClrTx/>
              <a:buSzTx/>
              <a:buFontTx/>
              <a:buNone/>
              <a:tabLst/>
              <a:defRPr/>
            </a:pPr>
            <a:r>
              <a:rPr kumimoji="0" lang="en-US" sz="3600" b="1" i="0" u="none" strike="noStrike" kern="1200" cap="none" spc="0" normalizeH="0" baseline="0" noProof="0" dirty="0">
                <a:ln>
                  <a:noFill/>
                </a:ln>
                <a:solidFill>
                  <a:prstClr val="white"/>
                </a:solidFill>
                <a:effectLst/>
                <a:uLnTx/>
                <a:uFillTx/>
                <a:latin typeface="Arial" panose="020B0604020202020204"/>
                <a:ea typeface="+mn-ea"/>
                <a:cs typeface="+mn-cs"/>
              </a:rPr>
              <a:t>1</a:t>
            </a:r>
          </a:p>
        </p:txBody>
      </p:sp>
      <p:sp>
        <p:nvSpPr>
          <p:cNvPr id="25" name="Oval 24">
            <a:extLst>
              <a:ext uri="{FF2B5EF4-FFF2-40B4-BE49-F238E27FC236}">
                <a16:creationId xmlns:a16="http://schemas.microsoft.com/office/drawing/2014/main" id="{1FA92A5C-A173-3640-A4A7-960FB2EF3EBB}"/>
              </a:ext>
            </a:extLst>
          </p:cNvPr>
          <p:cNvSpPr/>
          <p:nvPr/>
        </p:nvSpPr>
        <p:spPr>
          <a:xfrm>
            <a:off x="984738" y="3071446"/>
            <a:ext cx="707629" cy="707629"/>
          </a:xfrm>
          <a:prstGeom prst="ellipse">
            <a:avLst/>
          </a:prstGeom>
          <a:solidFill>
            <a:schemeClr val="accent6"/>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812810" rtl="0" eaLnBrk="1" fontAlgn="auto" latinLnBrk="0" hangingPunct="1">
              <a:lnSpc>
                <a:spcPct val="100000"/>
              </a:lnSpc>
              <a:spcBef>
                <a:spcPts val="0"/>
              </a:spcBef>
              <a:spcAft>
                <a:spcPts val="0"/>
              </a:spcAft>
              <a:buClrTx/>
              <a:buSzTx/>
              <a:buFontTx/>
              <a:buNone/>
              <a:tabLst/>
              <a:defRPr/>
            </a:pPr>
            <a:r>
              <a:rPr kumimoji="0" lang="en-US" sz="3600" b="1" i="0" u="none" strike="noStrike" kern="1200" cap="none" spc="0" normalizeH="0" baseline="0" noProof="0" dirty="0">
                <a:ln>
                  <a:noFill/>
                </a:ln>
                <a:solidFill>
                  <a:prstClr val="white"/>
                </a:solidFill>
                <a:effectLst/>
                <a:uLnTx/>
                <a:uFillTx/>
                <a:latin typeface="Arial" panose="020B0604020202020204"/>
                <a:ea typeface="+mn-ea"/>
                <a:cs typeface="+mn-cs"/>
              </a:rPr>
              <a:t>2</a:t>
            </a:r>
          </a:p>
        </p:txBody>
      </p:sp>
      <p:sp>
        <p:nvSpPr>
          <p:cNvPr id="26" name="Oval 25">
            <a:extLst>
              <a:ext uri="{FF2B5EF4-FFF2-40B4-BE49-F238E27FC236}">
                <a16:creationId xmlns:a16="http://schemas.microsoft.com/office/drawing/2014/main" id="{6286FB70-54AD-7B4C-8B27-B18D59AD7D96}"/>
              </a:ext>
            </a:extLst>
          </p:cNvPr>
          <p:cNvSpPr/>
          <p:nvPr/>
        </p:nvSpPr>
        <p:spPr>
          <a:xfrm>
            <a:off x="984738" y="4267200"/>
            <a:ext cx="707629" cy="707629"/>
          </a:xfrm>
          <a:prstGeom prst="ellipse">
            <a:avLst/>
          </a:prstGeom>
          <a:solidFill>
            <a:schemeClr val="accent6"/>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812810" rtl="0" eaLnBrk="1" fontAlgn="auto" latinLnBrk="0" hangingPunct="1">
              <a:lnSpc>
                <a:spcPct val="100000"/>
              </a:lnSpc>
              <a:spcBef>
                <a:spcPts val="0"/>
              </a:spcBef>
              <a:spcAft>
                <a:spcPts val="0"/>
              </a:spcAft>
              <a:buClrTx/>
              <a:buSzTx/>
              <a:buFontTx/>
              <a:buNone/>
              <a:tabLst/>
              <a:defRPr/>
            </a:pPr>
            <a:r>
              <a:rPr kumimoji="0" lang="en-US" sz="3600" b="1" i="0" u="none" strike="noStrike" kern="1200" cap="none" spc="0" normalizeH="0" baseline="0" noProof="0" dirty="0">
                <a:ln>
                  <a:noFill/>
                </a:ln>
                <a:solidFill>
                  <a:prstClr val="white"/>
                </a:solidFill>
                <a:effectLst/>
                <a:uLnTx/>
                <a:uFillTx/>
                <a:latin typeface="Arial" panose="020B0604020202020204"/>
                <a:ea typeface="+mn-ea"/>
                <a:cs typeface="+mn-cs"/>
              </a:rPr>
              <a:t>3</a:t>
            </a:r>
          </a:p>
        </p:txBody>
      </p:sp>
      <p:sp>
        <p:nvSpPr>
          <p:cNvPr id="27" name="Oval 26">
            <a:extLst>
              <a:ext uri="{FF2B5EF4-FFF2-40B4-BE49-F238E27FC236}">
                <a16:creationId xmlns:a16="http://schemas.microsoft.com/office/drawing/2014/main" id="{18991E85-73FD-134B-9322-077E01D16916}"/>
              </a:ext>
            </a:extLst>
          </p:cNvPr>
          <p:cNvSpPr/>
          <p:nvPr/>
        </p:nvSpPr>
        <p:spPr>
          <a:xfrm>
            <a:off x="984738" y="5392615"/>
            <a:ext cx="707629" cy="707629"/>
          </a:xfrm>
          <a:prstGeom prst="ellipse">
            <a:avLst/>
          </a:prstGeom>
          <a:solidFill>
            <a:schemeClr val="accent6"/>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812810" rtl="0" eaLnBrk="1" fontAlgn="auto" latinLnBrk="0" hangingPunct="1">
              <a:lnSpc>
                <a:spcPct val="100000"/>
              </a:lnSpc>
              <a:spcBef>
                <a:spcPts val="0"/>
              </a:spcBef>
              <a:spcAft>
                <a:spcPts val="0"/>
              </a:spcAft>
              <a:buClrTx/>
              <a:buSzTx/>
              <a:buFontTx/>
              <a:buNone/>
              <a:tabLst/>
              <a:defRPr/>
            </a:pPr>
            <a:r>
              <a:rPr kumimoji="0" lang="en-US" sz="3600" b="1" i="0" u="none" strike="noStrike" kern="1200" cap="none" spc="0" normalizeH="0" baseline="0" noProof="0" dirty="0">
                <a:ln>
                  <a:noFill/>
                </a:ln>
                <a:solidFill>
                  <a:prstClr val="white"/>
                </a:solidFill>
                <a:effectLst/>
                <a:uLnTx/>
                <a:uFillTx/>
                <a:latin typeface="Arial" panose="020B0604020202020204"/>
                <a:ea typeface="+mn-ea"/>
                <a:cs typeface="+mn-cs"/>
              </a:rPr>
              <a:t>4</a:t>
            </a:r>
          </a:p>
        </p:txBody>
      </p:sp>
      <p:sp>
        <p:nvSpPr>
          <p:cNvPr id="28" name="Oval 27">
            <a:extLst>
              <a:ext uri="{FF2B5EF4-FFF2-40B4-BE49-F238E27FC236}">
                <a16:creationId xmlns:a16="http://schemas.microsoft.com/office/drawing/2014/main" id="{82C05F2A-5475-1C46-A296-CBC7656A024B}"/>
              </a:ext>
            </a:extLst>
          </p:cNvPr>
          <p:cNvSpPr/>
          <p:nvPr/>
        </p:nvSpPr>
        <p:spPr>
          <a:xfrm>
            <a:off x="984738" y="6494584"/>
            <a:ext cx="707629" cy="707629"/>
          </a:xfrm>
          <a:prstGeom prst="ellipse">
            <a:avLst/>
          </a:prstGeom>
          <a:solidFill>
            <a:schemeClr val="accent6"/>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812810" rtl="0" eaLnBrk="1" fontAlgn="auto" latinLnBrk="0" hangingPunct="1">
              <a:lnSpc>
                <a:spcPct val="100000"/>
              </a:lnSpc>
              <a:spcBef>
                <a:spcPts val="0"/>
              </a:spcBef>
              <a:spcAft>
                <a:spcPts val="0"/>
              </a:spcAft>
              <a:buClrTx/>
              <a:buSzTx/>
              <a:buFontTx/>
              <a:buNone/>
              <a:tabLst/>
              <a:defRPr/>
            </a:pPr>
            <a:r>
              <a:rPr kumimoji="0" lang="en-US" sz="3600" b="1" i="0" u="none" strike="noStrike" kern="1200" cap="none" spc="0" normalizeH="0" baseline="0" noProof="0" dirty="0">
                <a:ln>
                  <a:noFill/>
                </a:ln>
                <a:solidFill>
                  <a:prstClr val="white"/>
                </a:solidFill>
                <a:effectLst/>
                <a:uLnTx/>
                <a:uFillTx/>
                <a:latin typeface="Arial" panose="020B0604020202020204"/>
                <a:ea typeface="+mn-ea"/>
                <a:cs typeface="+mn-cs"/>
              </a:rPr>
              <a:t>5</a:t>
            </a:r>
          </a:p>
        </p:txBody>
      </p:sp>
      <p:sp>
        <p:nvSpPr>
          <p:cNvPr id="3" name="TextBox 2">
            <a:extLst>
              <a:ext uri="{FF2B5EF4-FFF2-40B4-BE49-F238E27FC236}">
                <a16:creationId xmlns:a16="http://schemas.microsoft.com/office/drawing/2014/main" id="{1DA9B24B-7793-CD45-9F89-0C0DA53931D5}"/>
              </a:ext>
            </a:extLst>
          </p:cNvPr>
          <p:cNvSpPr txBox="1"/>
          <p:nvPr/>
        </p:nvSpPr>
        <p:spPr>
          <a:xfrm>
            <a:off x="13097619" y="5489872"/>
            <a:ext cx="532983" cy="369332"/>
          </a:xfrm>
          <a:prstGeom prst="rect">
            <a:avLst/>
          </a:prstGeom>
          <a:noFill/>
        </p:spPr>
        <p:txBody>
          <a:bodyPr wrap="square" rtlCol="0">
            <a:spAutoFit/>
          </a:bodyPr>
          <a:lstStyle/>
          <a:p>
            <a:pPr marL="0" marR="0" lvl="0" indent="0" algn="l" defTabSz="81281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rgbClr val="00274C"/>
                </a:solidFill>
                <a:effectLst/>
                <a:uLnTx/>
                <a:uFillTx/>
                <a:latin typeface="Arial" panose="020B0604020202020204"/>
                <a:ea typeface="+mn-ea"/>
                <a:cs typeface="+mn-cs"/>
              </a:rPr>
              <a:t>FU</a:t>
            </a:r>
          </a:p>
        </p:txBody>
      </p:sp>
      <p:sp>
        <p:nvSpPr>
          <p:cNvPr id="29" name="TextBox 28">
            <a:extLst>
              <a:ext uri="{FF2B5EF4-FFF2-40B4-BE49-F238E27FC236}">
                <a16:creationId xmlns:a16="http://schemas.microsoft.com/office/drawing/2014/main" id="{FB01BABD-0E69-A04A-B8E7-BF19D6D1E82B}"/>
              </a:ext>
            </a:extLst>
          </p:cNvPr>
          <p:cNvSpPr txBox="1"/>
          <p:nvPr/>
        </p:nvSpPr>
        <p:spPr>
          <a:xfrm>
            <a:off x="14707651" y="2784295"/>
            <a:ext cx="801261" cy="369332"/>
          </a:xfrm>
          <a:prstGeom prst="rect">
            <a:avLst/>
          </a:prstGeom>
          <a:noFill/>
        </p:spPr>
        <p:txBody>
          <a:bodyPr wrap="square" rtlCol="0">
            <a:spAutoFit/>
          </a:bodyPr>
          <a:lstStyle/>
          <a:p>
            <a:pPr marL="0" marR="0" lvl="0" indent="0" algn="l" defTabSz="81281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rgbClr val="00274C"/>
                </a:solidFill>
                <a:effectLst/>
                <a:uLnTx/>
                <a:uFillTx/>
                <a:latin typeface="Arial" panose="020B0604020202020204"/>
                <a:ea typeface="+mn-ea"/>
                <a:cs typeface="+mn-cs"/>
              </a:rPr>
              <a:t>Tier 2</a:t>
            </a:r>
          </a:p>
        </p:txBody>
      </p:sp>
      <p:sp>
        <p:nvSpPr>
          <p:cNvPr id="30" name="TextBox 29">
            <a:extLst>
              <a:ext uri="{FF2B5EF4-FFF2-40B4-BE49-F238E27FC236}">
                <a16:creationId xmlns:a16="http://schemas.microsoft.com/office/drawing/2014/main" id="{EFEC1974-050D-0F47-AE06-56D6EBBE1419}"/>
              </a:ext>
            </a:extLst>
          </p:cNvPr>
          <p:cNvSpPr txBox="1"/>
          <p:nvPr/>
        </p:nvSpPr>
        <p:spPr>
          <a:xfrm>
            <a:off x="14133938" y="6212587"/>
            <a:ext cx="801261" cy="369332"/>
          </a:xfrm>
          <a:prstGeom prst="rect">
            <a:avLst/>
          </a:prstGeom>
          <a:noFill/>
        </p:spPr>
        <p:txBody>
          <a:bodyPr wrap="square" rtlCol="0">
            <a:spAutoFit/>
          </a:bodyPr>
          <a:lstStyle/>
          <a:p>
            <a:pPr marL="0" marR="0" lvl="0" indent="0" algn="l" defTabSz="81281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rgbClr val="00274C"/>
                </a:solidFill>
                <a:effectLst/>
                <a:uLnTx/>
                <a:uFillTx/>
                <a:latin typeface="Arial" panose="020B0604020202020204"/>
                <a:ea typeface="+mn-ea"/>
                <a:cs typeface="+mn-cs"/>
              </a:rPr>
              <a:t>Tier 1</a:t>
            </a:r>
          </a:p>
        </p:txBody>
      </p:sp>
      <p:sp>
        <p:nvSpPr>
          <p:cNvPr id="31" name="TextBox 30">
            <a:extLst>
              <a:ext uri="{FF2B5EF4-FFF2-40B4-BE49-F238E27FC236}">
                <a16:creationId xmlns:a16="http://schemas.microsoft.com/office/drawing/2014/main" id="{DB2D19E5-B1C6-AE42-A54F-9277275CBD88}"/>
              </a:ext>
            </a:extLst>
          </p:cNvPr>
          <p:cNvSpPr txBox="1"/>
          <p:nvPr/>
        </p:nvSpPr>
        <p:spPr>
          <a:xfrm>
            <a:off x="14133938" y="4124707"/>
            <a:ext cx="801261" cy="369332"/>
          </a:xfrm>
          <a:prstGeom prst="rect">
            <a:avLst/>
          </a:prstGeom>
          <a:noFill/>
        </p:spPr>
        <p:txBody>
          <a:bodyPr wrap="square" rtlCol="0">
            <a:spAutoFit/>
          </a:bodyPr>
          <a:lstStyle/>
          <a:p>
            <a:pPr marL="0" marR="0" lvl="0" indent="0" algn="l" defTabSz="81281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rgbClr val="00274C"/>
                </a:solidFill>
                <a:effectLst/>
                <a:uLnTx/>
                <a:uFillTx/>
                <a:latin typeface="Arial" panose="020B0604020202020204"/>
                <a:ea typeface="+mn-ea"/>
                <a:cs typeface="+mn-cs"/>
              </a:rPr>
              <a:t>Tier 1</a:t>
            </a:r>
          </a:p>
        </p:txBody>
      </p:sp>
    </p:spTree>
    <p:extLst>
      <p:ext uri="{BB962C8B-B14F-4D97-AF65-F5344CB8AC3E}">
        <p14:creationId xmlns:p14="http://schemas.microsoft.com/office/powerpoint/2010/main" val="3036026001"/>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8439A4-B037-4F4E-AFCE-96000C7C1237}"/>
              </a:ext>
            </a:extLst>
          </p:cNvPr>
          <p:cNvSpPr>
            <a:spLocks noGrp="1"/>
          </p:cNvSpPr>
          <p:nvPr>
            <p:ph type="title"/>
          </p:nvPr>
        </p:nvSpPr>
        <p:spPr>
          <a:xfrm>
            <a:off x="812880" y="279400"/>
            <a:ext cx="14631828" cy="870385"/>
          </a:xfrm>
        </p:spPr>
        <p:txBody>
          <a:bodyPr/>
          <a:lstStyle/>
          <a:p>
            <a:r>
              <a:rPr lang="en-US" altLang="en-US" dirty="0"/>
              <a:t>Tier 0</a:t>
            </a:r>
            <a:endParaRPr lang="en-US" sz="2800" dirty="0">
              <a:solidFill>
                <a:schemeClr val="tx2"/>
              </a:solidFill>
            </a:endParaRPr>
          </a:p>
        </p:txBody>
      </p:sp>
      <p:sp>
        <p:nvSpPr>
          <p:cNvPr id="50" name="Text Box 41">
            <a:extLst>
              <a:ext uri="{FF2B5EF4-FFF2-40B4-BE49-F238E27FC236}">
                <a16:creationId xmlns:a16="http://schemas.microsoft.com/office/drawing/2014/main" id="{DD556CE1-98A6-C244-A5FF-DF4B1E5F4DA0}"/>
              </a:ext>
            </a:extLst>
          </p:cNvPr>
          <p:cNvSpPr txBox="1">
            <a:spLocks noChangeArrowheads="1"/>
          </p:cNvSpPr>
          <p:nvPr/>
        </p:nvSpPr>
        <p:spPr bwMode="auto">
          <a:xfrm>
            <a:off x="7155831" y="3147116"/>
            <a:ext cx="1768475" cy="3539430"/>
          </a:xfrm>
          <a:prstGeom prst="rect">
            <a:avLst/>
          </a:prstGeom>
          <a:noFill/>
          <a:ln w="50800">
            <a:solidFill>
              <a:schemeClr val="accent6"/>
            </a:solidFill>
            <a:miter lim="800000"/>
            <a:headEnd/>
            <a:tailEnd/>
          </a:ln>
          <a:effectLst/>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Clr>
                <a:srgbClr val="FF9900"/>
              </a:buClr>
              <a:buChar char="•"/>
              <a:defRPr sz="3200" b="1">
                <a:solidFill>
                  <a:srgbClr val="01035B"/>
                </a:solidFill>
                <a:latin typeface="Arial" panose="020B0604020202020204" pitchFamily="34" charset="0"/>
              </a:defRPr>
            </a:lvl1pPr>
            <a:lvl2pPr marL="742950" indent="-285750">
              <a:spcBef>
                <a:spcPct val="20000"/>
              </a:spcBef>
              <a:buClr>
                <a:srgbClr val="FF9900"/>
              </a:buClr>
              <a:buChar char="–"/>
              <a:defRPr sz="2800" b="1">
                <a:solidFill>
                  <a:srgbClr val="01035B"/>
                </a:solidFill>
                <a:latin typeface="Arial" panose="020B0604020202020204" pitchFamily="34" charset="0"/>
              </a:defRPr>
            </a:lvl2pPr>
            <a:lvl3pPr marL="1143000" indent="-228600">
              <a:spcBef>
                <a:spcPct val="20000"/>
              </a:spcBef>
              <a:buClr>
                <a:srgbClr val="FF9900"/>
              </a:buClr>
              <a:buChar char="•"/>
              <a:defRPr sz="2400" b="1">
                <a:solidFill>
                  <a:srgbClr val="01035B"/>
                </a:solidFill>
                <a:latin typeface="Arial" panose="020B0604020202020204" pitchFamily="34" charset="0"/>
              </a:defRPr>
            </a:lvl3pPr>
            <a:lvl4pPr marL="1600200" indent="-228600">
              <a:spcBef>
                <a:spcPct val="20000"/>
              </a:spcBef>
              <a:buClr>
                <a:srgbClr val="FF9900"/>
              </a:buClr>
              <a:buChar char="–"/>
              <a:defRPr sz="2000" b="1">
                <a:solidFill>
                  <a:srgbClr val="01035B"/>
                </a:solidFill>
                <a:latin typeface="Arial" panose="020B0604020202020204" pitchFamily="34" charset="0"/>
              </a:defRPr>
            </a:lvl4pPr>
            <a:lvl5pPr marL="2057400" indent="-228600">
              <a:spcBef>
                <a:spcPct val="20000"/>
              </a:spcBef>
              <a:buClr>
                <a:srgbClr val="FF9900"/>
              </a:buClr>
              <a:buChar char="»"/>
              <a:defRPr sz="2000" b="1">
                <a:solidFill>
                  <a:srgbClr val="01035B"/>
                </a:solidFill>
                <a:latin typeface="Arial" panose="020B0604020202020204" pitchFamily="34" charset="0"/>
              </a:defRPr>
            </a:lvl5pPr>
            <a:lvl6pPr marL="25146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6pPr>
            <a:lvl7pPr marL="29718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7pPr>
            <a:lvl8pPr marL="34290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8pPr>
            <a:lvl9pPr marL="38862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9pPr>
          </a:lstStyle>
          <a:p>
            <a:pPr marL="0" marR="0" lvl="0" indent="0" algn="ctr" defTabSz="812810" rtl="0" eaLnBrk="1" fontAlgn="auto" latinLnBrk="0" hangingPunct="1">
              <a:lnSpc>
                <a:spcPct val="100000"/>
              </a:lnSpc>
              <a:spcBef>
                <a:spcPct val="0"/>
              </a:spcBef>
              <a:spcAft>
                <a:spcPts val="0"/>
              </a:spcAft>
              <a:buClrTx/>
              <a:buSzTx/>
              <a:buFontTx/>
              <a:buNone/>
              <a:tabLst/>
              <a:defRPr/>
            </a:pPr>
            <a:endParaRPr kumimoji="0" lang="en-US" altLang="en-US" sz="2000" b="1" i="0" u="none" strike="noStrike" kern="1200" cap="none" spc="0" normalizeH="0" baseline="0" noProof="0" dirty="0">
              <a:ln>
                <a:noFill/>
              </a:ln>
              <a:solidFill>
                <a:srgbClr val="00B2A9"/>
              </a:solidFill>
              <a:effectLst/>
              <a:uLnTx/>
              <a:uFillTx/>
              <a:latin typeface="Arial" panose="020B0604020202020204" pitchFamily="34" charset="0"/>
              <a:ea typeface="+mn-ea"/>
              <a:cs typeface="Arial" panose="020B0604020202020204" pitchFamily="34" charset="0"/>
            </a:endParaRPr>
          </a:p>
          <a:p>
            <a:pPr marL="0" marR="0" lvl="0" indent="0" algn="ctr" defTabSz="812810" rtl="0" eaLnBrk="1" fontAlgn="auto" latinLnBrk="0" hangingPunct="1">
              <a:lnSpc>
                <a:spcPct val="100000"/>
              </a:lnSpc>
              <a:spcBef>
                <a:spcPct val="0"/>
              </a:spcBef>
              <a:spcAft>
                <a:spcPts val="0"/>
              </a:spcAft>
              <a:buClrTx/>
              <a:buSzTx/>
              <a:buFontTx/>
              <a:buNone/>
              <a:tabLst/>
              <a:defRPr/>
            </a:pPr>
            <a:r>
              <a:rPr kumimoji="0" lang="en-US" altLang="en-US" sz="2000" b="1" i="0" u="none" strike="noStrike" kern="1200" cap="none" spc="0" normalizeH="0" baseline="0" noProof="0" dirty="0">
                <a:ln>
                  <a:noFill/>
                </a:ln>
                <a:solidFill>
                  <a:srgbClr val="00B2A9"/>
                </a:solidFill>
                <a:effectLst/>
                <a:uLnTx/>
                <a:uFillTx/>
                <a:latin typeface="Arial" panose="020B0604020202020204" pitchFamily="34" charset="0"/>
                <a:ea typeface="+mn-ea"/>
                <a:cs typeface="Arial" panose="020B0604020202020204" pitchFamily="34" charset="0"/>
              </a:rPr>
              <a:t>Aluminum, </a:t>
            </a:r>
          </a:p>
          <a:p>
            <a:pPr marL="0" marR="0" lvl="0" indent="0" algn="ctr" defTabSz="812810" rtl="0" eaLnBrk="1" fontAlgn="auto" latinLnBrk="0" hangingPunct="1">
              <a:lnSpc>
                <a:spcPct val="100000"/>
              </a:lnSpc>
              <a:spcBef>
                <a:spcPct val="0"/>
              </a:spcBef>
              <a:spcAft>
                <a:spcPts val="0"/>
              </a:spcAft>
              <a:buClrTx/>
              <a:buSzTx/>
              <a:buFontTx/>
              <a:buNone/>
              <a:tabLst/>
              <a:defRPr/>
            </a:pPr>
            <a:r>
              <a:rPr kumimoji="0" lang="en-US" altLang="en-US" sz="2000" b="1" i="0" u="none" strike="noStrike" kern="1200" cap="none" spc="0" normalizeH="0" baseline="0" noProof="0" dirty="0">
                <a:ln>
                  <a:noFill/>
                </a:ln>
                <a:solidFill>
                  <a:srgbClr val="00B2A9"/>
                </a:solidFill>
                <a:effectLst/>
                <a:uLnTx/>
                <a:uFillTx/>
                <a:latin typeface="Arial" panose="020B0604020202020204" pitchFamily="34" charset="0"/>
                <a:ea typeface="+mn-ea"/>
                <a:cs typeface="Arial" panose="020B0604020202020204" pitchFamily="34" charset="0"/>
              </a:rPr>
              <a:t>primary, </a:t>
            </a:r>
          </a:p>
          <a:p>
            <a:pPr marL="0" marR="0" lvl="0" indent="0" algn="ctr" defTabSz="812810" rtl="0" eaLnBrk="1" fontAlgn="auto" latinLnBrk="0" hangingPunct="1">
              <a:lnSpc>
                <a:spcPct val="100000"/>
              </a:lnSpc>
              <a:spcBef>
                <a:spcPct val="0"/>
              </a:spcBef>
              <a:spcAft>
                <a:spcPts val="0"/>
              </a:spcAft>
              <a:buClrTx/>
              <a:buSzTx/>
              <a:buFontTx/>
              <a:buNone/>
              <a:tabLst/>
              <a:defRPr/>
            </a:pPr>
            <a:r>
              <a:rPr kumimoji="0" lang="en-US" altLang="en-US" sz="2000" b="1" i="0" u="none" strike="noStrike" kern="1200" cap="none" spc="0" normalizeH="0" baseline="0" noProof="0" dirty="0">
                <a:ln>
                  <a:noFill/>
                </a:ln>
                <a:solidFill>
                  <a:srgbClr val="00B2A9"/>
                </a:solidFill>
                <a:effectLst/>
                <a:uLnTx/>
                <a:uFillTx/>
                <a:latin typeface="Arial" panose="020B0604020202020204" pitchFamily="34" charset="0"/>
                <a:ea typeface="+mn-ea"/>
                <a:cs typeface="Arial" panose="020B0604020202020204" pitchFamily="34" charset="0"/>
              </a:rPr>
              <a:t>liquid</a:t>
            </a:r>
          </a:p>
          <a:p>
            <a:pPr marL="0" marR="0" lvl="0" indent="0" algn="ctr" defTabSz="812810" rtl="0" eaLnBrk="1" fontAlgn="auto" latinLnBrk="0" hangingPunct="1">
              <a:lnSpc>
                <a:spcPct val="100000"/>
              </a:lnSpc>
              <a:spcBef>
                <a:spcPct val="0"/>
              </a:spcBef>
              <a:spcAft>
                <a:spcPts val="0"/>
              </a:spcAft>
              <a:buClrTx/>
              <a:buSzTx/>
              <a:buFontTx/>
              <a:buNone/>
              <a:tabLst/>
              <a:defRPr/>
            </a:pPr>
            <a:endParaRPr kumimoji="0" lang="en-US" altLang="en-US" sz="1600" b="0" i="0" u="none" strike="noStrike" kern="1200" cap="none" spc="0" normalizeH="0" baseline="0" noProof="0" dirty="0">
              <a:ln>
                <a:noFill/>
              </a:ln>
              <a:solidFill>
                <a:srgbClr val="000000"/>
              </a:solidFill>
              <a:effectLst/>
              <a:uLnTx/>
              <a:uFillTx/>
              <a:latin typeface="Times New Roman" panose="02020603050405020304" pitchFamily="18" charset="0"/>
              <a:ea typeface="+mn-ea"/>
              <a:cs typeface="+mn-cs"/>
            </a:endParaRPr>
          </a:p>
          <a:p>
            <a:pPr marL="0" marR="0" lvl="0" indent="0" algn="ctr" defTabSz="812810" rtl="0" eaLnBrk="1" fontAlgn="auto" latinLnBrk="0" hangingPunct="1">
              <a:lnSpc>
                <a:spcPct val="100000"/>
              </a:lnSpc>
              <a:spcBef>
                <a:spcPct val="0"/>
              </a:spcBef>
              <a:spcAft>
                <a:spcPts val="0"/>
              </a:spcAft>
              <a:buClrTx/>
              <a:buSzTx/>
              <a:buFontTx/>
              <a:buNone/>
              <a:tabLst/>
              <a:defRPr/>
            </a:pPr>
            <a:r>
              <a:rPr kumimoji="0" lang="en-US" altLang="en-US" sz="1800" b="1" i="0" u="none" strike="noStrike" kern="1200" cap="none" spc="0" normalizeH="0" baseline="0" noProof="0" dirty="0">
                <a:ln>
                  <a:noFill/>
                </a:ln>
                <a:solidFill>
                  <a:srgbClr val="00274C"/>
                </a:solidFill>
                <a:effectLst/>
                <a:uLnTx/>
                <a:uFillTx/>
                <a:latin typeface="Arial" panose="020B0604020202020204" pitchFamily="34" charset="0"/>
                <a:ea typeface="+mn-ea"/>
                <a:cs typeface="Arial" panose="020B0604020202020204" pitchFamily="34" charset="0"/>
              </a:rPr>
              <a:t>1 kg</a:t>
            </a:r>
          </a:p>
          <a:p>
            <a:pPr marL="0" marR="0" lvl="0" indent="0" algn="ctr" defTabSz="812810" rtl="0" eaLnBrk="1" fontAlgn="auto" latinLnBrk="0" hangingPunct="1">
              <a:lnSpc>
                <a:spcPct val="100000"/>
              </a:lnSpc>
              <a:spcBef>
                <a:spcPct val="0"/>
              </a:spcBef>
              <a:spcAft>
                <a:spcPts val="0"/>
              </a:spcAft>
              <a:buClrTx/>
              <a:buSzTx/>
              <a:buFontTx/>
              <a:buNone/>
              <a:tabLst/>
              <a:defRPr/>
            </a:pPr>
            <a:endParaRPr kumimoji="0" lang="en-US" altLang="en-US" sz="1600" b="0" i="0" u="none" strike="noStrike" kern="1200" cap="none" spc="0" normalizeH="0" baseline="0" noProof="0" dirty="0">
              <a:ln>
                <a:noFill/>
              </a:ln>
              <a:solidFill>
                <a:srgbClr val="000000"/>
              </a:solidFill>
              <a:effectLst/>
              <a:uLnTx/>
              <a:uFillTx/>
              <a:latin typeface="Times New Roman" panose="02020603050405020304" pitchFamily="18" charset="0"/>
              <a:ea typeface="+mn-ea"/>
              <a:cs typeface="+mn-cs"/>
            </a:endParaRPr>
          </a:p>
          <a:p>
            <a:pPr marL="0" marR="0" lvl="0" indent="0" algn="ctr" defTabSz="812810" rtl="0" eaLnBrk="1" fontAlgn="auto" latinLnBrk="0" hangingPunct="1">
              <a:lnSpc>
                <a:spcPct val="100000"/>
              </a:lnSpc>
              <a:spcBef>
                <a:spcPct val="0"/>
              </a:spcBef>
              <a:spcAft>
                <a:spcPts val="0"/>
              </a:spcAft>
              <a:buClrTx/>
              <a:buSzTx/>
              <a:buFontTx/>
              <a:buNone/>
              <a:tabLst/>
              <a:defRPr/>
            </a:pPr>
            <a:endParaRPr kumimoji="0" lang="en-US" altLang="en-US" sz="1600" b="0" i="0" u="none" strike="noStrike" kern="1200" cap="none" spc="0" normalizeH="0" baseline="0" noProof="0" dirty="0">
              <a:ln>
                <a:noFill/>
              </a:ln>
              <a:solidFill>
                <a:srgbClr val="000000"/>
              </a:solidFill>
              <a:effectLst/>
              <a:uLnTx/>
              <a:uFillTx/>
              <a:latin typeface="Times New Roman" panose="02020603050405020304" pitchFamily="18" charset="0"/>
              <a:ea typeface="+mn-ea"/>
              <a:cs typeface="+mn-cs"/>
            </a:endParaRPr>
          </a:p>
          <a:p>
            <a:pPr marL="0" marR="0" lvl="0" indent="0" algn="ctr" defTabSz="812810" rtl="0" eaLnBrk="1" fontAlgn="auto" latinLnBrk="0" hangingPunct="1">
              <a:lnSpc>
                <a:spcPct val="100000"/>
              </a:lnSpc>
              <a:spcBef>
                <a:spcPct val="0"/>
              </a:spcBef>
              <a:spcAft>
                <a:spcPts val="0"/>
              </a:spcAft>
              <a:buClrTx/>
              <a:buSzTx/>
              <a:buFontTx/>
              <a:buNone/>
              <a:tabLst/>
              <a:defRPr/>
            </a:pPr>
            <a:endParaRPr kumimoji="0" lang="en-US" altLang="en-US" sz="1600" b="0" i="0" u="none" strike="noStrike" kern="1200" cap="none" spc="0" normalizeH="0" baseline="0" noProof="0" dirty="0">
              <a:ln>
                <a:noFill/>
              </a:ln>
              <a:solidFill>
                <a:srgbClr val="000000"/>
              </a:solidFill>
              <a:effectLst/>
              <a:uLnTx/>
              <a:uFillTx/>
              <a:latin typeface="Times New Roman" panose="02020603050405020304" pitchFamily="18" charset="0"/>
              <a:ea typeface="+mn-ea"/>
              <a:cs typeface="+mn-cs"/>
            </a:endParaRPr>
          </a:p>
          <a:p>
            <a:pPr marL="0" marR="0" lvl="0" indent="0" algn="ctr" defTabSz="812810" rtl="0" eaLnBrk="1" fontAlgn="auto" latinLnBrk="0" hangingPunct="1">
              <a:lnSpc>
                <a:spcPct val="100000"/>
              </a:lnSpc>
              <a:spcBef>
                <a:spcPct val="0"/>
              </a:spcBef>
              <a:spcAft>
                <a:spcPts val="0"/>
              </a:spcAft>
              <a:buClrTx/>
              <a:buSzTx/>
              <a:buFontTx/>
              <a:buNone/>
              <a:tabLst/>
              <a:defRPr/>
            </a:pPr>
            <a:endParaRPr kumimoji="0" lang="en-US" altLang="en-US" sz="1600" b="0" i="0" u="none" strike="noStrike" kern="1200" cap="none" spc="0" normalizeH="0" baseline="0" noProof="0" dirty="0">
              <a:ln>
                <a:noFill/>
              </a:ln>
              <a:solidFill>
                <a:srgbClr val="000000"/>
              </a:solidFill>
              <a:effectLst/>
              <a:uLnTx/>
              <a:uFillTx/>
              <a:latin typeface="Times New Roman" panose="02020603050405020304" pitchFamily="18" charset="0"/>
              <a:ea typeface="+mn-ea"/>
              <a:cs typeface="+mn-cs"/>
            </a:endParaRPr>
          </a:p>
          <a:p>
            <a:pPr marL="0" marR="0" lvl="0" indent="0" algn="ctr" defTabSz="812810" rtl="0" eaLnBrk="1" fontAlgn="auto" latinLnBrk="0" hangingPunct="1">
              <a:lnSpc>
                <a:spcPct val="100000"/>
              </a:lnSpc>
              <a:spcBef>
                <a:spcPct val="0"/>
              </a:spcBef>
              <a:spcAft>
                <a:spcPts val="0"/>
              </a:spcAft>
              <a:buClrTx/>
              <a:buSzTx/>
              <a:buFontTx/>
              <a:buNone/>
              <a:tabLst/>
              <a:defRPr/>
            </a:pPr>
            <a:endParaRPr kumimoji="0" lang="en-US" altLang="en-US" sz="1600" b="0" i="0" u="none" strike="noStrike" kern="1200" cap="none" spc="0" normalizeH="0" baseline="0" noProof="0" dirty="0">
              <a:ln>
                <a:noFill/>
              </a:ln>
              <a:solidFill>
                <a:srgbClr val="000000"/>
              </a:solidFill>
              <a:effectLst/>
              <a:uLnTx/>
              <a:uFillTx/>
              <a:latin typeface="Times New Roman" panose="02020603050405020304" pitchFamily="18" charset="0"/>
              <a:ea typeface="+mn-ea"/>
              <a:cs typeface="+mn-cs"/>
            </a:endParaRPr>
          </a:p>
          <a:p>
            <a:pPr marL="0" marR="0" lvl="0" indent="0" algn="ctr" defTabSz="812810" rtl="0" eaLnBrk="1" fontAlgn="auto" latinLnBrk="0" hangingPunct="1">
              <a:lnSpc>
                <a:spcPct val="100000"/>
              </a:lnSpc>
              <a:spcBef>
                <a:spcPct val="0"/>
              </a:spcBef>
              <a:spcAft>
                <a:spcPts val="0"/>
              </a:spcAft>
              <a:buClrTx/>
              <a:buSzTx/>
              <a:buFontTx/>
              <a:buNone/>
              <a:tabLst/>
              <a:defRPr/>
            </a:pPr>
            <a:endParaRPr kumimoji="0" lang="en-US" altLang="en-US" sz="1600" b="0" i="0" u="none" strike="noStrike" kern="1200" cap="none" spc="0" normalizeH="0" baseline="0" noProof="0" dirty="0">
              <a:ln>
                <a:noFill/>
              </a:ln>
              <a:solidFill>
                <a:srgbClr val="000000"/>
              </a:solidFill>
              <a:effectLst/>
              <a:uLnTx/>
              <a:uFillTx/>
              <a:latin typeface="Times New Roman" panose="02020603050405020304" pitchFamily="18" charset="0"/>
              <a:ea typeface="+mn-ea"/>
              <a:cs typeface="+mn-cs"/>
            </a:endParaRPr>
          </a:p>
          <a:p>
            <a:pPr marL="0" marR="0" lvl="0" indent="0" algn="ctr" defTabSz="812810" rtl="0" eaLnBrk="1" fontAlgn="auto" latinLnBrk="0" hangingPunct="1">
              <a:lnSpc>
                <a:spcPct val="100000"/>
              </a:lnSpc>
              <a:spcBef>
                <a:spcPct val="0"/>
              </a:spcBef>
              <a:spcAft>
                <a:spcPts val="0"/>
              </a:spcAft>
              <a:buClrTx/>
              <a:buSzTx/>
              <a:buFontTx/>
              <a:buNone/>
              <a:tabLst/>
              <a:defRPr/>
            </a:pPr>
            <a:endParaRPr kumimoji="0" lang="en-US" altLang="en-US" sz="1600" b="0" i="0" u="none" strike="noStrike" kern="1200" cap="none" spc="0" normalizeH="0" baseline="0" noProof="0" dirty="0">
              <a:ln>
                <a:noFill/>
              </a:ln>
              <a:solidFill>
                <a:srgbClr val="000000"/>
              </a:solidFill>
              <a:effectLst/>
              <a:uLnTx/>
              <a:uFillTx/>
              <a:latin typeface="Times New Roman" panose="02020603050405020304" pitchFamily="18" charset="0"/>
              <a:ea typeface="+mn-ea"/>
              <a:cs typeface="+mn-cs"/>
            </a:endParaRPr>
          </a:p>
        </p:txBody>
      </p:sp>
      <p:sp>
        <p:nvSpPr>
          <p:cNvPr id="51" name="Line 44">
            <a:extLst>
              <a:ext uri="{FF2B5EF4-FFF2-40B4-BE49-F238E27FC236}">
                <a16:creationId xmlns:a16="http://schemas.microsoft.com/office/drawing/2014/main" id="{F3786D99-CD5A-E34E-B080-4745CD0B8B4E}"/>
              </a:ext>
            </a:extLst>
          </p:cNvPr>
          <p:cNvSpPr>
            <a:spLocks noChangeShapeType="1"/>
          </p:cNvSpPr>
          <p:nvPr/>
        </p:nvSpPr>
        <p:spPr bwMode="auto">
          <a:xfrm>
            <a:off x="6752605" y="6397463"/>
            <a:ext cx="381000" cy="0"/>
          </a:xfrm>
          <a:prstGeom prst="line">
            <a:avLst/>
          </a:prstGeom>
          <a:noFill/>
          <a:ln w="25400">
            <a:solidFill>
              <a:schemeClr val="accent4"/>
            </a:solidFill>
            <a:round/>
            <a:headEnd/>
            <a:tailEnd type="arrow" w="sm" len="med"/>
          </a:ln>
          <a:extLst>
            <a:ext uri="{909E8E84-426E-40DD-AFC4-6F175D3DCCD1}">
              <a14:hiddenFill xmlns:a14="http://schemas.microsoft.com/office/drawing/2010/main">
                <a:noFill/>
              </a14:hiddenFill>
            </a:ext>
          </a:extLst>
        </p:spPr>
        <p:txBody>
          <a:bodyPr/>
          <a:lstStyle/>
          <a:p>
            <a:pPr marL="0" marR="0" lvl="0" indent="0" algn="l" defTabSz="812810" rtl="0" eaLnBrk="1" fontAlgn="auto" latinLnBrk="0" hangingPunct="1">
              <a:lnSpc>
                <a:spcPct val="100000"/>
              </a:lnSpc>
              <a:spcBef>
                <a:spcPts val="0"/>
              </a:spcBef>
              <a:spcAft>
                <a:spcPts val="0"/>
              </a:spcAft>
              <a:buClrTx/>
              <a:buSzTx/>
              <a:buFontTx/>
              <a:buNone/>
              <a:tabLst/>
              <a:defRPr/>
            </a:pPr>
            <a:endParaRPr kumimoji="0" lang="en-US" sz="3200" b="0"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52" name="Text Box 49">
            <a:extLst>
              <a:ext uri="{FF2B5EF4-FFF2-40B4-BE49-F238E27FC236}">
                <a16:creationId xmlns:a16="http://schemas.microsoft.com/office/drawing/2014/main" id="{C16693D5-DB41-8542-9190-99920436E4EC}"/>
              </a:ext>
            </a:extLst>
          </p:cNvPr>
          <p:cNvSpPr txBox="1">
            <a:spLocks noChangeArrowheads="1"/>
          </p:cNvSpPr>
          <p:nvPr/>
        </p:nvSpPr>
        <p:spPr bwMode="auto">
          <a:xfrm>
            <a:off x="2492820" y="6213313"/>
            <a:ext cx="4262173"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rgbClr val="FF9900"/>
              </a:buClr>
              <a:buChar char="•"/>
              <a:defRPr sz="3200" b="1">
                <a:solidFill>
                  <a:srgbClr val="01035B"/>
                </a:solidFill>
                <a:latin typeface="Arial" panose="020B0604020202020204" pitchFamily="34" charset="0"/>
              </a:defRPr>
            </a:lvl1pPr>
            <a:lvl2pPr marL="742950" indent="-285750">
              <a:spcBef>
                <a:spcPct val="20000"/>
              </a:spcBef>
              <a:buClr>
                <a:srgbClr val="FF9900"/>
              </a:buClr>
              <a:buChar char="–"/>
              <a:defRPr sz="2800" b="1">
                <a:solidFill>
                  <a:srgbClr val="01035B"/>
                </a:solidFill>
                <a:latin typeface="Arial" panose="020B0604020202020204" pitchFamily="34" charset="0"/>
              </a:defRPr>
            </a:lvl2pPr>
            <a:lvl3pPr marL="1143000" indent="-228600">
              <a:spcBef>
                <a:spcPct val="20000"/>
              </a:spcBef>
              <a:buClr>
                <a:srgbClr val="FF9900"/>
              </a:buClr>
              <a:buChar char="•"/>
              <a:defRPr sz="2400" b="1">
                <a:solidFill>
                  <a:srgbClr val="01035B"/>
                </a:solidFill>
                <a:latin typeface="Arial" panose="020B0604020202020204" pitchFamily="34" charset="0"/>
              </a:defRPr>
            </a:lvl3pPr>
            <a:lvl4pPr marL="1600200" indent="-228600">
              <a:spcBef>
                <a:spcPct val="20000"/>
              </a:spcBef>
              <a:buClr>
                <a:srgbClr val="FF9900"/>
              </a:buClr>
              <a:buChar char="–"/>
              <a:defRPr sz="2000" b="1">
                <a:solidFill>
                  <a:srgbClr val="01035B"/>
                </a:solidFill>
                <a:latin typeface="Arial" panose="020B0604020202020204" pitchFamily="34" charset="0"/>
              </a:defRPr>
            </a:lvl4pPr>
            <a:lvl5pPr marL="2057400" indent="-228600">
              <a:spcBef>
                <a:spcPct val="20000"/>
              </a:spcBef>
              <a:buClr>
                <a:srgbClr val="FF9900"/>
              </a:buClr>
              <a:buChar char="»"/>
              <a:defRPr sz="2000" b="1">
                <a:solidFill>
                  <a:srgbClr val="01035B"/>
                </a:solidFill>
                <a:latin typeface="Arial" panose="020B0604020202020204" pitchFamily="34" charset="0"/>
              </a:defRPr>
            </a:lvl5pPr>
            <a:lvl6pPr marL="25146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6pPr>
            <a:lvl7pPr marL="29718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7pPr>
            <a:lvl8pPr marL="34290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8pPr>
            <a:lvl9pPr marL="38862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9pPr>
          </a:lstStyle>
          <a:p>
            <a:pPr marL="0" marR="0" lvl="0" indent="0" algn="r" defTabSz="812810" rtl="0" eaLnBrk="1" fontAlgn="auto" latinLnBrk="0" hangingPunct="1">
              <a:lnSpc>
                <a:spcPct val="100000"/>
              </a:lnSpc>
              <a:spcBef>
                <a:spcPct val="0"/>
              </a:spcBef>
              <a:spcAft>
                <a:spcPts val="0"/>
              </a:spcAft>
              <a:buClrTx/>
              <a:buSzTx/>
              <a:buFontTx/>
              <a:buNone/>
              <a:tabLst/>
              <a:defRPr/>
            </a:pPr>
            <a:r>
              <a:rPr kumimoji="0" lang="en-US" altLang="en-US" sz="1600" b="0" i="0" u="none" strike="noStrike" kern="1200" cap="none" spc="0" normalizeH="0" baseline="0" noProof="0">
                <a:ln>
                  <a:noFill/>
                </a:ln>
                <a:solidFill>
                  <a:srgbClr val="407EC9"/>
                </a:solidFill>
                <a:effectLst/>
                <a:uLnTx/>
                <a:uFillTx/>
                <a:latin typeface="Arial" panose="020B0604020202020204" pitchFamily="34" charset="0"/>
                <a:ea typeface="+mn-ea"/>
                <a:cs typeface="Arial" panose="020B0604020202020204" pitchFamily="34" charset="0"/>
              </a:rPr>
              <a:t>Transport, transoceanic freight ship 3.8 tkm</a:t>
            </a:r>
          </a:p>
        </p:txBody>
      </p:sp>
      <p:sp>
        <p:nvSpPr>
          <p:cNvPr id="53" name="Line 53">
            <a:extLst>
              <a:ext uri="{FF2B5EF4-FFF2-40B4-BE49-F238E27FC236}">
                <a16:creationId xmlns:a16="http://schemas.microsoft.com/office/drawing/2014/main" id="{90997777-6158-9A49-9A9B-1750ED6F0C7C}"/>
              </a:ext>
            </a:extLst>
          </p:cNvPr>
          <p:cNvSpPr>
            <a:spLocks noChangeShapeType="1"/>
          </p:cNvSpPr>
          <p:nvPr/>
        </p:nvSpPr>
        <p:spPr bwMode="auto">
          <a:xfrm>
            <a:off x="8967170" y="6272128"/>
            <a:ext cx="381000" cy="0"/>
          </a:xfrm>
          <a:prstGeom prst="line">
            <a:avLst/>
          </a:prstGeom>
          <a:noFill/>
          <a:ln w="25400">
            <a:solidFill>
              <a:schemeClr val="accent4"/>
            </a:solidFill>
            <a:round/>
            <a:headEnd/>
            <a:tailEnd type="arrow" w="sm" len="med"/>
          </a:ln>
          <a:extLst>
            <a:ext uri="{909E8E84-426E-40DD-AFC4-6F175D3DCCD1}">
              <a14:hiddenFill xmlns:a14="http://schemas.microsoft.com/office/drawing/2010/main">
                <a:noFill/>
              </a14:hiddenFill>
            </a:ext>
          </a:extLst>
        </p:spPr>
        <p:txBody>
          <a:bodyPr/>
          <a:lstStyle/>
          <a:p>
            <a:pPr marL="0" marR="0" lvl="0" indent="0" algn="l" defTabSz="812810" rtl="0" eaLnBrk="1" fontAlgn="auto" latinLnBrk="0" hangingPunct="1">
              <a:lnSpc>
                <a:spcPct val="100000"/>
              </a:lnSpc>
              <a:spcBef>
                <a:spcPts val="0"/>
              </a:spcBef>
              <a:spcAft>
                <a:spcPts val="0"/>
              </a:spcAft>
              <a:buClrTx/>
              <a:buSzTx/>
              <a:buFontTx/>
              <a:buNone/>
              <a:tabLst/>
              <a:defRPr/>
            </a:pPr>
            <a:endParaRPr kumimoji="0" lang="en-US" sz="3200" b="0"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54" name="Text Box 54">
            <a:extLst>
              <a:ext uri="{FF2B5EF4-FFF2-40B4-BE49-F238E27FC236}">
                <a16:creationId xmlns:a16="http://schemas.microsoft.com/office/drawing/2014/main" id="{48DAEA61-1BA9-0A42-BEA2-A26F39D3E0EC}"/>
              </a:ext>
            </a:extLst>
          </p:cNvPr>
          <p:cNvSpPr txBox="1">
            <a:spLocks noChangeArrowheads="1"/>
          </p:cNvSpPr>
          <p:nvPr/>
        </p:nvSpPr>
        <p:spPr bwMode="auto">
          <a:xfrm>
            <a:off x="9402547" y="6087168"/>
            <a:ext cx="4423223"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rgbClr val="FF9900"/>
              </a:buClr>
              <a:buChar char="•"/>
              <a:defRPr sz="3200" b="1">
                <a:solidFill>
                  <a:srgbClr val="01035B"/>
                </a:solidFill>
                <a:latin typeface="Arial" panose="020B0604020202020204" pitchFamily="34" charset="0"/>
              </a:defRPr>
            </a:lvl1pPr>
            <a:lvl2pPr marL="742950" indent="-285750">
              <a:spcBef>
                <a:spcPct val="20000"/>
              </a:spcBef>
              <a:buClr>
                <a:srgbClr val="FF9900"/>
              </a:buClr>
              <a:buChar char="–"/>
              <a:defRPr sz="2800" b="1">
                <a:solidFill>
                  <a:srgbClr val="01035B"/>
                </a:solidFill>
                <a:latin typeface="Arial" panose="020B0604020202020204" pitchFamily="34" charset="0"/>
              </a:defRPr>
            </a:lvl2pPr>
            <a:lvl3pPr marL="1143000" indent="-228600">
              <a:spcBef>
                <a:spcPct val="20000"/>
              </a:spcBef>
              <a:buClr>
                <a:srgbClr val="FF9900"/>
              </a:buClr>
              <a:buChar char="•"/>
              <a:defRPr sz="2400" b="1">
                <a:solidFill>
                  <a:srgbClr val="01035B"/>
                </a:solidFill>
                <a:latin typeface="Arial" panose="020B0604020202020204" pitchFamily="34" charset="0"/>
              </a:defRPr>
            </a:lvl3pPr>
            <a:lvl4pPr marL="1600200" indent="-228600">
              <a:spcBef>
                <a:spcPct val="20000"/>
              </a:spcBef>
              <a:buClr>
                <a:srgbClr val="FF9900"/>
              </a:buClr>
              <a:buChar char="–"/>
              <a:defRPr sz="2000" b="1">
                <a:solidFill>
                  <a:srgbClr val="01035B"/>
                </a:solidFill>
                <a:latin typeface="Arial" panose="020B0604020202020204" pitchFamily="34" charset="0"/>
              </a:defRPr>
            </a:lvl4pPr>
            <a:lvl5pPr marL="2057400" indent="-228600">
              <a:spcBef>
                <a:spcPct val="20000"/>
              </a:spcBef>
              <a:buClr>
                <a:srgbClr val="FF9900"/>
              </a:buClr>
              <a:buChar char="»"/>
              <a:defRPr sz="2000" b="1">
                <a:solidFill>
                  <a:srgbClr val="01035B"/>
                </a:solidFill>
                <a:latin typeface="Arial" panose="020B0604020202020204" pitchFamily="34" charset="0"/>
              </a:defRPr>
            </a:lvl5pPr>
            <a:lvl6pPr marL="25146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6pPr>
            <a:lvl7pPr marL="29718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7pPr>
            <a:lvl8pPr marL="34290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8pPr>
            <a:lvl9pPr marL="38862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9pPr>
          </a:lstStyle>
          <a:p>
            <a:pPr marL="0" marR="0" lvl="0" indent="0" algn="l" defTabSz="812810" rtl="0" eaLnBrk="1" fontAlgn="auto" latinLnBrk="0" hangingPunct="1">
              <a:lnSpc>
                <a:spcPct val="100000"/>
              </a:lnSpc>
              <a:spcBef>
                <a:spcPct val="0"/>
              </a:spcBef>
              <a:spcAft>
                <a:spcPts val="0"/>
              </a:spcAft>
              <a:buClrTx/>
              <a:buSzTx/>
              <a:buFontTx/>
              <a:buNone/>
              <a:tabLst/>
              <a:defRPr/>
            </a:pPr>
            <a:r>
              <a:rPr kumimoji="0" lang="en-US" altLang="en-US" sz="1600" b="0" i="0" u="none" strike="noStrike" kern="1200" cap="none" spc="0" normalizeH="0" baseline="0" noProof="0" dirty="0">
                <a:ln>
                  <a:noFill/>
                </a:ln>
                <a:solidFill>
                  <a:srgbClr val="407EC9"/>
                </a:solidFill>
                <a:effectLst/>
                <a:uLnTx/>
                <a:uFillTx/>
                <a:latin typeface="Arial" panose="020B0604020202020204" pitchFamily="34" charset="0"/>
                <a:ea typeface="+mn-ea"/>
                <a:cs typeface="Arial" panose="020B0604020202020204" pitchFamily="34" charset="0"/>
              </a:rPr>
              <a:t>Disposal, filter dust Al electrolysis 2.00 g</a:t>
            </a:r>
          </a:p>
        </p:txBody>
      </p:sp>
      <p:sp>
        <p:nvSpPr>
          <p:cNvPr id="55" name="Line 56">
            <a:extLst>
              <a:ext uri="{FF2B5EF4-FFF2-40B4-BE49-F238E27FC236}">
                <a16:creationId xmlns:a16="http://schemas.microsoft.com/office/drawing/2014/main" id="{0C16B952-5BF9-8248-87E2-B90950CCE1CA}"/>
              </a:ext>
            </a:extLst>
          </p:cNvPr>
          <p:cNvSpPr>
            <a:spLocks noChangeShapeType="1"/>
          </p:cNvSpPr>
          <p:nvPr/>
        </p:nvSpPr>
        <p:spPr bwMode="auto">
          <a:xfrm>
            <a:off x="6752605" y="5533135"/>
            <a:ext cx="381000" cy="0"/>
          </a:xfrm>
          <a:prstGeom prst="line">
            <a:avLst/>
          </a:prstGeom>
          <a:noFill/>
          <a:ln w="25400">
            <a:solidFill>
              <a:schemeClr val="accent4"/>
            </a:solidFill>
            <a:round/>
            <a:headEnd/>
            <a:tailEnd type="arrow" w="sm" len="med"/>
          </a:ln>
          <a:extLst>
            <a:ext uri="{909E8E84-426E-40DD-AFC4-6F175D3DCCD1}">
              <a14:hiddenFill xmlns:a14="http://schemas.microsoft.com/office/drawing/2010/main">
                <a:noFill/>
              </a14:hiddenFill>
            </a:ext>
          </a:extLst>
        </p:spPr>
        <p:txBody>
          <a:bodyPr/>
          <a:lstStyle/>
          <a:p>
            <a:pPr marL="0" marR="0" lvl="0" indent="0" algn="l" defTabSz="812810" rtl="0" eaLnBrk="1" fontAlgn="auto" latinLnBrk="0" hangingPunct="1">
              <a:lnSpc>
                <a:spcPct val="100000"/>
              </a:lnSpc>
              <a:spcBef>
                <a:spcPts val="0"/>
              </a:spcBef>
              <a:spcAft>
                <a:spcPts val="0"/>
              </a:spcAft>
              <a:buClrTx/>
              <a:buSzTx/>
              <a:buFontTx/>
              <a:buNone/>
              <a:tabLst/>
              <a:defRPr/>
            </a:pPr>
            <a:endParaRPr kumimoji="0" lang="en-US" sz="3200" b="0"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56" name="Line 57">
            <a:extLst>
              <a:ext uri="{FF2B5EF4-FFF2-40B4-BE49-F238E27FC236}">
                <a16:creationId xmlns:a16="http://schemas.microsoft.com/office/drawing/2014/main" id="{112A7AD6-9DA3-8D40-9F64-52FE5EB035C2}"/>
              </a:ext>
            </a:extLst>
          </p:cNvPr>
          <p:cNvSpPr>
            <a:spLocks noChangeShapeType="1"/>
          </p:cNvSpPr>
          <p:nvPr/>
        </p:nvSpPr>
        <p:spPr bwMode="auto">
          <a:xfrm>
            <a:off x="6752605" y="5088631"/>
            <a:ext cx="381000" cy="0"/>
          </a:xfrm>
          <a:prstGeom prst="line">
            <a:avLst/>
          </a:prstGeom>
          <a:noFill/>
          <a:ln w="25400">
            <a:solidFill>
              <a:schemeClr val="accent4"/>
            </a:solidFill>
            <a:round/>
            <a:headEnd/>
            <a:tailEnd type="arrow" w="sm" len="med"/>
          </a:ln>
          <a:extLst>
            <a:ext uri="{909E8E84-426E-40DD-AFC4-6F175D3DCCD1}">
              <a14:hiddenFill xmlns:a14="http://schemas.microsoft.com/office/drawing/2010/main">
                <a:noFill/>
              </a14:hiddenFill>
            </a:ext>
          </a:extLst>
        </p:spPr>
        <p:txBody>
          <a:bodyPr/>
          <a:lstStyle/>
          <a:p>
            <a:pPr marL="0" marR="0" lvl="0" indent="0" algn="l" defTabSz="812810" rtl="0" eaLnBrk="1" fontAlgn="auto" latinLnBrk="0" hangingPunct="1">
              <a:lnSpc>
                <a:spcPct val="100000"/>
              </a:lnSpc>
              <a:spcBef>
                <a:spcPts val="0"/>
              </a:spcBef>
              <a:spcAft>
                <a:spcPts val="0"/>
              </a:spcAft>
              <a:buClrTx/>
              <a:buSzTx/>
              <a:buFontTx/>
              <a:buNone/>
              <a:tabLst/>
              <a:defRPr/>
            </a:pPr>
            <a:endParaRPr kumimoji="0" lang="en-US" sz="3200" b="0"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57" name="Line 58">
            <a:extLst>
              <a:ext uri="{FF2B5EF4-FFF2-40B4-BE49-F238E27FC236}">
                <a16:creationId xmlns:a16="http://schemas.microsoft.com/office/drawing/2014/main" id="{86942FF9-20CB-0B45-B5A7-C1B89BDDC53A}"/>
              </a:ext>
            </a:extLst>
          </p:cNvPr>
          <p:cNvSpPr>
            <a:spLocks noChangeShapeType="1"/>
          </p:cNvSpPr>
          <p:nvPr/>
        </p:nvSpPr>
        <p:spPr bwMode="auto">
          <a:xfrm>
            <a:off x="6752605" y="5936361"/>
            <a:ext cx="381000" cy="0"/>
          </a:xfrm>
          <a:prstGeom prst="line">
            <a:avLst/>
          </a:prstGeom>
          <a:noFill/>
          <a:ln w="25400">
            <a:solidFill>
              <a:schemeClr val="accent4"/>
            </a:solidFill>
            <a:round/>
            <a:headEnd/>
            <a:tailEnd type="arrow" w="sm" len="med"/>
          </a:ln>
          <a:extLst>
            <a:ext uri="{909E8E84-426E-40DD-AFC4-6F175D3DCCD1}">
              <a14:hiddenFill xmlns:a14="http://schemas.microsoft.com/office/drawing/2010/main">
                <a:noFill/>
              </a14:hiddenFill>
            </a:ext>
          </a:extLst>
        </p:spPr>
        <p:txBody>
          <a:bodyPr/>
          <a:lstStyle/>
          <a:p>
            <a:pPr marL="0" marR="0" lvl="0" indent="0" algn="l" defTabSz="812810" rtl="0" eaLnBrk="1" fontAlgn="auto" latinLnBrk="0" hangingPunct="1">
              <a:lnSpc>
                <a:spcPct val="100000"/>
              </a:lnSpc>
              <a:spcBef>
                <a:spcPts val="0"/>
              </a:spcBef>
              <a:spcAft>
                <a:spcPts val="0"/>
              </a:spcAft>
              <a:buClrTx/>
              <a:buSzTx/>
              <a:buFontTx/>
              <a:buNone/>
              <a:tabLst/>
              <a:defRPr/>
            </a:pPr>
            <a:endParaRPr kumimoji="0" lang="en-US" sz="3200" b="0"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58" name="Text Box 59">
            <a:extLst>
              <a:ext uri="{FF2B5EF4-FFF2-40B4-BE49-F238E27FC236}">
                <a16:creationId xmlns:a16="http://schemas.microsoft.com/office/drawing/2014/main" id="{45965963-F4B7-4D45-864B-4D9206698895}"/>
              </a:ext>
            </a:extLst>
          </p:cNvPr>
          <p:cNvSpPr txBox="1">
            <a:spLocks noChangeArrowheads="1"/>
          </p:cNvSpPr>
          <p:nvPr/>
        </p:nvSpPr>
        <p:spPr bwMode="auto">
          <a:xfrm>
            <a:off x="2238842" y="4901016"/>
            <a:ext cx="4516151"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rgbClr val="FF9900"/>
              </a:buClr>
              <a:buChar char="•"/>
              <a:defRPr sz="3200" b="1">
                <a:solidFill>
                  <a:srgbClr val="01035B"/>
                </a:solidFill>
                <a:latin typeface="Arial" panose="020B0604020202020204" pitchFamily="34" charset="0"/>
              </a:defRPr>
            </a:lvl1pPr>
            <a:lvl2pPr marL="742950" indent="-285750">
              <a:spcBef>
                <a:spcPct val="20000"/>
              </a:spcBef>
              <a:buClr>
                <a:srgbClr val="FF9900"/>
              </a:buClr>
              <a:buChar char="–"/>
              <a:defRPr sz="2800" b="1">
                <a:solidFill>
                  <a:srgbClr val="01035B"/>
                </a:solidFill>
                <a:latin typeface="Arial" panose="020B0604020202020204" pitchFamily="34" charset="0"/>
              </a:defRPr>
            </a:lvl2pPr>
            <a:lvl3pPr marL="1143000" indent="-228600">
              <a:spcBef>
                <a:spcPct val="20000"/>
              </a:spcBef>
              <a:buClr>
                <a:srgbClr val="FF9900"/>
              </a:buClr>
              <a:buChar char="•"/>
              <a:defRPr sz="2400" b="1">
                <a:solidFill>
                  <a:srgbClr val="01035B"/>
                </a:solidFill>
                <a:latin typeface="Arial" panose="020B0604020202020204" pitchFamily="34" charset="0"/>
              </a:defRPr>
            </a:lvl3pPr>
            <a:lvl4pPr marL="1600200" indent="-228600">
              <a:spcBef>
                <a:spcPct val="20000"/>
              </a:spcBef>
              <a:buClr>
                <a:srgbClr val="FF9900"/>
              </a:buClr>
              <a:buChar char="–"/>
              <a:defRPr sz="2000" b="1">
                <a:solidFill>
                  <a:srgbClr val="01035B"/>
                </a:solidFill>
                <a:latin typeface="Arial" panose="020B0604020202020204" pitchFamily="34" charset="0"/>
              </a:defRPr>
            </a:lvl4pPr>
            <a:lvl5pPr marL="2057400" indent="-228600">
              <a:spcBef>
                <a:spcPct val="20000"/>
              </a:spcBef>
              <a:buClr>
                <a:srgbClr val="FF9900"/>
              </a:buClr>
              <a:buChar char="»"/>
              <a:defRPr sz="2000" b="1">
                <a:solidFill>
                  <a:srgbClr val="01035B"/>
                </a:solidFill>
                <a:latin typeface="Arial" panose="020B0604020202020204" pitchFamily="34" charset="0"/>
              </a:defRPr>
            </a:lvl5pPr>
            <a:lvl6pPr marL="25146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6pPr>
            <a:lvl7pPr marL="29718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7pPr>
            <a:lvl8pPr marL="34290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8pPr>
            <a:lvl9pPr marL="38862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9pPr>
          </a:lstStyle>
          <a:p>
            <a:pPr marL="0" marR="0" lvl="0" indent="0" algn="r" defTabSz="812810" rtl="0" eaLnBrk="1" fontAlgn="auto" latinLnBrk="0" hangingPunct="1">
              <a:lnSpc>
                <a:spcPct val="100000"/>
              </a:lnSpc>
              <a:spcBef>
                <a:spcPct val="0"/>
              </a:spcBef>
              <a:spcAft>
                <a:spcPts val="0"/>
              </a:spcAft>
              <a:buClrTx/>
              <a:buSzTx/>
              <a:buFontTx/>
              <a:buNone/>
              <a:tabLst/>
              <a:defRPr/>
            </a:pPr>
            <a:r>
              <a:rPr kumimoji="0" lang="en-US" altLang="en-US" sz="1600" b="0" i="0" u="none" strike="noStrike" kern="1200" cap="none" spc="0" normalizeH="0" baseline="0" noProof="0">
                <a:ln>
                  <a:noFill/>
                </a:ln>
                <a:solidFill>
                  <a:srgbClr val="407EC9"/>
                </a:solidFill>
                <a:effectLst/>
                <a:uLnTx/>
                <a:uFillTx/>
                <a:latin typeface="Arial" panose="020B0604020202020204" pitchFamily="34" charset="0"/>
                <a:ea typeface="+mn-ea"/>
                <a:cs typeface="Arial" panose="020B0604020202020204" pitchFamily="34" charset="0"/>
              </a:rPr>
              <a:t>Electricity mix, aluminum industry 15.9 kWh</a:t>
            </a:r>
          </a:p>
        </p:txBody>
      </p:sp>
      <p:sp>
        <p:nvSpPr>
          <p:cNvPr id="59" name="Text Box 60">
            <a:extLst>
              <a:ext uri="{FF2B5EF4-FFF2-40B4-BE49-F238E27FC236}">
                <a16:creationId xmlns:a16="http://schemas.microsoft.com/office/drawing/2014/main" id="{E0202510-653B-0B4E-8907-C328F0D6E1E8}"/>
              </a:ext>
            </a:extLst>
          </p:cNvPr>
          <p:cNvSpPr txBox="1">
            <a:spLocks noChangeArrowheads="1"/>
          </p:cNvSpPr>
          <p:nvPr/>
        </p:nvSpPr>
        <p:spPr bwMode="auto">
          <a:xfrm>
            <a:off x="3692954" y="5338448"/>
            <a:ext cx="3062039"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rgbClr val="FF9900"/>
              </a:buClr>
              <a:buChar char="•"/>
              <a:defRPr sz="3200" b="1">
                <a:solidFill>
                  <a:srgbClr val="01035B"/>
                </a:solidFill>
                <a:latin typeface="Arial" panose="020B0604020202020204" pitchFamily="34" charset="0"/>
              </a:defRPr>
            </a:lvl1pPr>
            <a:lvl2pPr marL="742950" indent="-285750">
              <a:spcBef>
                <a:spcPct val="20000"/>
              </a:spcBef>
              <a:buClr>
                <a:srgbClr val="FF9900"/>
              </a:buClr>
              <a:buChar char="–"/>
              <a:defRPr sz="2800" b="1">
                <a:solidFill>
                  <a:srgbClr val="01035B"/>
                </a:solidFill>
                <a:latin typeface="Arial" panose="020B0604020202020204" pitchFamily="34" charset="0"/>
              </a:defRPr>
            </a:lvl2pPr>
            <a:lvl3pPr marL="1143000" indent="-228600">
              <a:spcBef>
                <a:spcPct val="20000"/>
              </a:spcBef>
              <a:buClr>
                <a:srgbClr val="FF9900"/>
              </a:buClr>
              <a:buChar char="•"/>
              <a:defRPr sz="2400" b="1">
                <a:solidFill>
                  <a:srgbClr val="01035B"/>
                </a:solidFill>
                <a:latin typeface="Arial" panose="020B0604020202020204" pitchFamily="34" charset="0"/>
              </a:defRPr>
            </a:lvl3pPr>
            <a:lvl4pPr marL="1600200" indent="-228600">
              <a:spcBef>
                <a:spcPct val="20000"/>
              </a:spcBef>
              <a:buClr>
                <a:srgbClr val="FF9900"/>
              </a:buClr>
              <a:buChar char="–"/>
              <a:defRPr sz="2000" b="1">
                <a:solidFill>
                  <a:srgbClr val="01035B"/>
                </a:solidFill>
                <a:latin typeface="Arial" panose="020B0604020202020204" pitchFamily="34" charset="0"/>
              </a:defRPr>
            </a:lvl4pPr>
            <a:lvl5pPr marL="2057400" indent="-228600">
              <a:spcBef>
                <a:spcPct val="20000"/>
              </a:spcBef>
              <a:buClr>
                <a:srgbClr val="FF9900"/>
              </a:buClr>
              <a:buChar char="»"/>
              <a:defRPr sz="2000" b="1">
                <a:solidFill>
                  <a:srgbClr val="01035B"/>
                </a:solidFill>
                <a:latin typeface="Arial" panose="020B0604020202020204" pitchFamily="34" charset="0"/>
              </a:defRPr>
            </a:lvl5pPr>
            <a:lvl6pPr marL="25146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6pPr>
            <a:lvl7pPr marL="29718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7pPr>
            <a:lvl8pPr marL="34290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8pPr>
            <a:lvl9pPr marL="38862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9pPr>
          </a:lstStyle>
          <a:p>
            <a:pPr marL="0" marR="0" lvl="0" indent="0" algn="r" defTabSz="812810" rtl="0" eaLnBrk="1" fontAlgn="auto" latinLnBrk="0" hangingPunct="1">
              <a:lnSpc>
                <a:spcPct val="100000"/>
              </a:lnSpc>
              <a:spcBef>
                <a:spcPct val="0"/>
              </a:spcBef>
              <a:spcAft>
                <a:spcPts val="0"/>
              </a:spcAft>
              <a:buClrTx/>
              <a:buSzTx/>
              <a:buFontTx/>
              <a:buNone/>
              <a:tabLst/>
              <a:defRPr/>
            </a:pPr>
            <a:r>
              <a:rPr kumimoji="0" lang="en-US" altLang="en-US" sz="1600" b="0" i="0" u="none" strike="noStrike" kern="1200" cap="none" spc="0" normalizeH="0" baseline="0" noProof="0">
                <a:ln>
                  <a:noFill/>
                </a:ln>
                <a:solidFill>
                  <a:srgbClr val="407EC9"/>
                </a:solidFill>
                <a:effectLst/>
                <a:uLnTx/>
                <a:uFillTx/>
                <a:latin typeface="Arial" panose="020B0604020202020204" pitchFamily="34" charset="0"/>
                <a:ea typeface="+mn-ea"/>
                <a:cs typeface="Arial" panose="020B0604020202020204" pitchFamily="34" charset="0"/>
              </a:rPr>
              <a:t>Heat, light fuel oil 0.089 MJ</a:t>
            </a:r>
            <a:endParaRPr kumimoji="0" lang="en-US" altLang="en-US" sz="1600" b="0" i="0" u="none" strike="noStrike" kern="1200" cap="none" spc="0" normalizeH="0" baseline="30000" noProof="0">
              <a:ln>
                <a:noFill/>
              </a:ln>
              <a:solidFill>
                <a:srgbClr val="407EC9"/>
              </a:solidFill>
              <a:effectLst/>
              <a:uLnTx/>
              <a:uFillTx/>
              <a:latin typeface="Arial" panose="020B0604020202020204" pitchFamily="34" charset="0"/>
              <a:ea typeface="+mn-ea"/>
              <a:cs typeface="Arial" panose="020B0604020202020204" pitchFamily="34" charset="0"/>
            </a:endParaRPr>
          </a:p>
        </p:txBody>
      </p:sp>
      <p:sp>
        <p:nvSpPr>
          <p:cNvPr id="60" name="Text Box 61">
            <a:extLst>
              <a:ext uri="{FF2B5EF4-FFF2-40B4-BE49-F238E27FC236}">
                <a16:creationId xmlns:a16="http://schemas.microsoft.com/office/drawing/2014/main" id="{91597545-E888-5741-8A84-8CD72B834577}"/>
              </a:ext>
            </a:extLst>
          </p:cNvPr>
          <p:cNvSpPr txBox="1">
            <a:spLocks noChangeArrowheads="1"/>
          </p:cNvSpPr>
          <p:nvPr/>
        </p:nvSpPr>
        <p:spPr bwMode="auto">
          <a:xfrm>
            <a:off x="3844983" y="5775880"/>
            <a:ext cx="2910010"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rgbClr val="FF9900"/>
              </a:buClr>
              <a:buChar char="•"/>
              <a:defRPr sz="3200" b="1">
                <a:solidFill>
                  <a:srgbClr val="01035B"/>
                </a:solidFill>
                <a:latin typeface="Arial" panose="020B0604020202020204" pitchFamily="34" charset="0"/>
              </a:defRPr>
            </a:lvl1pPr>
            <a:lvl2pPr marL="742950" indent="-285750">
              <a:spcBef>
                <a:spcPct val="20000"/>
              </a:spcBef>
              <a:buClr>
                <a:srgbClr val="FF9900"/>
              </a:buClr>
              <a:buChar char="–"/>
              <a:defRPr sz="2800" b="1">
                <a:solidFill>
                  <a:srgbClr val="01035B"/>
                </a:solidFill>
                <a:latin typeface="Arial" panose="020B0604020202020204" pitchFamily="34" charset="0"/>
              </a:defRPr>
            </a:lvl2pPr>
            <a:lvl3pPr marL="1143000" indent="-228600">
              <a:spcBef>
                <a:spcPct val="20000"/>
              </a:spcBef>
              <a:buClr>
                <a:srgbClr val="FF9900"/>
              </a:buClr>
              <a:buChar char="•"/>
              <a:defRPr sz="2400" b="1">
                <a:solidFill>
                  <a:srgbClr val="01035B"/>
                </a:solidFill>
                <a:latin typeface="Arial" panose="020B0604020202020204" pitchFamily="34" charset="0"/>
              </a:defRPr>
            </a:lvl3pPr>
            <a:lvl4pPr marL="1600200" indent="-228600">
              <a:spcBef>
                <a:spcPct val="20000"/>
              </a:spcBef>
              <a:buClr>
                <a:srgbClr val="FF9900"/>
              </a:buClr>
              <a:buChar char="–"/>
              <a:defRPr sz="2000" b="1">
                <a:solidFill>
                  <a:srgbClr val="01035B"/>
                </a:solidFill>
                <a:latin typeface="Arial" panose="020B0604020202020204" pitchFamily="34" charset="0"/>
              </a:defRPr>
            </a:lvl4pPr>
            <a:lvl5pPr marL="2057400" indent="-228600">
              <a:spcBef>
                <a:spcPct val="20000"/>
              </a:spcBef>
              <a:buClr>
                <a:srgbClr val="FF9900"/>
              </a:buClr>
              <a:buChar char="»"/>
              <a:defRPr sz="2000" b="1">
                <a:solidFill>
                  <a:srgbClr val="01035B"/>
                </a:solidFill>
                <a:latin typeface="Arial" panose="020B0604020202020204" pitchFamily="34" charset="0"/>
              </a:defRPr>
            </a:lvl5pPr>
            <a:lvl6pPr marL="25146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6pPr>
            <a:lvl7pPr marL="29718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7pPr>
            <a:lvl8pPr marL="34290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8pPr>
            <a:lvl9pPr marL="38862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9pPr>
          </a:lstStyle>
          <a:p>
            <a:pPr marL="0" marR="0" lvl="0" indent="0" algn="r" defTabSz="812810" rtl="0" eaLnBrk="1" fontAlgn="auto" latinLnBrk="0" hangingPunct="1">
              <a:lnSpc>
                <a:spcPct val="100000"/>
              </a:lnSpc>
              <a:spcBef>
                <a:spcPct val="0"/>
              </a:spcBef>
              <a:spcAft>
                <a:spcPts val="0"/>
              </a:spcAft>
              <a:buClrTx/>
              <a:buSzTx/>
              <a:buFontTx/>
              <a:buNone/>
              <a:tabLst/>
              <a:defRPr/>
            </a:pPr>
            <a:r>
              <a:rPr kumimoji="0" lang="en-US" altLang="en-US" sz="1600" b="0" i="0" u="none" strike="noStrike" kern="1200" cap="none" spc="0" normalizeH="0" baseline="0" noProof="0">
                <a:ln>
                  <a:noFill/>
                </a:ln>
                <a:solidFill>
                  <a:srgbClr val="407EC9"/>
                </a:solidFill>
                <a:effectLst/>
                <a:uLnTx/>
                <a:uFillTx/>
                <a:latin typeface="Arial" panose="020B0604020202020204" pitchFamily="34" charset="0"/>
                <a:ea typeface="+mn-ea"/>
                <a:cs typeface="Arial" panose="020B0604020202020204" pitchFamily="34" charset="0"/>
              </a:rPr>
              <a:t>Heat, natural gas 0.084 MJ </a:t>
            </a:r>
          </a:p>
        </p:txBody>
      </p:sp>
      <p:sp>
        <p:nvSpPr>
          <p:cNvPr id="70" name="Line 57">
            <a:extLst>
              <a:ext uri="{FF2B5EF4-FFF2-40B4-BE49-F238E27FC236}">
                <a16:creationId xmlns:a16="http://schemas.microsoft.com/office/drawing/2014/main" id="{18BCC8AC-EBAF-684D-9FD7-76E00BE326D5}"/>
              </a:ext>
            </a:extLst>
          </p:cNvPr>
          <p:cNvSpPr>
            <a:spLocks noChangeShapeType="1"/>
          </p:cNvSpPr>
          <p:nvPr/>
        </p:nvSpPr>
        <p:spPr bwMode="auto">
          <a:xfrm>
            <a:off x="6766892" y="4629841"/>
            <a:ext cx="381000" cy="0"/>
          </a:xfrm>
          <a:prstGeom prst="line">
            <a:avLst/>
          </a:prstGeom>
          <a:noFill/>
          <a:ln w="25400">
            <a:solidFill>
              <a:schemeClr val="accent4"/>
            </a:solidFill>
            <a:round/>
            <a:headEnd/>
            <a:tailEnd type="arrow" w="sm" len="med"/>
          </a:ln>
          <a:extLst>
            <a:ext uri="{909E8E84-426E-40DD-AFC4-6F175D3DCCD1}">
              <a14:hiddenFill xmlns:a14="http://schemas.microsoft.com/office/drawing/2010/main">
                <a:noFill/>
              </a14:hiddenFill>
            </a:ext>
          </a:extLst>
        </p:spPr>
        <p:txBody>
          <a:bodyPr/>
          <a:lstStyle/>
          <a:p>
            <a:pPr marL="0" marR="0" lvl="0" indent="0" algn="l" defTabSz="812810" rtl="0" eaLnBrk="1" fontAlgn="auto" latinLnBrk="0" hangingPunct="1">
              <a:lnSpc>
                <a:spcPct val="100000"/>
              </a:lnSpc>
              <a:spcBef>
                <a:spcPts val="0"/>
              </a:spcBef>
              <a:spcAft>
                <a:spcPts val="0"/>
              </a:spcAft>
              <a:buClrTx/>
              <a:buSzTx/>
              <a:buFontTx/>
              <a:buNone/>
              <a:tabLst/>
              <a:defRPr/>
            </a:pPr>
            <a:endParaRPr kumimoji="0" lang="en-US" sz="3200" b="0"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79" name="Text Box 59">
            <a:extLst>
              <a:ext uri="{FF2B5EF4-FFF2-40B4-BE49-F238E27FC236}">
                <a16:creationId xmlns:a16="http://schemas.microsoft.com/office/drawing/2014/main" id="{803DC1A1-484F-9449-A04D-6EA7A5A2CE41}"/>
              </a:ext>
            </a:extLst>
          </p:cNvPr>
          <p:cNvSpPr txBox="1">
            <a:spLocks noChangeArrowheads="1"/>
          </p:cNvSpPr>
          <p:nvPr/>
        </p:nvSpPr>
        <p:spPr bwMode="auto">
          <a:xfrm>
            <a:off x="2750376" y="4463584"/>
            <a:ext cx="4004617"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rgbClr val="FF9900"/>
              </a:buClr>
              <a:buChar char="•"/>
              <a:defRPr sz="3200" b="1">
                <a:solidFill>
                  <a:srgbClr val="01035B"/>
                </a:solidFill>
                <a:latin typeface="Arial" panose="020B0604020202020204" pitchFamily="34" charset="0"/>
              </a:defRPr>
            </a:lvl1pPr>
            <a:lvl2pPr marL="742950" indent="-285750">
              <a:spcBef>
                <a:spcPct val="20000"/>
              </a:spcBef>
              <a:buClr>
                <a:srgbClr val="FF9900"/>
              </a:buClr>
              <a:buChar char="–"/>
              <a:defRPr sz="2800" b="1">
                <a:solidFill>
                  <a:srgbClr val="01035B"/>
                </a:solidFill>
                <a:latin typeface="Arial" panose="020B0604020202020204" pitchFamily="34" charset="0"/>
              </a:defRPr>
            </a:lvl2pPr>
            <a:lvl3pPr marL="1143000" indent="-228600">
              <a:spcBef>
                <a:spcPct val="20000"/>
              </a:spcBef>
              <a:buClr>
                <a:srgbClr val="FF9900"/>
              </a:buClr>
              <a:buChar char="•"/>
              <a:defRPr sz="2400" b="1">
                <a:solidFill>
                  <a:srgbClr val="01035B"/>
                </a:solidFill>
                <a:latin typeface="Arial" panose="020B0604020202020204" pitchFamily="34" charset="0"/>
              </a:defRPr>
            </a:lvl3pPr>
            <a:lvl4pPr marL="1600200" indent="-228600">
              <a:spcBef>
                <a:spcPct val="20000"/>
              </a:spcBef>
              <a:buClr>
                <a:srgbClr val="FF9900"/>
              </a:buClr>
              <a:buChar char="–"/>
              <a:defRPr sz="2000" b="1">
                <a:solidFill>
                  <a:srgbClr val="01035B"/>
                </a:solidFill>
                <a:latin typeface="Arial" panose="020B0604020202020204" pitchFamily="34" charset="0"/>
              </a:defRPr>
            </a:lvl4pPr>
            <a:lvl5pPr marL="2057400" indent="-228600">
              <a:spcBef>
                <a:spcPct val="20000"/>
              </a:spcBef>
              <a:buClr>
                <a:srgbClr val="FF9900"/>
              </a:buClr>
              <a:buChar char="»"/>
              <a:defRPr sz="2000" b="1">
                <a:solidFill>
                  <a:srgbClr val="01035B"/>
                </a:solidFill>
                <a:latin typeface="Arial" panose="020B0604020202020204" pitchFamily="34" charset="0"/>
              </a:defRPr>
            </a:lvl5pPr>
            <a:lvl6pPr marL="25146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6pPr>
            <a:lvl7pPr marL="29718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7pPr>
            <a:lvl8pPr marL="34290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8pPr>
            <a:lvl9pPr marL="38862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9pPr>
          </a:lstStyle>
          <a:p>
            <a:pPr marL="0" marR="0" lvl="0" indent="0" algn="r" defTabSz="812810" rtl="0" eaLnBrk="1" fontAlgn="auto" latinLnBrk="0" hangingPunct="1">
              <a:lnSpc>
                <a:spcPct val="100000"/>
              </a:lnSpc>
              <a:spcBef>
                <a:spcPct val="0"/>
              </a:spcBef>
              <a:spcAft>
                <a:spcPts val="0"/>
              </a:spcAft>
              <a:buClrTx/>
              <a:buSzTx/>
              <a:buFontTx/>
              <a:buNone/>
              <a:tabLst/>
              <a:defRPr/>
            </a:pPr>
            <a:r>
              <a:rPr kumimoji="0" lang="en-US" altLang="en-US" sz="1600" b="0" i="0" u="none" strike="noStrike" kern="1200" cap="none" spc="0" normalizeH="0" baseline="0" noProof="0">
                <a:ln>
                  <a:noFill/>
                </a:ln>
                <a:solidFill>
                  <a:srgbClr val="407EC9"/>
                </a:solidFill>
                <a:effectLst/>
                <a:uLnTx/>
                <a:uFillTx/>
                <a:latin typeface="Arial" panose="020B0604020202020204" pitchFamily="34" charset="0"/>
                <a:ea typeface="+mn-ea"/>
                <a:cs typeface="Arial" panose="020B0604020202020204" pitchFamily="34" charset="0"/>
              </a:rPr>
              <a:t>Aluminum electrolysis plant 1.54·10</a:t>
            </a:r>
            <a:r>
              <a:rPr kumimoji="0" lang="en-US" altLang="en-US" sz="1600" b="0" i="0" u="none" strike="noStrike" kern="1200" cap="none" spc="0" normalizeH="0" baseline="30000" noProof="0">
                <a:ln>
                  <a:noFill/>
                </a:ln>
                <a:solidFill>
                  <a:srgbClr val="407EC9"/>
                </a:solidFill>
                <a:effectLst/>
                <a:uLnTx/>
                <a:uFillTx/>
                <a:latin typeface="Arial" panose="020B0604020202020204" pitchFamily="34" charset="0"/>
                <a:ea typeface="+mn-ea"/>
                <a:cs typeface="Arial" panose="020B0604020202020204" pitchFamily="34" charset="0"/>
              </a:rPr>
              <a:t>-10</a:t>
            </a:r>
            <a:r>
              <a:rPr kumimoji="0" lang="en-US" altLang="en-US" sz="1600" b="0" i="0" u="none" strike="noStrike" kern="1200" cap="none" spc="0" normalizeH="0" baseline="0" noProof="0">
                <a:ln>
                  <a:noFill/>
                </a:ln>
                <a:solidFill>
                  <a:srgbClr val="407EC9"/>
                </a:solidFill>
                <a:effectLst/>
                <a:uLnTx/>
                <a:uFillTx/>
                <a:latin typeface="Arial" panose="020B0604020202020204" pitchFamily="34" charset="0"/>
                <a:ea typeface="+mn-ea"/>
                <a:cs typeface="Arial" panose="020B0604020202020204" pitchFamily="34" charset="0"/>
              </a:rPr>
              <a:t> p</a:t>
            </a:r>
          </a:p>
        </p:txBody>
      </p:sp>
      <p:sp>
        <p:nvSpPr>
          <p:cNvPr id="80" name="Line 57">
            <a:extLst>
              <a:ext uri="{FF2B5EF4-FFF2-40B4-BE49-F238E27FC236}">
                <a16:creationId xmlns:a16="http://schemas.microsoft.com/office/drawing/2014/main" id="{6467F516-7A31-414D-840D-BBF864DB3AF5}"/>
              </a:ext>
            </a:extLst>
          </p:cNvPr>
          <p:cNvSpPr>
            <a:spLocks noChangeShapeType="1"/>
          </p:cNvSpPr>
          <p:nvPr/>
        </p:nvSpPr>
        <p:spPr bwMode="auto">
          <a:xfrm>
            <a:off x="6752605" y="3367188"/>
            <a:ext cx="381000" cy="0"/>
          </a:xfrm>
          <a:prstGeom prst="line">
            <a:avLst/>
          </a:prstGeom>
          <a:noFill/>
          <a:ln w="25400">
            <a:solidFill>
              <a:schemeClr val="accent4"/>
            </a:solidFill>
            <a:round/>
            <a:headEnd/>
            <a:tailEnd type="arrow" w="sm" len="med"/>
          </a:ln>
          <a:extLst>
            <a:ext uri="{909E8E84-426E-40DD-AFC4-6F175D3DCCD1}">
              <a14:hiddenFill xmlns:a14="http://schemas.microsoft.com/office/drawing/2010/main">
                <a:noFill/>
              </a14:hiddenFill>
            </a:ext>
          </a:extLst>
        </p:spPr>
        <p:txBody>
          <a:bodyPr/>
          <a:lstStyle/>
          <a:p>
            <a:pPr marL="0" marR="0" lvl="0" indent="0" algn="l" defTabSz="812810" rtl="0" eaLnBrk="1" fontAlgn="auto" latinLnBrk="0" hangingPunct="1">
              <a:lnSpc>
                <a:spcPct val="100000"/>
              </a:lnSpc>
              <a:spcBef>
                <a:spcPts val="0"/>
              </a:spcBef>
              <a:spcAft>
                <a:spcPts val="0"/>
              </a:spcAft>
              <a:buClrTx/>
              <a:buSzTx/>
              <a:buFontTx/>
              <a:buNone/>
              <a:tabLst/>
              <a:defRPr/>
            </a:pPr>
            <a:endParaRPr kumimoji="0" lang="en-US" sz="3200" b="0" i="0" u="none" strike="noStrike" kern="1200" cap="none" spc="0" normalizeH="0" baseline="0" noProof="0" dirty="0">
              <a:ln>
                <a:noFill/>
              </a:ln>
              <a:solidFill>
                <a:srgbClr val="000000"/>
              </a:solidFill>
              <a:effectLst/>
              <a:uLnTx/>
              <a:uFillTx/>
              <a:latin typeface="Arial" panose="020B0604020202020204"/>
              <a:ea typeface="+mn-ea"/>
              <a:cs typeface="+mn-cs"/>
            </a:endParaRPr>
          </a:p>
        </p:txBody>
      </p:sp>
      <p:sp>
        <p:nvSpPr>
          <p:cNvPr id="81" name="Text Box 59">
            <a:extLst>
              <a:ext uri="{FF2B5EF4-FFF2-40B4-BE49-F238E27FC236}">
                <a16:creationId xmlns:a16="http://schemas.microsoft.com/office/drawing/2014/main" id="{D5FBB43C-0DD7-DC48-9B57-FF60C0EEF2A8}"/>
              </a:ext>
            </a:extLst>
          </p:cNvPr>
          <p:cNvSpPr txBox="1">
            <a:spLocks noChangeArrowheads="1"/>
          </p:cNvSpPr>
          <p:nvPr/>
        </p:nvSpPr>
        <p:spPr bwMode="auto">
          <a:xfrm>
            <a:off x="2829821" y="3130023"/>
            <a:ext cx="3925172"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rgbClr val="FF9900"/>
              </a:buClr>
              <a:buChar char="•"/>
              <a:defRPr sz="3200" b="1">
                <a:solidFill>
                  <a:srgbClr val="01035B"/>
                </a:solidFill>
                <a:latin typeface="Arial" panose="020B0604020202020204" pitchFamily="34" charset="0"/>
              </a:defRPr>
            </a:lvl1pPr>
            <a:lvl2pPr marL="742950" indent="-285750">
              <a:spcBef>
                <a:spcPct val="20000"/>
              </a:spcBef>
              <a:buClr>
                <a:srgbClr val="FF9900"/>
              </a:buClr>
              <a:buChar char="–"/>
              <a:defRPr sz="2800" b="1">
                <a:solidFill>
                  <a:srgbClr val="01035B"/>
                </a:solidFill>
                <a:latin typeface="Arial" panose="020B0604020202020204" pitchFamily="34" charset="0"/>
              </a:defRPr>
            </a:lvl2pPr>
            <a:lvl3pPr marL="1143000" indent="-228600">
              <a:spcBef>
                <a:spcPct val="20000"/>
              </a:spcBef>
              <a:buClr>
                <a:srgbClr val="FF9900"/>
              </a:buClr>
              <a:buChar char="•"/>
              <a:defRPr sz="2400" b="1">
                <a:solidFill>
                  <a:srgbClr val="01035B"/>
                </a:solidFill>
                <a:latin typeface="Arial" panose="020B0604020202020204" pitchFamily="34" charset="0"/>
              </a:defRPr>
            </a:lvl3pPr>
            <a:lvl4pPr marL="1600200" indent="-228600">
              <a:spcBef>
                <a:spcPct val="20000"/>
              </a:spcBef>
              <a:buClr>
                <a:srgbClr val="FF9900"/>
              </a:buClr>
              <a:buChar char="–"/>
              <a:defRPr sz="2000" b="1">
                <a:solidFill>
                  <a:srgbClr val="01035B"/>
                </a:solidFill>
                <a:latin typeface="Arial" panose="020B0604020202020204" pitchFamily="34" charset="0"/>
              </a:defRPr>
            </a:lvl4pPr>
            <a:lvl5pPr marL="2057400" indent="-228600">
              <a:spcBef>
                <a:spcPct val="20000"/>
              </a:spcBef>
              <a:buClr>
                <a:srgbClr val="FF9900"/>
              </a:buClr>
              <a:buChar char="»"/>
              <a:defRPr sz="2000" b="1">
                <a:solidFill>
                  <a:srgbClr val="01035B"/>
                </a:solidFill>
                <a:latin typeface="Arial" panose="020B0604020202020204" pitchFamily="34" charset="0"/>
              </a:defRPr>
            </a:lvl5pPr>
            <a:lvl6pPr marL="25146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6pPr>
            <a:lvl7pPr marL="29718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7pPr>
            <a:lvl8pPr marL="34290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8pPr>
            <a:lvl9pPr marL="38862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9pPr>
          </a:lstStyle>
          <a:p>
            <a:pPr marL="0" marR="0" lvl="0" indent="0" algn="r" defTabSz="812810" rtl="0" eaLnBrk="1" fontAlgn="auto" latinLnBrk="0" hangingPunct="1">
              <a:lnSpc>
                <a:spcPct val="100000"/>
              </a:lnSpc>
              <a:spcBef>
                <a:spcPct val="0"/>
              </a:spcBef>
              <a:spcAft>
                <a:spcPts val="0"/>
              </a:spcAft>
              <a:buClrTx/>
              <a:buSzTx/>
              <a:buFontTx/>
              <a:buNone/>
              <a:tabLst/>
              <a:defRPr/>
            </a:pPr>
            <a:r>
              <a:rPr kumimoji="0" lang="en-US" altLang="en-US" sz="2400" b="1" i="0" u="none" strike="noStrike" kern="1200" cap="none" spc="0" normalizeH="0" baseline="0" noProof="0" dirty="0">
                <a:ln>
                  <a:noFill/>
                </a:ln>
                <a:solidFill>
                  <a:srgbClr val="407EC9"/>
                </a:solidFill>
                <a:effectLst/>
                <a:uLnTx/>
                <a:uFillTx/>
                <a:latin typeface="Arial" panose="020B0604020202020204" pitchFamily="34" charset="0"/>
                <a:ea typeface="+mn-ea"/>
                <a:cs typeface="Arial" panose="020B0604020202020204" pitchFamily="34" charset="0"/>
              </a:rPr>
              <a:t>Aluminum oxide 1.93 kg</a:t>
            </a:r>
          </a:p>
        </p:txBody>
      </p:sp>
      <p:sp>
        <p:nvSpPr>
          <p:cNvPr id="82" name="Line 57">
            <a:extLst>
              <a:ext uri="{FF2B5EF4-FFF2-40B4-BE49-F238E27FC236}">
                <a16:creationId xmlns:a16="http://schemas.microsoft.com/office/drawing/2014/main" id="{2BF77B2E-5186-3745-AFBC-FB4FF113CA95}"/>
              </a:ext>
            </a:extLst>
          </p:cNvPr>
          <p:cNvSpPr>
            <a:spLocks noChangeShapeType="1"/>
          </p:cNvSpPr>
          <p:nvPr/>
        </p:nvSpPr>
        <p:spPr bwMode="auto">
          <a:xfrm>
            <a:off x="6752605" y="3797989"/>
            <a:ext cx="381000" cy="0"/>
          </a:xfrm>
          <a:prstGeom prst="line">
            <a:avLst/>
          </a:prstGeom>
          <a:noFill/>
          <a:ln w="25400">
            <a:solidFill>
              <a:schemeClr val="accent4"/>
            </a:solidFill>
            <a:round/>
            <a:headEnd/>
            <a:tailEnd type="arrow" w="sm" len="med"/>
          </a:ln>
          <a:extLst>
            <a:ext uri="{909E8E84-426E-40DD-AFC4-6F175D3DCCD1}">
              <a14:hiddenFill xmlns:a14="http://schemas.microsoft.com/office/drawing/2010/main">
                <a:noFill/>
              </a14:hiddenFill>
            </a:ext>
          </a:extLst>
        </p:spPr>
        <p:txBody>
          <a:bodyPr/>
          <a:lstStyle/>
          <a:p>
            <a:pPr marL="0" marR="0" lvl="0" indent="0" algn="l" defTabSz="812810" rtl="0" eaLnBrk="1" fontAlgn="auto" latinLnBrk="0" hangingPunct="1">
              <a:lnSpc>
                <a:spcPct val="100000"/>
              </a:lnSpc>
              <a:spcBef>
                <a:spcPts val="0"/>
              </a:spcBef>
              <a:spcAft>
                <a:spcPts val="0"/>
              </a:spcAft>
              <a:buClrTx/>
              <a:buSzTx/>
              <a:buFontTx/>
              <a:buNone/>
              <a:tabLst/>
              <a:defRPr/>
            </a:pPr>
            <a:endParaRPr kumimoji="0" lang="en-US" sz="3200" b="0"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83" name="Text Box 59">
            <a:extLst>
              <a:ext uri="{FF2B5EF4-FFF2-40B4-BE49-F238E27FC236}">
                <a16:creationId xmlns:a16="http://schemas.microsoft.com/office/drawing/2014/main" id="{A1FCD987-7FE4-5F4E-BC18-DAC9645ABE0D}"/>
              </a:ext>
            </a:extLst>
          </p:cNvPr>
          <p:cNvSpPr txBox="1">
            <a:spLocks noChangeArrowheads="1"/>
          </p:cNvSpPr>
          <p:nvPr/>
        </p:nvSpPr>
        <p:spPr bwMode="auto">
          <a:xfrm>
            <a:off x="2857689" y="3588720"/>
            <a:ext cx="3897304"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rgbClr val="FF9900"/>
              </a:buClr>
              <a:buChar char="•"/>
              <a:defRPr sz="3200" b="1">
                <a:solidFill>
                  <a:srgbClr val="01035B"/>
                </a:solidFill>
                <a:latin typeface="Arial" panose="020B0604020202020204" pitchFamily="34" charset="0"/>
              </a:defRPr>
            </a:lvl1pPr>
            <a:lvl2pPr marL="742950" indent="-285750">
              <a:spcBef>
                <a:spcPct val="20000"/>
              </a:spcBef>
              <a:buClr>
                <a:srgbClr val="FF9900"/>
              </a:buClr>
              <a:buChar char="–"/>
              <a:defRPr sz="2800" b="1">
                <a:solidFill>
                  <a:srgbClr val="01035B"/>
                </a:solidFill>
                <a:latin typeface="Arial" panose="020B0604020202020204" pitchFamily="34" charset="0"/>
              </a:defRPr>
            </a:lvl2pPr>
            <a:lvl3pPr marL="1143000" indent="-228600">
              <a:spcBef>
                <a:spcPct val="20000"/>
              </a:spcBef>
              <a:buClr>
                <a:srgbClr val="FF9900"/>
              </a:buClr>
              <a:buChar char="•"/>
              <a:defRPr sz="2400" b="1">
                <a:solidFill>
                  <a:srgbClr val="01035B"/>
                </a:solidFill>
                <a:latin typeface="Arial" panose="020B0604020202020204" pitchFamily="34" charset="0"/>
              </a:defRPr>
            </a:lvl3pPr>
            <a:lvl4pPr marL="1600200" indent="-228600">
              <a:spcBef>
                <a:spcPct val="20000"/>
              </a:spcBef>
              <a:buClr>
                <a:srgbClr val="FF9900"/>
              </a:buClr>
              <a:buChar char="–"/>
              <a:defRPr sz="2000" b="1">
                <a:solidFill>
                  <a:srgbClr val="01035B"/>
                </a:solidFill>
                <a:latin typeface="Arial" panose="020B0604020202020204" pitchFamily="34" charset="0"/>
              </a:defRPr>
            </a:lvl4pPr>
            <a:lvl5pPr marL="2057400" indent="-228600">
              <a:spcBef>
                <a:spcPct val="20000"/>
              </a:spcBef>
              <a:buClr>
                <a:srgbClr val="FF9900"/>
              </a:buClr>
              <a:buChar char="»"/>
              <a:defRPr sz="2000" b="1">
                <a:solidFill>
                  <a:srgbClr val="01035B"/>
                </a:solidFill>
                <a:latin typeface="Arial" panose="020B0604020202020204" pitchFamily="34" charset="0"/>
              </a:defRPr>
            </a:lvl5pPr>
            <a:lvl6pPr marL="25146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6pPr>
            <a:lvl7pPr marL="29718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7pPr>
            <a:lvl8pPr marL="34290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8pPr>
            <a:lvl9pPr marL="38862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9pPr>
          </a:lstStyle>
          <a:p>
            <a:pPr marL="0" marR="0" lvl="0" indent="0" algn="r" defTabSz="812810" rtl="0" eaLnBrk="1" fontAlgn="auto" latinLnBrk="0" hangingPunct="1">
              <a:lnSpc>
                <a:spcPct val="100000"/>
              </a:lnSpc>
              <a:spcBef>
                <a:spcPct val="0"/>
              </a:spcBef>
              <a:spcAft>
                <a:spcPts val="0"/>
              </a:spcAft>
              <a:buClrTx/>
              <a:buSzTx/>
              <a:buFontTx/>
              <a:buNone/>
              <a:tabLst/>
              <a:defRPr/>
            </a:pPr>
            <a:r>
              <a:rPr kumimoji="0" lang="en-US" altLang="en-US" sz="1600" b="0" i="0" u="none" strike="noStrike" kern="1200" cap="none" spc="0" normalizeH="0" baseline="0" noProof="0">
                <a:ln>
                  <a:noFill/>
                </a:ln>
                <a:solidFill>
                  <a:srgbClr val="407EC9"/>
                </a:solidFill>
                <a:effectLst/>
                <a:uLnTx/>
                <a:uFillTx/>
                <a:latin typeface="Arial" panose="020B0604020202020204" pitchFamily="34" charset="0"/>
                <a:ea typeface="+mn-ea"/>
                <a:cs typeface="Arial" panose="020B0604020202020204" pitchFamily="34" charset="0"/>
              </a:rPr>
              <a:t>Anode, aluminum electrolysis 0.448 kg</a:t>
            </a:r>
          </a:p>
        </p:txBody>
      </p:sp>
      <p:sp>
        <p:nvSpPr>
          <p:cNvPr id="106" name="Line 57">
            <a:extLst>
              <a:ext uri="{FF2B5EF4-FFF2-40B4-BE49-F238E27FC236}">
                <a16:creationId xmlns:a16="http://schemas.microsoft.com/office/drawing/2014/main" id="{B52FB4B9-C312-3543-9EAA-CD6EF6ED93E6}"/>
              </a:ext>
            </a:extLst>
          </p:cNvPr>
          <p:cNvSpPr>
            <a:spLocks noChangeShapeType="1"/>
          </p:cNvSpPr>
          <p:nvPr/>
        </p:nvSpPr>
        <p:spPr bwMode="auto">
          <a:xfrm>
            <a:off x="6770067" y="4231377"/>
            <a:ext cx="381000" cy="0"/>
          </a:xfrm>
          <a:prstGeom prst="line">
            <a:avLst/>
          </a:prstGeom>
          <a:noFill/>
          <a:ln w="25400">
            <a:solidFill>
              <a:schemeClr val="accent4"/>
            </a:solidFill>
            <a:round/>
            <a:headEnd/>
            <a:tailEnd type="arrow" w="sm" len="med"/>
          </a:ln>
          <a:extLst>
            <a:ext uri="{909E8E84-426E-40DD-AFC4-6F175D3DCCD1}">
              <a14:hiddenFill xmlns:a14="http://schemas.microsoft.com/office/drawing/2010/main">
                <a:noFill/>
              </a14:hiddenFill>
            </a:ext>
          </a:extLst>
        </p:spPr>
        <p:txBody>
          <a:bodyPr/>
          <a:lstStyle/>
          <a:p>
            <a:pPr marL="0" marR="0" lvl="0" indent="0" algn="l" defTabSz="812810" rtl="0" eaLnBrk="1" fontAlgn="auto" latinLnBrk="0" hangingPunct="1">
              <a:lnSpc>
                <a:spcPct val="100000"/>
              </a:lnSpc>
              <a:spcBef>
                <a:spcPts val="0"/>
              </a:spcBef>
              <a:spcAft>
                <a:spcPts val="0"/>
              </a:spcAft>
              <a:buClrTx/>
              <a:buSzTx/>
              <a:buFontTx/>
              <a:buNone/>
              <a:tabLst/>
              <a:defRPr/>
            </a:pPr>
            <a:endParaRPr kumimoji="0" lang="en-US" sz="3200" b="0"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107" name="Text Box 59">
            <a:extLst>
              <a:ext uri="{FF2B5EF4-FFF2-40B4-BE49-F238E27FC236}">
                <a16:creationId xmlns:a16="http://schemas.microsoft.com/office/drawing/2014/main" id="{D9EC2703-57C1-5243-9C40-A9BA145ADB7D}"/>
              </a:ext>
            </a:extLst>
          </p:cNvPr>
          <p:cNvSpPr txBox="1">
            <a:spLocks noChangeArrowheads="1"/>
          </p:cNvSpPr>
          <p:nvPr/>
        </p:nvSpPr>
        <p:spPr bwMode="auto">
          <a:xfrm>
            <a:off x="2525014" y="4026152"/>
            <a:ext cx="4229979"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rgbClr val="FF9900"/>
              </a:buClr>
              <a:buChar char="•"/>
              <a:defRPr sz="3200" b="1">
                <a:solidFill>
                  <a:srgbClr val="01035B"/>
                </a:solidFill>
                <a:latin typeface="Arial" panose="020B0604020202020204" pitchFamily="34" charset="0"/>
              </a:defRPr>
            </a:lvl1pPr>
            <a:lvl2pPr marL="742950" indent="-285750">
              <a:spcBef>
                <a:spcPct val="20000"/>
              </a:spcBef>
              <a:buClr>
                <a:srgbClr val="FF9900"/>
              </a:buClr>
              <a:buChar char="–"/>
              <a:defRPr sz="2800" b="1">
                <a:solidFill>
                  <a:srgbClr val="01035B"/>
                </a:solidFill>
                <a:latin typeface="Arial" panose="020B0604020202020204" pitchFamily="34" charset="0"/>
              </a:defRPr>
            </a:lvl2pPr>
            <a:lvl3pPr marL="1143000" indent="-228600">
              <a:spcBef>
                <a:spcPct val="20000"/>
              </a:spcBef>
              <a:buClr>
                <a:srgbClr val="FF9900"/>
              </a:buClr>
              <a:buChar char="•"/>
              <a:defRPr sz="2400" b="1">
                <a:solidFill>
                  <a:srgbClr val="01035B"/>
                </a:solidFill>
                <a:latin typeface="Arial" panose="020B0604020202020204" pitchFamily="34" charset="0"/>
              </a:defRPr>
            </a:lvl3pPr>
            <a:lvl4pPr marL="1600200" indent="-228600">
              <a:spcBef>
                <a:spcPct val="20000"/>
              </a:spcBef>
              <a:buClr>
                <a:srgbClr val="FF9900"/>
              </a:buClr>
              <a:buChar char="–"/>
              <a:defRPr sz="2000" b="1">
                <a:solidFill>
                  <a:srgbClr val="01035B"/>
                </a:solidFill>
                <a:latin typeface="Arial" panose="020B0604020202020204" pitchFamily="34" charset="0"/>
              </a:defRPr>
            </a:lvl4pPr>
            <a:lvl5pPr marL="2057400" indent="-228600">
              <a:spcBef>
                <a:spcPct val="20000"/>
              </a:spcBef>
              <a:buClr>
                <a:srgbClr val="FF9900"/>
              </a:buClr>
              <a:buChar char="»"/>
              <a:defRPr sz="2000" b="1">
                <a:solidFill>
                  <a:srgbClr val="01035B"/>
                </a:solidFill>
                <a:latin typeface="Arial" panose="020B0604020202020204" pitchFamily="34" charset="0"/>
              </a:defRPr>
            </a:lvl5pPr>
            <a:lvl6pPr marL="25146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6pPr>
            <a:lvl7pPr marL="29718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7pPr>
            <a:lvl8pPr marL="34290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8pPr>
            <a:lvl9pPr marL="38862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9pPr>
          </a:lstStyle>
          <a:p>
            <a:pPr marL="0" marR="0" lvl="0" indent="0" algn="r" defTabSz="812810" rtl="0" eaLnBrk="1" fontAlgn="auto" latinLnBrk="0" hangingPunct="1">
              <a:lnSpc>
                <a:spcPct val="100000"/>
              </a:lnSpc>
              <a:spcBef>
                <a:spcPct val="0"/>
              </a:spcBef>
              <a:spcAft>
                <a:spcPts val="0"/>
              </a:spcAft>
              <a:buClrTx/>
              <a:buSzTx/>
              <a:buFontTx/>
              <a:buNone/>
              <a:tabLst/>
              <a:defRPr/>
            </a:pPr>
            <a:r>
              <a:rPr kumimoji="0" lang="en-US" altLang="en-US" sz="1600" b="0" i="0" u="none" strike="noStrike" kern="1200" cap="none" spc="0" normalizeH="0" baseline="0" noProof="0">
                <a:ln>
                  <a:noFill/>
                </a:ln>
                <a:solidFill>
                  <a:srgbClr val="407EC9"/>
                </a:solidFill>
                <a:effectLst/>
                <a:uLnTx/>
                <a:uFillTx/>
                <a:latin typeface="Arial" panose="020B0604020202020204" pitchFamily="34" charset="0"/>
                <a:ea typeface="+mn-ea"/>
                <a:cs typeface="Arial" panose="020B0604020202020204" pitchFamily="34" charset="0"/>
              </a:rPr>
              <a:t>Cathode, aluminum electrolysis 0.0181 kg</a:t>
            </a:r>
          </a:p>
        </p:txBody>
      </p:sp>
      <p:sp>
        <p:nvSpPr>
          <p:cNvPr id="108" name="Line 53">
            <a:extLst>
              <a:ext uri="{FF2B5EF4-FFF2-40B4-BE49-F238E27FC236}">
                <a16:creationId xmlns:a16="http://schemas.microsoft.com/office/drawing/2014/main" id="{2287FD86-30D8-924E-B1FE-8CB447543C41}"/>
              </a:ext>
            </a:extLst>
          </p:cNvPr>
          <p:cNvSpPr>
            <a:spLocks noChangeShapeType="1"/>
          </p:cNvSpPr>
          <p:nvPr/>
        </p:nvSpPr>
        <p:spPr bwMode="auto">
          <a:xfrm>
            <a:off x="8978282" y="6615466"/>
            <a:ext cx="381000" cy="0"/>
          </a:xfrm>
          <a:prstGeom prst="line">
            <a:avLst/>
          </a:prstGeom>
          <a:noFill/>
          <a:ln w="25400">
            <a:solidFill>
              <a:schemeClr val="accent4"/>
            </a:solidFill>
            <a:round/>
            <a:headEnd/>
            <a:tailEnd type="arrow" w="sm" len="med"/>
          </a:ln>
          <a:extLst>
            <a:ext uri="{909E8E84-426E-40DD-AFC4-6F175D3DCCD1}">
              <a14:hiddenFill xmlns:a14="http://schemas.microsoft.com/office/drawing/2010/main">
                <a:noFill/>
              </a14:hiddenFill>
            </a:ext>
          </a:extLst>
        </p:spPr>
        <p:txBody>
          <a:bodyPr/>
          <a:lstStyle/>
          <a:p>
            <a:pPr marL="0" marR="0" lvl="0" indent="0" algn="l" defTabSz="812810" rtl="0" eaLnBrk="1" fontAlgn="auto" latinLnBrk="0" hangingPunct="1">
              <a:lnSpc>
                <a:spcPct val="100000"/>
              </a:lnSpc>
              <a:spcBef>
                <a:spcPts val="0"/>
              </a:spcBef>
              <a:spcAft>
                <a:spcPts val="0"/>
              </a:spcAft>
              <a:buClrTx/>
              <a:buSzTx/>
              <a:buFontTx/>
              <a:buNone/>
              <a:tabLst/>
              <a:defRPr/>
            </a:pPr>
            <a:endParaRPr kumimoji="0" lang="en-US" sz="3200" b="0"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109" name="Text Box 54">
            <a:extLst>
              <a:ext uri="{FF2B5EF4-FFF2-40B4-BE49-F238E27FC236}">
                <a16:creationId xmlns:a16="http://schemas.microsoft.com/office/drawing/2014/main" id="{09E1B155-3EFD-764A-886A-25438374B4DF}"/>
              </a:ext>
            </a:extLst>
          </p:cNvPr>
          <p:cNvSpPr txBox="1">
            <a:spLocks noChangeArrowheads="1"/>
          </p:cNvSpPr>
          <p:nvPr/>
        </p:nvSpPr>
        <p:spPr bwMode="auto">
          <a:xfrm>
            <a:off x="9402547" y="6417370"/>
            <a:ext cx="4603958"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rgbClr val="FF9900"/>
              </a:buClr>
              <a:buChar char="•"/>
              <a:defRPr sz="3200" b="1">
                <a:solidFill>
                  <a:srgbClr val="01035B"/>
                </a:solidFill>
                <a:latin typeface="Arial" panose="020B0604020202020204" pitchFamily="34" charset="0"/>
              </a:defRPr>
            </a:lvl1pPr>
            <a:lvl2pPr marL="742950" indent="-285750">
              <a:spcBef>
                <a:spcPct val="20000"/>
              </a:spcBef>
              <a:buClr>
                <a:srgbClr val="FF9900"/>
              </a:buClr>
              <a:buChar char="–"/>
              <a:defRPr sz="2800" b="1">
                <a:solidFill>
                  <a:srgbClr val="01035B"/>
                </a:solidFill>
                <a:latin typeface="Arial" panose="020B0604020202020204" pitchFamily="34" charset="0"/>
              </a:defRPr>
            </a:lvl2pPr>
            <a:lvl3pPr marL="1143000" indent="-228600">
              <a:spcBef>
                <a:spcPct val="20000"/>
              </a:spcBef>
              <a:buClr>
                <a:srgbClr val="FF9900"/>
              </a:buClr>
              <a:buChar char="•"/>
              <a:defRPr sz="2400" b="1">
                <a:solidFill>
                  <a:srgbClr val="01035B"/>
                </a:solidFill>
                <a:latin typeface="Arial" panose="020B0604020202020204" pitchFamily="34" charset="0"/>
              </a:defRPr>
            </a:lvl3pPr>
            <a:lvl4pPr marL="1600200" indent="-228600">
              <a:spcBef>
                <a:spcPct val="20000"/>
              </a:spcBef>
              <a:buClr>
                <a:srgbClr val="FF9900"/>
              </a:buClr>
              <a:buChar char="–"/>
              <a:defRPr sz="2000" b="1">
                <a:solidFill>
                  <a:srgbClr val="01035B"/>
                </a:solidFill>
                <a:latin typeface="Arial" panose="020B0604020202020204" pitchFamily="34" charset="0"/>
              </a:defRPr>
            </a:lvl4pPr>
            <a:lvl5pPr marL="2057400" indent="-228600">
              <a:spcBef>
                <a:spcPct val="20000"/>
              </a:spcBef>
              <a:buClr>
                <a:srgbClr val="FF9900"/>
              </a:buClr>
              <a:buChar char="»"/>
              <a:defRPr sz="2000" b="1">
                <a:solidFill>
                  <a:srgbClr val="01035B"/>
                </a:solidFill>
                <a:latin typeface="Arial" panose="020B0604020202020204" pitchFamily="34" charset="0"/>
              </a:defRPr>
            </a:lvl5pPr>
            <a:lvl6pPr marL="25146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6pPr>
            <a:lvl7pPr marL="29718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7pPr>
            <a:lvl8pPr marL="34290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8pPr>
            <a:lvl9pPr marL="38862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9pPr>
          </a:lstStyle>
          <a:p>
            <a:pPr marL="0" marR="0" lvl="0" indent="0" algn="l" defTabSz="812810" rtl="0" eaLnBrk="1" fontAlgn="auto" latinLnBrk="0" hangingPunct="1">
              <a:lnSpc>
                <a:spcPct val="100000"/>
              </a:lnSpc>
              <a:spcBef>
                <a:spcPct val="0"/>
              </a:spcBef>
              <a:spcAft>
                <a:spcPts val="0"/>
              </a:spcAft>
              <a:buClrTx/>
              <a:buSzTx/>
              <a:buFontTx/>
              <a:buNone/>
              <a:tabLst/>
              <a:defRPr/>
            </a:pPr>
            <a:r>
              <a:rPr kumimoji="0" lang="en-US" altLang="en-US" sz="1600" b="0" i="0" u="none" strike="noStrike" kern="1200" cap="none" spc="0" normalizeH="0" baseline="0" noProof="0" dirty="0">
                <a:ln>
                  <a:noFill/>
                </a:ln>
                <a:solidFill>
                  <a:srgbClr val="407EC9"/>
                </a:solidFill>
                <a:effectLst/>
                <a:uLnTx/>
                <a:uFillTx/>
                <a:latin typeface="Arial" panose="020B0604020202020204" pitchFamily="34" charset="0"/>
                <a:ea typeface="+mn-ea"/>
                <a:cs typeface="Arial" panose="020B0604020202020204" pitchFamily="34" charset="0"/>
              </a:rPr>
              <a:t>Disposal, </a:t>
            </a:r>
            <a:r>
              <a:rPr kumimoji="0" lang="en-US" altLang="en-US" sz="1600" b="0" i="0" u="none" strike="noStrike" kern="1200" cap="none" spc="0" normalizeH="0" baseline="0" noProof="0" dirty="0" err="1">
                <a:ln>
                  <a:noFill/>
                </a:ln>
                <a:solidFill>
                  <a:srgbClr val="407EC9"/>
                </a:solidFill>
                <a:effectLst/>
                <a:uLnTx/>
                <a:uFillTx/>
                <a:latin typeface="Arial" panose="020B0604020202020204" pitchFamily="34" charset="0"/>
                <a:ea typeface="+mn-ea"/>
                <a:cs typeface="Arial" panose="020B0604020202020204" pitchFamily="34" charset="0"/>
              </a:rPr>
              <a:t>redmud</a:t>
            </a:r>
            <a:r>
              <a:rPr kumimoji="0" lang="en-US" altLang="en-US" sz="1600" b="0" i="0" u="none" strike="noStrike" kern="1200" cap="none" spc="0" normalizeH="0" baseline="0" noProof="0" dirty="0">
                <a:ln>
                  <a:noFill/>
                </a:ln>
                <a:solidFill>
                  <a:srgbClr val="407EC9"/>
                </a:solidFill>
                <a:effectLst/>
                <a:uLnTx/>
                <a:uFillTx/>
                <a:latin typeface="Arial" panose="020B0604020202020204" pitchFamily="34" charset="0"/>
                <a:ea typeface="+mn-ea"/>
                <a:cs typeface="Arial" panose="020B0604020202020204" pitchFamily="34" charset="0"/>
              </a:rPr>
              <a:t> from bauxite digestion 1.36</a:t>
            </a:r>
            <a:r>
              <a:rPr kumimoji="0" lang="en-US" altLang="en-US" sz="1600" b="1" i="0" u="none" strike="noStrike" kern="1200" cap="none" spc="0" normalizeH="0" baseline="0" noProof="0" dirty="0">
                <a:ln>
                  <a:noFill/>
                </a:ln>
                <a:solidFill>
                  <a:srgbClr val="407EC9"/>
                </a:solidFill>
                <a:effectLst/>
                <a:uLnTx/>
                <a:uFillTx/>
                <a:latin typeface="Arial" panose="020B0604020202020204" pitchFamily="34" charset="0"/>
                <a:ea typeface="+mn-ea"/>
                <a:cs typeface="Arial" panose="020B0604020202020204" pitchFamily="34" charset="0"/>
              </a:rPr>
              <a:t> </a:t>
            </a:r>
            <a:r>
              <a:rPr kumimoji="0" lang="en-US" altLang="en-US" sz="1600" b="0" i="0" u="none" strike="noStrike" kern="1200" cap="none" spc="0" normalizeH="0" baseline="0" noProof="0" dirty="0">
                <a:ln>
                  <a:noFill/>
                </a:ln>
                <a:solidFill>
                  <a:srgbClr val="407EC9"/>
                </a:solidFill>
                <a:effectLst/>
                <a:uLnTx/>
                <a:uFillTx/>
                <a:latin typeface="Arial" panose="020B0604020202020204" pitchFamily="34" charset="0"/>
                <a:ea typeface="+mn-ea"/>
                <a:cs typeface="Arial" panose="020B0604020202020204" pitchFamily="34" charset="0"/>
              </a:rPr>
              <a:t>kg</a:t>
            </a:r>
          </a:p>
        </p:txBody>
      </p:sp>
      <p:sp>
        <p:nvSpPr>
          <p:cNvPr id="110" name="Line 56">
            <a:extLst>
              <a:ext uri="{FF2B5EF4-FFF2-40B4-BE49-F238E27FC236}">
                <a16:creationId xmlns:a16="http://schemas.microsoft.com/office/drawing/2014/main" id="{89F54DE9-D802-B14B-8C32-412465AC750A}"/>
              </a:ext>
            </a:extLst>
          </p:cNvPr>
          <p:cNvSpPr>
            <a:spLocks noChangeShapeType="1"/>
          </p:cNvSpPr>
          <p:nvPr/>
        </p:nvSpPr>
        <p:spPr bwMode="auto">
          <a:xfrm>
            <a:off x="8978282" y="5928785"/>
            <a:ext cx="381000" cy="0"/>
          </a:xfrm>
          <a:prstGeom prst="line">
            <a:avLst/>
          </a:prstGeom>
          <a:noFill/>
          <a:ln w="25400">
            <a:solidFill>
              <a:schemeClr val="accent3"/>
            </a:solidFill>
            <a:round/>
            <a:headEnd/>
            <a:tailEnd type="arrow" w="sm" len="med"/>
          </a:ln>
          <a:extLst>
            <a:ext uri="{909E8E84-426E-40DD-AFC4-6F175D3DCCD1}">
              <a14:hiddenFill xmlns:a14="http://schemas.microsoft.com/office/drawing/2010/main">
                <a:noFill/>
              </a14:hiddenFill>
            </a:ext>
          </a:extLst>
        </p:spPr>
        <p:txBody>
          <a:bodyPr/>
          <a:lstStyle/>
          <a:p>
            <a:pPr marL="0" marR="0" lvl="0" indent="0" algn="l" defTabSz="812810" rtl="0" eaLnBrk="1" fontAlgn="auto" latinLnBrk="0" hangingPunct="1">
              <a:lnSpc>
                <a:spcPct val="100000"/>
              </a:lnSpc>
              <a:spcBef>
                <a:spcPts val="0"/>
              </a:spcBef>
              <a:spcAft>
                <a:spcPts val="0"/>
              </a:spcAft>
              <a:buClrTx/>
              <a:buSzTx/>
              <a:buFontTx/>
              <a:buNone/>
              <a:tabLst/>
              <a:defRPr/>
            </a:pPr>
            <a:endParaRPr kumimoji="0" lang="en-US" sz="3200" b="0"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111" name="Line 57">
            <a:extLst>
              <a:ext uri="{FF2B5EF4-FFF2-40B4-BE49-F238E27FC236}">
                <a16:creationId xmlns:a16="http://schemas.microsoft.com/office/drawing/2014/main" id="{D7D696D1-A0A3-0D42-8C5C-82F3B05AF201}"/>
              </a:ext>
            </a:extLst>
          </p:cNvPr>
          <p:cNvSpPr>
            <a:spLocks noChangeShapeType="1"/>
          </p:cNvSpPr>
          <p:nvPr/>
        </p:nvSpPr>
        <p:spPr bwMode="auto">
          <a:xfrm>
            <a:off x="8984632" y="4555413"/>
            <a:ext cx="381000" cy="0"/>
          </a:xfrm>
          <a:prstGeom prst="line">
            <a:avLst/>
          </a:prstGeom>
          <a:noFill/>
          <a:ln w="25400">
            <a:solidFill>
              <a:schemeClr val="accent3"/>
            </a:solidFill>
            <a:round/>
            <a:headEnd/>
            <a:tailEnd type="arrow" w="sm" len="med"/>
          </a:ln>
          <a:extLst>
            <a:ext uri="{909E8E84-426E-40DD-AFC4-6F175D3DCCD1}">
              <a14:hiddenFill xmlns:a14="http://schemas.microsoft.com/office/drawing/2010/main">
                <a:noFill/>
              </a14:hiddenFill>
            </a:ext>
          </a:extLst>
        </p:spPr>
        <p:txBody>
          <a:bodyPr/>
          <a:lstStyle/>
          <a:p>
            <a:pPr marL="0" marR="0" lvl="0" indent="0" algn="l" defTabSz="812810" rtl="0" eaLnBrk="1" fontAlgn="auto" latinLnBrk="0" hangingPunct="1">
              <a:lnSpc>
                <a:spcPct val="100000"/>
              </a:lnSpc>
              <a:spcBef>
                <a:spcPts val="0"/>
              </a:spcBef>
              <a:spcAft>
                <a:spcPts val="0"/>
              </a:spcAft>
              <a:buClrTx/>
              <a:buSzTx/>
              <a:buFontTx/>
              <a:buNone/>
              <a:tabLst/>
              <a:defRPr/>
            </a:pPr>
            <a:endParaRPr kumimoji="0" lang="en-US" sz="3200" b="0"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112" name="Line 57">
            <a:extLst>
              <a:ext uri="{FF2B5EF4-FFF2-40B4-BE49-F238E27FC236}">
                <a16:creationId xmlns:a16="http://schemas.microsoft.com/office/drawing/2014/main" id="{15C01F66-65DC-B14F-AE4D-656BA336F7DE}"/>
              </a:ext>
            </a:extLst>
          </p:cNvPr>
          <p:cNvSpPr>
            <a:spLocks noChangeShapeType="1"/>
          </p:cNvSpPr>
          <p:nvPr/>
        </p:nvSpPr>
        <p:spPr bwMode="auto">
          <a:xfrm>
            <a:off x="8984632" y="4212070"/>
            <a:ext cx="381000" cy="0"/>
          </a:xfrm>
          <a:prstGeom prst="line">
            <a:avLst/>
          </a:prstGeom>
          <a:noFill/>
          <a:ln w="25400">
            <a:solidFill>
              <a:schemeClr val="accent3"/>
            </a:solidFill>
            <a:round/>
            <a:headEnd/>
            <a:tailEnd type="arrow" w="sm" len="med"/>
          </a:ln>
          <a:extLst>
            <a:ext uri="{909E8E84-426E-40DD-AFC4-6F175D3DCCD1}">
              <a14:hiddenFill xmlns:a14="http://schemas.microsoft.com/office/drawing/2010/main">
                <a:noFill/>
              </a14:hiddenFill>
            </a:ext>
          </a:extLst>
        </p:spPr>
        <p:txBody>
          <a:bodyPr/>
          <a:lstStyle/>
          <a:p>
            <a:pPr marL="0" marR="0" lvl="0" indent="0" algn="l" defTabSz="812810" rtl="0" eaLnBrk="1" fontAlgn="auto" latinLnBrk="0" hangingPunct="1">
              <a:lnSpc>
                <a:spcPct val="100000"/>
              </a:lnSpc>
              <a:spcBef>
                <a:spcPts val="0"/>
              </a:spcBef>
              <a:spcAft>
                <a:spcPts val="0"/>
              </a:spcAft>
              <a:buClrTx/>
              <a:buSzTx/>
              <a:buFontTx/>
              <a:buNone/>
              <a:tabLst/>
              <a:defRPr/>
            </a:pPr>
            <a:endParaRPr kumimoji="0" lang="en-US" sz="3200" b="0"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113" name="Line 57">
            <a:extLst>
              <a:ext uri="{FF2B5EF4-FFF2-40B4-BE49-F238E27FC236}">
                <a16:creationId xmlns:a16="http://schemas.microsoft.com/office/drawing/2014/main" id="{3B05F15A-1F5B-B04D-95B6-C0325FF11AD9}"/>
              </a:ext>
            </a:extLst>
          </p:cNvPr>
          <p:cNvSpPr>
            <a:spLocks noChangeShapeType="1"/>
          </p:cNvSpPr>
          <p:nvPr/>
        </p:nvSpPr>
        <p:spPr bwMode="auto">
          <a:xfrm>
            <a:off x="8978282" y="3182041"/>
            <a:ext cx="381000" cy="0"/>
          </a:xfrm>
          <a:prstGeom prst="line">
            <a:avLst/>
          </a:prstGeom>
          <a:noFill/>
          <a:ln w="25400">
            <a:solidFill>
              <a:schemeClr val="accent3"/>
            </a:solidFill>
            <a:round/>
            <a:headEnd/>
            <a:tailEnd type="arrow" w="sm" len="med"/>
          </a:ln>
          <a:extLst>
            <a:ext uri="{909E8E84-426E-40DD-AFC4-6F175D3DCCD1}">
              <a14:hiddenFill xmlns:a14="http://schemas.microsoft.com/office/drawing/2010/main">
                <a:noFill/>
              </a14:hiddenFill>
            </a:ext>
          </a:extLst>
        </p:spPr>
        <p:txBody>
          <a:bodyPr/>
          <a:lstStyle/>
          <a:p>
            <a:pPr marL="0" marR="0" lvl="0" indent="0" algn="l" defTabSz="812810" rtl="0" eaLnBrk="1" fontAlgn="auto" latinLnBrk="0" hangingPunct="1">
              <a:lnSpc>
                <a:spcPct val="100000"/>
              </a:lnSpc>
              <a:spcBef>
                <a:spcPts val="0"/>
              </a:spcBef>
              <a:spcAft>
                <a:spcPts val="0"/>
              </a:spcAft>
              <a:buClrTx/>
              <a:buSzTx/>
              <a:buFontTx/>
              <a:buNone/>
              <a:tabLst/>
              <a:defRPr/>
            </a:pPr>
            <a:endParaRPr kumimoji="0" lang="en-US" sz="3200" b="0"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114" name="Line 57">
            <a:extLst>
              <a:ext uri="{FF2B5EF4-FFF2-40B4-BE49-F238E27FC236}">
                <a16:creationId xmlns:a16="http://schemas.microsoft.com/office/drawing/2014/main" id="{A1F7EB55-CAB4-2F46-8354-8A9B930958F9}"/>
              </a:ext>
            </a:extLst>
          </p:cNvPr>
          <p:cNvSpPr>
            <a:spLocks noChangeShapeType="1"/>
          </p:cNvSpPr>
          <p:nvPr/>
        </p:nvSpPr>
        <p:spPr bwMode="auto">
          <a:xfrm>
            <a:off x="8978282" y="3525384"/>
            <a:ext cx="381000" cy="0"/>
          </a:xfrm>
          <a:prstGeom prst="line">
            <a:avLst/>
          </a:prstGeom>
          <a:noFill/>
          <a:ln w="25400">
            <a:solidFill>
              <a:schemeClr val="accent3"/>
            </a:solidFill>
            <a:round/>
            <a:headEnd/>
            <a:tailEnd type="arrow" w="sm" len="med"/>
          </a:ln>
          <a:extLst>
            <a:ext uri="{909E8E84-426E-40DD-AFC4-6F175D3DCCD1}">
              <a14:hiddenFill xmlns:a14="http://schemas.microsoft.com/office/drawing/2010/main">
                <a:noFill/>
              </a14:hiddenFill>
            </a:ext>
          </a:extLst>
        </p:spPr>
        <p:txBody>
          <a:bodyPr/>
          <a:lstStyle/>
          <a:p>
            <a:pPr marL="0" marR="0" lvl="0" indent="0" algn="l" defTabSz="812810" rtl="0" eaLnBrk="1" fontAlgn="auto" latinLnBrk="0" hangingPunct="1">
              <a:lnSpc>
                <a:spcPct val="100000"/>
              </a:lnSpc>
              <a:spcBef>
                <a:spcPts val="0"/>
              </a:spcBef>
              <a:spcAft>
                <a:spcPts val="0"/>
              </a:spcAft>
              <a:buClrTx/>
              <a:buSzTx/>
              <a:buFontTx/>
              <a:buNone/>
              <a:tabLst/>
              <a:defRPr/>
            </a:pPr>
            <a:endParaRPr kumimoji="0" lang="en-US" sz="3200" b="0"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115" name="Line 57">
            <a:extLst>
              <a:ext uri="{FF2B5EF4-FFF2-40B4-BE49-F238E27FC236}">
                <a16:creationId xmlns:a16="http://schemas.microsoft.com/office/drawing/2014/main" id="{3888EB08-B794-2547-A52C-8B3F09FD340B}"/>
              </a:ext>
            </a:extLst>
          </p:cNvPr>
          <p:cNvSpPr>
            <a:spLocks noChangeShapeType="1"/>
          </p:cNvSpPr>
          <p:nvPr/>
        </p:nvSpPr>
        <p:spPr bwMode="auto">
          <a:xfrm>
            <a:off x="8963995" y="3868727"/>
            <a:ext cx="381000" cy="0"/>
          </a:xfrm>
          <a:prstGeom prst="line">
            <a:avLst/>
          </a:prstGeom>
          <a:noFill/>
          <a:ln w="25400">
            <a:solidFill>
              <a:schemeClr val="accent3"/>
            </a:solidFill>
            <a:round/>
            <a:headEnd/>
            <a:tailEnd type="arrow" w="sm" len="med"/>
          </a:ln>
          <a:extLst>
            <a:ext uri="{909E8E84-426E-40DD-AFC4-6F175D3DCCD1}">
              <a14:hiddenFill xmlns:a14="http://schemas.microsoft.com/office/drawing/2010/main">
                <a:noFill/>
              </a14:hiddenFill>
            </a:ext>
          </a:extLst>
        </p:spPr>
        <p:txBody>
          <a:bodyPr/>
          <a:lstStyle/>
          <a:p>
            <a:pPr marL="0" marR="0" lvl="0" indent="0" algn="l" defTabSz="812810" rtl="0" eaLnBrk="1" fontAlgn="auto" latinLnBrk="0" hangingPunct="1">
              <a:lnSpc>
                <a:spcPct val="100000"/>
              </a:lnSpc>
              <a:spcBef>
                <a:spcPts val="0"/>
              </a:spcBef>
              <a:spcAft>
                <a:spcPts val="0"/>
              </a:spcAft>
              <a:buClrTx/>
              <a:buSzTx/>
              <a:buFontTx/>
              <a:buNone/>
              <a:tabLst/>
              <a:defRPr/>
            </a:pPr>
            <a:endParaRPr kumimoji="0" lang="en-US" sz="3200" b="0"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116" name="Text Box 59">
            <a:extLst>
              <a:ext uri="{FF2B5EF4-FFF2-40B4-BE49-F238E27FC236}">
                <a16:creationId xmlns:a16="http://schemas.microsoft.com/office/drawing/2014/main" id="{750CAFE8-5E04-BC44-A162-689AA51F4D42}"/>
              </a:ext>
            </a:extLst>
          </p:cNvPr>
          <p:cNvSpPr txBox="1">
            <a:spLocks noChangeArrowheads="1"/>
          </p:cNvSpPr>
          <p:nvPr/>
        </p:nvSpPr>
        <p:spPr bwMode="auto">
          <a:xfrm>
            <a:off x="9402547" y="4372901"/>
            <a:ext cx="3237817"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rgbClr val="FF9900"/>
              </a:buClr>
              <a:buChar char="•"/>
              <a:defRPr sz="3200" b="1">
                <a:solidFill>
                  <a:srgbClr val="01035B"/>
                </a:solidFill>
                <a:latin typeface="Arial" panose="020B0604020202020204" pitchFamily="34" charset="0"/>
              </a:defRPr>
            </a:lvl1pPr>
            <a:lvl2pPr marL="742950" indent="-285750">
              <a:spcBef>
                <a:spcPct val="20000"/>
              </a:spcBef>
              <a:buClr>
                <a:srgbClr val="FF9900"/>
              </a:buClr>
              <a:buChar char="–"/>
              <a:defRPr sz="2800" b="1">
                <a:solidFill>
                  <a:srgbClr val="01035B"/>
                </a:solidFill>
                <a:latin typeface="Arial" panose="020B0604020202020204" pitchFamily="34" charset="0"/>
              </a:defRPr>
            </a:lvl2pPr>
            <a:lvl3pPr marL="1143000" indent="-228600">
              <a:spcBef>
                <a:spcPct val="20000"/>
              </a:spcBef>
              <a:buClr>
                <a:srgbClr val="FF9900"/>
              </a:buClr>
              <a:buChar char="•"/>
              <a:defRPr sz="2400" b="1">
                <a:solidFill>
                  <a:srgbClr val="01035B"/>
                </a:solidFill>
                <a:latin typeface="Arial" panose="020B0604020202020204" pitchFamily="34" charset="0"/>
              </a:defRPr>
            </a:lvl3pPr>
            <a:lvl4pPr marL="1600200" indent="-228600">
              <a:spcBef>
                <a:spcPct val="20000"/>
              </a:spcBef>
              <a:buClr>
                <a:srgbClr val="FF9900"/>
              </a:buClr>
              <a:buChar char="–"/>
              <a:defRPr sz="2000" b="1">
                <a:solidFill>
                  <a:srgbClr val="01035B"/>
                </a:solidFill>
                <a:latin typeface="Arial" panose="020B0604020202020204" pitchFamily="34" charset="0"/>
              </a:defRPr>
            </a:lvl4pPr>
            <a:lvl5pPr marL="2057400" indent="-228600">
              <a:spcBef>
                <a:spcPct val="20000"/>
              </a:spcBef>
              <a:buClr>
                <a:srgbClr val="FF9900"/>
              </a:buClr>
              <a:buChar char="»"/>
              <a:defRPr sz="2000" b="1">
                <a:solidFill>
                  <a:srgbClr val="01035B"/>
                </a:solidFill>
                <a:latin typeface="Arial" panose="020B0604020202020204" pitchFamily="34" charset="0"/>
              </a:defRPr>
            </a:lvl5pPr>
            <a:lvl6pPr marL="25146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6pPr>
            <a:lvl7pPr marL="29718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7pPr>
            <a:lvl8pPr marL="34290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8pPr>
            <a:lvl9pPr marL="38862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9pPr>
          </a:lstStyle>
          <a:p>
            <a:pPr marL="0" marR="0" lvl="0" indent="0" algn="l" defTabSz="812810" rtl="0" eaLnBrk="1" fontAlgn="auto" latinLnBrk="0" hangingPunct="1">
              <a:lnSpc>
                <a:spcPct val="100000"/>
              </a:lnSpc>
              <a:spcBef>
                <a:spcPct val="0"/>
              </a:spcBef>
              <a:spcAft>
                <a:spcPts val="0"/>
              </a:spcAft>
              <a:buClrTx/>
              <a:buSzTx/>
              <a:buFontTx/>
              <a:buNone/>
              <a:tabLst/>
              <a:defRPr/>
            </a:pPr>
            <a:r>
              <a:rPr kumimoji="0" lang="en-US" altLang="en-US" sz="1600" b="0" i="0" u="none" strike="noStrike" kern="1200" cap="none" spc="0" normalizeH="0" baseline="0" noProof="0" dirty="0">
                <a:ln>
                  <a:noFill/>
                </a:ln>
                <a:solidFill>
                  <a:srgbClr val="ADA400"/>
                </a:solidFill>
                <a:effectLst/>
                <a:uLnTx/>
                <a:uFillTx/>
                <a:latin typeface="Arial" panose="020B0604020202020204" pitchFamily="34" charset="0"/>
                <a:ea typeface="+mn-ea"/>
                <a:cs typeface="Arial" panose="020B0604020202020204" pitchFamily="34" charset="0"/>
              </a:rPr>
              <a:t>Nitrogen oxides 63.9 mg</a:t>
            </a:r>
          </a:p>
        </p:txBody>
      </p:sp>
      <p:sp>
        <p:nvSpPr>
          <p:cNvPr id="117" name="Text Box 60">
            <a:extLst>
              <a:ext uri="{FF2B5EF4-FFF2-40B4-BE49-F238E27FC236}">
                <a16:creationId xmlns:a16="http://schemas.microsoft.com/office/drawing/2014/main" id="{DCA1D313-4310-244A-95FA-0E4C6F97C1E4}"/>
              </a:ext>
            </a:extLst>
          </p:cNvPr>
          <p:cNvSpPr txBox="1">
            <a:spLocks noChangeArrowheads="1"/>
          </p:cNvSpPr>
          <p:nvPr/>
        </p:nvSpPr>
        <p:spPr bwMode="auto">
          <a:xfrm>
            <a:off x="9402547" y="5764906"/>
            <a:ext cx="2499896"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rgbClr val="FF9900"/>
              </a:buClr>
              <a:buChar char="•"/>
              <a:defRPr sz="3200" b="1">
                <a:solidFill>
                  <a:srgbClr val="01035B"/>
                </a:solidFill>
                <a:latin typeface="Arial" panose="020B0604020202020204" pitchFamily="34" charset="0"/>
              </a:defRPr>
            </a:lvl1pPr>
            <a:lvl2pPr marL="742950" indent="-285750">
              <a:spcBef>
                <a:spcPct val="20000"/>
              </a:spcBef>
              <a:buClr>
                <a:srgbClr val="FF9900"/>
              </a:buClr>
              <a:buChar char="–"/>
              <a:defRPr sz="2800" b="1">
                <a:solidFill>
                  <a:srgbClr val="01035B"/>
                </a:solidFill>
                <a:latin typeface="Arial" panose="020B0604020202020204" pitchFamily="34" charset="0"/>
              </a:defRPr>
            </a:lvl2pPr>
            <a:lvl3pPr marL="1143000" indent="-228600">
              <a:spcBef>
                <a:spcPct val="20000"/>
              </a:spcBef>
              <a:buClr>
                <a:srgbClr val="FF9900"/>
              </a:buClr>
              <a:buChar char="•"/>
              <a:defRPr sz="2400" b="1">
                <a:solidFill>
                  <a:srgbClr val="01035B"/>
                </a:solidFill>
                <a:latin typeface="Arial" panose="020B0604020202020204" pitchFamily="34" charset="0"/>
              </a:defRPr>
            </a:lvl3pPr>
            <a:lvl4pPr marL="1600200" indent="-228600">
              <a:spcBef>
                <a:spcPct val="20000"/>
              </a:spcBef>
              <a:buClr>
                <a:srgbClr val="FF9900"/>
              </a:buClr>
              <a:buChar char="–"/>
              <a:defRPr sz="2000" b="1">
                <a:solidFill>
                  <a:srgbClr val="01035B"/>
                </a:solidFill>
                <a:latin typeface="Arial" panose="020B0604020202020204" pitchFamily="34" charset="0"/>
              </a:defRPr>
            </a:lvl4pPr>
            <a:lvl5pPr marL="2057400" indent="-228600">
              <a:spcBef>
                <a:spcPct val="20000"/>
              </a:spcBef>
              <a:buClr>
                <a:srgbClr val="FF9900"/>
              </a:buClr>
              <a:buChar char="»"/>
              <a:defRPr sz="2000" b="1">
                <a:solidFill>
                  <a:srgbClr val="01035B"/>
                </a:solidFill>
                <a:latin typeface="Arial" panose="020B0604020202020204" pitchFamily="34" charset="0"/>
              </a:defRPr>
            </a:lvl5pPr>
            <a:lvl6pPr marL="25146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6pPr>
            <a:lvl7pPr marL="29718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7pPr>
            <a:lvl8pPr marL="34290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8pPr>
            <a:lvl9pPr marL="38862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9pPr>
          </a:lstStyle>
          <a:p>
            <a:pPr marL="0" marR="0" lvl="0" indent="0" algn="l" defTabSz="812810" rtl="0" eaLnBrk="1" fontAlgn="auto" latinLnBrk="0" hangingPunct="1">
              <a:lnSpc>
                <a:spcPct val="100000"/>
              </a:lnSpc>
              <a:spcBef>
                <a:spcPct val="0"/>
              </a:spcBef>
              <a:spcAft>
                <a:spcPts val="0"/>
              </a:spcAft>
              <a:buClrTx/>
              <a:buSzTx/>
              <a:buFontTx/>
              <a:buNone/>
              <a:tabLst/>
              <a:defRPr/>
            </a:pPr>
            <a:r>
              <a:rPr kumimoji="0" lang="en-US" altLang="en-US" sz="1600" b="0" i="0" u="none" strike="noStrike" kern="1200" cap="none" spc="0" normalizeH="0" baseline="0" noProof="0" dirty="0">
                <a:ln>
                  <a:noFill/>
                </a:ln>
                <a:solidFill>
                  <a:srgbClr val="ADA400"/>
                </a:solidFill>
                <a:effectLst/>
                <a:uLnTx/>
                <a:uFillTx/>
                <a:latin typeface="Arial" panose="020B0604020202020204" pitchFamily="34" charset="0"/>
                <a:ea typeface="+mn-ea"/>
                <a:cs typeface="Arial" panose="020B0604020202020204" pitchFamily="34" charset="0"/>
              </a:rPr>
              <a:t>Heat, waste 56.0 MJ</a:t>
            </a:r>
            <a:endParaRPr kumimoji="0" lang="en-US" altLang="en-US" sz="1600" b="0" i="0" u="none" strike="noStrike" kern="1200" cap="none" spc="0" normalizeH="0" baseline="30000" noProof="0" dirty="0">
              <a:ln>
                <a:noFill/>
              </a:ln>
              <a:solidFill>
                <a:srgbClr val="ADA400"/>
              </a:solidFill>
              <a:effectLst/>
              <a:uLnTx/>
              <a:uFillTx/>
              <a:latin typeface="Arial" panose="020B0604020202020204" pitchFamily="34" charset="0"/>
              <a:ea typeface="+mn-ea"/>
              <a:cs typeface="Arial" panose="020B0604020202020204" pitchFamily="34" charset="0"/>
            </a:endParaRPr>
          </a:p>
        </p:txBody>
      </p:sp>
      <p:sp>
        <p:nvSpPr>
          <p:cNvPr id="118" name="Text Box 59">
            <a:extLst>
              <a:ext uri="{FF2B5EF4-FFF2-40B4-BE49-F238E27FC236}">
                <a16:creationId xmlns:a16="http://schemas.microsoft.com/office/drawing/2014/main" id="{591EAB27-E64D-AE4D-BEC1-B27B97FD41A0}"/>
              </a:ext>
            </a:extLst>
          </p:cNvPr>
          <p:cNvSpPr txBox="1">
            <a:spLocks noChangeArrowheads="1"/>
          </p:cNvSpPr>
          <p:nvPr/>
        </p:nvSpPr>
        <p:spPr bwMode="auto">
          <a:xfrm>
            <a:off x="9402547" y="4042793"/>
            <a:ext cx="3050647"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rgbClr val="FF9900"/>
              </a:buClr>
              <a:buChar char="•"/>
              <a:defRPr sz="3200" b="1">
                <a:solidFill>
                  <a:srgbClr val="01035B"/>
                </a:solidFill>
                <a:latin typeface="Arial" panose="020B0604020202020204" pitchFamily="34" charset="0"/>
              </a:defRPr>
            </a:lvl1pPr>
            <a:lvl2pPr marL="742950" indent="-285750">
              <a:spcBef>
                <a:spcPct val="20000"/>
              </a:spcBef>
              <a:buClr>
                <a:srgbClr val="FF9900"/>
              </a:buClr>
              <a:buChar char="–"/>
              <a:defRPr sz="2800" b="1">
                <a:solidFill>
                  <a:srgbClr val="01035B"/>
                </a:solidFill>
                <a:latin typeface="Arial" panose="020B0604020202020204" pitchFamily="34" charset="0"/>
              </a:defRPr>
            </a:lvl2pPr>
            <a:lvl3pPr marL="1143000" indent="-228600">
              <a:spcBef>
                <a:spcPct val="20000"/>
              </a:spcBef>
              <a:buClr>
                <a:srgbClr val="FF9900"/>
              </a:buClr>
              <a:buChar char="•"/>
              <a:defRPr sz="2400" b="1">
                <a:solidFill>
                  <a:srgbClr val="01035B"/>
                </a:solidFill>
                <a:latin typeface="Arial" panose="020B0604020202020204" pitchFamily="34" charset="0"/>
              </a:defRPr>
            </a:lvl3pPr>
            <a:lvl4pPr marL="1600200" indent="-228600">
              <a:spcBef>
                <a:spcPct val="20000"/>
              </a:spcBef>
              <a:buClr>
                <a:srgbClr val="FF9900"/>
              </a:buClr>
              <a:buChar char="–"/>
              <a:defRPr sz="2000" b="1">
                <a:solidFill>
                  <a:srgbClr val="01035B"/>
                </a:solidFill>
                <a:latin typeface="Arial" panose="020B0604020202020204" pitchFamily="34" charset="0"/>
              </a:defRPr>
            </a:lvl4pPr>
            <a:lvl5pPr marL="2057400" indent="-228600">
              <a:spcBef>
                <a:spcPct val="20000"/>
              </a:spcBef>
              <a:buClr>
                <a:srgbClr val="FF9900"/>
              </a:buClr>
              <a:buChar char="»"/>
              <a:defRPr sz="2000" b="1">
                <a:solidFill>
                  <a:srgbClr val="01035B"/>
                </a:solidFill>
                <a:latin typeface="Arial" panose="020B0604020202020204" pitchFamily="34" charset="0"/>
              </a:defRPr>
            </a:lvl5pPr>
            <a:lvl6pPr marL="25146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6pPr>
            <a:lvl7pPr marL="29718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7pPr>
            <a:lvl8pPr marL="34290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8pPr>
            <a:lvl9pPr marL="38862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9pPr>
          </a:lstStyle>
          <a:p>
            <a:pPr marL="0" marR="0" lvl="0" indent="0" algn="l" defTabSz="812810" rtl="0" eaLnBrk="1" fontAlgn="auto" latinLnBrk="0" hangingPunct="1">
              <a:lnSpc>
                <a:spcPct val="100000"/>
              </a:lnSpc>
              <a:spcBef>
                <a:spcPct val="0"/>
              </a:spcBef>
              <a:spcAft>
                <a:spcPts val="0"/>
              </a:spcAft>
              <a:buClrTx/>
              <a:buSzTx/>
              <a:buFontTx/>
              <a:buNone/>
              <a:tabLst/>
              <a:defRPr/>
            </a:pPr>
            <a:r>
              <a:rPr kumimoji="0" lang="en-US" altLang="en-US" sz="1600" b="0" i="0" u="none" strike="noStrike" kern="1200" cap="none" spc="0" normalizeH="0" baseline="0" noProof="0" dirty="0">
                <a:ln>
                  <a:noFill/>
                </a:ln>
                <a:solidFill>
                  <a:srgbClr val="ADA400"/>
                </a:solidFill>
                <a:effectLst/>
                <a:uLnTx/>
                <a:uFillTx/>
                <a:latin typeface="Arial" panose="020B0604020202020204" pitchFamily="34" charset="0"/>
                <a:ea typeface="+mn-ea"/>
                <a:cs typeface="Arial" panose="020B0604020202020204" pitchFamily="34" charset="0"/>
              </a:rPr>
              <a:t>Hydrogen fluoride 539 mg</a:t>
            </a:r>
          </a:p>
        </p:txBody>
      </p:sp>
      <p:sp>
        <p:nvSpPr>
          <p:cNvPr id="119" name="Text Box 59">
            <a:extLst>
              <a:ext uri="{FF2B5EF4-FFF2-40B4-BE49-F238E27FC236}">
                <a16:creationId xmlns:a16="http://schemas.microsoft.com/office/drawing/2014/main" id="{D5C3335C-F0E7-4549-85F2-FF13FBFE0A5A}"/>
              </a:ext>
            </a:extLst>
          </p:cNvPr>
          <p:cNvSpPr txBox="1">
            <a:spLocks noChangeArrowheads="1"/>
          </p:cNvSpPr>
          <p:nvPr/>
        </p:nvSpPr>
        <p:spPr bwMode="auto">
          <a:xfrm>
            <a:off x="9402547" y="2994717"/>
            <a:ext cx="3050647"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rgbClr val="FF9900"/>
              </a:buClr>
              <a:buChar char="•"/>
              <a:defRPr sz="3200" b="1">
                <a:solidFill>
                  <a:srgbClr val="01035B"/>
                </a:solidFill>
                <a:latin typeface="Arial" panose="020B0604020202020204" pitchFamily="34" charset="0"/>
              </a:defRPr>
            </a:lvl1pPr>
            <a:lvl2pPr marL="742950" indent="-285750">
              <a:spcBef>
                <a:spcPct val="20000"/>
              </a:spcBef>
              <a:buClr>
                <a:srgbClr val="FF9900"/>
              </a:buClr>
              <a:buChar char="–"/>
              <a:defRPr sz="2800" b="1">
                <a:solidFill>
                  <a:srgbClr val="01035B"/>
                </a:solidFill>
                <a:latin typeface="Arial" panose="020B0604020202020204" pitchFamily="34" charset="0"/>
              </a:defRPr>
            </a:lvl2pPr>
            <a:lvl3pPr marL="1143000" indent="-228600">
              <a:spcBef>
                <a:spcPct val="20000"/>
              </a:spcBef>
              <a:buClr>
                <a:srgbClr val="FF9900"/>
              </a:buClr>
              <a:buChar char="•"/>
              <a:defRPr sz="2400" b="1">
                <a:solidFill>
                  <a:srgbClr val="01035B"/>
                </a:solidFill>
                <a:latin typeface="Arial" panose="020B0604020202020204" pitchFamily="34" charset="0"/>
              </a:defRPr>
            </a:lvl3pPr>
            <a:lvl4pPr marL="1600200" indent="-228600">
              <a:spcBef>
                <a:spcPct val="20000"/>
              </a:spcBef>
              <a:buClr>
                <a:srgbClr val="FF9900"/>
              </a:buClr>
              <a:buChar char="–"/>
              <a:defRPr sz="2000" b="1">
                <a:solidFill>
                  <a:srgbClr val="01035B"/>
                </a:solidFill>
                <a:latin typeface="Arial" panose="020B0604020202020204" pitchFamily="34" charset="0"/>
              </a:defRPr>
            </a:lvl4pPr>
            <a:lvl5pPr marL="2057400" indent="-228600">
              <a:spcBef>
                <a:spcPct val="20000"/>
              </a:spcBef>
              <a:buClr>
                <a:srgbClr val="FF9900"/>
              </a:buClr>
              <a:buChar char="»"/>
              <a:defRPr sz="2000" b="1">
                <a:solidFill>
                  <a:srgbClr val="01035B"/>
                </a:solidFill>
                <a:latin typeface="Arial" panose="020B0604020202020204" pitchFamily="34" charset="0"/>
              </a:defRPr>
            </a:lvl5pPr>
            <a:lvl6pPr marL="25146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6pPr>
            <a:lvl7pPr marL="29718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7pPr>
            <a:lvl8pPr marL="34290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8pPr>
            <a:lvl9pPr marL="38862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9pPr>
          </a:lstStyle>
          <a:p>
            <a:pPr marL="0" marR="0" lvl="0" indent="0" algn="l" defTabSz="812810" rtl="0" eaLnBrk="1" fontAlgn="auto" latinLnBrk="0" hangingPunct="1">
              <a:lnSpc>
                <a:spcPct val="100000"/>
              </a:lnSpc>
              <a:spcBef>
                <a:spcPct val="0"/>
              </a:spcBef>
              <a:spcAft>
                <a:spcPts val="0"/>
              </a:spcAft>
              <a:buClrTx/>
              <a:buSzTx/>
              <a:buFontTx/>
              <a:buNone/>
              <a:tabLst/>
              <a:defRPr/>
            </a:pPr>
            <a:r>
              <a:rPr kumimoji="0" lang="en-US" altLang="en-US" sz="1600" b="0" i="0" u="none" strike="noStrike" kern="1200" cap="none" spc="0" normalizeH="0" baseline="0" noProof="0">
                <a:ln>
                  <a:noFill/>
                </a:ln>
                <a:solidFill>
                  <a:srgbClr val="ADA400"/>
                </a:solidFill>
                <a:effectLst/>
                <a:uLnTx/>
                <a:uFillTx/>
                <a:latin typeface="Arial" panose="020B0604020202020204" pitchFamily="34" charset="0"/>
                <a:ea typeface="+mn-ea"/>
                <a:cs typeface="Arial" panose="020B0604020202020204" pitchFamily="34" charset="0"/>
              </a:rPr>
              <a:t>Benzo(a)pyrene 1.30 mg</a:t>
            </a:r>
          </a:p>
        </p:txBody>
      </p:sp>
      <p:sp>
        <p:nvSpPr>
          <p:cNvPr id="120" name="Text Box 59">
            <a:extLst>
              <a:ext uri="{FF2B5EF4-FFF2-40B4-BE49-F238E27FC236}">
                <a16:creationId xmlns:a16="http://schemas.microsoft.com/office/drawing/2014/main" id="{11791D43-4EEB-9F48-B60D-7A17F62A9D3B}"/>
              </a:ext>
            </a:extLst>
          </p:cNvPr>
          <p:cNvSpPr txBox="1">
            <a:spLocks noChangeArrowheads="1"/>
          </p:cNvSpPr>
          <p:nvPr/>
        </p:nvSpPr>
        <p:spPr bwMode="auto">
          <a:xfrm>
            <a:off x="9402547" y="3335261"/>
            <a:ext cx="3489527"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rgbClr val="FF9900"/>
              </a:buClr>
              <a:buChar char="•"/>
              <a:defRPr sz="3200" b="1">
                <a:solidFill>
                  <a:srgbClr val="01035B"/>
                </a:solidFill>
                <a:latin typeface="Arial" panose="020B0604020202020204" pitchFamily="34" charset="0"/>
              </a:defRPr>
            </a:lvl1pPr>
            <a:lvl2pPr marL="742950" indent="-285750">
              <a:spcBef>
                <a:spcPct val="20000"/>
              </a:spcBef>
              <a:buClr>
                <a:srgbClr val="FF9900"/>
              </a:buClr>
              <a:buChar char="–"/>
              <a:defRPr sz="2800" b="1">
                <a:solidFill>
                  <a:srgbClr val="01035B"/>
                </a:solidFill>
                <a:latin typeface="Arial" panose="020B0604020202020204" pitchFamily="34" charset="0"/>
              </a:defRPr>
            </a:lvl2pPr>
            <a:lvl3pPr marL="1143000" indent="-228600">
              <a:spcBef>
                <a:spcPct val="20000"/>
              </a:spcBef>
              <a:buClr>
                <a:srgbClr val="FF9900"/>
              </a:buClr>
              <a:buChar char="•"/>
              <a:defRPr sz="2400" b="1">
                <a:solidFill>
                  <a:srgbClr val="01035B"/>
                </a:solidFill>
                <a:latin typeface="Arial" panose="020B0604020202020204" pitchFamily="34" charset="0"/>
              </a:defRPr>
            </a:lvl3pPr>
            <a:lvl4pPr marL="1600200" indent="-228600">
              <a:spcBef>
                <a:spcPct val="20000"/>
              </a:spcBef>
              <a:buClr>
                <a:srgbClr val="FF9900"/>
              </a:buClr>
              <a:buChar char="–"/>
              <a:defRPr sz="2000" b="1">
                <a:solidFill>
                  <a:srgbClr val="01035B"/>
                </a:solidFill>
                <a:latin typeface="Arial" panose="020B0604020202020204" pitchFamily="34" charset="0"/>
              </a:defRPr>
            </a:lvl4pPr>
            <a:lvl5pPr marL="2057400" indent="-228600">
              <a:spcBef>
                <a:spcPct val="20000"/>
              </a:spcBef>
              <a:buClr>
                <a:srgbClr val="FF9900"/>
              </a:buClr>
              <a:buChar char="»"/>
              <a:defRPr sz="2000" b="1">
                <a:solidFill>
                  <a:srgbClr val="01035B"/>
                </a:solidFill>
                <a:latin typeface="Arial" panose="020B0604020202020204" pitchFamily="34" charset="0"/>
              </a:defRPr>
            </a:lvl5pPr>
            <a:lvl6pPr marL="25146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6pPr>
            <a:lvl7pPr marL="29718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7pPr>
            <a:lvl8pPr marL="34290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8pPr>
            <a:lvl9pPr marL="38862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9pPr>
          </a:lstStyle>
          <a:p>
            <a:pPr marL="0" marR="0" lvl="0" indent="0" algn="l" defTabSz="812810" rtl="0" eaLnBrk="1" fontAlgn="auto" latinLnBrk="0" hangingPunct="1">
              <a:lnSpc>
                <a:spcPct val="100000"/>
              </a:lnSpc>
              <a:spcBef>
                <a:spcPct val="0"/>
              </a:spcBef>
              <a:spcAft>
                <a:spcPts val="0"/>
              </a:spcAft>
              <a:buClrTx/>
              <a:buSzTx/>
              <a:buFontTx/>
              <a:buNone/>
              <a:tabLst/>
              <a:defRPr/>
            </a:pPr>
            <a:r>
              <a:rPr kumimoji="0" lang="en-US" altLang="en-US" sz="1600" b="0" i="0" u="none" strike="noStrike" kern="1200" cap="none" spc="0" normalizeH="0" baseline="0" noProof="0" dirty="0">
                <a:ln>
                  <a:noFill/>
                </a:ln>
                <a:solidFill>
                  <a:srgbClr val="ADA400"/>
                </a:solidFill>
                <a:effectLst/>
                <a:uLnTx/>
                <a:uFillTx/>
                <a:latin typeface="Arial" panose="020B0604020202020204" pitchFamily="34" charset="0"/>
                <a:ea typeface="+mn-ea"/>
                <a:cs typeface="Arial" panose="020B0604020202020204" pitchFamily="34" charset="0"/>
              </a:rPr>
              <a:t>Carbon dioxide, fossil 1.50 kg</a:t>
            </a:r>
          </a:p>
        </p:txBody>
      </p:sp>
      <p:sp>
        <p:nvSpPr>
          <p:cNvPr id="121" name="Text Box 59">
            <a:extLst>
              <a:ext uri="{FF2B5EF4-FFF2-40B4-BE49-F238E27FC236}">
                <a16:creationId xmlns:a16="http://schemas.microsoft.com/office/drawing/2014/main" id="{FEF67B7A-704C-6546-80F9-98A73414C109}"/>
              </a:ext>
            </a:extLst>
          </p:cNvPr>
          <p:cNvSpPr txBox="1">
            <a:spLocks noChangeArrowheads="1"/>
          </p:cNvSpPr>
          <p:nvPr/>
        </p:nvSpPr>
        <p:spPr bwMode="auto">
          <a:xfrm>
            <a:off x="9402547" y="3697963"/>
            <a:ext cx="4025220"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rgbClr val="FF9900"/>
              </a:buClr>
              <a:buChar char="•"/>
              <a:defRPr sz="3200" b="1">
                <a:solidFill>
                  <a:srgbClr val="01035B"/>
                </a:solidFill>
                <a:latin typeface="Arial" panose="020B0604020202020204" pitchFamily="34" charset="0"/>
              </a:defRPr>
            </a:lvl1pPr>
            <a:lvl2pPr marL="742950" indent="-285750">
              <a:spcBef>
                <a:spcPct val="20000"/>
              </a:spcBef>
              <a:buClr>
                <a:srgbClr val="FF9900"/>
              </a:buClr>
              <a:buChar char="–"/>
              <a:defRPr sz="2800" b="1">
                <a:solidFill>
                  <a:srgbClr val="01035B"/>
                </a:solidFill>
                <a:latin typeface="Arial" panose="020B0604020202020204" pitchFamily="34" charset="0"/>
              </a:defRPr>
            </a:lvl2pPr>
            <a:lvl3pPr marL="1143000" indent="-228600">
              <a:spcBef>
                <a:spcPct val="20000"/>
              </a:spcBef>
              <a:buClr>
                <a:srgbClr val="FF9900"/>
              </a:buClr>
              <a:buChar char="•"/>
              <a:defRPr sz="2400" b="1">
                <a:solidFill>
                  <a:srgbClr val="01035B"/>
                </a:solidFill>
                <a:latin typeface="Arial" panose="020B0604020202020204" pitchFamily="34" charset="0"/>
              </a:defRPr>
            </a:lvl3pPr>
            <a:lvl4pPr marL="1600200" indent="-228600">
              <a:spcBef>
                <a:spcPct val="20000"/>
              </a:spcBef>
              <a:buClr>
                <a:srgbClr val="FF9900"/>
              </a:buClr>
              <a:buChar char="–"/>
              <a:defRPr sz="2000" b="1">
                <a:solidFill>
                  <a:srgbClr val="01035B"/>
                </a:solidFill>
                <a:latin typeface="Arial" panose="020B0604020202020204" pitchFamily="34" charset="0"/>
              </a:defRPr>
            </a:lvl4pPr>
            <a:lvl5pPr marL="2057400" indent="-228600">
              <a:spcBef>
                <a:spcPct val="20000"/>
              </a:spcBef>
              <a:buClr>
                <a:srgbClr val="FF9900"/>
              </a:buClr>
              <a:buChar char="»"/>
              <a:defRPr sz="2000" b="1">
                <a:solidFill>
                  <a:srgbClr val="01035B"/>
                </a:solidFill>
                <a:latin typeface="Arial" panose="020B0604020202020204" pitchFamily="34" charset="0"/>
              </a:defRPr>
            </a:lvl5pPr>
            <a:lvl6pPr marL="25146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6pPr>
            <a:lvl7pPr marL="29718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7pPr>
            <a:lvl8pPr marL="34290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8pPr>
            <a:lvl9pPr marL="38862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9pPr>
          </a:lstStyle>
          <a:p>
            <a:pPr marL="0" marR="0" lvl="0" indent="0" algn="l" defTabSz="812810" rtl="0" eaLnBrk="1" fontAlgn="auto" latinLnBrk="0" hangingPunct="1">
              <a:lnSpc>
                <a:spcPct val="100000"/>
              </a:lnSpc>
              <a:spcBef>
                <a:spcPct val="0"/>
              </a:spcBef>
              <a:spcAft>
                <a:spcPts val="0"/>
              </a:spcAft>
              <a:buClrTx/>
              <a:buSzTx/>
              <a:buFontTx/>
              <a:buNone/>
              <a:tabLst/>
              <a:defRPr/>
            </a:pPr>
            <a:r>
              <a:rPr kumimoji="0" lang="en-US" altLang="en-US" sz="1600" b="0" i="0" u="none" strike="noStrike" kern="1200" cap="none" spc="0" normalizeH="0" baseline="0" noProof="0" dirty="0">
                <a:ln>
                  <a:noFill/>
                </a:ln>
                <a:solidFill>
                  <a:srgbClr val="ADA400"/>
                </a:solidFill>
                <a:effectLst/>
                <a:uLnTx/>
                <a:uFillTx/>
                <a:latin typeface="Arial" panose="020B0604020202020204" pitchFamily="34" charset="0"/>
                <a:ea typeface="+mn-ea"/>
                <a:cs typeface="Arial" panose="020B0604020202020204" pitchFamily="34" charset="0"/>
              </a:rPr>
              <a:t>Carbon monoxide, biogenic 91.7 g</a:t>
            </a:r>
          </a:p>
        </p:txBody>
      </p:sp>
      <p:sp>
        <p:nvSpPr>
          <p:cNvPr id="122" name="Line 56">
            <a:extLst>
              <a:ext uri="{FF2B5EF4-FFF2-40B4-BE49-F238E27FC236}">
                <a16:creationId xmlns:a16="http://schemas.microsoft.com/office/drawing/2014/main" id="{1AC4B2D8-7570-CF4D-A07E-2503BAAB0DDC}"/>
              </a:ext>
            </a:extLst>
          </p:cNvPr>
          <p:cNvSpPr>
            <a:spLocks noChangeShapeType="1"/>
          </p:cNvSpPr>
          <p:nvPr/>
        </p:nvSpPr>
        <p:spPr bwMode="auto">
          <a:xfrm>
            <a:off x="8978282" y="4898756"/>
            <a:ext cx="381000" cy="0"/>
          </a:xfrm>
          <a:prstGeom prst="line">
            <a:avLst/>
          </a:prstGeom>
          <a:noFill/>
          <a:ln w="25400">
            <a:solidFill>
              <a:schemeClr val="accent3"/>
            </a:solidFill>
            <a:round/>
            <a:headEnd/>
            <a:tailEnd type="arrow" w="sm" len="med"/>
          </a:ln>
          <a:extLst>
            <a:ext uri="{909E8E84-426E-40DD-AFC4-6F175D3DCCD1}">
              <a14:hiddenFill xmlns:a14="http://schemas.microsoft.com/office/drawing/2010/main">
                <a:noFill/>
              </a14:hiddenFill>
            </a:ext>
          </a:extLst>
        </p:spPr>
        <p:txBody>
          <a:bodyPr/>
          <a:lstStyle/>
          <a:p>
            <a:pPr marL="0" marR="0" lvl="0" indent="0" algn="l" defTabSz="812810" rtl="0" eaLnBrk="1" fontAlgn="auto" latinLnBrk="0" hangingPunct="1">
              <a:lnSpc>
                <a:spcPct val="100000"/>
              </a:lnSpc>
              <a:spcBef>
                <a:spcPts val="0"/>
              </a:spcBef>
              <a:spcAft>
                <a:spcPts val="0"/>
              </a:spcAft>
              <a:buClrTx/>
              <a:buSzTx/>
              <a:buFontTx/>
              <a:buNone/>
              <a:tabLst/>
              <a:defRPr/>
            </a:pPr>
            <a:endParaRPr kumimoji="0" lang="en-US" sz="3200" b="0"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123" name="Text Box 60">
            <a:extLst>
              <a:ext uri="{FF2B5EF4-FFF2-40B4-BE49-F238E27FC236}">
                <a16:creationId xmlns:a16="http://schemas.microsoft.com/office/drawing/2014/main" id="{0BC29EE5-0EC5-6647-99C3-2D11DB2C2C5E}"/>
              </a:ext>
            </a:extLst>
          </p:cNvPr>
          <p:cNvSpPr txBox="1">
            <a:spLocks noChangeArrowheads="1"/>
          </p:cNvSpPr>
          <p:nvPr/>
        </p:nvSpPr>
        <p:spPr bwMode="auto">
          <a:xfrm>
            <a:off x="9402547" y="4714569"/>
            <a:ext cx="1744764"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rgbClr val="FF9900"/>
              </a:buClr>
              <a:buChar char="•"/>
              <a:defRPr sz="3200" b="1">
                <a:solidFill>
                  <a:srgbClr val="01035B"/>
                </a:solidFill>
                <a:latin typeface="Arial" panose="020B0604020202020204" pitchFamily="34" charset="0"/>
              </a:defRPr>
            </a:lvl1pPr>
            <a:lvl2pPr marL="742950" indent="-285750">
              <a:spcBef>
                <a:spcPct val="20000"/>
              </a:spcBef>
              <a:buClr>
                <a:srgbClr val="FF9900"/>
              </a:buClr>
              <a:buChar char="–"/>
              <a:defRPr sz="2800" b="1">
                <a:solidFill>
                  <a:srgbClr val="01035B"/>
                </a:solidFill>
                <a:latin typeface="Arial" panose="020B0604020202020204" pitchFamily="34" charset="0"/>
              </a:defRPr>
            </a:lvl2pPr>
            <a:lvl3pPr marL="1143000" indent="-228600">
              <a:spcBef>
                <a:spcPct val="20000"/>
              </a:spcBef>
              <a:buClr>
                <a:srgbClr val="FF9900"/>
              </a:buClr>
              <a:buChar char="•"/>
              <a:defRPr sz="2400" b="1">
                <a:solidFill>
                  <a:srgbClr val="01035B"/>
                </a:solidFill>
                <a:latin typeface="Arial" panose="020B0604020202020204" pitchFamily="34" charset="0"/>
              </a:defRPr>
            </a:lvl3pPr>
            <a:lvl4pPr marL="1600200" indent="-228600">
              <a:spcBef>
                <a:spcPct val="20000"/>
              </a:spcBef>
              <a:buClr>
                <a:srgbClr val="FF9900"/>
              </a:buClr>
              <a:buChar char="–"/>
              <a:defRPr sz="2000" b="1">
                <a:solidFill>
                  <a:srgbClr val="01035B"/>
                </a:solidFill>
                <a:latin typeface="Arial" panose="020B0604020202020204" pitchFamily="34" charset="0"/>
              </a:defRPr>
            </a:lvl4pPr>
            <a:lvl5pPr marL="2057400" indent="-228600">
              <a:spcBef>
                <a:spcPct val="20000"/>
              </a:spcBef>
              <a:buClr>
                <a:srgbClr val="FF9900"/>
              </a:buClr>
              <a:buChar char="»"/>
              <a:defRPr sz="2000" b="1">
                <a:solidFill>
                  <a:srgbClr val="01035B"/>
                </a:solidFill>
                <a:latin typeface="Arial" panose="020B0604020202020204" pitchFamily="34" charset="0"/>
              </a:defRPr>
            </a:lvl5pPr>
            <a:lvl6pPr marL="25146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6pPr>
            <a:lvl7pPr marL="29718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7pPr>
            <a:lvl8pPr marL="34290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8pPr>
            <a:lvl9pPr marL="38862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9pPr>
          </a:lstStyle>
          <a:p>
            <a:pPr marL="0" marR="0" lvl="0" indent="0" algn="l" defTabSz="812810" rtl="0" eaLnBrk="1" fontAlgn="auto" latinLnBrk="0" hangingPunct="1">
              <a:lnSpc>
                <a:spcPct val="100000"/>
              </a:lnSpc>
              <a:spcBef>
                <a:spcPct val="0"/>
              </a:spcBef>
              <a:spcAft>
                <a:spcPts val="0"/>
              </a:spcAft>
              <a:buClrTx/>
              <a:buSzTx/>
              <a:buFontTx/>
              <a:buNone/>
              <a:tabLst/>
              <a:defRPr/>
            </a:pPr>
            <a:r>
              <a:rPr kumimoji="0" lang="en-US" altLang="en-US" sz="1600" b="0" i="0" u="none" strike="noStrike" kern="1200" cap="none" spc="0" normalizeH="0" baseline="0" noProof="0" dirty="0">
                <a:ln>
                  <a:noFill/>
                </a:ln>
                <a:solidFill>
                  <a:srgbClr val="ADA400"/>
                </a:solidFill>
                <a:effectLst/>
                <a:uLnTx/>
                <a:uFillTx/>
                <a:latin typeface="Arial" panose="020B0604020202020204" pitchFamily="34" charset="0"/>
                <a:ea typeface="+mn-ea"/>
                <a:cs typeface="Arial" panose="020B0604020202020204" pitchFamily="34" charset="0"/>
              </a:rPr>
              <a:t>PAH 45.7 mg</a:t>
            </a:r>
            <a:endParaRPr kumimoji="0" lang="en-US" altLang="en-US" sz="1600" b="0" i="0" u="none" strike="noStrike" kern="1200" cap="none" spc="0" normalizeH="0" baseline="30000" noProof="0" dirty="0">
              <a:ln>
                <a:noFill/>
              </a:ln>
              <a:solidFill>
                <a:srgbClr val="ADA400"/>
              </a:solidFill>
              <a:effectLst/>
              <a:uLnTx/>
              <a:uFillTx/>
              <a:latin typeface="Arial" panose="020B0604020202020204" pitchFamily="34" charset="0"/>
              <a:ea typeface="+mn-ea"/>
              <a:cs typeface="Arial" panose="020B0604020202020204" pitchFamily="34" charset="0"/>
            </a:endParaRPr>
          </a:p>
        </p:txBody>
      </p:sp>
      <p:sp>
        <p:nvSpPr>
          <p:cNvPr id="124" name="Line 56">
            <a:extLst>
              <a:ext uri="{FF2B5EF4-FFF2-40B4-BE49-F238E27FC236}">
                <a16:creationId xmlns:a16="http://schemas.microsoft.com/office/drawing/2014/main" id="{65495F22-4D75-3A4C-9CCA-3295FC02A669}"/>
              </a:ext>
            </a:extLst>
          </p:cNvPr>
          <p:cNvSpPr>
            <a:spLocks noChangeShapeType="1"/>
          </p:cNvSpPr>
          <p:nvPr/>
        </p:nvSpPr>
        <p:spPr bwMode="auto">
          <a:xfrm>
            <a:off x="8992570" y="5242099"/>
            <a:ext cx="381000" cy="0"/>
          </a:xfrm>
          <a:prstGeom prst="line">
            <a:avLst/>
          </a:prstGeom>
          <a:noFill/>
          <a:ln w="25400">
            <a:solidFill>
              <a:schemeClr val="accent3"/>
            </a:solidFill>
            <a:round/>
            <a:headEnd/>
            <a:tailEnd type="arrow" w="sm" len="med"/>
          </a:ln>
          <a:extLst>
            <a:ext uri="{909E8E84-426E-40DD-AFC4-6F175D3DCCD1}">
              <a14:hiddenFill xmlns:a14="http://schemas.microsoft.com/office/drawing/2010/main">
                <a:noFill/>
              </a14:hiddenFill>
            </a:ext>
          </a:extLst>
        </p:spPr>
        <p:txBody>
          <a:bodyPr/>
          <a:lstStyle/>
          <a:p>
            <a:pPr marL="0" marR="0" lvl="0" indent="0" algn="l" defTabSz="812810" rtl="0" eaLnBrk="1" fontAlgn="auto" latinLnBrk="0" hangingPunct="1">
              <a:lnSpc>
                <a:spcPct val="100000"/>
              </a:lnSpc>
              <a:spcBef>
                <a:spcPts val="0"/>
              </a:spcBef>
              <a:spcAft>
                <a:spcPts val="0"/>
              </a:spcAft>
              <a:buClrTx/>
              <a:buSzTx/>
              <a:buFontTx/>
              <a:buNone/>
              <a:tabLst/>
              <a:defRPr/>
            </a:pPr>
            <a:endParaRPr kumimoji="0" lang="en-US" sz="3200" b="0"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125" name="Text Box 60">
            <a:extLst>
              <a:ext uri="{FF2B5EF4-FFF2-40B4-BE49-F238E27FC236}">
                <a16:creationId xmlns:a16="http://schemas.microsoft.com/office/drawing/2014/main" id="{054849A4-B165-8644-8F7C-A8FDF474B31F}"/>
              </a:ext>
            </a:extLst>
          </p:cNvPr>
          <p:cNvSpPr txBox="1">
            <a:spLocks noChangeArrowheads="1"/>
          </p:cNvSpPr>
          <p:nvPr/>
        </p:nvSpPr>
        <p:spPr bwMode="auto">
          <a:xfrm>
            <a:off x="9402547" y="5063902"/>
            <a:ext cx="3212001"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rgbClr val="FF9900"/>
              </a:buClr>
              <a:buChar char="•"/>
              <a:defRPr sz="3200" b="1">
                <a:solidFill>
                  <a:srgbClr val="01035B"/>
                </a:solidFill>
                <a:latin typeface="Arial" panose="020B0604020202020204" pitchFamily="34" charset="0"/>
              </a:defRPr>
            </a:lvl1pPr>
            <a:lvl2pPr marL="742950" indent="-285750">
              <a:spcBef>
                <a:spcPct val="20000"/>
              </a:spcBef>
              <a:buClr>
                <a:srgbClr val="FF9900"/>
              </a:buClr>
              <a:buChar char="–"/>
              <a:defRPr sz="2800" b="1">
                <a:solidFill>
                  <a:srgbClr val="01035B"/>
                </a:solidFill>
                <a:latin typeface="Arial" panose="020B0604020202020204" pitchFamily="34" charset="0"/>
              </a:defRPr>
            </a:lvl2pPr>
            <a:lvl3pPr marL="1143000" indent="-228600">
              <a:spcBef>
                <a:spcPct val="20000"/>
              </a:spcBef>
              <a:buClr>
                <a:srgbClr val="FF9900"/>
              </a:buClr>
              <a:buChar char="•"/>
              <a:defRPr sz="2400" b="1">
                <a:solidFill>
                  <a:srgbClr val="01035B"/>
                </a:solidFill>
                <a:latin typeface="Arial" panose="020B0604020202020204" pitchFamily="34" charset="0"/>
              </a:defRPr>
            </a:lvl3pPr>
            <a:lvl4pPr marL="1600200" indent="-228600">
              <a:spcBef>
                <a:spcPct val="20000"/>
              </a:spcBef>
              <a:buClr>
                <a:srgbClr val="FF9900"/>
              </a:buClr>
              <a:buChar char="–"/>
              <a:defRPr sz="2000" b="1">
                <a:solidFill>
                  <a:srgbClr val="01035B"/>
                </a:solidFill>
                <a:latin typeface="Arial" panose="020B0604020202020204" pitchFamily="34" charset="0"/>
              </a:defRPr>
            </a:lvl4pPr>
            <a:lvl5pPr marL="2057400" indent="-228600">
              <a:spcBef>
                <a:spcPct val="20000"/>
              </a:spcBef>
              <a:buClr>
                <a:srgbClr val="FF9900"/>
              </a:buClr>
              <a:buChar char="»"/>
              <a:defRPr sz="2000" b="1">
                <a:solidFill>
                  <a:srgbClr val="01035B"/>
                </a:solidFill>
                <a:latin typeface="Arial" panose="020B0604020202020204" pitchFamily="34" charset="0"/>
              </a:defRPr>
            </a:lvl5pPr>
            <a:lvl6pPr marL="25146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6pPr>
            <a:lvl7pPr marL="29718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7pPr>
            <a:lvl8pPr marL="34290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8pPr>
            <a:lvl9pPr marL="38862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9pPr>
          </a:lstStyle>
          <a:p>
            <a:pPr marL="0" marR="0" lvl="0" indent="0" algn="l" defTabSz="812810" rtl="0" eaLnBrk="1" fontAlgn="auto" latinLnBrk="0" hangingPunct="1">
              <a:lnSpc>
                <a:spcPct val="100000"/>
              </a:lnSpc>
              <a:spcBef>
                <a:spcPct val="0"/>
              </a:spcBef>
              <a:spcAft>
                <a:spcPts val="0"/>
              </a:spcAft>
              <a:buClrTx/>
              <a:buSzTx/>
              <a:buFontTx/>
              <a:buNone/>
              <a:tabLst/>
              <a:defRPr/>
            </a:pPr>
            <a:r>
              <a:rPr kumimoji="0" lang="en-US" altLang="en-US" sz="1600" b="0" i="0" u="none" strike="noStrike" kern="1200" cap="none" spc="0" normalizeH="0" baseline="0" noProof="0" dirty="0">
                <a:ln>
                  <a:noFill/>
                </a:ln>
                <a:solidFill>
                  <a:srgbClr val="ADA400"/>
                </a:solidFill>
                <a:effectLst/>
                <a:uLnTx/>
                <a:uFillTx/>
                <a:latin typeface="Arial" panose="020B0604020202020204" pitchFamily="34" charset="0"/>
                <a:ea typeface="+mn-ea"/>
                <a:cs typeface="Arial" panose="020B0604020202020204" pitchFamily="34" charset="0"/>
              </a:rPr>
              <a:t>Particulates, &lt; 2.5 µm 2.61 g</a:t>
            </a:r>
            <a:endParaRPr kumimoji="0" lang="en-US" altLang="en-US" sz="1600" b="0" i="0" u="none" strike="noStrike" kern="1200" cap="none" spc="0" normalizeH="0" baseline="30000" noProof="0" dirty="0">
              <a:ln>
                <a:noFill/>
              </a:ln>
              <a:solidFill>
                <a:srgbClr val="ADA400"/>
              </a:solidFill>
              <a:effectLst/>
              <a:uLnTx/>
              <a:uFillTx/>
              <a:latin typeface="Arial" panose="020B0604020202020204" pitchFamily="34" charset="0"/>
              <a:ea typeface="+mn-ea"/>
              <a:cs typeface="Arial" panose="020B0604020202020204" pitchFamily="34" charset="0"/>
            </a:endParaRPr>
          </a:p>
        </p:txBody>
      </p:sp>
      <p:sp>
        <p:nvSpPr>
          <p:cNvPr id="126" name="Line 56">
            <a:extLst>
              <a:ext uri="{FF2B5EF4-FFF2-40B4-BE49-F238E27FC236}">
                <a16:creationId xmlns:a16="http://schemas.microsoft.com/office/drawing/2014/main" id="{89DA9332-1AE2-924A-80B1-DED0EE82043E}"/>
              </a:ext>
            </a:extLst>
          </p:cNvPr>
          <p:cNvSpPr>
            <a:spLocks noChangeShapeType="1"/>
          </p:cNvSpPr>
          <p:nvPr/>
        </p:nvSpPr>
        <p:spPr bwMode="auto">
          <a:xfrm>
            <a:off x="8992570" y="5585442"/>
            <a:ext cx="381000" cy="0"/>
          </a:xfrm>
          <a:prstGeom prst="line">
            <a:avLst/>
          </a:prstGeom>
          <a:noFill/>
          <a:ln w="25400">
            <a:solidFill>
              <a:schemeClr val="accent3"/>
            </a:solidFill>
            <a:round/>
            <a:headEnd/>
            <a:tailEnd type="arrow" w="sm" len="med"/>
          </a:ln>
          <a:extLst>
            <a:ext uri="{909E8E84-426E-40DD-AFC4-6F175D3DCCD1}">
              <a14:hiddenFill xmlns:a14="http://schemas.microsoft.com/office/drawing/2010/main">
                <a:noFill/>
              </a14:hiddenFill>
            </a:ext>
          </a:extLst>
        </p:spPr>
        <p:txBody>
          <a:bodyPr/>
          <a:lstStyle/>
          <a:p>
            <a:pPr marL="0" marR="0" lvl="0" indent="0" algn="l" defTabSz="812810" rtl="0" eaLnBrk="1" fontAlgn="auto" latinLnBrk="0" hangingPunct="1">
              <a:lnSpc>
                <a:spcPct val="100000"/>
              </a:lnSpc>
              <a:spcBef>
                <a:spcPts val="0"/>
              </a:spcBef>
              <a:spcAft>
                <a:spcPts val="0"/>
              </a:spcAft>
              <a:buClrTx/>
              <a:buSzTx/>
              <a:buFontTx/>
              <a:buNone/>
              <a:tabLst/>
              <a:defRPr/>
            </a:pPr>
            <a:endParaRPr kumimoji="0" lang="en-US" sz="3200" b="0"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127" name="Text Box 60">
            <a:extLst>
              <a:ext uri="{FF2B5EF4-FFF2-40B4-BE49-F238E27FC236}">
                <a16:creationId xmlns:a16="http://schemas.microsoft.com/office/drawing/2014/main" id="{FF4E5457-F129-C240-9BC5-BABCAC38D767}"/>
              </a:ext>
            </a:extLst>
          </p:cNvPr>
          <p:cNvSpPr txBox="1">
            <a:spLocks noChangeArrowheads="1"/>
          </p:cNvSpPr>
          <p:nvPr/>
        </p:nvSpPr>
        <p:spPr bwMode="auto">
          <a:xfrm>
            <a:off x="9402547" y="5415615"/>
            <a:ext cx="2478382"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rgbClr val="FF9900"/>
              </a:buClr>
              <a:buChar char="•"/>
              <a:defRPr sz="3200" b="1">
                <a:solidFill>
                  <a:srgbClr val="01035B"/>
                </a:solidFill>
                <a:latin typeface="Arial" panose="020B0604020202020204" pitchFamily="34" charset="0"/>
              </a:defRPr>
            </a:lvl1pPr>
            <a:lvl2pPr marL="742950" indent="-285750">
              <a:spcBef>
                <a:spcPct val="20000"/>
              </a:spcBef>
              <a:buClr>
                <a:srgbClr val="FF9900"/>
              </a:buClr>
              <a:buChar char="–"/>
              <a:defRPr sz="2800" b="1">
                <a:solidFill>
                  <a:srgbClr val="01035B"/>
                </a:solidFill>
                <a:latin typeface="Arial" panose="020B0604020202020204" pitchFamily="34" charset="0"/>
              </a:defRPr>
            </a:lvl2pPr>
            <a:lvl3pPr marL="1143000" indent="-228600">
              <a:spcBef>
                <a:spcPct val="20000"/>
              </a:spcBef>
              <a:buClr>
                <a:srgbClr val="FF9900"/>
              </a:buClr>
              <a:buChar char="•"/>
              <a:defRPr sz="2400" b="1">
                <a:solidFill>
                  <a:srgbClr val="01035B"/>
                </a:solidFill>
                <a:latin typeface="Arial" panose="020B0604020202020204" pitchFamily="34" charset="0"/>
              </a:defRPr>
            </a:lvl3pPr>
            <a:lvl4pPr marL="1600200" indent="-228600">
              <a:spcBef>
                <a:spcPct val="20000"/>
              </a:spcBef>
              <a:buClr>
                <a:srgbClr val="FF9900"/>
              </a:buClr>
              <a:buChar char="–"/>
              <a:defRPr sz="2000" b="1">
                <a:solidFill>
                  <a:srgbClr val="01035B"/>
                </a:solidFill>
                <a:latin typeface="Arial" panose="020B0604020202020204" pitchFamily="34" charset="0"/>
              </a:defRPr>
            </a:lvl4pPr>
            <a:lvl5pPr marL="2057400" indent="-228600">
              <a:spcBef>
                <a:spcPct val="20000"/>
              </a:spcBef>
              <a:buClr>
                <a:srgbClr val="FF9900"/>
              </a:buClr>
              <a:buChar char="»"/>
              <a:defRPr sz="2000" b="1">
                <a:solidFill>
                  <a:srgbClr val="01035B"/>
                </a:solidFill>
                <a:latin typeface="Arial" panose="020B0604020202020204" pitchFamily="34" charset="0"/>
              </a:defRPr>
            </a:lvl5pPr>
            <a:lvl6pPr marL="25146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6pPr>
            <a:lvl7pPr marL="29718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7pPr>
            <a:lvl8pPr marL="34290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8pPr>
            <a:lvl9pPr marL="38862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9pPr>
          </a:lstStyle>
          <a:p>
            <a:pPr marL="0" marR="0" lvl="0" indent="0" algn="l" defTabSz="812810" rtl="0" eaLnBrk="1" fontAlgn="auto" latinLnBrk="0" hangingPunct="1">
              <a:lnSpc>
                <a:spcPct val="100000"/>
              </a:lnSpc>
              <a:spcBef>
                <a:spcPct val="0"/>
              </a:spcBef>
              <a:spcAft>
                <a:spcPts val="0"/>
              </a:spcAft>
              <a:buClrTx/>
              <a:buSzTx/>
              <a:buFontTx/>
              <a:buNone/>
              <a:tabLst/>
              <a:defRPr/>
            </a:pPr>
            <a:r>
              <a:rPr kumimoji="0" lang="en-US" altLang="en-US" sz="1600" b="0" i="0" u="none" strike="noStrike" kern="1200" cap="none" spc="0" normalizeH="0" baseline="0" noProof="0" dirty="0">
                <a:ln>
                  <a:noFill/>
                </a:ln>
                <a:solidFill>
                  <a:srgbClr val="ADA400"/>
                </a:solidFill>
                <a:effectLst/>
                <a:uLnTx/>
                <a:uFillTx/>
                <a:latin typeface="Arial" panose="020B0604020202020204" pitchFamily="34" charset="0"/>
                <a:ea typeface="+mn-ea"/>
                <a:cs typeface="Arial" panose="020B0604020202020204" pitchFamily="34" charset="0"/>
              </a:rPr>
              <a:t>Sulfur dioxide 8.83 g</a:t>
            </a:r>
            <a:endParaRPr kumimoji="0" lang="en-US" altLang="en-US" sz="1600" b="0" i="0" u="none" strike="noStrike" kern="1200" cap="none" spc="0" normalizeH="0" baseline="30000" noProof="0" dirty="0">
              <a:ln>
                <a:noFill/>
              </a:ln>
              <a:solidFill>
                <a:srgbClr val="ADA400"/>
              </a:solidFill>
              <a:effectLst/>
              <a:uLnTx/>
              <a:uFillTx/>
              <a:latin typeface="Arial" panose="020B0604020202020204" pitchFamily="34" charset="0"/>
              <a:ea typeface="+mn-ea"/>
              <a:cs typeface="Arial" panose="020B0604020202020204" pitchFamily="34" charset="0"/>
            </a:endParaRPr>
          </a:p>
        </p:txBody>
      </p:sp>
      <p:pic>
        <p:nvPicPr>
          <p:cNvPr id="128" name="Picture 48">
            <a:extLst>
              <a:ext uri="{FF2B5EF4-FFF2-40B4-BE49-F238E27FC236}">
                <a16:creationId xmlns:a16="http://schemas.microsoft.com/office/drawing/2014/main" id="{9EB7F7C2-AE04-3E4E-A47F-24E71456115A}"/>
              </a:ext>
            </a:extLst>
          </p:cNvPr>
          <p:cNvPicPr>
            <a:picLocks noChangeAspect="1"/>
          </p:cNvPicPr>
          <p:nvPr/>
        </p:nvPicPr>
        <p:blipFill>
          <a:blip r:embed="rId3" cstate="screen">
            <a:extLst>
              <a:ext uri="{28A0092B-C50C-407E-A947-70E740481C1C}">
                <a14:useLocalDpi xmlns:a14="http://schemas.microsoft.com/office/drawing/2010/main"/>
              </a:ext>
            </a:extLst>
          </a:blip>
          <a:srcRect/>
          <a:stretch>
            <a:fillRect/>
          </a:stretch>
        </p:blipFill>
        <p:spPr bwMode="auto">
          <a:xfrm>
            <a:off x="7390781" y="5249760"/>
            <a:ext cx="1309687" cy="1100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29" name="Picture 1">
            <a:extLst>
              <a:ext uri="{FF2B5EF4-FFF2-40B4-BE49-F238E27FC236}">
                <a16:creationId xmlns:a16="http://schemas.microsoft.com/office/drawing/2014/main" id="{2E43F593-7977-2145-B5C2-948538052C48}"/>
              </a:ext>
            </a:extLst>
          </p:cNvPr>
          <p:cNvPicPr>
            <a:picLocks noChangeAspect="1"/>
          </p:cNvPicPr>
          <p:nvPr/>
        </p:nvPicPr>
        <p:blipFill>
          <a:blip r:embed="rId4" cstate="screen">
            <a:extLst>
              <a:ext uri="{28A0092B-C50C-407E-A947-70E740481C1C}">
                <a14:useLocalDpi xmlns:a14="http://schemas.microsoft.com/office/drawing/2010/main"/>
              </a:ext>
            </a:extLst>
          </a:blip>
          <a:srcRect/>
          <a:stretch>
            <a:fillRect/>
          </a:stretch>
        </p:blipFill>
        <p:spPr bwMode="auto">
          <a:xfrm>
            <a:off x="989201" y="1498230"/>
            <a:ext cx="1057572" cy="7260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Rectangle 2">
            <a:extLst>
              <a:ext uri="{FF2B5EF4-FFF2-40B4-BE49-F238E27FC236}">
                <a16:creationId xmlns:a16="http://schemas.microsoft.com/office/drawing/2014/main" id="{6FF3CD66-936C-1E41-B4B5-59FBE9BB6821}"/>
              </a:ext>
            </a:extLst>
          </p:cNvPr>
          <p:cNvSpPr/>
          <p:nvPr/>
        </p:nvSpPr>
        <p:spPr>
          <a:xfrm>
            <a:off x="2857689" y="3127055"/>
            <a:ext cx="3894916" cy="461665"/>
          </a:xfrm>
          <a:prstGeom prst="rect">
            <a:avLst/>
          </a:prstGeom>
          <a:noFill/>
          <a:ln w="25400">
            <a:solidFill>
              <a:schemeClr val="accent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812810" rtl="0" eaLnBrk="1" fontAlgn="auto" latinLnBrk="0" hangingPunct="1">
              <a:lnSpc>
                <a:spcPct val="100000"/>
              </a:lnSpc>
              <a:spcBef>
                <a:spcPts val="0"/>
              </a:spcBef>
              <a:spcAft>
                <a:spcPts val="0"/>
              </a:spcAft>
              <a:buClrTx/>
              <a:buSzTx/>
              <a:buFontTx/>
              <a:buNone/>
              <a:tabLst/>
              <a:defRPr/>
            </a:pPr>
            <a:endParaRPr kumimoji="0" lang="en-US" sz="3200" b="0" i="0" u="none" strike="noStrike" kern="1200" cap="none" spc="0" normalizeH="0" baseline="0" noProof="0">
              <a:ln>
                <a:noFill/>
              </a:ln>
              <a:solidFill>
                <a:prstClr val="white"/>
              </a:solidFill>
              <a:effectLst/>
              <a:uLnTx/>
              <a:uFillTx/>
              <a:latin typeface="Arial" panose="020B0604020202020204"/>
              <a:ea typeface="+mn-ea"/>
              <a:cs typeface="+mn-cs"/>
            </a:endParaRPr>
          </a:p>
        </p:txBody>
      </p:sp>
      <p:sp>
        <p:nvSpPr>
          <p:cNvPr id="132" name="TextBox 55">
            <a:extLst>
              <a:ext uri="{FF2B5EF4-FFF2-40B4-BE49-F238E27FC236}">
                <a16:creationId xmlns:a16="http://schemas.microsoft.com/office/drawing/2014/main" id="{B4E153C8-447E-5241-8596-B8FE86791D7F}"/>
              </a:ext>
            </a:extLst>
          </p:cNvPr>
          <p:cNvSpPr txBox="1">
            <a:spLocks noChangeArrowheads="1"/>
          </p:cNvSpPr>
          <p:nvPr/>
        </p:nvSpPr>
        <p:spPr bwMode="auto">
          <a:xfrm>
            <a:off x="975794" y="2299075"/>
            <a:ext cx="2513236" cy="3079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812810" rtl="0" eaLnBrk="1" fontAlgn="auto" latinLnBrk="0" hangingPunct="1">
              <a:lnSpc>
                <a:spcPct val="100000"/>
              </a:lnSpc>
              <a:spcBef>
                <a:spcPts val="0"/>
              </a:spcBef>
              <a:spcAft>
                <a:spcPts val="0"/>
              </a:spcAft>
              <a:buClrTx/>
              <a:buSzTx/>
              <a:buFontTx/>
              <a:buNone/>
              <a:tabLst/>
              <a:defRPr/>
            </a:pPr>
            <a:r>
              <a:rPr kumimoji="0" lang="en-US" altLang="en-US" sz="1400" b="0" i="0" u="none" strike="noStrike" kern="1200" cap="none" spc="0" normalizeH="0" baseline="0" noProof="0" dirty="0" err="1">
                <a:ln>
                  <a:noFill/>
                </a:ln>
                <a:solidFill>
                  <a:srgbClr val="000000">
                    <a:lumMod val="50000"/>
                    <a:lumOff val="50000"/>
                  </a:srgbClr>
                </a:solidFill>
                <a:effectLst/>
                <a:uLnTx/>
                <a:uFillTx/>
                <a:latin typeface="Arial" panose="020B0604020202020204" pitchFamily="34" charset="0"/>
                <a:ea typeface="+mn-ea"/>
                <a:cs typeface="+mn-cs"/>
              </a:rPr>
              <a:t>ecoinvent</a:t>
            </a:r>
            <a:r>
              <a:rPr kumimoji="0" lang="en-US" altLang="en-US" sz="1400" b="0" i="0" u="none" strike="noStrike" kern="1200" cap="none" spc="0" normalizeH="0" baseline="0" noProof="0" dirty="0">
                <a:ln>
                  <a:noFill/>
                </a:ln>
                <a:solidFill>
                  <a:srgbClr val="000000">
                    <a:lumMod val="50000"/>
                    <a:lumOff val="50000"/>
                  </a:srgbClr>
                </a:solidFill>
                <a:effectLst/>
                <a:uLnTx/>
                <a:uFillTx/>
                <a:latin typeface="Arial" panose="020B0604020202020204" pitchFamily="34" charset="0"/>
                <a:ea typeface="+mn-ea"/>
                <a:cs typeface="+mn-cs"/>
              </a:rPr>
              <a:t> LCI database v.2.2 </a:t>
            </a:r>
          </a:p>
        </p:txBody>
      </p:sp>
      <p:sp>
        <p:nvSpPr>
          <p:cNvPr id="47" name="Rectangle 46">
            <a:extLst>
              <a:ext uri="{FF2B5EF4-FFF2-40B4-BE49-F238E27FC236}">
                <a16:creationId xmlns:a16="http://schemas.microsoft.com/office/drawing/2014/main" id="{85065DD7-8D67-8745-86A9-E6869A3B1CD5}"/>
              </a:ext>
            </a:extLst>
          </p:cNvPr>
          <p:cNvSpPr/>
          <p:nvPr/>
        </p:nvSpPr>
        <p:spPr>
          <a:xfrm>
            <a:off x="3620674" y="1433638"/>
            <a:ext cx="14455507" cy="892552"/>
          </a:xfrm>
          <a:prstGeom prst="rect">
            <a:avLst/>
          </a:prstGeom>
        </p:spPr>
        <p:txBody>
          <a:bodyPr wrap="square">
            <a:spAutoFit/>
          </a:bodyPr>
          <a:lstStyle/>
          <a:p>
            <a:pPr marL="0" marR="0" lvl="0" indent="0" algn="l" defTabSz="812810" rtl="0" eaLnBrk="1" fontAlgn="auto" latinLnBrk="0" hangingPunct="1">
              <a:lnSpc>
                <a:spcPct val="100000"/>
              </a:lnSpc>
              <a:spcBef>
                <a:spcPts val="0"/>
              </a:spcBef>
              <a:spcAft>
                <a:spcPts val="0"/>
              </a:spcAft>
              <a:buClrTx/>
              <a:buSzTx/>
              <a:buFontTx/>
              <a:buNone/>
              <a:tabLst/>
              <a:defRPr/>
            </a:pPr>
            <a:r>
              <a:rPr kumimoji="0" lang="en-US" altLang="en-US" sz="2800" b="0" i="0" u="none" strike="noStrike" kern="1200" cap="none" spc="0" normalizeH="0" baseline="0" noProof="0" dirty="0">
                <a:ln>
                  <a:noFill/>
                </a:ln>
                <a:solidFill>
                  <a:srgbClr val="00274C"/>
                </a:solidFill>
                <a:effectLst/>
                <a:uLnTx/>
                <a:uFillTx/>
                <a:latin typeface="Arial" panose="020B0604020202020204"/>
                <a:ea typeface="+mn-ea"/>
                <a:cs typeface="+mn-cs"/>
              </a:rPr>
              <a:t>Identify reference flows from primary aluminum </a:t>
            </a:r>
            <a:r>
              <a:rPr kumimoji="0" lang="en-US" altLang="en-US" sz="2800" b="0" i="0" u="none" strike="noStrike" kern="1200" cap="none" spc="0" normalizeH="0" baseline="0" noProof="0" dirty="0">
                <a:ln>
                  <a:noFill/>
                </a:ln>
                <a:solidFill>
                  <a:srgbClr val="00274C"/>
                </a:solidFill>
                <a:effectLst/>
                <a:uLnTx/>
                <a:uFillTx/>
                <a:latin typeface="Arial" panose="020B0604020202020204"/>
                <a:ea typeface="+mn-ea"/>
                <a:cs typeface="+mn-cs"/>
                <a:sym typeface="Wingdings" panose="05000000000000000000" pitchFamily="2" charset="2"/>
              </a:rPr>
              <a:t> create 1 box per flow</a:t>
            </a:r>
            <a:endParaRPr kumimoji="0" lang="en-US" sz="2800" b="0" i="0" u="none" strike="noStrike" kern="1200" cap="none" spc="0" normalizeH="0" baseline="0" noProof="0" dirty="0">
              <a:ln>
                <a:noFill/>
              </a:ln>
              <a:solidFill>
                <a:srgbClr val="00274C"/>
              </a:solidFill>
              <a:effectLst/>
              <a:uLnTx/>
              <a:uFillTx/>
              <a:latin typeface="Arial" panose="020B0604020202020204"/>
              <a:ea typeface="+mn-ea"/>
              <a:cs typeface="+mn-cs"/>
            </a:endParaRPr>
          </a:p>
          <a:p>
            <a:pPr marL="0" marR="0" lvl="0" indent="0" algn="l" defTabSz="812810" rtl="0" eaLnBrk="1" fontAlgn="auto" latinLnBrk="0" hangingPunct="1">
              <a:lnSpc>
                <a:spcPct val="100000"/>
              </a:lnSpc>
              <a:spcBef>
                <a:spcPts val="0"/>
              </a:spcBef>
              <a:spcAft>
                <a:spcPts val="0"/>
              </a:spcAft>
              <a:buClrTx/>
              <a:buSzTx/>
              <a:buFontTx/>
              <a:buNone/>
              <a:tabLst/>
              <a:defRPr/>
            </a:pPr>
            <a:r>
              <a:rPr kumimoji="0" lang="en-US" altLang="en-US" sz="2400" b="0" i="1" u="none" strike="noStrike" kern="1200" cap="none" spc="0" normalizeH="0" baseline="0" noProof="0" dirty="0">
                <a:ln>
                  <a:noFill/>
                </a:ln>
                <a:solidFill>
                  <a:srgbClr val="00274C"/>
                </a:solidFill>
                <a:effectLst/>
                <a:uLnTx/>
                <a:uFillTx/>
                <a:latin typeface="Arial" panose="020B0604020202020204"/>
                <a:ea typeface="+mn-ea"/>
                <a:cs typeface="+mn-cs"/>
              </a:rPr>
              <a:t>i.e. the intermediary flows of previous figure</a:t>
            </a:r>
            <a:endParaRPr kumimoji="0" lang="en-US" sz="2400" b="0" i="1" u="none" strike="noStrike" kern="1200" cap="none" spc="0" normalizeH="0" baseline="0" noProof="0" dirty="0">
              <a:ln>
                <a:noFill/>
              </a:ln>
              <a:solidFill>
                <a:srgbClr val="00274C"/>
              </a:solidFill>
              <a:effectLst/>
              <a:uLnTx/>
              <a:uFillTx/>
              <a:latin typeface="Arial" panose="020B0604020202020204"/>
              <a:ea typeface="+mn-ea"/>
              <a:cs typeface="+mn-cs"/>
            </a:endParaRPr>
          </a:p>
        </p:txBody>
      </p:sp>
      <p:sp>
        <p:nvSpPr>
          <p:cNvPr id="49" name="Oval 48">
            <a:extLst>
              <a:ext uri="{FF2B5EF4-FFF2-40B4-BE49-F238E27FC236}">
                <a16:creationId xmlns:a16="http://schemas.microsoft.com/office/drawing/2014/main" id="{65D9FE9E-CAA0-6548-9201-2F1068FCA5C8}"/>
              </a:ext>
            </a:extLst>
          </p:cNvPr>
          <p:cNvSpPr/>
          <p:nvPr/>
        </p:nvSpPr>
        <p:spPr>
          <a:xfrm>
            <a:off x="2857689" y="1511591"/>
            <a:ext cx="707629" cy="707629"/>
          </a:xfrm>
          <a:prstGeom prst="ellipse">
            <a:avLst/>
          </a:prstGeom>
          <a:solidFill>
            <a:schemeClr val="accent6"/>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812810" rtl="0" eaLnBrk="1" fontAlgn="auto" latinLnBrk="0" hangingPunct="1">
              <a:lnSpc>
                <a:spcPct val="100000"/>
              </a:lnSpc>
              <a:spcBef>
                <a:spcPts val="0"/>
              </a:spcBef>
              <a:spcAft>
                <a:spcPts val="0"/>
              </a:spcAft>
              <a:buClrTx/>
              <a:buSzTx/>
              <a:buFontTx/>
              <a:buNone/>
              <a:tabLst/>
              <a:defRPr/>
            </a:pPr>
            <a:r>
              <a:rPr kumimoji="0" lang="en-US" sz="3600" b="1" i="0" u="none" strike="noStrike" kern="1200" cap="none" spc="0" normalizeH="0" baseline="0" noProof="0" dirty="0">
                <a:ln>
                  <a:noFill/>
                </a:ln>
                <a:solidFill>
                  <a:prstClr val="white"/>
                </a:solidFill>
                <a:effectLst/>
                <a:uLnTx/>
                <a:uFillTx/>
                <a:latin typeface="Arial" panose="020B0604020202020204"/>
                <a:ea typeface="+mn-ea"/>
                <a:cs typeface="+mn-cs"/>
              </a:rPr>
              <a:t>1</a:t>
            </a:r>
          </a:p>
        </p:txBody>
      </p:sp>
    </p:spTree>
    <p:extLst>
      <p:ext uri="{BB962C8B-B14F-4D97-AF65-F5344CB8AC3E}">
        <p14:creationId xmlns:p14="http://schemas.microsoft.com/office/powerpoint/2010/main" val="149999135"/>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8439A4-B037-4F4E-AFCE-96000C7C1237}"/>
              </a:ext>
            </a:extLst>
          </p:cNvPr>
          <p:cNvSpPr>
            <a:spLocks noGrp="1"/>
          </p:cNvSpPr>
          <p:nvPr>
            <p:ph type="title"/>
          </p:nvPr>
        </p:nvSpPr>
        <p:spPr>
          <a:xfrm>
            <a:off x="812880" y="279400"/>
            <a:ext cx="14631828" cy="870385"/>
          </a:xfrm>
        </p:spPr>
        <p:txBody>
          <a:bodyPr/>
          <a:lstStyle/>
          <a:p>
            <a:pPr>
              <a:lnSpc>
                <a:spcPct val="80000"/>
              </a:lnSpc>
              <a:spcBef>
                <a:spcPct val="10000"/>
              </a:spcBef>
            </a:pPr>
            <a:r>
              <a:rPr lang="en-US" altLang="en-US" dirty="0">
                <a:solidFill>
                  <a:schemeClr val="tx2"/>
                </a:solidFill>
              </a:rPr>
              <a:t>Design of process tree: Tier 1</a:t>
            </a:r>
          </a:p>
        </p:txBody>
      </p:sp>
      <p:sp>
        <p:nvSpPr>
          <p:cNvPr id="89" name="Rectangle 19">
            <a:extLst>
              <a:ext uri="{FF2B5EF4-FFF2-40B4-BE49-F238E27FC236}">
                <a16:creationId xmlns:a16="http://schemas.microsoft.com/office/drawing/2014/main" id="{ACD9BB42-70D0-0748-9DD9-4D7E03EC582E}"/>
              </a:ext>
            </a:extLst>
          </p:cNvPr>
          <p:cNvSpPr>
            <a:spLocks noChangeArrowheads="1"/>
          </p:cNvSpPr>
          <p:nvPr/>
        </p:nvSpPr>
        <p:spPr bwMode="auto">
          <a:xfrm>
            <a:off x="7116282" y="3788490"/>
            <a:ext cx="1657350" cy="828432"/>
          </a:xfrm>
          <a:prstGeom prst="rect">
            <a:avLst/>
          </a:prstGeom>
          <a:solidFill>
            <a:schemeClr val="bg2">
              <a:lumMod val="75000"/>
              <a:alpha val="39000"/>
            </a:schemeClr>
          </a:solidFill>
          <a:ln w="9525">
            <a:noFill/>
            <a:miter lim="800000"/>
            <a:headEnd/>
            <a:tailEnd/>
          </a:ln>
          <a:effectLst/>
        </p:spPr>
        <p:txBody>
          <a:bodyPr lIns="90488" tIns="44450" rIns="90488" bIns="44450" anchor="ctr">
            <a:spAutoFit/>
          </a:bodyPr>
          <a:lstStyle/>
          <a:p>
            <a:pPr marL="0" marR="0" lvl="0" indent="0" algn="ctr" defTabSz="812810" rtl="0"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dirty="0">
              <a:ln>
                <a:noFill/>
              </a:ln>
              <a:solidFill>
                <a:srgbClr val="00274C"/>
              </a:solidFill>
              <a:effectLst/>
              <a:uLnTx/>
              <a:uFillTx/>
              <a:latin typeface="Arial" panose="020B0604020202020204" pitchFamily="34" charset="0"/>
              <a:ea typeface="+mn-ea"/>
              <a:cs typeface="Arial" panose="020B0604020202020204" pitchFamily="34" charset="0"/>
            </a:endParaRPr>
          </a:p>
          <a:p>
            <a:pPr marL="0" marR="0" lvl="0" indent="0" algn="ctr" defTabSz="812810" rtl="0" eaLnBrk="1" fontAlgn="auto" latinLnBrk="0" hangingPunct="1">
              <a:lnSpc>
                <a:spcPct val="100000"/>
              </a:lnSpc>
              <a:spcBef>
                <a:spcPts val="0"/>
              </a:spcBef>
              <a:spcAft>
                <a:spcPts val="0"/>
              </a:spcAft>
              <a:buClrTx/>
              <a:buSzTx/>
              <a:buFontTx/>
              <a:buNone/>
              <a:tabLst/>
              <a:defRPr/>
            </a:pPr>
            <a:r>
              <a:rPr kumimoji="0" lang="en-US" sz="1600" b="0" i="0" u="none" strike="noStrike" kern="0" cap="none" spc="0" normalizeH="0" baseline="0" noProof="0" dirty="0">
                <a:ln>
                  <a:noFill/>
                </a:ln>
                <a:solidFill>
                  <a:srgbClr val="00274C"/>
                </a:solidFill>
                <a:effectLst/>
                <a:uLnTx/>
                <a:uFillTx/>
                <a:latin typeface="Arial" panose="020B0604020202020204" pitchFamily="34" charset="0"/>
                <a:ea typeface="+mn-ea"/>
                <a:cs typeface="Arial" panose="020B0604020202020204" pitchFamily="34" charset="0"/>
              </a:rPr>
              <a:t>Aluminum oxide</a:t>
            </a:r>
          </a:p>
          <a:p>
            <a:pPr marL="0" marR="0" lvl="0" indent="0" algn="ctr" defTabSz="812810" rtl="0"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dirty="0">
              <a:ln>
                <a:noFill/>
              </a:ln>
              <a:solidFill>
                <a:srgbClr val="00274C"/>
              </a:solidFill>
              <a:effectLst/>
              <a:uLnTx/>
              <a:uFillTx/>
              <a:latin typeface="Arial" panose="020B0604020202020204" pitchFamily="34" charset="0"/>
              <a:ea typeface="+mn-ea"/>
              <a:cs typeface="Arial" panose="020B0604020202020204" pitchFamily="34" charset="0"/>
            </a:endParaRPr>
          </a:p>
        </p:txBody>
      </p:sp>
      <p:sp>
        <p:nvSpPr>
          <p:cNvPr id="90" name="Rectangle 19">
            <a:extLst>
              <a:ext uri="{FF2B5EF4-FFF2-40B4-BE49-F238E27FC236}">
                <a16:creationId xmlns:a16="http://schemas.microsoft.com/office/drawing/2014/main" id="{9DAD2621-239B-0A44-B787-A3979615D92F}"/>
              </a:ext>
            </a:extLst>
          </p:cNvPr>
          <p:cNvSpPr>
            <a:spLocks noChangeArrowheads="1"/>
          </p:cNvSpPr>
          <p:nvPr/>
        </p:nvSpPr>
        <p:spPr bwMode="auto">
          <a:xfrm>
            <a:off x="8953019" y="3788490"/>
            <a:ext cx="1871663" cy="828432"/>
          </a:xfrm>
          <a:prstGeom prst="rect">
            <a:avLst/>
          </a:prstGeom>
          <a:solidFill>
            <a:schemeClr val="bg2">
              <a:lumMod val="75000"/>
              <a:alpha val="39000"/>
            </a:schemeClr>
          </a:solidFill>
          <a:ln w="9525">
            <a:noFill/>
            <a:miter lim="800000"/>
            <a:headEnd/>
            <a:tailEnd/>
          </a:ln>
          <a:effectLst/>
        </p:spPr>
        <p:txBody>
          <a:bodyPr lIns="90488" tIns="44450" rIns="90488" bIns="44450" anchor="ctr">
            <a:spAutoFit/>
          </a:bodyPr>
          <a:lstStyle/>
          <a:p>
            <a:pPr marL="0" marR="0" lvl="0" indent="0" algn="ctr" defTabSz="812810" rtl="0" eaLnBrk="1" fontAlgn="auto" latinLnBrk="0" hangingPunct="1">
              <a:lnSpc>
                <a:spcPct val="100000"/>
              </a:lnSpc>
              <a:spcBef>
                <a:spcPts val="0"/>
              </a:spcBef>
              <a:spcAft>
                <a:spcPts val="0"/>
              </a:spcAft>
              <a:buClrTx/>
              <a:buSzTx/>
              <a:buFontTx/>
              <a:buNone/>
              <a:tabLst/>
              <a:defRPr/>
            </a:pPr>
            <a:r>
              <a:rPr kumimoji="0" lang="en-US" sz="1600" b="0" i="0" u="none" strike="noStrike" kern="0" cap="none" spc="0" normalizeH="0" baseline="0" noProof="0" dirty="0">
                <a:ln>
                  <a:noFill/>
                </a:ln>
                <a:solidFill>
                  <a:srgbClr val="00274C"/>
                </a:solidFill>
                <a:effectLst/>
                <a:uLnTx/>
                <a:uFillTx/>
                <a:latin typeface="Arial" panose="020B0604020202020204" pitchFamily="34" charset="0"/>
                <a:ea typeface="+mn-ea"/>
                <a:cs typeface="Arial" panose="020B0604020202020204" pitchFamily="34" charset="0"/>
              </a:rPr>
              <a:t>Anode, </a:t>
            </a:r>
            <a:br>
              <a:rPr kumimoji="0" lang="en-US" sz="1600" b="0" i="0" u="none" strike="noStrike" kern="0" cap="none" spc="0" normalizeH="0" baseline="0" noProof="0" dirty="0">
                <a:ln>
                  <a:noFill/>
                </a:ln>
                <a:solidFill>
                  <a:srgbClr val="00274C"/>
                </a:solidFill>
                <a:effectLst/>
                <a:uLnTx/>
                <a:uFillTx/>
                <a:latin typeface="Arial" panose="020B0604020202020204" pitchFamily="34" charset="0"/>
                <a:ea typeface="+mn-ea"/>
                <a:cs typeface="Arial" panose="020B0604020202020204" pitchFamily="34" charset="0"/>
              </a:rPr>
            </a:br>
            <a:r>
              <a:rPr kumimoji="0" lang="en-US" sz="1600" b="0" i="0" u="none" strike="noStrike" kern="0" cap="none" spc="0" normalizeH="0" baseline="0" noProof="0" dirty="0">
                <a:ln>
                  <a:noFill/>
                </a:ln>
                <a:solidFill>
                  <a:srgbClr val="00274C"/>
                </a:solidFill>
                <a:effectLst/>
                <a:uLnTx/>
                <a:uFillTx/>
                <a:latin typeface="Arial" panose="020B0604020202020204" pitchFamily="34" charset="0"/>
                <a:ea typeface="+mn-ea"/>
                <a:cs typeface="Arial" panose="020B0604020202020204" pitchFamily="34" charset="0"/>
              </a:rPr>
              <a:t>aluminum electrolysis</a:t>
            </a:r>
          </a:p>
        </p:txBody>
      </p:sp>
      <p:sp>
        <p:nvSpPr>
          <p:cNvPr id="91" name="Rectangle 19">
            <a:extLst>
              <a:ext uri="{FF2B5EF4-FFF2-40B4-BE49-F238E27FC236}">
                <a16:creationId xmlns:a16="http://schemas.microsoft.com/office/drawing/2014/main" id="{C8DD8FF4-C401-5D4F-80A7-1309069C26E6}"/>
              </a:ext>
            </a:extLst>
          </p:cNvPr>
          <p:cNvSpPr>
            <a:spLocks noChangeArrowheads="1"/>
          </p:cNvSpPr>
          <p:nvPr/>
        </p:nvSpPr>
        <p:spPr bwMode="auto">
          <a:xfrm>
            <a:off x="11329507" y="3788490"/>
            <a:ext cx="1871662" cy="828432"/>
          </a:xfrm>
          <a:prstGeom prst="rect">
            <a:avLst/>
          </a:prstGeom>
          <a:solidFill>
            <a:schemeClr val="bg2">
              <a:lumMod val="75000"/>
              <a:alpha val="39000"/>
            </a:schemeClr>
          </a:solidFill>
          <a:ln w="9525">
            <a:noFill/>
            <a:miter lim="800000"/>
            <a:headEnd/>
            <a:tailEnd/>
          </a:ln>
          <a:effectLst/>
        </p:spPr>
        <p:txBody>
          <a:bodyPr lIns="90488" tIns="44450" rIns="90488" bIns="44450" anchor="ctr">
            <a:spAutoFit/>
          </a:bodyPr>
          <a:lstStyle/>
          <a:p>
            <a:pPr marL="0" marR="0" lvl="0" indent="0" algn="ctr" defTabSz="812810" rtl="0" eaLnBrk="1" fontAlgn="auto" latinLnBrk="0" hangingPunct="1">
              <a:lnSpc>
                <a:spcPct val="100000"/>
              </a:lnSpc>
              <a:spcBef>
                <a:spcPts val="0"/>
              </a:spcBef>
              <a:spcAft>
                <a:spcPts val="0"/>
              </a:spcAft>
              <a:buClrTx/>
              <a:buSzTx/>
              <a:buFontTx/>
              <a:buNone/>
              <a:tabLst/>
              <a:defRPr/>
            </a:pPr>
            <a:r>
              <a:rPr kumimoji="0" lang="en-US" sz="1600" b="0" i="0" u="none" strike="noStrike" kern="0" cap="none" spc="0" normalizeH="0" baseline="0" noProof="0" dirty="0">
                <a:ln>
                  <a:noFill/>
                </a:ln>
                <a:solidFill>
                  <a:srgbClr val="00274C"/>
                </a:solidFill>
                <a:effectLst/>
                <a:uLnTx/>
                <a:uFillTx/>
                <a:latin typeface="Arial" panose="020B0604020202020204" pitchFamily="34" charset="0"/>
                <a:ea typeface="+mn-ea"/>
                <a:cs typeface="Arial" panose="020B0604020202020204" pitchFamily="34" charset="0"/>
              </a:rPr>
              <a:t>Cathode, aluminum electrolysis</a:t>
            </a:r>
          </a:p>
        </p:txBody>
      </p:sp>
      <p:sp>
        <p:nvSpPr>
          <p:cNvPr id="92" name="Rectangle 19">
            <a:extLst>
              <a:ext uri="{FF2B5EF4-FFF2-40B4-BE49-F238E27FC236}">
                <a16:creationId xmlns:a16="http://schemas.microsoft.com/office/drawing/2014/main" id="{262D5127-DAD4-094D-9B1A-F7F08896C25F}"/>
              </a:ext>
            </a:extLst>
          </p:cNvPr>
          <p:cNvSpPr>
            <a:spLocks noChangeArrowheads="1"/>
          </p:cNvSpPr>
          <p:nvPr/>
        </p:nvSpPr>
        <p:spPr bwMode="auto">
          <a:xfrm>
            <a:off x="8413269" y="6676153"/>
            <a:ext cx="1655763" cy="828432"/>
          </a:xfrm>
          <a:prstGeom prst="rect">
            <a:avLst/>
          </a:prstGeom>
          <a:solidFill>
            <a:schemeClr val="bg2">
              <a:lumMod val="75000"/>
              <a:alpha val="39000"/>
            </a:schemeClr>
          </a:solidFill>
          <a:ln w="9525">
            <a:noFill/>
            <a:miter lim="800000"/>
            <a:headEnd/>
            <a:tailEnd/>
          </a:ln>
          <a:effectLst/>
        </p:spPr>
        <p:txBody>
          <a:bodyPr lIns="90488" tIns="44450" rIns="90488" bIns="44450" anchor="ctr">
            <a:spAutoFit/>
          </a:bodyPr>
          <a:lstStyle/>
          <a:p>
            <a:pPr marL="0" marR="0" lvl="0" indent="0" algn="ctr" defTabSz="812810" rtl="0" eaLnBrk="1" fontAlgn="auto" latinLnBrk="0" hangingPunct="1">
              <a:lnSpc>
                <a:spcPct val="100000"/>
              </a:lnSpc>
              <a:spcBef>
                <a:spcPts val="0"/>
              </a:spcBef>
              <a:spcAft>
                <a:spcPts val="0"/>
              </a:spcAft>
              <a:buClrTx/>
              <a:buSzTx/>
              <a:buFontTx/>
              <a:buNone/>
              <a:tabLst/>
              <a:defRPr/>
            </a:pPr>
            <a:r>
              <a:rPr kumimoji="0" lang="en-US" sz="1600" b="0" i="0" u="none" strike="noStrike" kern="0" cap="none" spc="0" normalizeH="0" baseline="0" noProof="0" dirty="0">
                <a:ln>
                  <a:noFill/>
                </a:ln>
                <a:solidFill>
                  <a:srgbClr val="00274C"/>
                </a:solidFill>
                <a:effectLst/>
                <a:uLnTx/>
                <a:uFillTx/>
                <a:latin typeface="Arial" panose="020B0604020202020204" pitchFamily="34" charset="0"/>
                <a:ea typeface="+mn-ea"/>
                <a:cs typeface="Arial" panose="020B0604020202020204" pitchFamily="34" charset="0"/>
              </a:rPr>
              <a:t>Heat, </a:t>
            </a:r>
          </a:p>
          <a:p>
            <a:pPr marL="0" marR="0" lvl="0" indent="0" algn="ctr" defTabSz="812810" rtl="0" eaLnBrk="1" fontAlgn="auto" latinLnBrk="0" hangingPunct="1">
              <a:lnSpc>
                <a:spcPct val="100000"/>
              </a:lnSpc>
              <a:spcBef>
                <a:spcPts val="0"/>
              </a:spcBef>
              <a:spcAft>
                <a:spcPts val="0"/>
              </a:spcAft>
              <a:buClrTx/>
              <a:buSzTx/>
              <a:buFontTx/>
              <a:buNone/>
              <a:tabLst/>
              <a:defRPr/>
            </a:pPr>
            <a:r>
              <a:rPr kumimoji="0" lang="en-US" sz="1600" b="0" i="0" u="none" strike="noStrike" kern="0" cap="none" spc="0" normalizeH="0" baseline="0" noProof="0" dirty="0">
                <a:ln>
                  <a:noFill/>
                </a:ln>
                <a:solidFill>
                  <a:srgbClr val="00274C"/>
                </a:solidFill>
                <a:effectLst/>
                <a:uLnTx/>
                <a:uFillTx/>
                <a:latin typeface="Arial" panose="020B0604020202020204" pitchFamily="34" charset="0"/>
                <a:ea typeface="+mn-ea"/>
                <a:cs typeface="Arial" panose="020B0604020202020204" pitchFamily="34" charset="0"/>
              </a:rPr>
              <a:t>light </a:t>
            </a:r>
            <a:br>
              <a:rPr kumimoji="0" lang="en-US" sz="1600" b="0" i="0" u="none" strike="noStrike" kern="0" cap="none" spc="0" normalizeH="0" baseline="0" noProof="0" dirty="0">
                <a:ln>
                  <a:noFill/>
                </a:ln>
                <a:solidFill>
                  <a:srgbClr val="00274C"/>
                </a:solidFill>
                <a:effectLst/>
                <a:uLnTx/>
                <a:uFillTx/>
                <a:latin typeface="Arial" panose="020B0604020202020204" pitchFamily="34" charset="0"/>
                <a:ea typeface="+mn-ea"/>
                <a:cs typeface="Arial" panose="020B0604020202020204" pitchFamily="34" charset="0"/>
              </a:rPr>
            </a:br>
            <a:r>
              <a:rPr kumimoji="0" lang="en-US" sz="1600" b="0" i="0" u="none" strike="noStrike" kern="0" cap="none" spc="0" normalizeH="0" baseline="0" noProof="0" dirty="0">
                <a:ln>
                  <a:noFill/>
                </a:ln>
                <a:solidFill>
                  <a:srgbClr val="00274C"/>
                </a:solidFill>
                <a:effectLst/>
                <a:uLnTx/>
                <a:uFillTx/>
                <a:latin typeface="Arial" panose="020B0604020202020204" pitchFamily="34" charset="0"/>
                <a:ea typeface="+mn-ea"/>
                <a:cs typeface="Arial" panose="020B0604020202020204" pitchFamily="34" charset="0"/>
              </a:rPr>
              <a:t>fuel oil</a:t>
            </a:r>
          </a:p>
        </p:txBody>
      </p:sp>
      <p:sp>
        <p:nvSpPr>
          <p:cNvPr id="93" name="Rectangle 19">
            <a:extLst>
              <a:ext uri="{FF2B5EF4-FFF2-40B4-BE49-F238E27FC236}">
                <a16:creationId xmlns:a16="http://schemas.microsoft.com/office/drawing/2014/main" id="{C2B43408-1618-9B4D-8AC3-256CE23AFBA6}"/>
              </a:ext>
            </a:extLst>
          </p:cNvPr>
          <p:cNvSpPr>
            <a:spLocks noChangeArrowheads="1"/>
          </p:cNvSpPr>
          <p:nvPr/>
        </p:nvSpPr>
        <p:spPr bwMode="auto">
          <a:xfrm>
            <a:off x="10716732" y="6676032"/>
            <a:ext cx="1873250" cy="828432"/>
          </a:xfrm>
          <a:prstGeom prst="rect">
            <a:avLst/>
          </a:prstGeom>
          <a:solidFill>
            <a:schemeClr val="bg2">
              <a:lumMod val="75000"/>
              <a:alpha val="39000"/>
            </a:schemeClr>
          </a:solidFill>
          <a:ln w="9525">
            <a:noFill/>
            <a:miter lim="800000"/>
            <a:headEnd/>
            <a:tailEnd/>
          </a:ln>
          <a:effectLst/>
        </p:spPr>
        <p:txBody>
          <a:bodyPr lIns="90488" tIns="44450" rIns="90488" bIns="44450" anchor="ctr">
            <a:spAutoFit/>
          </a:bodyPr>
          <a:lstStyle/>
          <a:p>
            <a:pPr marL="0" marR="0" lvl="0" indent="0" algn="ctr" defTabSz="812810" rtl="0" eaLnBrk="1" fontAlgn="auto" latinLnBrk="0" hangingPunct="1">
              <a:lnSpc>
                <a:spcPct val="100000"/>
              </a:lnSpc>
              <a:spcBef>
                <a:spcPts val="0"/>
              </a:spcBef>
              <a:spcAft>
                <a:spcPts val="0"/>
              </a:spcAft>
              <a:buClrTx/>
              <a:buSzTx/>
              <a:buFontTx/>
              <a:buNone/>
              <a:tabLst/>
              <a:defRPr/>
            </a:pPr>
            <a:r>
              <a:rPr kumimoji="0" lang="en-US" sz="1600" b="0" i="0" u="none" strike="noStrike" kern="0" cap="none" spc="0" normalizeH="0" baseline="0" noProof="0" dirty="0">
                <a:ln>
                  <a:noFill/>
                </a:ln>
                <a:solidFill>
                  <a:srgbClr val="00274C"/>
                </a:solidFill>
                <a:effectLst/>
                <a:uLnTx/>
                <a:uFillTx/>
                <a:latin typeface="Arial" panose="020B0604020202020204" pitchFamily="34" charset="0"/>
                <a:ea typeface="+mn-ea"/>
                <a:cs typeface="Arial" panose="020B0604020202020204" pitchFamily="34" charset="0"/>
              </a:rPr>
              <a:t>Transport, transoceanic freight</a:t>
            </a:r>
          </a:p>
        </p:txBody>
      </p:sp>
      <p:sp>
        <p:nvSpPr>
          <p:cNvPr id="94" name="Rectangle 19">
            <a:extLst>
              <a:ext uri="{FF2B5EF4-FFF2-40B4-BE49-F238E27FC236}">
                <a16:creationId xmlns:a16="http://schemas.microsoft.com/office/drawing/2014/main" id="{191B453E-4AF0-7942-8B6E-2AC1742FC4DC}"/>
              </a:ext>
            </a:extLst>
          </p:cNvPr>
          <p:cNvSpPr>
            <a:spLocks noChangeArrowheads="1"/>
          </p:cNvSpPr>
          <p:nvPr/>
        </p:nvSpPr>
        <p:spPr bwMode="auto">
          <a:xfrm>
            <a:off x="13382144" y="3788490"/>
            <a:ext cx="1655763" cy="828432"/>
          </a:xfrm>
          <a:prstGeom prst="rect">
            <a:avLst/>
          </a:prstGeom>
          <a:solidFill>
            <a:schemeClr val="bg2">
              <a:lumMod val="75000"/>
              <a:alpha val="39000"/>
            </a:schemeClr>
          </a:solidFill>
          <a:ln w="9525">
            <a:noFill/>
            <a:miter lim="800000"/>
            <a:headEnd/>
            <a:tailEnd/>
          </a:ln>
          <a:effectLst/>
        </p:spPr>
        <p:txBody>
          <a:bodyPr lIns="90488" tIns="44450" rIns="90488" bIns="44450" anchor="ctr">
            <a:spAutoFit/>
          </a:bodyPr>
          <a:lstStyle/>
          <a:p>
            <a:pPr marL="0" marR="0" lvl="0" indent="0" algn="ctr" defTabSz="812810" rtl="0"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dirty="0">
              <a:ln>
                <a:noFill/>
              </a:ln>
              <a:solidFill>
                <a:srgbClr val="00274C"/>
              </a:solidFill>
              <a:effectLst/>
              <a:uLnTx/>
              <a:uFillTx/>
              <a:latin typeface="Arial" panose="020B0604020202020204" pitchFamily="34" charset="0"/>
              <a:ea typeface="+mn-ea"/>
              <a:cs typeface="Arial" panose="020B0604020202020204" pitchFamily="34" charset="0"/>
            </a:endParaRPr>
          </a:p>
          <a:p>
            <a:pPr marL="0" marR="0" lvl="0" indent="0" algn="ctr" defTabSz="812810" rtl="0" eaLnBrk="1" fontAlgn="auto" latinLnBrk="0" hangingPunct="1">
              <a:lnSpc>
                <a:spcPct val="100000"/>
              </a:lnSpc>
              <a:spcBef>
                <a:spcPts val="0"/>
              </a:spcBef>
              <a:spcAft>
                <a:spcPts val="0"/>
              </a:spcAft>
              <a:buClrTx/>
              <a:buSzTx/>
              <a:buFontTx/>
              <a:buNone/>
              <a:tabLst/>
              <a:defRPr/>
            </a:pPr>
            <a:r>
              <a:rPr kumimoji="0" lang="en-US" sz="1600" b="0" i="0" u="none" strike="noStrike" kern="0" cap="none" spc="0" normalizeH="0" baseline="0" noProof="0" dirty="0">
                <a:ln>
                  <a:noFill/>
                </a:ln>
                <a:solidFill>
                  <a:srgbClr val="00274C"/>
                </a:solidFill>
                <a:effectLst/>
                <a:uLnTx/>
                <a:uFillTx/>
                <a:latin typeface="Arial" panose="020B0604020202020204" pitchFamily="34" charset="0"/>
                <a:ea typeface="+mn-ea"/>
                <a:cs typeface="Arial" panose="020B0604020202020204" pitchFamily="34" charset="0"/>
              </a:rPr>
              <a:t>Electricity mix</a:t>
            </a:r>
          </a:p>
          <a:p>
            <a:pPr marL="0" marR="0" lvl="0" indent="0" algn="ctr" defTabSz="812810" rtl="0"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dirty="0">
              <a:ln>
                <a:noFill/>
              </a:ln>
              <a:solidFill>
                <a:srgbClr val="00274C"/>
              </a:solidFill>
              <a:effectLst/>
              <a:uLnTx/>
              <a:uFillTx/>
              <a:latin typeface="Arial" panose="020B0604020202020204" pitchFamily="34" charset="0"/>
              <a:ea typeface="+mn-ea"/>
              <a:cs typeface="Arial" panose="020B0604020202020204" pitchFamily="34" charset="0"/>
            </a:endParaRPr>
          </a:p>
        </p:txBody>
      </p:sp>
      <p:cxnSp>
        <p:nvCxnSpPr>
          <p:cNvPr id="96" name="Straight Connector 205">
            <a:extLst>
              <a:ext uri="{FF2B5EF4-FFF2-40B4-BE49-F238E27FC236}">
                <a16:creationId xmlns:a16="http://schemas.microsoft.com/office/drawing/2014/main" id="{0C136469-48A5-EA47-8EA2-EA3460C7B3F0}"/>
              </a:ext>
            </a:extLst>
          </p:cNvPr>
          <p:cNvCxnSpPr>
            <a:cxnSpLocks noChangeShapeType="1"/>
          </p:cNvCxnSpPr>
          <p:nvPr/>
        </p:nvCxnSpPr>
        <p:spPr bwMode="auto">
          <a:xfrm flipV="1">
            <a:off x="14209232" y="3362919"/>
            <a:ext cx="0" cy="433388"/>
          </a:xfrm>
          <a:prstGeom prst="line">
            <a:avLst/>
          </a:prstGeom>
          <a:noFill/>
          <a:ln w="25400" algn="ctr">
            <a:solidFill>
              <a:schemeClr val="accent1"/>
            </a:solidFill>
            <a:round/>
            <a:headEnd/>
            <a:tailEnd/>
          </a:ln>
          <a:extLst>
            <a:ext uri="{909E8E84-426E-40DD-AFC4-6F175D3DCCD1}">
              <a14:hiddenFill xmlns:a14="http://schemas.microsoft.com/office/drawing/2010/main">
                <a:noFill/>
              </a14:hiddenFill>
            </a:ext>
          </a:extLst>
        </p:spPr>
      </p:cxnSp>
      <p:cxnSp>
        <p:nvCxnSpPr>
          <p:cNvPr id="97" name="Straight Connector 206">
            <a:extLst>
              <a:ext uri="{FF2B5EF4-FFF2-40B4-BE49-F238E27FC236}">
                <a16:creationId xmlns:a16="http://schemas.microsoft.com/office/drawing/2014/main" id="{8CB030AF-41CB-C24F-B242-7F20C58E5D69}"/>
              </a:ext>
            </a:extLst>
          </p:cNvPr>
          <p:cNvCxnSpPr>
            <a:cxnSpLocks noChangeShapeType="1"/>
          </p:cNvCxnSpPr>
          <p:nvPr/>
        </p:nvCxnSpPr>
        <p:spPr bwMode="auto">
          <a:xfrm flipH="1">
            <a:off x="11940694" y="3362919"/>
            <a:ext cx="2268538" cy="0"/>
          </a:xfrm>
          <a:prstGeom prst="line">
            <a:avLst/>
          </a:prstGeom>
          <a:noFill/>
          <a:ln w="25400" algn="ctr">
            <a:solidFill>
              <a:schemeClr val="accent1"/>
            </a:solidFill>
            <a:round/>
            <a:headEnd/>
            <a:tailEnd/>
          </a:ln>
          <a:extLst>
            <a:ext uri="{909E8E84-426E-40DD-AFC4-6F175D3DCCD1}">
              <a14:hiddenFill xmlns:a14="http://schemas.microsoft.com/office/drawing/2010/main">
                <a:noFill/>
              </a14:hiddenFill>
            </a:ext>
          </a:extLst>
        </p:spPr>
      </p:cxnSp>
      <p:cxnSp>
        <p:nvCxnSpPr>
          <p:cNvPr id="98" name="Straight Arrow Connector 207">
            <a:extLst>
              <a:ext uri="{FF2B5EF4-FFF2-40B4-BE49-F238E27FC236}">
                <a16:creationId xmlns:a16="http://schemas.microsoft.com/office/drawing/2014/main" id="{3A6AF46A-D119-5047-B926-7D68DC7B69C3}"/>
              </a:ext>
            </a:extLst>
          </p:cNvPr>
          <p:cNvCxnSpPr>
            <a:cxnSpLocks noChangeShapeType="1"/>
          </p:cNvCxnSpPr>
          <p:nvPr/>
        </p:nvCxnSpPr>
        <p:spPr bwMode="auto">
          <a:xfrm flipV="1">
            <a:off x="11940694" y="3183532"/>
            <a:ext cx="0" cy="179387"/>
          </a:xfrm>
          <a:prstGeom prst="straightConnector1">
            <a:avLst/>
          </a:prstGeom>
          <a:noFill/>
          <a:ln w="25400" algn="ctr">
            <a:solidFill>
              <a:schemeClr val="accent1"/>
            </a:solidFill>
            <a:round/>
            <a:headEnd/>
            <a:tailEnd type="arrow" w="med" len="med"/>
          </a:ln>
          <a:extLst>
            <a:ext uri="{909E8E84-426E-40DD-AFC4-6F175D3DCCD1}">
              <a14:hiddenFill xmlns:a14="http://schemas.microsoft.com/office/drawing/2010/main">
                <a:noFill/>
              </a14:hiddenFill>
            </a:ext>
          </a:extLst>
        </p:spPr>
      </p:cxnSp>
      <p:grpSp>
        <p:nvGrpSpPr>
          <p:cNvPr id="99" name="Group 208">
            <a:extLst>
              <a:ext uri="{FF2B5EF4-FFF2-40B4-BE49-F238E27FC236}">
                <a16:creationId xmlns:a16="http://schemas.microsoft.com/office/drawing/2014/main" id="{AD867B66-1A83-7E4A-9592-49781EC1E7E7}"/>
              </a:ext>
            </a:extLst>
          </p:cNvPr>
          <p:cNvGrpSpPr>
            <a:grpSpLocks/>
          </p:cNvGrpSpPr>
          <p:nvPr/>
        </p:nvGrpSpPr>
        <p:grpSpPr bwMode="auto">
          <a:xfrm>
            <a:off x="11724794" y="3183532"/>
            <a:ext cx="576263" cy="611187"/>
            <a:chOff x="4860032" y="2097192"/>
            <a:chExt cx="972108" cy="611728"/>
          </a:xfrm>
        </p:grpSpPr>
        <p:cxnSp>
          <p:nvCxnSpPr>
            <p:cNvPr id="100" name="Straight Connector 209">
              <a:extLst>
                <a:ext uri="{FF2B5EF4-FFF2-40B4-BE49-F238E27FC236}">
                  <a16:creationId xmlns:a16="http://schemas.microsoft.com/office/drawing/2014/main" id="{414EE319-3DB8-A743-BDC2-88E6C9162804}"/>
                </a:ext>
              </a:extLst>
            </p:cNvPr>
            <p:cNvCxnSpPr>
              <a:cxnSpLocks noChangeShapeType="1"/>
            </p:cNvCxnSpPr>
            <p:nvPr/>
          </p:nvCxnSpPr>
          <p:spPr bwMode="auto">
            <a:xfrm flipV="1">
              <a:off x="5832140" y="2492896"/>
              <a:ext cx="0" cy="216024"/>
            </a:xfrm>
            <a:prstGeom prst="line">
              <a:avLst/>
            </a:prstGeom>
            <a:noFill/>
            <a:ln w="25400" algn="ctr">
              <a:solidFill>
                <a:schemeClr val="accent1"/>
              </a:solidFill>
              <a:round/>
              <a:headEnd/>
              <a:tailEnd/>
            </a:ln>
            <a:extLst>
              <a:ext uri="{909E8E84-426E-40DD-AFC4-6F175D3DCCD1}">
                <a14:hiddenFill xmlns:a14="http://schemas.microsoft.com/office/drawing/2010/main">
                  <a:noFill/>
                </a14:hiddenFill>
              </a:ext>
            </a:extLst>
          </p:spPr>
        </p:cxnSp>
        <p:cxnSp>
          <p:nvCxnSpPr>
            <p:cNvPr id="101" name="Straight Connector 210">
              <a:extLst>
                <a:ext uri="{FF2B5EF4-FFF2-40B4-BE49-F238E27FC236}">
                  <a16:creationId xmlns:a16="http://schemas.microsoft.com/office/drawing/2014/main" id="{1A61777D-6667-704E-BC39-F9B52775364D}"/>
                </a:ext>
              </a:extLst>
            </p:cNvPr>
            <p:cNvCxnSpPr>
              <a:cxnSpLocks noChangeShapeType="1"/>
            </p:cNvCxnSpPr>
            <p:nvPr/>
          </p:nvCxnSpPr>
          <p:spPr bwMode="auto">
            <a:xfrm flipH="1">
              <a:off x="4860032" y="2492896"/>
              <a:ext cx="972108" cy="0"/>
            </a:xfrm>
            <a:prstGeom prst="line">
              <a:avLst/>
            </a:prstGeom>
            <a:noFill/>
            <a:ln w="25400" algn="ctr">
              <a:solidFill>
                <a:schemeClr val="accent1"/>
              </a:solidFill>
              <a:round/>
              <a:headEnd/>
              <a:tailEnd/>
            </a:ln>
            <a:extLst>
              <a:ext uri="{909E8E84-426E-40DD-AFC4-6F175D3DCCD1}">
                <a14:hiddenFill xmlns:a14="http://schemas.microsoft.com/office/drawing/2010/main">
                  <a:noFill/>
                </a14:hiddenFill>
              </a:ext>
            </a:extLst>
          </p:spPr>
        </p:cxnSp>
        <p:cxnSp>
          <p:nvCxnSpPr>
            <p:cNvPr id="102" name="Straight Arrow Connector 211">
              <a:extLst>
                <a:ext uri="{FF2B5EF4-FFF2-40B4-BE49-F238E27FC236}">
                  <a16:creationId xmlns:a16="http://schemas.microsoft.com/office/drawing/2014/main" id="{462D4EF4-7872-7341-8A4B-CEEB2E7571C8}"/>
                </a:ext>
              </a:extLst>
            </p:cNvPr>
            <p:cNvCxnSpPr>
              <a:cxnSpLocks noChangeShapeType="1"/>
            </p:cNvCxnSpPr>
            <p:nvPr/>
          </p:nvCxnSpPr>
          <p:spPr bwMode="auto">
            <a:xfrm flipV="1">
              <a:off x="4860032" y="2097192"/>
              <a:ext cx="0" cy="395704"/>
            </a:xfrm>
            <a:prstGeom prst="straightConnector1">
              <a:avLst/>
            </a:prstGeom>
            <a:noFill/>
            <a:ln w="25400" algn="ctr">
              <a:solidFill>
                <a:schemeClr val="accent1"/>
              </a:solidFill>
              <a:round/>
              <a:headEnd/>
              <a:tailEnd type="arrow" w="med" len="med"/>
            </a:ln>
            <a:extLst>
              <a:ext uri="{909E8E84-426E-40DD-AFC4-6F175D3DCCD1}">
                <a14:hiddenFill xmlns:a14="http://schemas.microsoft.com/office/drawing/2010/main">
                  <a:noFill/>
                </a14:hiddenFill>
              </a:ext>
            </a:extLst>
          </p:spPr>
        </p:cxnSp>
      </p:grpSp>
      <p:grpSp>
        <p:nvGrpSpPr>
          <p:cNvPr id="103" name="Group 212">
            <a:extLst>
              <a:ext uri="{FF2B5EF4-FFF2-40B4-BE49-F238E27FC236}">
                <a16:creationId xmlns:a16="http://schemas.microsoft.com/office/drawing/2014/main" id="{27DEAF99-37C8-0F4D-88B3-A4B27C4D6943}"/>
              </a:ext>
            </a:extLst>
          </p:cNvPr>
          <p:cNvGrpSpPr>
            <a:grpSpLocks/>
          </p:cNvGrpSpPr>
          <p:nvPr/>
        </p:nvGrpSpPr>
        <p:grpSpPr bwMode="auto">
          <a:xfrm>
            <a:off x="7908444" y="3183532"/>
            <a:ext cx="2754313" cy="611187"/>
            <a:chOff x="971600" y="2097192"/>
            <a:chExt cx="2988332" cy="611728"/>
          </a:xfrm>
        </p:grpSpPr>
        <p:cxnSp>
          <p:nvCxnSpPr>
            <p:cNvPr id="104" name="Straight Connector 213">
              <a:extLst>
                <a:ext uri="{FF2B5EF4-FFF2-40B4-BE49-F238E27FC236}">
                  <a16:creationId xmlns:a16="http://schemas.microsoft.com/office/drawing/2014/main" id="{644D3C92-F9DD-0C4F-856D-AB8A31139E3C}"/>
                </a:ext>
              </a:extLst>
            </p:cNvPr>
            <p:cNvCxnSpPr>
              <a:cxnSpLocks noChangeShapeType="1"/>
            </p:cNvCxnSpPr>
            <p:nvPr/>
          </p:nvCxnSpPr>
          <p:spPr bwMode="auto">
            <a:xfrm flipV="1">
              <a:off x="971600" y="2276872"/>
              <a:ext cx="0" cy="432048"/>
            </a:xfrm>
            <a:prstGeom prst="line">
              <a:avLst/>
            </a:prstGeom>
            <a:noFill/>
            <a:ln w="25400" algn="ctr">
              <a:solidFill>
                <a:schemeClr val="accent1"/>
              </a:solidFill>
              <a:round/>
              <a:headEnd/>
              <a:tailEnd/>
            </a:ln>
            <a:extLst>
              <a:ext uri="{909E8E84-426E-40DD-AFC4-6F175D3DCCD1}">
                <a14:hiddenFill xmlns:a14="http://schemas.microsoft.com/office/drawing/2010/main">
                  <a:noFill/>
                </a14:hiddenFill>
              </a:ext>
            </a:extLst>
          </p:spPr>
        </p:cxnSp>
        <p:cxnSp>
          <p:nvCxnSpPr>
            <p:cNvPr id="105" name="Straight Connector 214">
              <a:extLst>
                <a:ext uri="{FF2B5EF4-FFF2-40B4-BE49-F238E27FC236}">
                  <a16:creationId xmlns:a16="http://schemas.microsoft.com/office/drawing/2014/main" id="{8A5BE8C1-26BE-C14A-B702-5C8C2BD4FF12}"/>
                </a:ext>
              </a:extLst>
            </p:cNvPr>
            <p:cNvCxnSpPr>
              <a:cxnSpLocks noChangeShapeType="1"/>
            </p:cNvCxnSpPr>
            <p:nvPr/>
          </p:nvCxnSpPr>
          <p:spPr bwMode="auto">
            <a:xfrm flipH="1">
              <a:off x="971600" y="2276872"/>
              <a:ext cx="2988332" cy="0"/>
            </a:xfrm>
            <a:prstGeom prst="line">
              <a:avLst/>
            </a:prstGeom>
            <a:noFill/>
            <a:ln w="25400" algn="ctr">
              <a:solidFill>
                <a:schemeClr val="accent1"/>
              </a:solidFill>
              <a:round/>
              <a:headEnd/>
              <a:tailEnd/>
            </a:ln>
            <a:extLst>
              <a:ext uri="{909E8E84-426E-40DD-AFC4-6F175D3DCCD1}">
                <a14:hiddenFill xmlns:a14="http://schemas.microsoft.com/office/drawing/2010/main">
                  <a:noFill/>
                </a14:hiddenFill>
              </a:ext>
            </a:extLst>
          </p:spPr>
        </p:cxnSp>
        <p:cxnSp>
          <p:nvCxnSpPr>
            <p:cNvPr id="106" name="Straight Arrow Connector 215">
              <a:extLst>
                <a:ext uri="{FF2B5EF4-FFF2-40B4-BE49-F238E27FC236}">
                  <a16:creationId xmlns:a16="http://schemas.microsoft.com/office/drawing/2014/main" id="{981937CF-32DB-7E48-83B1-8E5AEC7CE60C}"/>
                </a:ext>
              </a:extLst>
            </p:cNvPr>
            <p:cNvCxnSpPr>
              <a:cxnSpLocks noChangeShapeType="1"/>
            </p:cNvCxnSpPr>
            <p:nvPr/>
          </p:nvCxnSpPr>
          <p:spPr bwMode="auto">
            <a:xfrm flipV="1">
              <a:off x="3959932" y="2097192"/>
              <a:ext cx="0" cy="179680"/>
            </a:xfrm>
            <a:prstGeom prst="straightConnector1">
              <a:avLst/>
            </a:prstGeom>
            <a:noFill/>
            <a:ln w="25400" algn="ctr">
              <a:solidFill>
                <a:schemeClr val="accent1"/>
              </a:solidFill>
              <a:round/>
              <a:headEnd/>
              <a:tailEnd type="arrow" w="med" len="med"/>
            </a:ln>
            <a:extLst>
              <a:ext uri="{909E8E84-426E-40DD-AFC4-6F175D3DCCD1}">
                <a14:hiddenFill xmlns:a14="http://schemas.microsoft.com/office/drawing/2010/main">
                  <a:noFill/>
                </a14:hiddenFill>
              </a:ext>
            </a:extLst>
          </p:spPr>
        </p:cxnSp>
      </p:grpSp>
      <p:grpSp>
        <p:nvGrpSpPr>
          <p:cNvPr id="107" name="Group 216">
            <a:extLst>
              <a:ext uri="{FF2B5EF4-FFF2-40B4-BE49-F238E27FC236}">
                <a16:creationId xmlns:a16="http://schemas.microsoft.com/office/drawing/2014/main" id="{DA52F8A4-50F0-3B40-993F-4155A6C88255}"/>
              </a:ext>
            </a:extLst>
          </p:cNvPr>
          <p:cNvGrpSpPr>
            <a:grpSpLocks/>
          </p:cNvGrpSpPr>
          <p:nvPr/>
        </p:nvGrpSpPr>
        <p:grpSpPr bwMode="auto">
          <a:xfrm>
            <a:off x="10176982" y="3183532"/>
            <a:ext cx="647700" cy="611187"/>
            <a:chOff x="3311860" y="2096852"/>
            <a:chExt cx="972108" cy="612068"/>
          </a:xfrm>
        </p:grpSpPr>
        <p:cxnSp>
          <p:nvCxnSpPr>
            <p:cNvPr id="108" name="Straight Connector 217">
              <a:extLst>
                <a:ext uri="{FF2B5EF4-FFF2-40B4-BE49-F238E27FC236}">
                  <a16:creationId xmlns:a16="http://schemas.microsoft.com/office/drawing/2014/main" id="{5DFBF23A-A9B3-9340-A016-9D34ACF5B1CC}"/>
                </a:ext>
              </a:extLst>
            </p:cNvPr>
            <p:cNvCxnSpPr>
              <a:cxnSpLocks noChangeShapeType="1"/>
            </p:cNvCxnSpPr>
            <p:nvPr/>
          </p:nvCxnSpPr>
          <p:spPr bwMode="auto">
            <a:xfrm flipV="1">
              <a:off x="3311860" y="2492896"/>
              <a:ext cx="0" cy="216024"/>
            </a:xfrm>
            <a:prstGeom prst="line">
              <a:avLst/>
            </a:prstGeom>
            <a:noFill/>
            <a:ln w="25400" algn="ctr">
              <a:solidFill>
                <a:schemeClr val="accent1"/>
              </a:solidFill>
              <a:round/>
              <a:headEnd/>
              <a:tailEnd/>
            </a:ln>
            <a:extLst>
              <a:ext uri="{909E8E84-426E-40DD-AFC4-6F175D3DCCD1}">
                <a14:hiddenFill xmlns:a14="http://schemas.microsoft.com/office/drawing/2010/main">
                  <a:noFill/>
                </a14:hiddenFill>
              </a:ext>
            </a:extLst>
          </p:spPr>
        </p:cxnSp>
        <p:cxnSp>
          <p:nvCxnSpPr>
            <p:cNvPr id="109" name="Straight Connector 218">
              <a:extLst>
                <a:ext uri="{FF2B5EF4-FFF2-40B4-BE49-F238E27FC236}">
                  <a16:creationId xmlns:a16="http://schemas.microsoft.com/office/drawing/2014/main" id="{0B997C71-BC4E-2A41-B361-9C4B298B86FA}"/>
                </a:ext>
              </a:extLst>
            </p:cNvPr>
            <p:cNvCxnSpPr>
              <a:cxnSpLocks noChangeShapeType="1"/>
            </p:cNvCxnSpPr>
            <p:nvPr/>
          </p:nvCxnSpPr>
          <p:spPr bwMode="auto">
            <a:xfrm flipH="1">
              <a:off x="3311860" y="2492896"/>
              <a:ext cx="972108" cy="0"/>
            </a:xfrm>
            <a:prstGeom prst="line">
              <a:avLst/>
            </a:prstGeom>
            <a:noFill/>
            <a:ln w="25400" algn="ctr">
              <a:solidFill>
                <a:schemeClr val="accent1"/>
              </a:solidFill>
              <a:round/>
              <a:headEnd/>
              <a:tailEnd/>
            </a:ln>
            <a:extLst>
              <a:ext uri="{909E8E84-426E-40DD-AFC4-6F175D3DCCD1}">
                <a14:hiddenFill xmlns:a14="http://schemas.microsoft.com/office/drawing/2010/main">
                  <a:noFill/>
                </a14:hiddenFill>
              </a:ext>
            </a:extLst>
          </p:spPr>
        </p:cxnSp>
        <p:cxnSp>
          <p:nvCxnSpPr>
            <p:cNvPr id="110" name="Straight Arrow Connector 219">
              <a:extLst>
                <a:ext uri="{FF2B5EF4-FFF2-40B4-BE49-F238E27FC236}">
                  <a16:creationId xmlns:a16="http://schemas.microsoft.com/office/drawing/2014/main" id="{D7B6E265-DDE6-E449-A2AF-66A2289A6D43}"/>
                </a:ext>
              </a:extLst>
            </p:cNvPr>
            <p:cNvCxnSpPr>
              <a:cxnSpLocks noChangeShapeType="1"/>
            </p:cNvCxnSpPr>
            <p:nvPr/>
          </p:nvCxnSpPr>
          <p:spPr bwMode="auto">
            <a:xfrm flipV="1">
              <a:off x="4283968" y="2096852"/>
              <a:ext cx="0" cy="395704"/>
            </a:xfrm>
            <a:prstGeom prst="straightConnector1">
              <a:avLst/>
            </a:prstGeom>
            <a:noFill/>
            <a:ln w="25400" algn="ctr">
              <a:solidFill>
                <a:schemeClr val="accent1"/>
              </a:solidFill>
              <a:round/>
              <a:headEnd/>
              <a:tailEnd type="arrow" w="med" len="med"/>
            </a:ln>
            <a:extLst>
              <a:ext uri="{909E8E84-426E-40DD-AFC4-6F175D3DCCD1}">
                <a14:hiddenFill xmlns:a14="http://schemas.microsoft.com/office/drawing/2010/main">
                  <a:noFill/>
                </a14:hiddenFill>
              </a:ext>
            </a:extLst>
          </p:spPr>
        </p:cxnSp>
      </p:grpSp>
      <p:grpSp>
        <p:nvGrpSpPr>
          <p:cNvPr id="111" name="Group 245">
            <a:extLst>
              <a:ext uri="{FF2B5EF4-FFF2-40B4-BE49-F238E27FC236}">
                <a16:creationId xmlns:a16="http://schemas.microsoft.com/office/drawing/2014/main" id="{38E07E66-0A9C-0F4F-BE57-D70B327FBAAD}"/>
              </a:ext>
            </a:extLst>
          </p:cNvPr>
          <p:cNvGrpSpPr>
            <a:grpSpLocks/>
          </p:cNvGrpSpPr>
          <p:nvPr/>
        </p:nvGrpSpPr>
        <p:grpSpPr bwMode="auto">
          <a:xfrm>
            <a:off x="11248544" y="3183532"/>
            <a:ext cx="404813" cy="3492500"/>
            <a:chOff x="4860032" y="2097192"/>
            <a:chExt cx="972108" cy="611728"/>
          </a:xfrm>
        </p:grpSpPr>
        <p:cxnSp>
          <p:nvCxnSpPr>
            <p:cNvPr id="112" name="Straight Connector 246">
              <a:extLst>
                <a:ext uri="{FF2B5EF4-FFF2-40B4-BE49-F238E27FC236}">
                  <a16:creationId xmlns:a16="http://schemas.microsoft.com/office/drawing/2014/main" id="{8F23A70F-2800-1C4D-8030-DBA97FC1EDB1}"/>
                </a:ext>
              </a:extLst>
            </p:cNvPr>
            <p:cNvCxnSpPr>
              <a:cxnSpLocks noChangeShapeType="1"/>
            </p:cNvCxnSpPr>
            <p:nvPr/>
          </p:nvCxnSpPr>
          <p:spPr bwMode="auto">
            <a:xfrm flipV="1">
              <a:off x="5832140" y="2492896"/>
              <a:ext cx="0" cy="216024"/>
            </a:xfrm>
            <a:prstGeom prst="line">
              <a:avLst/>
            </a:prstGeom>
            <a:noFill/>
            <a:ln w="25400" algn="ctr">
              <a:solidFill>
                <a:schemeClr val="accent1"/>
              </a:solidFill>
              <a:round/>
              <a:headEnd/>
              <a:tailEnd/>
            </a:ln>
            <a:extLst>
              <a:ext uri="{909E8E84-426E-40DD-AFC4-6F175D3DCCD1}">
                <a14:hiddenFill xmlns:a14="http://schemas.microsoft.com/office/drawing/2010/main">
                  <a:noFill/>
                </a14:hiddenFill>
              </a:ext>
            </a:extLst>
          </p:spPr>
        </p:cxnSp>
        <p:cxnSp>
          <p:nvCxnSpPr>
            <p:cNvPr id="113" name="Straight Connector 247">
              <a:extLst>
                <a:ext uri="{FF2B5EF4-FFF2-40B4-BE49-F238E27FC236}">
                  <a16:creationId xmlns:a16="http://schemas.microsoft.com/office/drawing/2014/main" id="{CE2B4FAB-FA7D-CF41-B1B6-1EDAFEB0A441}"/>
                </a:ext>
              </a:extLst>
            </p:cNvPr>
            <p:cNvCxnSpPr>
              <a:cxnSpLocks noChangeShapeType="1"/>
            </p:cNvCxnSpPr>
            <p:nvPr/>
          </p:nvCxnSpPr>
          <p:spPr bwMode="auto">
            <a:xfrm flipH="1">
              <a:off x="4860032" y="2492896"/>
              <a:ext cx="972108" cy="0"/>
            </a:xfrm>
            <a:prstGeom prst="line">
              <a:avLst/>
            </a:prstGeom>
            <a:noFill/>
            <a:ln w="25400" algn="ctr">
              <a:solidFill>
                <a:schemeClr val="accent1"/>
              </a:solidFill>
              <a:round/>
              <a:headEnd/>
              <a:tailEnd/>
            </a:ln>
            <a:extLst>
              <a:ext uri="{909E8E84-426E-40DD-AFC4-6F175D3DCCD1}">
                <a14:hiddenFill xmlns:a14="http://schemas.microsoft.com/office/drawing/2010/main">
                  <a:noFill/>
                </a14:hiddenFill>
              </a:ext>
            </a:extLst>
          </p:spPr>
        </p:cxnSp>
        <p:cxnSp>
          <p:nvCxnSpPr>
            <p:cNvPr id="114" name="Straight Arrow Connector 248">
              <a:extLst>
                <a:ext uri="{FF2B5EF4-FFF2-40B4-BE49-F238E27FC236}">
                  <a16:creationId xmlns:a16="http://schemas.microsoft.com/office/drawing/2014/main" id="{9E276135-9559-9E4E-920D-07DABC7C863D}"/>
                </a:ext>
              </a:extLst>
            </p:cNvPr>
            <p:cNvCxnSpPr>
              <a:cxnSpLocks noChangeShapeType="1"/>
            </p:cNvCxnSpPr>
            <p:nvPr/>
          </p:nvCxnSpPr>
          <p:spPr bwMode="auto">
            <a:xfrm flipV="1">
              <a:off x="4860032" y="2097192"/>
              <a:ext cx="0" cy="395704"/>
            </a:xfrm>
            <a:prstGeom prst="straightConnector1">
              <a:avLst/>
            </a:prstGeom>
            <a:noFill/>
            <a:ln w="25400" algn="ctr">
              <a:solidFill>
                <a:schemeClr val="accent1"/>
              </a:solidFill>
              <a:round/>
              <a:headEnd/>
              <a:tailEnd type="arrow" w="med" len="med"/>
            </a:ln>
            <a:extLst>
              <a:ext uri="{909E8E84-426E-40DD-AFC4-6F175D3DCCD1}">
                <a14:hiddenFill xmlns:a14="http://schemas.microsoft.com/office/drawing/2010/main">
                  <a:noFill/>
                </a14:hiddenFill>
              </a:ext>
            </a:extLst>
          </p:spPr>
        </p:cxnSp>
      </p:grpSp>
      <p:grpSp>
        <p:nvGrpSpPr>
          <p:cNvPr id="115" name="Group 257">
            <a:extLst>
              <a:ext uri="{FF2B5EF4-FFF2-40B4-BE49-F238E27FC236}">
                <a16:creationId xmlns:a16="http://schemas.microsoft.com/office/drawing/2014/main" id="{442C3CB5-F245-8947-A962-E739E1BC9C86}"/>
              </a:ext>
            </a:extLst>
          </p:cNvPr>
          <p:cNvGrpSpPr>
            <a:grpSpLocks/>
          </p:cNvGrpSpPr>
          <p:nvPr/>
        </p:nvGrpSpPr>
        <p:grpSpPr bwMode="auto">
          <a:xfrm>
            <a:off x="9853132" y="3183532"/>
            <a:ext cx="1260475" cy="3498850"/>
            <a:chOff x="3815916" y="2097193"/>
            <a:chExt cx="1260140" cy="3498194"/>
          </a:xfrm>
        </p:grpSpPr>
        <p:cxnSp>
          <p:nvCxnSpPr>
            <p:cNvPr id="116" name="Straight Connector 258">
              <a:extLst>
                <a:ext uri="{FF2B5EF4-FFF2-40B4-BE49-F238E27FC236}">
                  <a16:creationId xmlns:a16="http://schemas.microsoft.com/office/drawing/2014/main" id="{24CB7388-7973-184B-B595-965F2A5B3376}"/>
                </a:ext>
              </a:extLst>
            </p:cNvPr>
            <p:cNvCxnSpPr>
              <a:cxnSpLocks noChangeShapeType="1"/>
            </p:cNvCxnSpPr>
            <p:nvPr/>
          </p:nvCxnSpPr>
          <p:spPr bwMode="auto">
            <a:xfrm flipV="1">
              <a:off x="3815916" y="5409220"/>
              <a:ext cx="0" cy="186167"/>
            </a:xfrm>
            <a:prstGeom prst="line">
              <a:avLst/>
            </a:prstGeom>
            <a:noFill/>
            <a:ln w="25400" algn="ctr">
              <a:solidFill>
                <a:schemeClr val="accent1"/>
              </a:solidFill>
              <a:round/>
              <a:headEnd/>
              <a:tailEnd/>
            </a:ln>
            <a:extLst>
              <a:ext uri="{909E8E84-426E-40DD-AFC4-6F175D3DCCD1}">
                <a14:hiddenFill xmlns:a14="http://schemas.microsoft.com/office/drawing/2010/main">
                  <a:noFill/>
                </a14:hiddenFill>
              </a:ext>
            </a:extLst>
          </p:spPr>
        </p:cxnSp>
        <p:cxnSp>
          <p:nvCxnSpPr>
            <p:cNvPr id="117" name="Straight Connector 259">
              <a:extLst>
                <a:ext uri="{FF2B5EF4-FFF2-40B4-BE49-F238E27FC236}">
                  <a16:creationId xmlns:a16="http://schemas.microsoft.com/office/drawing/2014/main" id="{881478F0-280C-4D48-B960-5399DBF1C737}"/>
                </a:ext>
              </a:extLst>
            </p:cNvPr>
            <p:cNvCxnSpPr>
              <a:cxnSpLocks noChangeShapeType="1"/>
            </p:cNvCxnSpPr>
            <p:nvPr/>
          </p:nvCxnSpPr>
          <p:spPr bwMode="auto">
            <a:xfrm flipH="1">
              <a:off x="3815916" y="5409220"/>
              <a:ext cx="1260140" cy="0"/>
            </a:xfrm>
            <a:prstGeom prst="line">
              <a:avLst/>
            </a:prstGeom>
            <a:noFill/>
            <a:ln w="25400" algn="ctr">
              <a:solidFill>
                <a:schemeClr val="accent1"/>
              </a:solidFill>
              <a:round/>
              <a:headEnd/>
              <a:tailEnd/>
            </a:ln>
            <a:extLst>
              <a:ext uri="{909E8E84-426E-40DD-AFC4-6F175D3DCCD1}">
                <a14:hiddenFill xmlns:a14="http://schemas.microsoft.com/office/drawing/2010/main">
                  <a:noFill/>
                </a14:hiddenFill>
              </a:ext>
            </a:extLst>
          </p:spPr>
        </p:cxnSp>
        <p:cxnSp>
          <p:nvCxnSpPr>
            <p:cNvPr id="118" name="Straight Arrow Connector 260">
              <a:extLst>
                <a:ext uri="{FF2B5EF4-FFF2-40B4-BE49-F238E27FC236}">
                  <a16:creationId xmlns:a16="http://schemas.microsoft.com/office/drawing/2014/main" id="{85C28AA7-323A-3A4F-91A2-08A97A5D89BF}"/>
                </a:ext>
              </a:extLst>
            </p:cNvPr>
            <p:cNvCxnSpPr>
              <a:cxnSpLocks noChangeShapeType="1"/>
            </p:cNvCxnSpPr>
            <p:nvPr/>
          </p:nvCxnSpPr>
          <p:spPr bwMode="auto">
            <a:xfrm flipV="1">
              <a:off x="5076056" y="2097193"/>
              <a:ext cx="0" cy="3312027"/>
            </a:xfrm>
            <a:prstGeom prst="straightConnector1">
              <a:avLst/>
            </a:prstGeom>
            <a:noFill/>
            <a:ln w="25400" algn="ctr">
              <a:solidFill>
                <a:schemeClr val="accent1"/>
              </a:solidFill>
              <a:round/>
              <a:headEnd/>
              <a:tailEnd type="arrow" w="med" len="med"/>
            </a:ln>
            <a:extLst>
              <a:ext uri="{909E8E84-426E-40DD-AFC4-6F175D3DCCD1}">
                <a14:hiddenFill xmlns:a14="http://schemas.microsoft.com/office/drawing/2010/main">
                  <a:noFill/>
                </a14:hiddenFill>
              </a:ext>
            </a:extLst>
          </p:spPr>
        </p:cxnSp>
      </p:grpSp>
      <p:sp>
        <p:nvSpPr>
          <p:cNvPr id="119" name="Rectangle 19">
            <a:extLst>
              <a:ext uri="{FF2B5EF4-FFF2-40B4-BE49-F238E27FC236}">
                <a16:creationId xmlns:a16="http://schemas.microsoft.com/office/drawing/2014/main" id="{B235CC21-D3BB-8F41-BE57-792AD2C59CD6}"/>
              </a:ext>
            </a:extLst>
          </p:cNvPr>
          <p:cNvSpPr>
            <a:spLocks noChangeArrowheads="1"/>
          </p:cNvSpPr>
          <p:nvPr/>
        </p:nvSpPr>
        <p:spPr bwMode="auto">
          <a:xfrm>
            <a:off x="7460769" y="2262067"/>
            <a:ext cx="2124075" cy="828432"/>
          </a:xfrm>
          <a:prstGeom prst="rect">
            <a:avLst/>
          </a:prstGeom>
          <a:solidFill>
            <a:schemeClr val="bg2">
              <a:lumMod val="75000"/>
              <a:alpha val="39000"/>
            </a:schemeClr>
          </a:solidFill>
          <a:ln w="9525">
            <a:noFill/>
            <a:miter lim="800000"/>
            <a:headEnd/>
            <a:tailEnd/>
          </a:ln>
          <a:effectLst/>
        </p:spPr>
        <p:txBody>
          <a:bodyPr lIns="90488" tIns="44450" rIns="90488" bIns="44450" anchor="ctr">
            <a:spAutoFit/>
          </a:bodyPr>
          <a:lstStyle/>
          <a:p>
            <a:pPr marL="0" marR="0" lvl="0" indent="0" algn="ctr" defTabSz="812810" rtl="0" eaLnBrk="1" fontAlgn="auto" latinLnBrk="0" hangingPunct="1">
              <a:lnSpc>
                <a:spcPct val="100000"/>
              </a:lnSpc>
              <a:spcBef>
                <a:spcPts val="0"/>
              </a:spcBef>
              <a:spcAft>
                <a:spcPts val="0"/>
              </a:spcAft>
              <a:buClrTx/>
              <a:buSzTx/>
              <a:buFontTx/>
              <a:buNone/>
              <a:tabLst/>
              <a:defRPr/>
            </a:pPr>
            <a:r>
              <a:rPr kumimoji="0" lang="en-US" sz="1600" b="0" i="0" u="none" strike="noStrike" kern="0" cap="none" spc="0" normalizeH="0" baseline="0" noProof="0" dirty="0">
                <a:ln>
                  <a:noFill/>
                </a:ln>
                <a:solidFill>
                  <a:srgbClr val="00274C"/>
                </a:solidFill>
                <a:effectLst/>
                <a:uLnTx/>
                <a:uFillTx/>
                <a:latin typeface="Arial" panose="020B0604020202020204" pitchFamily="34" charset="0"/>
                <a:ea typeface="+mn-ea"/>
                <a:cs typeface="Arial" panose="020B0604020202020204" pitchFamily="34" charset="0"/>
              </a:rPr>
              <a:t>Disposal, redmud from bauxite digestion </a:t>
            </a:r>
          </a:p>
        </p:txBody>
      </p:sp>
      <p:sp>
        <p:nvSpPr>
          <p:cNvPr id="120" name="Rectangle 19">
            <a:extLst>
              <a:ext uri="{FF2B5EF4-FFF2-40B4-BE49-F238E27FC236}">
                <a16:creationId xmlns:a16="http://schemas.microsoft.com/office/drawing/2014/main" id="{932D4A53-5965-864B-A82C-9ED1F83F8875}"/>
              </a:ext>
            </a:extLst>
          </p:cNvPr>
          <p:cNvSpPr>
            <a:spLocks noChangeArrowheads="1"/>
          </p:cNvSpPr>
          <p:nvPr/>
        </p:nvSpPr>
        <p:spPr bwMode="auto">
          <a:xfrm>
            <a:off x="13086869" y="2233614"/>
            <a:ext cx="1873250" cy="582211"/>
          </a:xfrm>
          <a:prstGeom prst="rect">
            <a:avLst/>
          </a:prstGeom>
          <a:solidFill>
            <a:schemeClr val="bg2">
              <a:lumMod val="75000"/>
              <a:alpha val="39000"/>
            </a:schemeClr>
          </a:solidFill>
          <a:ln w="9525">
            <a:noFill/>
            <a:miter lim="800000"/>
            <a:headEnd/>
            <a:tailEnd/>
          </a:ln>
          <a:effectLst/>
        </p:spPr>
        <p:txBody>
          <a:bodyPr lIns="90488" tIns="44450" rIns="90488" bIns="44450" anchor="ctr">
            <a:spAutoFit/>
          </a:bodyPr>
          <a:lstStyle/>
          <a:p>
            <a:pPr marL="0" marR="0" lvl="0" indent="0" algn="ctr" defTabSz="812810" rtl="0" eaLnBrk="1" fontAlgn="auto" latinLnBrk="0" hangingPunct="1">
              <a:lnSpc>
                <a:spcPct val="100000"/>
              </a:lnSpc>
              <a:spcBef>
                <a:spcPts val="0"/>
              </a:spcBef>
              <a:spcAft>
                <a:spcPts val="0"/>
              </a:spcAft>
              <a:buClrTx/>
              <a:buSzTx/>
              <a:buFontTx/>
              <a:buNone/>
              <a:tabLst/>
              <a:defRPr/>
            </a:pPr>
            <a:r>
              <a:rPr kumimoji="0" lang="en-US" sz="1600" b="0" i="0" u="none" strike="noStrike" kern="0" cap="none" spc="0" normalizeH="0" baseline="0" noProof="0" dirty="0">
                <a:ln>
                  <a:noFill/>
                </a:ln>
                <a:solidFill>
                  <a:srgbClr val="00274C"/>
                </a:solidFill>
                <a:effectLst/>
                <a:uLnTx/>
                <a:uFillTx/>
                <a:latin typeface="Arial" panose="020B0604020202020204" pitchFamily="34" charset="0"/>
                <a:ea typeface="+mn-ea"/>
                <a:cs typeface="Arial" panose="020B0604020202020204" pitchFamily="34" charset="0"/>
              </a:rPr>
              <a:t>Disposal, filter dust Al electrolysis </a:t>
            </a:r>
          </a:p>
        </p:txBody>
      </p:sp>
      <p:grpSp>
        <p:nvGrpSpPr>
          <p:cNvPr id="121" name="Group 99">
            <a:extLst>
              <a:ext uri="{FF2B5EF4-FFF2-40B4-BE49-F238E27FC236}">
                <a16:creationId xmlns:a16="http://schemas.microsoft.com/office/drawing/2014/main" id="{F81C8B16-65F1-6B4D-9407-8EA235214323}"/>
              </a:ext>
            </a:extLst>
          </p:cNvPr>
          <p:cNvGrpSpPr>
            <a:grpSpLocks/>
          </p:cNvGrpSpPr>
          <p:nvPr/>
        </p:nvGrpSpPr>
        <p:grpSpPr bwMode="auto">
          <a:xfrm rot="5400000">
            <a:off x="12438375" y="2136576"/>
            <a:ext cx="331787" cy="965200"/>
            <a:chOff x="4860032" y="2097192"/>
            <a:chExt cx="972108" cy="611728"/>
          </a:xfrm>
        </p:grpSpPr>
        <p:cxnSp>
          <p:nvCxnSpPr>
            <p:cNvPr id="122" name="Straight Connector 100">
              <a:extLst>
                <a:ext uri="{FF2B5EF4-FFF2-40B4-BE49-F238E27FC236}">
                  <a16:creationId xmlns:a16="http://schemas.microsoft.com/office/drawing/2014/main" id="{74889739-9D78-EE42-9DC4-285D9CF9374F}"/>
                </a:ext>
              </a:extLst>
            </p:cNvPr>
            <p:cNvCxnSpPr>
              <a:cxnSpLocks noChangeShapeType="1"/>
            </p:cNvCxnSpPr>
            <p:nvPr/>
          </p:nvCxnSpPr>
          <p:spPr bwMode="auto">
            <a:xfrm flipV="1">
              <a:off x="5832140" y="2492896"/>
              <a:ext cx="0" cy="216024"/>
            </a:xfrm>
            <a:prstGeom prst="line">
              <a:avLst/>
            </a:prstGeom>
            <a:noFill/>
            <a:ln w="25400" algn="ctr">
              <a:solidFill>
                <a:schemeClr val="accent1"/>
              </a:solidFill>
              <a:round/>
              <a:headEnd/>
              <a:tailEnd/>
            </a:ln>
            <a:extLst>
              <a:ext uri="{909E8E84-426E-40DD-AFC4-6F175D3DCCD1}">
                <a14:hiddenFill xmlns:a14="http://schemas.microsoft.com/office/drawing/2010/main">
                  <a:noFill/>
                </a14:hiddenFill>
              </a:ext>
            </a:extLst>
          </p:spPr>
        </p:cxnSp>
        <p:cxnSp>
          <p:nvCxnSpPr>
            <p:cNvPr id="123" name="Straight Connector 101">
              <a:extLst>
                <a:ext uri="{FF2B5EF4-FFF2-40B4-BE49-F238E27FC236}">
                  <a16:creationId xmlns:a16="http://schemas.microsoft.com/office/drawing/2014/main" id="{0FB1BA01-62C6-684D-A7CC-0AFB767F4289}"/>
                </a:ext>
              </a:extLst>
            </p:cNvPr>
            <p:cNvCxnSpPr>
              <a:cxnSpLocks noChangeShapeType="1"/>
            </p:cNvCxnSpPr>
            <p:nvPr/>
          </p:nvCxnSpPr>
          <p:spPr bwMode="auto">
            <a:xfrm flipH="1">
              <a:off x="4860032" y="2492896"/>
              <a:ext cx="972108" cy="0"/>
            </a:xfrm>
            <a:prstGeom prst="line">
              <a:avLst/>
            </a:prstGeom>
            <a:noFill/>
            <a:ln w="25400" algn="ctr">
              <a:solidFill>
                <a:schemeClr val="accent1"/>
              </a:solidFill>
              <a:round/>
              <a:headEnd/>
              <a:tailEnd/>
            </a:ln>
            <a:extLst>
              <a:ext uri="{909E8E84-426E-40DD-AFC4-6F175D3DCCD1}">
                <a14:hiddenFill xmlns:a14="http://schemas.microsoft.com/office/drawing/2010/main">
                  <a:noFill/>
                </a14:hiddenFill>
              </a:ext>
            </a:extLst>
          </p:spPr>
        </p:cxnSp>
        <p:cxnSp>
          <p:nvCxnSpPr>
            <p:cNvPr id="124" name="Straight Arrow Connector 102">
              <a:extLst>
                <a:ext uri="{FF2B5EF4-FFF2-40B4-BE49-F238E27FC236}">
                  <a16:creationId xmlns:a16="http://schemas.microsoft.com/office/drawing/2014/main" id="{1916CA6B-2436-CF4B-BB0C-6217A33A222C}"/>
                </a:ext>
              </a:extLst>
            </p:cNvPr>
            <p:cNvCxnSpPr>
              <a:cxnSpLocks noChangeShapeType="1"/>
            </p:cNvCxnSpPr>
            <p:nvPr/>
          </p:nvCxnSpPr>
          <p:spPr bwMode="auto">
            <a:xfrm flipV="1">
              <a:off x="4860032" y="2097192"/>
              <a:ext cx="0" cy="395704"/>
            </a:xfrm>
            <a:prstGeom prst="straightConnector1">
              <a:avLst/>
            </a:prstGeom>
            <a:noFill/>
            <a:ln w="25400" algn="ctr">
              <a:solidFill>
                <a:schemeClr val="accent1"/>
              </a:solidFill>
              <a:round/>
              <a:headEnd/>
              <a:tailEnd type="arrow" w="med" len="med"/>
            </a:ln>
            <a:extLst>
              <a:ext uri="{909E8E84-426E-40DD-AFC4-6F175D3DCCD1}">
                <a14:hiddenFill xmlns:a14="http://schemas.microsoft.com/office/drawing/2010/main">
                  <a:noFill/>
                </a14:hiddenFill>
              </a:ext>
            </a:extLst>
          </p:spPr>
        </p:cxnSp>
      </p:grpSp>
      <p:grpSp>
        <p:nvGrpSpPr>
          <p:cNvPr id="125" name="Group 103">
            <a:extLst>
              <a:ext uri="{FF2B5EF4-FFF2-40B4-BE49-F238E27FC236}">
                <a16:creationId xmlns:a16="http://schemas.microsoft.com/office/drawing/2014/main" id="{2FEF0F6E-1C1C-0045-99FD-5FAC9698FAE4}"/>
              </a:ext>
            </a:extLst>
          </p:cNvPr>
          <p:cNvGrpSpPr>
            <a:grpSpLocks/>
          </p:cNvGrpSpPr>
          <p:nvPr/>
        </p:nvGrpSpPr>
        <p:grpSpPr bwMode="auto">
          <a:xfrm rot="5400000" flipV="1">
            <a:off x="9906313" y="2127050"/>
            <a:ext cx="330200" cy="941388"/>
            <a:chOff x="4860032" y="2097192"/>
            <a:chExt cx="972108" cy="611728"/>
          </a:xfrm>
        </p:grpSpPr>
        <p:cxnSp>
          <p:nvCxnSpPr>
            <p:cNvPr id="126" name="Straight Connector 104">
              <a:extLst>
                <a:ext uri="{FF2B5EF4-FFF2-40B4-BE49-F238E27FC236}">
                  <a16:creationId xmlns:a16="http://schemas.microsoft.com/office/drawing/2014/main" id="{5E495DB6-2F51-5A48-A6A3-1EEB24B5ABAB}"/>
                </a:ext>
              </a:extLst>
            </p:cNvPr>
            <p:cNvCxnSpPr>
              <a:cxnSpLocks noChangeShapeType="1"/>
            </p:cNvCxnSpPr>
            <p:nvPr/>
          </p:nvCxnSpPr>
          <p:spPr bwMode="auto">
            <a:xfrm flipV="1">
              <a:off x="5832140" y="2492896"/>
              <a:ext cx="0" cy="216024"/>
            </a:xfrm>
            <a:prstGeom prst="line">
              <a:avLst/>
            </a:prstGeom>
            <a:noFill/>
            <a:ln w="25400" algn="ctr">
              <a:solidFill>
                <a:schemeClr val="accent1"/>
              </a:solidFill>
              <a:round/>
              <a:headEnd/>
              <a:tailEnd/>
            </a:ln>
            <a:extLst>
              <a:ext uri="{909E8E84-426E-40DD-AFC4-6F175D3DCCD1}">
                <a14:hiddenFill xmlns:a14="http://schemas.microsoft.com/office/drawing/2010/main">
                  <a:noFill/>
                </a14:hiddenFill>
              </a:ext>
            </a:extLst>
          </p:spPr>
        </p:cxnSp>
        <p:cxnSp>
          <p:nvCxnSpPr>
            <p:cNvPr id="127" name="Straight Connector 105">
              <a:extLst>
                <a:ext uri="{FF2B5EF4-FFF2-40B4-BE49-F238E27FC236}">
                  <a16:creationId xmlns:a16="http://schemas.microsoft.com/office/drawing/2014/main" id="{F7830BF7-03B8-324A-B078-7DC30515CF0A}"/>
                </a:ext>
              </a:extLst>
            </p:cNvPr>
            <p:cNvCxnSpPr>
              <a:cxnSpLocks noChangeShapeType="1"/>
            </p:cNvCxnSpPr>
            <p:nvPr/>
          </p:nvCxnSpPr>
          <p:spPr bwMode="auto">
            <a:xfrm flipH="1">
              <a:off x="4860032" y="2492896"/>
              <a:ext cx="972108" cy="0"/>
            </a:xfrm>
            <a:prstGeom prst="line">
              <a:avLst/>
            </a:prstGeom>
            <a:noFill/>
            <a:ln w="25400" algn="ctr">
              <a:solidFill>
                <a:schemeClr val="accent1"/>
              </a:solidFill>
              <a:round/>
              <a:headEnd/>
              <a:tailEnd/>
            </a:ln>
            <a:extLst>
              <a:ext uri="{909E8E84-426E-40DD-AFC4-6F175D3DCCD1}">
                <a14:hiddenFill xmlns:a14="http://schemas.microsoft.com/office/drawing/2010/main">
                  <a:noFill/>
                </a14:hiddenFill>
              </a:ext>
            </a:extLst>
          </p:spPr>
        </p:cxnSp>
        <p:cxnSp>
          <p:nvCxnSpPr>
            <p:cNvPr id="128" name="Straight Arrow Connector 106">
              <a:extLst>
                <a:ext uri="{FF2B5EF4-FFF2-40B4-BE49-F238E27FC236}">
                  <a16:creationId xmlns:a16="http://schemas.microsoft.com/office/drawing/2014/main" id="{B6111144-1A69-AF4B-B811-574205A26A53}"/>
                </a:ext>
              </a:extLst>
            </p:cNvPr>
            <p:cNvCxnSpPr>
              <a:cxnSpLocks noChangeShapeType="1"/>
            </p:cNvCxnSpPr>
            <p:nvPr/>
          </p:nvCxnSpPr>
          <p:spPr bwMode="auto">
            <a:xfrm flipV="1">
              <a:off x="4860032" y="2097192"/>
              <a:ext cx="0" cy="395704"/>
            </a:xfrm>
            <a:prstGeom prst="straightConnector1">
              <a:avLst/>
            </a:prstGeom>
            <a:noFill/>
            <a:ln w="25400" algn="ctr">
              <a:solidFill>
                <a:schemeClr val="accent1"/>
              </a:solidFill>
              <a:round/>
              <a:headEnd/>
              <a:tailEnd type="arrow" w="med" len="med"/>
            </a:ln>
            <a:extLst>
              <a:ext uri="{909E8E84-426E-40DD-AFC4-6F175D3DCCD1}">
                <a14:hiddenFill xmlns:a14="http://schemas.microsoft.com/office/drawing/2010/main">
                  <a:noFill/>
                </a14:hiddenFill>
              </a:ext>
            </a:extLst>
          </p:spPr>
        </p:cxnSp>
      </p:grpSp>
      <p:sp>
        <p:nvSpPr>
          <p:cNvPr id="130" name="Rectangle 2">
            <a:extLst>
              <a:ext uri="{FF2B5EF4-FFF2-40B4-BE49-F238E27FC236}">
                <a16:creationId xmlns:a16="http://schemas.microsoft.com/office/drawing/2014/main" id="{A3AFDC6D-235A-4D41-9A1A-CCC4CE540A4D}"/>
              </a:ext>
            </a:extLst>
          </p:cNvPr>
          <p:cNvSpPr>
            <a:spLocks noChangeArrowheads="1"/>
          </p:cNvSpPr>
          <p:nvPr/>
        </p:nvSpPr>
        <p:spPr bwMode="auto">
          <a:xfrm>
            <a:off x="7149620" y="5276118"/>
            <a:ext cx="3622675"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812810" rtl="0" eaLnBrk="1" fontAlgn="auto" latinLnBrk="0" hangingPunct="1">
              <a:lnSpc>
                <a:spcPct val="80000"/>
              </a:lnSpc>
              <a:spcBef>
                <a:spcPct val="10000"/>
              </a:spcBef>
              <a:spcAft>
                <a:spcPts val="0"/>
              </a:spcAft>
              <a:buClrTx/>
              <a:buSzTx/>
              <a:buFontTx/>
              <a:buNone/>
              <a:tabLst/>
              <a:defRPr/>
            </a:pPr>
            <a:r>
              <a:rPr kumimoji="0" lang="en-US" altLang="en-US" sz="2000" b="0" i="0" u="none" strike="noStrike" kern="1200" cap="none" spc="0" normalizeH="0" baseline="0" noProof="0" dirty="0">
                <a:ln>
                  <a:noFill/>
                </a:ln>
                <a:solidFill>
                  <a:srgbClr val="00274C"/>
                </a:solidFill>
                <a:effectLst/>
                <a:uLnTx/>
                <a:uFillTx/>
                <a:latin typeface="Arial" panose="020B0604020202020204" pitchFamily="34" charset="0"/>
                <a:ea typeface="+mn-ea"/>
                <a:cs typeface="+mn-cs"/>
              </a:rPr>
              <a:t>Follow</a:t>
            </a:r>
            <a:r>
              <a:rPr kumimoji="0" lang="en-US" altLang="en-US" sz="2000" b="0" i="1" u="none" strike="noStrike" kern="1200" cap="none" spc="0" normalizeH="0" baseline="0" noProof="0" dirty="0">
                <a:ln>
                  <a:noFill/>
                </a:ln>
                <a:solidFill>
                  <a:srgbClr val="407EC9"/>
                </a:solidFill>
                <a:effectLst/>
                <a:uLnTx/>
                <a:uFillTx/>
                <a:latin typeface="Arial" panose="020B0604020202020204" pitchFamily="34" charset="0"/>
                <a:ea typeface="+mn-ea"/>
                <a:cs typeface="+mn-cs"/>
              </a:rPr>
              <a:t> intermediary flows </a:t>
            </a:r>
            <a:r>
              <a:rPr kumimoji="0" lang="en-US" altLang="en-US" sz="2000" b="0" i="0" u="none" strike="noStrike" kern="1200" cap="none" spc="0" normalizeH="0" baseline="0" noProof="0" dirty="0">
                <a:ln>
                  <a:noFill/>
                </a:ln>
                <a:solidFill>
                  <a:srgbClr val="00274C"/>
                </a:solidFill>
                <a:effectLst/>
                <a:uLnTx/>
                <a:uFillTx/>
                <a:latin typeface="Arial" panose="020B0604020202020204" pitchFamily="34" charset="0"/>
                <a:ea typeface="+mn-ea"/>
                <a:cs typeface="+mn-cs"/>
              </a:rPr>
              <a:t/>
            </a:r>
            <a:br>
              <a:rPr kumimoji="0" lang="en-US" altLang="en-US" sz="2000" b="0" i="0" u="none" strike="noStrike" kern="1200" cap="none" spc="0" normalizeH="0" baseline="0" noProof="0" dirty="0">
                <a:ln>
                  <a:noFill/>
                </a:ln>
                <a:solidFill>
                  <a:srgbClr val="00274C"/>
                </a:solidFill>
                <a:effectLst/>
                <a:uLnTx/>
                <a:uFillTx/>
                <a:latin typeface="Arial" panose="020B0604020202020204" pitchFamily="34" charset="0"/>
                <a:ea typeface="+mn-ea"/>
                <a:cs typeface="+mn-cs"/>
              </a:rPr>
            </a:br>
            <a:r>
              <a:rPr kumimoji="0" lang="en-US" altLang="en-US" sz="2000" b="0" i="0" u="none" strike="noStrike" kern="1200" cap="none" spc="0" normalizeH="0" baseline="0" noProof="0" dirty="0">
                <a:ln>
                  <a:noFill/>
                </a:ln>
                <a:solidFill>
                  <a:srgbClr val="00274C"/>
                </a:solidFill>
                <a:effectLst/>
                <a:uLnTx/>
                <a:uFillTx/>
                <a:latin typeface="Arial" panose="020B0604020202020204" pitchFamily="34" charset="0"/>
                <a:ea typeface="+mn-ea"/>
                <a:cs typeface="+mn-cs"/>
              </a:rPr>
              <a:t>of </a:t>
            </a:r>
            <a:r>
              <a:rPr kumimoji="0" lang="en-US" altLang="en-US" sz="2000" b="1" i="0" u="none" strike="noStrike" kern="1200" cap="none" spc="0" normalizeH="0" baseline="0" noProof="0" dirty="0">
                <a:ln>
                  <a:noFill/>
                </a:ln>
                <a:solidFill>
                  <a:srgbClr val="00274C"/>
                </a:solidFill>
                <a:effectLst/>
                <a:uLnTx/>
                <a:uFillTx/>
                <a:latin typeface="Arial" panose="020B0604020202020204" pitchFamily="34" charset="0"/>
                <a:ea typeface="+mn-ea"/>
                <a:cs typeface="+mn-cs"/>
              </a:rPr>
              <a:t>Tier 1</a:t>
            </a:r>
            <a:r>
              <a:rPr kumimoji="0" lang="en-US" altLang="en-US" sz="2000" b="0" i="0" u="none" strike="noStrike" kern="1200" cap="none" spc="0" normalizeH="0" baseline="0" noProof="0" dirty="0">
                <a:ln>
                  <a:noFill/>
                </a:ln>
                <a:solidFill>
                  <a:srgbClr val="00274C"/>
                </a:solidFill>
                <a:effectLst/>
                <a:uLnTx/>
                <a:uFillTx/>
                <a:latin typeface="Arial" panose="020B0604020202020204" pitchFamily="34" charset="0"/>
                <a:ea typeface="+mn-ea"/>
                <a:cs typeface="+mn-cs"/>
              </a:rPr>
              <a:t> to get </a:t>
            </a:r>
            <a:r>
              <a:rPr kumimoji="0" lang="en-US" altLang="en-US" sz="2000" b="1" i="0" u="none" strike="noStrike" kern="1200" cap="none" spc="0" normalizeH="0" baseline="0" noProof="0" dirty="0">
                <a:ln>
                  <a:noFill/>
                </a:ln>
                <a:solidFill>
                  <a:srgbClr val="00274C"/>
                </a:solidFill>
                <a:effectLst/>
                <a:uLnTx/>
                <a:uFillTx/>
                <a:latin typeface="Arial" panose="020B0604020202020204" pitchFamily="34" charset="0"/>
                <a:ea typeface="+mn-ea"/>
                <a:cs typeface="+mn-cs"/>
              </a:rPr>
              <a:t>Tier 2</a:t>
            </a:r>
          </a:p>
        </p:txBody>
      </p:sp>
      <p:sp>
        <p:nvSpPr>
          <p:cNvPr id="131" name="TextBox 68">
            <a:extLst>
              <a:ext uri="{FF2B5EF4-FFF2-40B4-BE49-F238E27FC236}">
                <a16:creationId xmlns:a16="http://schemas.microsoft.com/office/drawing/2014/main" id="{46F49662-CD14-5F40-84C2-3E330ED37EFA}"/>
              </a:ext>
            </a:extLst>
          </p:cNvPr>
          <p:cNvSpPr txBox="1">
            <a:spLocks noChangeArrowheads="1"/>
          </p:cNvSpPr>
          <p:nvPr/>
        </p:nvSpPr>
        <p:spPr bwMode="auto">
          <a:xfrm>
            <a:off x="3686893" y="3686802"/>
            <a:ext cx="3531696"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ctr" defTabSz="812810" rtl="0" eaLnBrk="1" fontAlgn="auto" latinLnBrk="0" hangingPunct="1">
              <a:lnSpc>
                <a:spcPct val="100000"/>
              </a:lnSpc>
              <a:spcBef>
                <a:spcPts val="0"/>
              </a:spcBef>
              <a:spcAft>
                <a:spcPts val="0"/>
              </a:spcAft>
              <a:buClrTx/>
              <a:buSzTx/>
              <a:buFontTx/>
              <a:buNone/>
              <a:tabLst/>
              <a:defRPr/>
            </a:pPr>
            <a:r>
              <a:rPr kumimoji="0" lang="en-US" altLang="en-US" sz="2400" b="0" i="0" u="none" strike="noStrike" kern="1200" cap="none" spc="0" normalizeH="0" baseline="0" noProof="0" dirty="0">
                <a:ln>
                  <a:noFill/>
                </a:ln>
                <a:solidFill>
                  <a:srgbClr val="00B2A9"/>
                </a:solidFill>
                <a:effectLst/>
                <a:uLnTx/>
                <a:uFillTx/>
                <a:latin typeface="Arial" panose="020B0604020202020204" pitchFamily="34" charset="0"/>
                <a:ea typeface="+mn-ea"/>
                <a:cs typeface="+mn-cs"/>
              </a:rPr>
              <a:t>1.93 </a:t>
            </a:r>
            <a:r>
              <a:rPr kumimoji="0" lang="en-US" altLang="en-US" sz="2400" b="0" i="0" u="none" strike="noStrike" kern="1200" cap="none" spc="0" normalizeH="0" baseline="0" noProof="0" dirty="0" err="1">
                <a:ln>
                  <a:noFill/>
                </a:ln>
                <a:solidFill>
                  <a:srgbClr val="00B2A9"/>
                </a:solidFill>
                <a:effectLst/>
                <a:uLnTx/>
                <a:uFillTx/>
                <a:latin typeface="Arial" panose="020B0604020202020204" pitchFamily="34" charset="0"/>
                <a:ea typeface="+mn-ea"/>
                <a:cs typeface="+mn-cs"/>
              </a:rPr>
              <a:t>kg</a:t>
            </a:r>
            <a:r>
              <a:rPr kumimoji="0" lang="en-US" altLang="en-US" sz="2400" b="0" i="0" u="none" strike="noStrike" kern="1200" cap="none" spc="0" normalizeH="0" baseline="-25000" noProof="0" dirty="0" err="1">
                <a:ln>
                  <a:noFill/>
                </a:ln>
                <a:solidFill>
                  <a:srgbClr val="00B2A9"/>
                </a:solidFill>
                <a:effectLst/>
                <a:uLnTx/>
                <a:uFillTx/>
                <a:latin typeface="Arial" panose="020B0604020202020204" pitchFamily="34" charset="0"/>
                <a:ea typeface="+mn-ea"/>
                <a:cs typeface="+mn-cs"/>
              </a:rPr>
              <a:t>Al</a:t>
            </a:r>
            <a:r>
              <a:rPr kumimoji="0" lang="en-US" altLang="en-US" sz="2400" b="0" i="0" u="none" strike="noStrike" kern="1200" cap="none" spc="0" normalizeH="0" baseline="-25000" noProof="0" dirty="0">
                <a:ln>
                  <a:noFill/>
                </a:ln>
                <a:solidFill>
                  <a:srgbClr val="00B2A9"/>
                </a:solidFill>
                <a:effectLst/>
                <a:uLnTx/>
                <a:uFillTx/>
                <a:latin typeface="Arial" panose="020B0604020202020204" pitchFamily="34" charset="0"/>
                <a:ea typeface="+mn-ea"/>
                <a:cs typeface="+mn-cs"/>
              </a:rPr>
              <a:t> oxide </a:t>
            </a:r>
            <a:r>
              <a:rPr kumimoji="0" lang="en-US" altLang="en-US" sz="2400" b="0" i="0" u="none" strike="noStrike" kern="1200" cap="none" spc="0" normalizeH="0" baseline="0" noProof="0" dirty="0">
                <a:ln>
                  <a:noFill/>
                </a:ln>
                <a:solidFill>
                  <a:srgbClr val="00B2A9"/>
                </a:solidFill>
                <a:effectLst/>
                <a:uLnTx/>
                <a:uFillTx/>
                <a:latin typeface="Arial" panose="020B0604020202020204" pitchFamily="34" charset="0"/>
                <a:ea typeface="+mn-ea"/>
                <a:cs typeface="+mn-cs"/>
              </a:rPr>
              <a:t>/ </a:t>
            </a:r>
            <a:r>
              <a:rPr kumimoji="0" lang="en-US" altLang="en-US" sz="2400" b="0" i="0" u="none" strike="noStrike" kern="1200" cap="none" spc="0" normalizeH="0" baseline="0" noProof="0" dirty="0" err="1">
                <a:ln>
                  <a:noFill/>
                </a:ln>
                <a:solidFill>
                  <a:srgbClr val="00B2A9"/>
                </a:solidFill>
                <a:effectLst/>
                <a:uLnTx/>
                <a:uFillTx/>
                <a:latin typeface="Arial" panose="020B0604020202020204" pitchFamily="34" charset="0"/>
                <a:ea typeface="+mn-ea"/>
                <a:cs typeface="+mn-cs"/>
              </a:rPr>
              <a:t>kg</a:t>
            </a:r>
            <a:r>
              <a:rPr kumimoji="0" lang="en-US" altLang="en-US" sz="2400" b="0" i="0" u="none" strike="noStrike" kern="1200" cap="none" spc="0" normalizeH="0" baseline="-25000" noProof="0" dirty="0" err="1">
                <a:ln>
                  <a:noFill/>
                </a:ln>
                <a:solidFill>
                  <a:srgbClr val="00B2A9"/>
                </a:solidFill>
                <a:effectLst/>
                <a:uLnTx/>
                <a:uFillTx/>
                <a:latin typeface="Arial" panose="020B0604020202020204" pitchFamily="34" charset="0"/>
                <a:ea typeface="+mn-ea"/>
                <a:cs typeface="+mn-cs"/>
              </a:rPr>
              <a:t>Al</a:t>
            </a:r>
            <a:r>
              <a:rPr kumimoji="0" lang="en-US" altLang="en-US" sz="2400" b="0" i="0" u="none" strike="noStrike" kern="1200" cap="none" spc="0" normalizeH="0" baseline="-25000" noProof="0" dirty="0">
                <a:ln>
                  <a:noFill/>
                </a:ln>
                <a:solidFill>
                  <a:srgbClr val="00B2A9"/>
                </a:solidFill>
                <a:effectLst/>
                <a:uLnTx/>
                <a:uFillTx/>
                <a:latin typeface="Arial" panose="020B0604020202020204" pitchFamily="34" charset="0"/>
                <a:ea typeface="+mn-ea"/>
                <a:cs typeface="+mn-cs"/>
              </a:rPr>
              <a:t> liquid</a:t>
            </a:r>
          </a:p>
        </p:txBody>
      </p:sp>
      <p:sp>
        <p:nvSpPr>
          <p:cNvPr id="95" name="Rectangle 19">
            <a:extLst>
              <a:ext uri="{FF2B5EF4-FFF2-40B4-BE49-F238E27FC236}">
                <a16:creationId xmlns:a16="http://schemas.microsoft.com/office/drawing/2014/main" id="{F0B19CFF-7786-104E-9957-76CC8E7AB826}"/>
              </a:ext>
            </a:extLst>
          </p:cNvPr>
          <p:cNvSpPr>
            <a:spLocks noChangeArrowheads="1"/>
          </p:cNvSpPr>
          <p:nvPr/>
        </p:nvSpPr>
        <p:spPr bwMode="auto">
          <a:xfrm>
            <a:off x="10537344" y="2354979"/>
            <a:ext cx="1584325" cy="828432"/>
          </a:xfrm>
          <a:prstGeom prst="rect">
            <a:avLst/>
          </a:prstGeom>
          <a:solidFill>
            <a:schemeClr val="accent6">
              <a:alpha val="15000"/>
            </a:schemeClr>
          </a:solidFill>
          <a:ln w="9525">
            <a:noFill/>
            <a:miter lim="800000"/>
            <a:headEnd/>
            <a:tailEnd/>
          </a:ln>
          <a:effectLst/>
        </p:spPr>
        <p:txBody>
          <a:bodyPr lIns="90488" tIns="44450" rIns="90488" bIns="44450" anchor="ctr">
            <a:spAutoFit/>
          </a:bodyPr>
          <a:lstStyle/>
          <a:p>
            <a:pPr marL="0" marR="0" lvl="0" indent="0" algn="ctr" defTabSz="812810" rtl="0" eaLnBrk="1" fontAlgn="auto" latinLnBrk="0" hangingPunct="1">
              <a:lnSpc>
                <a:spcPct val="100000"/>
              </a:lnSpc>
              <a:spcBef>
                <a:spcPts val="0"/>
              </a:spcBef>
              <a:spcAft>
                <a:spcPts val="0"/>
              </a:spcAft>
              <a:buClrTx/>
              <a:buSzTx/>
              <a:buFontTx/>
              <a:buNone/>
              <a:tabLst/>
              <a:defRPr/>
            </a:pPr>
            <a:r>
              <a:rPr kumimoji="0" lang="en-US" sz="1600" b="1" i="0" u="none" strike="noStrike" kern="0" cap="none" spc="0" normalizeH="0" baseline="0" noProof="0" dirty="0">
                <a:ln>
                  <a:noFill/>
                </a:ln>
                <a:solidFill>
                  <a:srgbClr val="00B2A9"/>
                </a:solidFill>
                <a:effectLst/>
                <a:uLnTx/>
                <a:uFillTx/>
                <a:latin typeface="Arial" panose="020B0604020202020204" pitchFamily="34" charset="0"/>
                <a:ea typeface="+mn-ea"/>
                <a:cs typeface="Arial" panose="020B0604020202020204" pitchFamily="34" charset="0"/>
              </a:rPr>
              <a:t>Aluminum, primary, liquid</a:t>
            </a:r>
          </a:p>
        </p:txBody>
      </p:sp>
      <p:sp>
        <p:nvSpPr>
          <p:cNvPr id="45" name="Rectangle 44"/>
          <p:cNvSpPr/>
          <p:nvPr/>
        </p:nvSpPr>
        <p:spPr>
          <a:xfrm>
            <a:off x="1814422" y="1412999"/>
            <a:ext cx="16747756" cy="523220"/>
          </a:xfrm>
          <a:prstGeom prst="rect">
            <a:avLst/>
          </a:prstGeom>
        </p:spPr>
        <p:txBody>
          <a:bodyPr wrap="square">
            <a:spAutoFit/>
          </a:bodyPr>
          <a:lstStyle/>
          <a:p>
            <a:pPr marL="0" marR="0" lvl="0" indent="0" algn="l" defTabSz="812810" rtl="0" eaLnBrk="1" fontAlgn="auto" latinLnBrk="0" hangingPunct="1">
              <a:lnSpc>
                <a:spcPct val="100000"/>
              </a:lnSpc>
              <a:spcBef>
                <a:spcPts val="0"/>
              </a:spcBef>
              <a:spcAft>
                <a:spcPts val="0"/>
              </a:spcAft>
              <a:buClrTx/>
              <a:buSzTx/>
              <a:buFontTx/>
              <a:buNone/>
              <a:tabLst/>
              <a:defRPr/>
            </a:pPr>
            <a:r>
              <a:rPr kumimoji="0" lang="en-US" altLang="en-US" sz="2800" b="0" i="0" u="none" strike="noStrike" kern="1200" cap="none" spc="0" normalizeH="0" baseline="0" noProof="0" dirty="0">
                <a:ln>
                  <a:noFill/>
                </a:ln>
                <a:solidFill>
                  <a:srgbClr val="00274C"/>
                </a:solidFill>
                <a:effectLst/>
                <a:uLnTx/>
                <a:uFillTx/>
                <a:latin typeface="Arial" panose="020B0604020202020204"/>
                <a:ea typeface="+mn-ea"/>
                <a:cs typeface="+mn-cs"/>
              </a:rPr>
              <a:t>Start from your functional unit and the Tier 1 related reference/intermediary flows </a:t>
            </a:r>
            <a:endParaRPr kumimoji="0" lang="en-US" sz="2800" b="0" i="0" u="none" strike="noStrike" kern="1200" cap="none" spc="0" normalizeH="0" baseline="0" noProof="0" dirty="0">
              <a:ln>
                <a:noFill/>
              </a:ln>
              <a:solidFill>
                <a:srgbClr val="00274C"/>
              </a:solidFill>
              <a:effectLst/>
              <a:uLnTx/>
              <a:uFillTx/>
              <a:latin typeface="Arial" panose="020B0604020202020204"/>
              <a:ea typeface="+mn-ea"/>
              <a:cs typeface="+mn-cs"/>
            </a:endParaRPr>
          </a:p>
        </p:txBody>
      </p:sp>
      <p:sp>
        <p:nvSpPr>
          <p:cNvPr id="47" name="Oval 46">
            <a:extLst>
              <a:ext uri="{FF2B5EF4-FFF2-40B4-BE49-F238E27FC236}">
                <a16:creationId xmlns:a16="http://schemas.microsoft.com/office/drawing/2014/main" id="{3F8B49FD-CBF1-B04F-88A6-F5498ABC61F3}"/>
              </a:ext>
            </a:extLst>
          </p:cNvPr>
          <p:cNvSpPr/>
          <p:nvPr/>
        </p:nvSpPr>
        <p:spPr>
          <a:xfrm>
            <a:off x="984738" y="1332689"/>
            <a:ext cx="707629" cy="707629"/>
          </a:xfrm>
          <a:prstGeom prst="ellipse">
            <a:avLst/>
          </a:prstGeom>
          <a:solidFill>
            <a:schemeClr val="accent6"/>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812810" rtl="0" eaLnBrk="1" fontAlgn="auto" latinLnBrk="0" hangingPunct="1">
              <a:lnSpc>
                <a:spcPct val="100000"/>
              </a:lnSpc>
              <a:spcBef>
                <a:spcPts val="0"/>
              </a:spcBef>
              <a:spcAft>
                <a:spcPts val="0"/>
              </a:spcAft>
              <a:buClrTx/>
              <a:buSzTx/>
              <a:buFontTx/>
              <a:buNone/>
              <a:tabLst/>
              <a:defRPr/>
            </a:pPr>
            <a:r>
              <a:rPr kumimoji="0" lang="en-US" sz="3600" b="1" i="0" u="none" strike="noStrike" kern="1200" cap="none" spc="0" normalizeH="0" baseline="0" noProof="0" dirty="0">
                <a:ln>
                  <a:noFill/>
                </a:ln>
                <a:solidFill>
                  <a:prstClr val="white"/>
                </a:solidFill>
                <a:effectLst/>
                <a:uLnTx/>
                <a:uFillTx/>
                <a:latin typeface="Arial" panose="020B0604020202020204"/>
                <a:ea typeface="+mn-ea"/>
                <a:cs typeface="+mn-cs"/>
              </a:rPr>
              <a:t>1</a:t>
            </a:r>
          </a:p>
        </p:txBody>
      </p:sp>
    </p:spTree>
    <p:extLst>
      <p:ext uri="{BB962C8B-B14F-4D97-AF65-F5344CB8AC3E}">
        <p14:creationId xmlns:p14="http://schemas.microsoft.com/office/powerpoint/2010/main" val="3091639344"/>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8439A4-B037-4F4E-AFCE-96000C7C1237}"/>
              </a:ext>
            </a:extLst>
          </p:cNvPr>
          <p:cNvSpPr>
            <a:spLocks noGrp="1"/>
          </p:cNvSpPr>
          <p:nvPr>
            <p:ph type="title"/>
          </p:nvPr>
        </p:nvSpPr>
        <p:spPr>
          <a:xfrm>
            <a:off x="812880" y="279400"/>
            <a:ext cx="14631828" cy="870385"/>
          </a:xfrm>
        </p:spPr>
        <p:txBody>
          <a:bodyPr/>
          <a:lstStyle/>
          <a:p>
            <a:r>
              <a:rPr lang="en-US" altLang="en-US" sz="3400" dirty="0"/>
              <a:t>Elementary and intermediary flows of Tier 1 Aluminum oxide Unit Process </a:t>
            </a:r>
            <a:endParaRPr lang="en-US" sz="3400" dirty="0">
              <a:solidFill>
                <a:schemeClr val="tx2"/>
              </a:solidFill>
            </a:endParaRPr>
          </a:p>
        </p:txBody>
      </p:sp>
      <p:sp>
        <p:nvSpPr>
          <p:cNvPr id="110" name="Text Box 59">
            <a:extLst>
              <a:ext uri="{FF2B5EF4-FFF2-40B4-BE49-F238E27FC236}">
                <a16:creationId xmlns:a16="http://schemas.microsoft.com/office/drawing/2014/main" id="{98D1A34B-EE76-034A-B6DB-F556CE552776}"/>
              </a:ext>
            </a:extLst>
          </p:cNvPr>
          <p:cNvSpPr txBox="1">
            <a:spLocks noChangeArrowheads="1"/>
          </p:cNvSpPr>
          <p:nvPr/>
        </p:nvSpPr>
        <p:spPr bwMode="auto">
          <a:xfrm>
            <a:off x="2770644" y="4199332"/>
            <a:ext cx="4967622"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rgbClr val="FF9900"/>
              </a:buClr>
              <a:buChar char="•"/>
              <a:defRPr sz="3200" b="1">
                <a:solidFill>
                  <a:srgbClr val="01035B"/>
                </a:solidFill>
                <a:latin typeface="Arial" panose="020B0604020202020204" pitchFamily="34" charset="0"/>
              </a:defRPr>
            </a:lvl1pPr>
            <a:lvl2pPr marL="742950" indent="-285750">
              <a:spcBef>
                <a:spcPct val="20000"/>
              </a:spcBef>
              <a:buClr>
                <a:srgbClr val="FF9900"/>
              </a:buClr>
              <a:buChar char="–"/>
              <a:defRPr sz="2800" b="1">
                <a:solidFill>
                  <a:srgbClr val="01035B"/>
                </a:solidFill>
                <a:latin typeface="Arial" panose="020B0604020202020204" pitchFamily="34" charset="0"/>
              </a:defRPr>
            </a:lvl2pPr>
            <a:lvl3pPr marL="1143000" indent="-228600">
              <a:spcBef>
                <a:spcPct val="20000"/>
              </a:spcBef>
              <a:buClr>
                <a:srgbClr val="FF9900"/>
              </a:buClr>
              <a:buChar char="•"/>
              <a:defRPr sz="2400" b="1">
                <a:solidFill>
                  <a:srgbClr val="01035B"/>
                </a:solidFill>
                <a:latin typeface="Arial" panose="020B0604020202020204" pitchFamily="34" charset="0"/>
              </a:defRPr>
            </a:lvl3pPr>
            <a:lvl4pPr marL="1600200" indent="-228600">
              <a:spcBef>
                <a:spcPct val="20000"/>
              </a:spcBef>
              <a:buClr>
                <a:srgbClr val="FF9900"/>
              </a:buClr>
              <a:buChar char="–"/>
              <a:defRPr sz="2000" b="1">
                <a:solidFill>
                  <a:srgbClr val="01035B"/>
                </a:solidFill>
                <a:latin typeface="Arial" panose="020B0604020202020204" pitchFamily="34" charset="0"/>
              </a:defRPr>
            </a:lvl4pPr>
            <a:lvl5pPr marL="2057400" indent="-228600">
              <a:spcBef>
                <a:spcPct val="20000"/>
              </a:spcBef>
              <a:buClr>
                <a:srgbClr val="FF9900"/>
              </a:buClr>
              <a:buChar char="»"/>
              <a:defRPr sz="2000" b="1">
                <a:solidFill>
                  <a:srgbClr val="01035B"/>
                </a:solidFill>
                <a:latin typeface="Arial" panose="020B0604020202020204" pitchFamily="34" charset="0"/>
              </a:defRPr>
            </a:lvl5pPr>
            <a:lvl6pPr marL="25146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6pPr>
            <a:lvl7pPr marL="29718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7pPr>
            <a:lvl8pPr marL="34290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8pPr>
            <a:lvl9pPr marL="38862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9pPr>
          </a:lstStyle>
          <a:p>
            <a:pPr marL="0" marR="0" lvl="0" indent="0" algn="r" defTabSz="812810" rtl="0" eaLnBrk="1" fontAlgn="auto" latinLnBrk="0" hangingPunct="1">
              <a:lnSpc>
                <a:spcPct val="100000"/>
              </a:lnSpc>
              <a:spcBef>
                <a:spcPct val="0"/>
              </a:spcBef>
              <a:spcAft>
                <a:spcPts val="0"/>
              </a:spcAft>
              <a:buClrTx/>
              <a:buSzTx/>
              <a:buFontTx/>
              <a:buNone/>
              <a:tabLst/>
              <a:defRPr/>
            </a:pPr>
            <a:r>
              <a:rPr kumimoji="0" lang="en-US" altLang="en-US" sz="1600" b="0" i="0" u="none" strike="noStrike" kern="1200" cap="none" spc="0" normalizeH="0" baseline="0" noProof="0" dirty="0">
                <a:ln>
                  <a:noFill/>
                </a:ln>
                <a:solidFill>
                  <a:srgbClr val="D86018"/>
                </a:solidFill>
                <a:effectLst/>
                <a:uLnTx/>
                <a:uFillTx/>
                <a:latin typeface="Arial" panose="020B0604020202020204" pitchFamily="34" charset="0"/>
                <a:ea typeface="+mn-ea"/>
                <a:cs typeface="Arial" panose="020B0604020202020204" pitchFamily="34" charset="0"/>
              </a:rPr>
              <a:t>Electricity mix medium voltage EU 0.0105 kWh</a:t>
            </a:r>
          </a:p>
        </p:txBody>
      </p:sp>
      <p:sp>
        <p:nvSpPr>
          <p:cNvPr id="111" name="Text Box 60">
            <a:extLst>
              <a:ext uri="{FF2B5EF4-FFF2-40B4-BE49-F238E27FC236}">
                <a16:creationId xmlns:a16="http://schemas.microsoft.com/office/drawing/2014/main" id="{E10994D9-1307-CA48-B610-2443C6A80BE3}"/>
              </a:ext>
            </a:extLst>
          </p:cNvPr>
          <p:cNvSpPr txBox="1">
            <a:spLocks noChangeArrowheads="1"/>
          </p:cNvSpPr>
          <p:nvPr/>
        </p:nvSpPr>
        <p:spPr bwMode="auto">
          <a:xfrm>
            <a:off x="5010609" y="4673693"/>
            <a:ext cx="2717800"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FF9900"/>
              </a:buClr>
              <a:buChar char="•"/>
              <a:defRPr sz="3200" b="1">
                <a:solidFill>
                  <a:srgbClr val="01035B"/>
                </a:solidFill>
                <a:latin typeface="Arial" panose="020B0604020202020204" pitchFamily="34" charset="0"/>
              </a:defRPr>
            </a:lvl1pPr>
            <a:lvl2pPr marL="742950" indent="-285750">
              <a:spcBef>
                <a:spcPct val="20000"/>
              </a:spcBef>
              <a:buClr>
                <a:srgbClr val="FF9900"/>
              </a:buClr>
              <a:buChar char="–"/>
              <a:defRPr sz="2800" b="1">
                <a:solidFill>
                  <a:srgbClr val="01035B"/>
                </a:solidFill>
                <a:latin typeface="Arial" panose="020B0604020202020204" pitchFamily="34" charset="0"/>
              </a:defRPr>
            </a:lvl2pPr>
            <a:lvl3pPr marL="1143000" indent="-228600">
              <a:spcBef>
                <a:spcPct val="20000"/>
              </a:spcBef>
              <a:buClr>
                <a:srgbClr val="FF9900"/>
              </a:buClr>
              <a:buChar char="•"/>
              <a:defRPr sz="2400" b="1">
                <a:solidFill>
                  <a:srgbClr val="01035B"/>
                </a:solidFill>
                <a:latin typeface="Arial" panose="020B0604020202020204" pitchFamily="34" charset="0"/>
              </a:defRPr>
            </a:lvl3pPr>
            <a:lvl4pPr marL="1600200" indent="-228600">
              <a:spcBef>
                <a:spcPct val="20000"/>
              </a:spcBef>
              <a:buClr>
                <a:srgbClr val="FF9900"/>
              </a:buClr>
              <a:buChar char="–"/>
              <a:defRPr sz="2000" b="1">
                <a:solidFill>
                  <a:srgbClr val="01035B"/>
                </a:solidFill>
                <a:latin typeface="Arial" panose="020B0604020202020204" pitchFamily="34" charset="0"/>
              </a:defRPr>
            </a:lvl4pPr>
            <a:lvl5pPr marL="2057400" indent="-228600">
              <a:spcBef>
                <a:spcPct val="20000"/>
              </a:spcBef>
              <a:buClr>
                <a:srgbClr val="FF9900"/>
              </a:buClr>
              <a:buChar char="»"/>
              <a:defRPr sz="2000" b="1">
                <a:solidFill>
                  <a:srgbClr val="01035B"/>
                </a:solidFill>
                <a:latin typeface="Arial" panose="020B0604020202020204" pitchFamily="34" charset="0"/>
              </a:defRPr>
            </a:lvl5pPr>
            <a:lvl6pPr marL="25146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6pPr>
            <a:lvl7pPr marL="29718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7pPr>
            <a:lvl8pPr marL="34290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8pPr>
            <a:lvl9pPr marL="38862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9pPr>
          </a:lstStyle>
          <a:p>
            <a:pPr marL="0" marR="0" lvl="0" indent="0" algn="r" defTabSz="812810" rtl="0" eaLnBrk="1" fontAlgn="auto" latinLnBrk="0" hangingPunct="1">
              <a:lnSpc>
                <a:spcPct val="100000"/>
              </a:lnSpc>
              <a:spcBef>
                <a:spcPct val="0"/>
              </a:spcBef>
              <a:spcAft>
                <a:spcPts val="0"/>
              </a:spcAft>
              <a:buClrTx/>
              <a:buSzTx/>
              <a:buFontTx/>
              <a:buNone/>
              <a:tabLst/>
              <a:defRPr/>
            </a:pPr>
            <a:r>
              <a:rPr kumimoji="0" lang="en-US" altLang="en-US" sz="1600" b="0" i="0" u="none" strike="noStrike" kern="1200" cap="none" spc="0" normalizeH="0" baseline="0" noProof="0" dirty="0">
                <a:ln>
                  <a:noFill/>
                </a:ln>
                <a:solidFill>
                  <a:srgbClr val="D86018"/>
                </a:solidFill>
                <a:effectLst/>
                <a:uLnTx/>
                <a:uFillTx/>
                <a:latin typeface="Arial" panose="020B0604020202020204" pitchFamily="34" charset="0"/>
                <a:ea typeface="+mn-ea"/>
                <a:cs typeface="Arial" panose="020B0604020202020204" pitchFamily="34" charset="0"/>
              </a:rPr>
              <a:t>Heat, light fuel oil 1.94 MJ</a:t>
            </a:r>
            <a:endParaRPr kumimoji="0" lang="en-US" altLang="en-US" sz="1600" b="0" i="0" u="none" strike="noStrike" kern="1200" cap="none" spc="0" normalizeH="0" baseline="30000" noProof="0" dirty="0">
              <a:ln>
                <a:noFill/>
              </a:ln>
              <a:solidFill>
                <a:srgbClr val="D86018"/>
              </a:solidFill>
              <a:effectLst/>
              <a:uLnTx/>
              <a:uFillTx/>
              <a:latin typeface="Arial" panose="020B0604020202020204" pitchFamily="34" charset="0"/>
              <a:ea typeface="+mn-ea"/>
              <a:cs typeface="Arial" panose="020B0604020202020204" pitchFamily="34" charset="0"/>
            </a:endParaRPr>
          </a:p>
        </p:txBody>
      </p:sp>
      <p:sp>
        <p:nvSpPr>
          <p:cNvPr id="112" name="Text Box 61">
            <a:extLst>
              <a:ext uri="{FF2B5EF4-FFF2-40B4-BE49-F238E27FC236}">
                <a16:creationId xmlns:a16="http://schemas.microsoft.com/office/drawing/2014/main" id="{65528039-3765-C849-8215-CBBAD4500FAC}"/>
              </a:ext>
            </a:extLst>
          </p:cNvPr>
          <p:cNvSpPr txBox="1">
            <a:spLocks noChangeArrowheads="1"/>
          </p:cNvSpPr>
          <p:nvPr/>
        </p:nvSpPr>
        <p:spPr bwMode="auto">
          <a:xfrm>
            <a:off x="4593279" y="5166795"/>
            <a:ext cx="3144987"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rgbClr val="FF9900"/>
              </a:buClr>
              <a:buChar char="•"/>
              <a:defRPr sz="3200" b="1">
                <a:solidFill>
                  <a:srgbClr val="01035B"/>
                </a:solidFill>
                <a:latin typeface="Arial" panose="020B0604020202020204" pitchFamily="34" charset="0"/>
              </a:defRPr>
            </a:lvl1pPr>
            <a:lvl2pPr marL="742950" indent="-285750">
              <a:spcBef>
                <a:spcPct val="20000"/>
              </a:spcBef>
              <a:buClr>
                <a:srgbClr val="FF9900"/>
              </a:buClr>
              <a:buChar char="–"/>
              <a:defRPr sz="2800" b="1">
                <a:solidFill>
                  <a:srgbClr val="01035B"/>
                </a:solidFill>
                <a:latin typeface="Arial" panose="020B0604020202020204" pitchFamily="34" charset="0"/>
              </a:defRPr>
            </a:lvl2pPr>
            <a:lvl3pPr marL="1143000" indent="-228600">
              <a:spcBef>
                <a:spcPct val="20000"/>
              </a:spcBef>
              <a:buClr>
                <a:srgbClr val="FF9900"/>
              </a:buClr>
              <a:buChar char="•"/>
              <a:defRPr sz="2400" b="1">
                <a:solidFill>
                  <a:srgbClr val="01035B"/>
                </a:solidFill>
                <a:latin typeface="Arial" panose="020B0604020202020204" pitchFamily="34" charset="0"/>
              </a:defRPr>
            </a:lvl3pPr>
            <a:lvl4pPr marL="1600200" indent="-228600">
              <a:spcBef>
                <a:spcPct val="20000"/>
              </a:spcBef>
              <a:buClr>
                <a:srgbClr val="FF9900"/>
              </a:buClr>
              <a:buChar char="–"/>
              <a:defRPr sz="2000" b="1">
                <a:solidFill>
                  <a:srgbClr val="01035B"/>
                </a:solidFill>
                <a:latin typeface="Arial" panose="020B0604020202020204" pitchFamily="34" charset="0"/>
              </a:defRPr>
            </a:lvl4pPr>
            <a:lvl5pPr marL="2057400" indent="-228600">
              <a:spcBef>
                <a:spcPct val="20000"/>
              </a:spcBef>
              <a:buClr>
                <a:srgbClr val="FF9900"/>
              </a:buClr>
              <a:buChar char="»"/>
              <a:defRPr sz="2000" b="1">
                <a:solidFill>
                  <a:srgbClr val="01035B"/>
                </a:solidFill>
                <a:latin typeface="Arial" panose="020B0604020202020204" pitchFamily="34" charset="0"/>
              </a:defRPr>
            </a:lvl5pPr>
            <a:lvl6pPr marL="25146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6pPr>
            <a:lvl7pPr marL="29718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7pPr>
            <a:lvl8pPr marL="34290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8pPr>
            <a:lvl9pPr marL="38862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9pPr>
          </a:lstStyle>
          <a:p>
            <a:pPr marL="0" marR="0" lvl="0" indent="0" algn="r" defTabSz="812810" rtl="0" eaLnBrk="1" fontAlgn="auto" latinLnBrk="0" hangingPunct="1">
              <a:lnSpc>
                <a:spcPct val="100000"/>
              </a:lnSpc>
              <a:spcBef>
                <a:spcPct val="0"/>
              </a:spcBef>
              <a:spcAft>
                <a:spcPts val="0"/>
              </a:spcAft>
              <a:buClrTx/>
              <a:buSzTx/>
              <a:buFontTx/>
              <a:buNone/>
              <a:tabLst/>
              <a:defRPr/>
            </a:pPr>
            <a:r>
              <a:rPr kumimoji="0" lang="en-US" altLang="en-US" sz="1600" b="0" i="0" u="none" strike="noStrike" kern="1200" cap="none" spc="0" normalizeH="0" baseline="0" noProof="0" dirty="0">
                <a:ln>
                  <a:noFill/>
                </a:ln>
                <a:solidFill>
                  <a:srgbClr val="D86018"/>
                </a:solidFill>
                <a:effectLst/>
                <a:uLnTx/>
                <a:uFillTx/>
                <a:latin typeface="Arial" panose="020B0604020202020204" pitchFamily="34" charset="0"/>
                <a:ea typeface="+mn-ea"/>
                <a:cs typeface="Arial" panose="020B0604020202020204" pitchFamily="34" charset="0"/>
              </a:rPr>
              <a:t>Heat, natural gas 0.507 MJ </a:t>
            </a:r>
          </a:p>
        </p:txBody>
      </p:sp>
      <p:sp>
        <p:nvSpPr>
          <p:cNvPr id="114" name="Text Box 59">
            <a:extLst>
              <a:ext uri="{FF2B5EF4-FFF2-40B4-BE49-F238E27FC236}">
                <a16:creationId xmlns:a16="http://schemas.microsoft.com/office/drawing/2014/main" id="{CD6B8D34-1810-424E-B489-8468838750A8}"/>
              </a:ext>
            </a:extLst>
          </p:cNvPr>
          <p:cNvSpPr txBox="1">
            <a:spLocks noChangeArrowheads="1"/>
          </p:cNvSpPr>
          <p:nvPr/>
        </p:nvSpPr>
        <p:spPr bwMode="auto">
          <a:xfrm>
            <a:off x="4185443" y="3762933"/>
            <a:ext cx="3554412"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FF9900"/>
              </a:buClr>
              <a:buChar char="•"/>
              <a:defRPr sz="3200" b="1">
                <a:solidFill>
                  <a:srgbClr val="01035B"/>
                </a:solidFill>
                <a:latin typeface="Arial" panose="020B0604020202020204" pitchFamily="34" charset="0"/>
              </a:defRPr>
            </a:lvl1pPr>
            <a:lvl2pPr marL="742950" indent="-285750">
              <a:spcBef>
                <a:spcPct val="20000"/>
              </a:spcBef>
              <a:buClr>
                <a:srgbClr val="FF9900"/>
              </a:buClr>
              <a:buChar char="–"/>
              <a:defRPr sz="2800" b="1">
                <a:solidFill>
                  <a:srgbClr val="01035B"/>
                </a:solidFill>
                <a:latin typeface="Arial" panose="020B0604020202020204" pitchFamily="34" charset="0"/>
              </a:defRPr>
            </a:lvl2pPr>
            <a:lvl3pPr marL="1143000" indent="-228600">
              <a:spcBef>
                <a:spcPct val="20000"/>
              </a:spcBef>
              <a:buClr>
                <a:srgbClr val="FF9900"/>
              </a:buClr>
              <a:buChar char="•"/>
              <a:defRPr sz="2400" b="1">
                <a:solidFill>
                  <a:srgbClr val="01035B"/>
                </a:solidFill>
                <a:latin typeface="Arial" panose="020B0604020202020204" pitchFamily="34" charset="0"/>
              </a:defRPr>
            </a:lvl3pPr>
            <a:lvl4pPr marL="1600200" indent="-228600">
              <a:spcBef>
                <a:spcPct val="20000"/>
              </a:spcBef>
              <a:buClr>
                <a:srgbClr val="FF9900"/>
              </a:buClr>
              <a:buChar char="–"/>
              <a:defRPr sz="2000" b="1">
                <a:solidFill>
                  <a:srgbClr val="01035B"/>
                </a:solidFill>
                <a:latin typeface="Arial" panose="020B0604020202020204" pitchFamily="34" charset="0"/>
              </a:defRPr>
            </a:lvl4pPr>
            <a:lvl5pPr marL="2057400" indent="-228600">
              <a:spcBef>
                <a:spcPct val="20000"/>
              </a:spcBef>
              <a:buClr>
                <a:srgbClr val="FF9900"/>
              </a:buClr>
              <a:buChar char="»"/>
              <a:defRPr sz="2000" b="1">
                <a:solidFill>
                  <a:srgbClr val="01035B"/>
                </a:solidFill>
                <a:latin typeface="Arial" panose="020B0604020202020204" pitchFamily="34" charset="0"/>
              </a:defRPr>
            </a:lvl5pPr>
            <a:lvl6pPr marL="25146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6pPr>
            <a:lvl7pPr marL="29718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7pPr>
            <a:lvl8pPr marL="34290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8pPr>
            <a:lvl9pPr marL="38862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9pPr>
          </a:lstStyle>
          <a:p>
            <a:pPr marL="0" marR="0" lvl="0" indent="0" algn="r" defTabSz="812810" rtl="0" eaLnBrk="1" fontAlgn="auto" latinLnBrk="0" hangingPunct="1">
              <a:lnSpc>
                <a:spcPct val="100000"/>
              </a:lnSpc>
              <a:spcBef>
                <a:spcPct val="0"/>
              </a:spcBef>
              <a:spcAft>
                <a:spcPts val="0"/>
              </a:spcAft>
              <a:buClrTx/>
              <a:buSzTx/>
              <a:buFontTx/>
              <a:buNone/>
              <a:tabLst/>
              <a:defRPr/>
            </a:pPr>
            <a:r>
              <a:rPr kumimoji="0" lang="en-US" altLang="en-US" sz="1600" b="0" i="0" u="none" strike="noStrike" kern="1200" cap="none" spc="0" normalizeH="0" baseline="0" noProof="0" dirty="0">
                <a:ln>
                  <a:noFill/>
                </a:ln>
                <a:solidFill>
                  <a:srgbClr val="D86018"/>
                </a:solidFill>
                <a:effectLst/>
                <a:uLnTx/>
                <a:uFillTx/>
                <a:latin typeface="Arial" panose="020B0604020202020204" pitchFamily="34" charset="0"/>
                <a:ea typeface="+mn-ea"/>
                <a:cs typeface="Arial" panose="020B0604020202020204" pitchFamily="34" charset="0"/>
              </a:rPr>
              <a:t>Aluminum oxide plant 2.5·10</a:t>
            </a:r>
            <a:r>
              <a:rPr kumimoji="0" lang="en-US" altLang="en-US" sz="1600" b="0" i="0" u="none" strike="noStrike" kern="1200" cap="none" spc="0" normalizeH="0" baseline="30000" noProof="0" dirty="0">
                <a:ln>
                  <a:noFill/>
                </a:ln>
                <a:solidFill>
                  <a:srgbClr val="D86018"/>
                </a:solidFill>
                <a:effectLst/>
                <a:uLnTx/>
                <a:uFillTx/>
                <a:latin typeface="Arial" panose="020B0604020202020204" pitchFamily="34" charset="0"/>
                <a:ea typeface="+mn-ea"/>
                <a:cs typeface="Arial" panose="020B0604020202020204" pitchFamily="34" charset="0"/>
              </a:rPr>
              <a:t>-1</a:t>
            </a:r>
            <a:r>
              <a:rPr kumimoji="0" lang="en-US" altLang="en-US" sz="1600" b="0" i="0" u="none" strike="noStrike" kern="1200" cap="none" spc="0" normalizeH="0" baseline="0" noProof="0" dirty="0">
                <a:ln>
                  <a:noFill/>
                </a:ln>
                <a:solidFill>
                  <a:srgbClr val="D86018"/>
                </a:solidFill>
                <a:effectLst/>
                <a:uLnTx/>
                <a:uFillTx/>
                <a:latin typeface="Arial" panose="020B0604020202020204" pitchFamily="34" charset="0"/>
                <a:ea typeface="+mn-ea"/>
                <a:cs typeface="Arial" panose="020B0604020202020204" pitchFamily="34" charset="0"/>
              </a:rPr>
              <a:t> p</a:t>
            </a:r>
          </a:p>
        </p:txBody>
      </p:sp>
      <p:pic>
        <p:nvPicPr>
          <p:cNvPr id="121" name="Picture 3">
            <a:extLst>
              <a:ext uri="{FF2B5EF4-FFF2-40B4-BE49-F238E27FC236}">
                <a16:creationId xmlns:a16="http://schemas.microsoft.com/office/drawing/2014/main" id="{DE36EE61-FA53-D444-98D0-8A6271C76812}"/>
              </a:ext>
            </a:extLst>
          </p:cNvPr>
          <p:cNvPicPr>
            <a:picLocks noChangeAspect="1"/>
          </p:cNvPicPr>
          <p:nvPr/>
        </p:nvPicPr>
        <p:blipFill>
          <a:blip r:embed="rId3" cstate="screen">
            <a:extLst>
              <a:ext uri="{28A0092B-C50C-407E-A947-70E740481C1C}">
                <a14:useLocalDpi xmlns:a14="http://schemas.microsoft.com/office/drawing/2010/main"/>
              </a:ext>
            </a:extLst>
          </a:blip>
          <a:srcRect/>
          <a:stretch>
            <a:fillRect/>
          </a:stretch>
        </p:blipFill>
        <p:spPr bwMode="auto">
          <a:xfrm>
            <a:off x="8355520" y="5217554"/>
            <a:ext cx="1352550" cy="706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0" name="Picture 1">
            <a:extLst>
              <a:ext uri="{FF2B5EF4-FFF2-40B4-BE49-F238E27FC236}">
                <a16:creationId xmlns:a16="http://schemas.microsoft.com/office/drawing/2014/main" id="{376E3237-B9F1-DB42-B245-47F9318A83E7}"/>
              </a:ext>
            </a:extLst>
          </p:cNvPr>
          <p:cNvPicPr>
            <a:picLocks noChangeAspect="1"/>
          </p:cNvPicPr>
          <p:nvPr/>
        </p:nvPicPr>
        <p:blipFill>
          <a:blip r:embed="rId4" cstate="screen">
            <a:extLst>
              <a:ext uri="{28A0092B-C50C-407E-A947-70E740481C1C}">
                <a14:useLocalDpi xmlns:a14="http://schemas.microsoft.com/office/drawing/2010/main"/>
              </a:ext>
            </a:extLst>
          </a:blip>
          <a:srcRect/>
          <a:stretch>
            <a:fillRect/>
          </a:stretch>
        </p:blipFill>
        <p:spPr bwMode="auto">
          <a:xfrm>
            <a:off x="989201" y="1498230"/>
            <a:ext cx="1057572" cy="7260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1" name="TextBox 55">
            <a:extLst>
              <a:ext uri="{FF2B5EF4-FFF2-40B4-BE49-F238E27FC236}">
                <a16:creationId xmlns:a16="http://schemas.microsoft.com/office/drawing/2014/main" id="{EDA0158A-879A-B243-B886-BEB112D53ACB}"/>
              </a:ext>
            </a:extLst>
          </p:cNvPr>
          <p:cNvSpPr txBox="1">
            <a:spLocks noChangeArrowheads="1"/>
          </p:cNvSpPr>
          <p:nvPr/>
        </p:nvSpPr>
        <p:spPr bwMode="auto">
          <a:xfrm>
            <a:off x="975794" y="2299075"/>
            <a:ext cx="2513236" cy="3079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812810" rtl="0" eaLnBrk="1" fontAlgn="auto" latinLnBrk="0" hangingPunct="1">
              <a:lnSpc>
                <a:spcPct val="100000"/>
              </a:lnSpc>
              <a:spcBef>
                <a:spcPts val="0"/>
              </a:spcBef>
              <a:spcAft>
                <a:spcPts val="0"/>
              </a:spcAft>
              <a:buClrTx/>
              <a:buSzTx/>
              <a:buFontTx/>
              <a:buNone/>
              <a:tabLst/>
              <a:defRPr/>
            </a:pPr>
            <a:r>
              <a:rPr kumimoji="0" lang="en-US" altLang="en-US" sz="1400" b="0" i="0" u="none" strike="noStrike" kern="1200" cap="none" spc="0" normalizeH="0" baseline="0" noProof="0" dirty="0" err="1">
                <a:ln>
                  <a:noFill/>
                </a:ln>
                <a:solidFill>
                  <a:srgbClr val="000000">
                    <a:lumMod val="50000"/>
                    <a:lumOff val="50000"/>
                  </a:srgbClr>
                </a:solidFill>
                <a:effectLst/>
                <a:uLnTx/>
                <a:uFillTx/>
                <a:latin typeface="Arial" panose="020B0604020202020204" pitchFamily="34" charset="0"/>
                <a:ea typeface="+mn-ea"/>
                <a:cs typeface="+mn-cs"/>
              </a:rPr>
              <a:t>ecoinvent</a:t>
            </a:r>
            <a:r>
              <a:rPr kumimoji="0" lang="en-US" altLang="en-US" sz="1400" b="0" i="0" u="none" strike="noStrike" kern="1200" cap="none" spc="0" normalizeH="0" baseline="0" noProof="0" dirty="0">
                <a:ln>
                  <a:noFill/>
                </a:ln>
                <a:solidFill>
                  <a:srgbClr val="000000">
                    <a:lumMod val="50000"/>
                    <a:lumOff val="50000"/>
                  </a:srgbClr>
                </a:solidFill>
                <a:effectLst/>
                <a:uLnTx/>
                <a:uFillTx/>
                <a:latin typeface="Arial" panose="020B0604020202020204" pitchFamily="34" charset="0"/>
                <a:ea typeface="+mn-ea"/>
                <a:cs typeface="+mn-cs"/>
              </a:rPr>
              <a:t> LCI database v.2.2 </a:t>
            </a:r>
          </a:p>
        </p:txBody>
      </p:sp>
      <p:sp>
        <p:nvSpPr>
          <p:cNvPr id="23" name="Text Box 41">
            <a:extLst>
              <a:ext uri="{FF2B5EF4-FFF2-40B4-BE49-F238E27FC236}">
                <a16:creationId xmlns:a16="http://schemas.microsoft.com/office/drawing/2014/main" id="{8250D720-7B88-5840-9A9E-D1C5796B8DA3}"/>
              </a:ext>
            </a:extLst>
          </p:cNvPr>
          <p:cNvSpPr txBox="1">
            <a:spLocks noChangeArrowheads="1"/>
          </p:cNvSpPr>
          <p:nvPr/>
        </p:nvSpPr>
        <p:spPr bwMode="auto">
          <a:xfrm>
            <a:off x="8128794" y="3147116"/>
            <a:ext cx="1768475" cy="3262432"/>
          </a:xfrm>
          <a:prstGeom prst="rect">
            <a:avLst/>
          </a:prstGeom>
          <a:noFill/>
          <a:ln w="50800">
            <a:solidFill>
              <a:schemeClr val="accent6"/>
            </a:solidFill>
            <a:miter lim="800000"/>
            <a:headEnd/>
            <a:tailEnd/>
          </a:ln>
          <a:effectLst/>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Clr>
                <a:srgbClr val="FF9900"/>
              </a:buClr>
              <a:buChar char="•"/>
              <a:defRPr sz="3200" b="1">
                <a:solidFill>
                  <a:srgbClr val="01035B"/>
                </a:solidFill>
                <a:latin typeface="Arial" panose="020B0604020202020204" pitchFamily="34" charset="0"/>
              </a:defRPr>
            </a:lvl1pPr>
            <a:lvl2pPr marL="742950" indent="-285750">
              <a:spcBef>
                <a:spcPct val="20000"/>
              </a:spcBef>
              <a:buClr>
                <a:srgbClr val="FF9900"/>
              </a:buClr>
              <a:buChar char="–"/>
              <a:defRPr sz="2800" b="1">
                <a:solidFill>
                  <a:srgbClr val="01035B"/>
                </a:solidFill>
                <a:latin typeface="Arial" panose="020B0604020202020204" pitchFamily="34" charset="0"/>
              </a:defRPr>
            </a:lvl2pPr>
            <a:lvl3pPr marL="1143000" indent="-228600">
              <a:spcBef>
                <a:spcPct val="20000"/>
              </a:spcBef>
              <a:buClr>
                <a:srgbClr val="FF9900"/>
              </a:buClr>
              <a:buChar char="•"/>
              <a:defRPr sz="2400" b="1">
                <a:solidFill>
                  <a:srgbClr val="01035B"/>
                </a:solidFill>
                <a:latin typeface="Arial" panose="020B0604020202020204" pitchFamily="34" charset="0"/>
              </a:defRPr>
            </a:lvl3pPr>
            <a:lvl4pPr marL="1600200" indent="-228600">
              <a:spcBef>
                <a:spcPct val="20000"/>
              </a:spcBef>
              <a:buClr>
                <a:srgbClr val="FF9900"/>
              </a:buClr>
              <a:buChar char="–"/>
              <a:defRPr sz="2000" b="1">
                <a:solidFill>
                  <a:srgbClr val="01035B"/>
                </a:solidFill>
                <a:latin typeface="Arial" panose="020B0604020202020204" pitchFamily="34" charset="0"/>
              </a:defRPr>
            </a:lvl4pPr>
            <a:lvl5pPr marL="2057400" indent="-228600">
              <a:spcBef>
                <a:spcPct val="20000"/>
              </a:spcBef>
              <a:buClr>
                <a:srgbClr val="FF9900"/>
              </a:buClr>
              <a:buChar char="»"/>
              <a:defRPr sz="2000" b="1">
                <a:solidFill>
                  <a:srgbClr val="01035B"/>
                </a:solidFill>
                <a:latin typeface="Arial" panose="020B0604020202020204" pitchFamily="34" charset="0"/>
              </a:defRPr>
            </a:lvl5pPr>
            <a:lvl6pPr marL="25146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6pPr>
            <a:lvl7pPr marL="29718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7pPr>
            <a:lvl8pPr marL="34290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8pPr>
            <a:lvl9pPr marL="38862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9pPr>
          </a:lstStyle>
          <a:p>
            <a:pPr marL="0" marR="0" lvl="0" indent="0" algn="ctr" defTabSz="812810" rtl="0" eaLnBrk="1" fontAlgn="auto" latinLnBrk="0" hangingPunct="1">
              <a:lnSpc>
                <a:spcPct val="100000"/>
              </a:lnSpc>
              <a:spcBef>
                <a:spcPct val="0"/>
              </a:spcBef>
              <a:spcAft>
                <a:spcPts val="0"/>
              </a:spcAft>
              <a:buClrTx/>
              <a:buSzTx/>
              <a:buFontTx/>
              <a:buNone/>
              <a:tabLst/>
              <a:defRPr/>
            </a:pPr>
            <a:endParaRPr kumimoji="0" lang="en-US" altLang="en-US" sz="2000" b="1" i="0" u="none" strike="noStrike" kern="1200" cap="none" spc="0" normalizeH="0" baseline="0" noProof="0" dirty="0">
              <a:ln>
                <a:noFill/>
              </a:ln>
              <a:solidFill>
                <a:srgbClr val="D86018"/>
              </a:solidFill>
              <a:effectLst/>
              <a:uLnTx/>
              <a:uFillTx/>
              <a:latin typeface="Arial" panose="020B0604020202020204" pitchFamily="34" charset="0"/>
              <a:ea typeface="+mn-ea"/>
              <a:cs typeface="Arial" panose="020B0604020202020204" pitchFamily="34" charset="0"/>
            </a:endParaRPr>
          </a:p>
          <a:p>
            <a:pPr marL="0" marR="0" lvl="0" indent="0" algn="ctr" defTabSz="812810" rtl="0" eaLnBrk="1" fontAlgn="auto" latinLnBrk="0" hangingPunct="1">
              <a:lnSpc>
                <a:spcPct val="100000"/>
              </a:lnSpc>
              <a:spcBef>
                <a:spcPct val="0"/>
              </a:spcBef>
              <a:spcAft>
                <a:spcPts val="0"/>
              </a:spcAft>
              <a:buClrTx/>
              <a:buSzTx/>
              <a:buFontTx/>
              <a:buNone/>
              <a:tabLst/>
              <a:defRPr/>
            </a:pPr>
            <a:r>
              <a:rPr kumimoji="0" lang="en-US" altLang="en-US" sz="2000" b="1" i="0" u="none" strike="noStrike" kern="1200" cap="none" spc="0" normalizeH="0" baseline="0" noProof="0" dirty="0">
                <a:ln>
                  <a:noFill/>
                </a:ln>
                <a:solidFill>
                  <a:srgbClr val="00B2A9"/>
                </a:solidFill>
                <a:effectLst/>
                <a:uLnTx/>
                <a:uFillTx/>
                <a:latin typeface="Arial" panose="020B0604020202020204" pitchFamily="34" charset="0"/>
                <a:ea typeface="+mn-ea"/>
                <a:cs typeface="Arial" panose="020B0604020202020204" pitchFamily="34" charset="0"/>
              </a:rPr>
              <a:t>Aluminum, </a:t>
            </a:r>
          </a:p>
          <a:p>
            <a:pPr marL="0" marR="0" lvl="0" indent="0" algn="ctr" defTabSz="812810" rtl="0" eaLnBrk="1" fontAlgn="auto" latinLnBrk="0" hangingPunct="1">
              <a:lnSpc>
                <a:spcPct val="100000"/>
              </a:lnSpc>
              <a:spcBef>
                <a:spcPct val="0"/>
              </a:spcBef>
              <a:spcAft>
                <a:spcPts val="0"/>
              </a:spcAft>
              <a:buClrTx/>
              <a:buSzTx/>
              <a:buFontTx/>
              <a:buNone/>
              <a:tabLst/>
              <a:defRPr/>
            </a:pPr>
            <a:r>
              <a:rPr kumimoji="0" lang="en-US" altLang="en-US" sz="2000" b="1" i="0" u="none" strike="noStrike" kern="1200" cap="none" spc="0" normalizeH="0" baseline="0" noProof="0" dirty="0">
                <a:ln>
                  <a:noFill/>
                </a:ln>
                <a:solidFill>
                  <a:srgbClr val="00B2A9"/>
                </a:solidFill>
                <a:effectLst/>
                <a:uLnTx/>
                <a:uFillTx/>
                <a:latin typeface="Arial" panose="020B0604020202020204" pitchFamily="34" charset="0"/>
                <a:ea typeface="+mn-ea"/>
                <a:cs typeface="Arial" panose="020B0604020202020204" pitchFamily="34" charset="0"/>
              </a:rPr>
              <a:t>oxide</a:t>
            </a:r>
          </a:p>
          <a:p>
            <a:pPr marL="0" marR="0" lvl="0" indent="0" algn="ctr" defTabSz="812810" rtl="0" eaLnBrk="1" fontAlgn="auto" latinLnBrk="0" hangingPunct="1">
              <a:lnSpc>
                <a:spcPct val="100000"/>
              </a:lnSpc>
              <a:spcBef>
                <a:spcPct val="0"/>
              </a:spcBef>
              <a:spcAft>
                <a:spcPts val="0"/>
              </a:spcAft>
              <a:buClrTx/>
              <a:buSzTx/>
              <a:buFontTx/>
              <a:buNone/>
              <a:tabLst/>
              <a:defRPr/>
            </a:pPr>
            <a:endParaRPr kumimoji="0" lang="en-US" altLang="en-US" sz="1600" b="0" i="0" u="none" strike="noStrike" kern="1200" cap="none" spc="0" normalizeH="0" baseline="0" noProof="0" dirty="0">
              <a:ln>
                <a:noFill/>
              </a:ln>
              <a:solidFill>
                <a:srgbClr val="000000"/>
              </a:solidFill>
              <a:effectLst/>
              <a:uLnTx/>
              <a:uFillTx/>
              <a:latin typeface="Times New Roman" panose="02020603050405020304" pitchFamily="18" charset="0"/>
              <a:ea typeface="+mn-ea"/>
              <a:cs typeface="+mn-cs"/>
            </a:endParaRPr>
          </a:p>
          <a:p>
            <a:pPr marL="0" marR="0" lvl="0" indent="0" algn="ctr" defTabSz="812810" rtl="0" eaLnBrk="1" fontAlgn="auto" latinLnBrk="0" hangingPunct="1">
              <a:lnSpc>
                <a:spcPct val="100000"/>
              </a:lnSpc>
              <a:spcBef>
                <a:spcPct val="0"/>
              </a:spcBef>
              <a:spcAft>
                <a:spcPts val="0"/>
              </a:spcAft>
              <a:buClrTx/>
              <a:buSzTx/>
              <a:buFontTx/>
              <a:buNone/>
              <a:tabLst/>
              <a:defRPr/>
            </a:pPr>
            <a:r>
              <a:rPr kumimoji="0" lang="en-US" altLang="en-US" sz="1800" b="1" i="0" u="none" strike="noStrike" kern="1200" cap="none" spc="0" normalizeH="0" baseline="0" noProof="0" dirty="0">
                <a:ln>
                  <a:noFill/>
                </a:ln>
                <a:solidFill>
                  <a:srgbClr val="00274C"/>
                </a:solidFill>
                <a:effectLst/>
                <a:uLnTx/>
                <a:uFillTx/>
                <a:latin typeface="Arial" panose="020B0604020202020204" pitchFamily="34" charset="0"/>
                <a:ea typeface="+mn-ea"/>
                <a:cs typeface="Arial" panose="020B0604020202020204" pitchFamily="34" charset="0"/>
              </a:rPr>
              <a:t>1 kg</a:t>
            </a:r>
          </a:p>
          <a:p>
            <a:pPr marL="0" marR="0" lvl="0" indent="0" algn="ctr" defTabSz="812810" rtl="0" eaLnBrk="1" fontAlgn="auto" latinLnBrk="0" hangingPunct="1">
              <a:lnSpc>
                <a:spcPct val="100000"/>
              </a:lnSpc>
              <a:spcBef>
                <a:spcPct val="0"/>
              </a:spcBef>
              <a:spcAft>
                <a:spcPts val="0"/>
              </a:spcAft>
              <a:buClrTx/>
              <a:buSzTx/>
              <a:buFontTx/>
              <a:buNone/>
              <a:tabLst/>
              <a:defRPr/>
            </a:pPr>
            <a:endParaRPr kumimoji="0" lang="en-US" altLang="en-US" sz="1600" b="0" i="0" u="none" strike="noStrike" kern="1200" cap="none" spc="0" normalizeH="0" baseline="0" noProof="0" dirty="0">
              <a:ln>
                <a:noFill/>
              </a:ln>
              <a:solidFill>
                <a:srgbClr val="000000"/>
              </a:solidFill>
              <a:effectLst/>
              <a:uLnTx/>
              <a:uFillTx/>
              <a:latin typeface="Times New Roman" panose="02020603050405020304" pitchFamily="18" charset="0"/>
              <a:ea typeface="+mn-ea"/>
              <a:cs typeface="+mn-cs"/>
            </a:endParaRPr>
          </a:p>
          <a:p>
            <a:pPr marL="0" marR="0" lvl="0" indent="0" algn="ctr" defTabSz="812810" rtl="0" eaLnBrk="1" fontAlgn="auto" latinLnBrk="0" hangingPunct="1">
              <a:lnSpc>
                <a:spcPct val="100000"/>
              </a:lnSpc>
              <a:spcBef>
                <a:spcPct val="0"/>
              </a:spcBef>
              <a:spcAft>
                <a:spcPts val="0"/>
              </a:spcAft>
              <a:buClrTx/>
              <a:buSzTx/>
              <a:buFontTx/>
              <a:buNone/>
              <a:tabLst/>
              <a:defRPr/>
            </a:pPr>
            <a:endParaRPr kumimoji="0" lang="en-US" altLang="en-US" sz="1600" b="0" i="0" u="none" strike="noStrike" kern="1200" cap="none" spc="0" normalizeH="0" baseline="0" noProof="0" dirty="0">
              <a:ln>
                <a:noFill/>
              </a:ln>
              <a:solidFill>
                <a:srgbClr val="000000"/>
              </a:solidFill>
              <a:effectLst/>
              <a:uLnTx/>
              <a:uFillTx/>
              <a:latin typeface="Times New Roman" panose="02020603050405020304" pitchFamily="18" charset="0"/>
              <a:ea typeface="+mn-ea"/>
              <a:cs typeface="+mn-cs"/>
            </a:endParaRPr>
          </a:p>
          <a:p>
            <a:pPr marL="0" marR="0" lvl="0" indent="0" algn="ctr" defTabSz="812810" rtl="0" eaLnBrk="1" fontAlgn="auto" latinLnBrk="0" hangingPunct="1">
              <a:lnSpc>
                <a:spcPct val="100000"/>
              </a:lnSpc>
              <a:spcBef>
                <a:spcPct val="0"/>
              </a:spcBef>
              <a:spcAft>
                <a:spcPts val="0"/>
              </a:spcAft>
              <a:buClrTx/>
              <a:buSzTx/>
              <a:buFontTx/>
              <a:buNone/>
              <a:tabLst/>
              <a:defRPr/>
            </a:pPr>
            <a:endParaRPr kumimoji="0" lang="en-US" altLang="en-US" sz="1600" b="0" i="0" u="none" strike="noStrike" kern="1200" cap="none" spc="0" normalizeH="0" baseline="0" noProof="0" dirty="0">
              <a:ln>
                <a:noFill/>
              </a:ln>
              <a:solidFill>
                <a:srgbClr val="000000"/>
              </a:solidFill>
              <a:effectLst/>
              <a:uLnTx/>
              <a:uFillTx/>
              <a:latin typeface="Times New Roman" panose="02020603050405020304" pitchFamily="18" charset="0"/>
              <a:ea typeface="+mn-ea"/>
              <a:cs typeface="+mn-cs"/>
            </a:endParaRPr>
          </a:p>
          <a:p>
            <a:pPr marL="0" marR="0" lvl="0" indent="0" algn="ctr" defTabSz="812810" rtl="0" eaLnBrk="1" fontAlgn="auto" latinLnBrk="0" hangingPunct="1">
              <a:lnSpc>
                <a:spcPct val="100000"/>
              </a:lnSpc>
              <a:spcBef>
                <a:spcPct val="0"/>
              </a:spcBef>
              <a:spcAft>
                <a:spcPts val="0"/>
              </a:spcAft>
              <a:buClrTx/>
              <a:buSzTx/>
              <a:buFontTx/>
              <a:buNone/>
              <a:tabLst/>
              <a:defRPr/>
            </a:pPr>
            <a:endParaRPr kumimoji="0" lang="en-US" altLang="en-US" sz="1600" b="0" i="0" u="none" strike="noStrike" kern="1200" cap="none" spc="0" normalizeH="0" baseline="0" noProof="0" dirty="0">
              <a:ln>
                <a:noFill/>
              </a:ln>
              <a:solidFill>
                <a:srgbClr val="000000"/>
              </a:solidFill>
              <a:effectLst/>
              <a:uLnTx/>
              <a:uFillTx/>
              <a:latin typeface="Times New Roman" panose="02020603050405020304" pitchFamily="18" charset="0"/>
              <a:ea typeface="+mn-ea"/>
              <a:cs typeface="+mn-cs"/>
            </a:endParaRPr>
          </a:p>
          <a:p>
            <a:pPr marL="0" marR="0" lvl="0" indent="0" algn="ctr" defTabSz="812810" rtl="0" eaLnBrk="1" fontAlgn="auto" latinLnBrk="0" hangingPunct="1">
              <a:lnSpc>
                <a:spcPct val="100000"/>
              </a:lnSpc>
              <a:spcBef>
                <a:spcPct val="0"/>
              </a:spcBef>
              <a:spcAft>
                <a:spcPts val="0"/>
              </a:spcAft>
              <a:buClrTx/>
              <a:buSzTx/>
              <a:buFontTx/>
              <a:buNone/>
              <a:tabLst/>
              <a:defRPr/>
            </a:pPr>
            <a:endParaRPr kumimoji="0" lang="en-US" altLang="en-US" sz="1600" b="0" i="0" u="none" strike="noStrike" kern="1200" cap="none" spc="0" normalizeH="0" baseline="0" noProof="0" dirty="0">
              <a:ln>
                <a:noFill/>
              </a:ln>
              <a:solidFill>
                <a:srgbClr val="000000"/>
              </a:solidFill>
              <a:effectLst/>
              <a:uLnTx/>
              <a:uFillTx/>
              <a:latin typeface="Times New Roman" panose="02020603050405020304" pitchFamily="18" charset="0"/>
              <a:ea typeface="+mn-ea"/>
              <a:cs typeface="+mn-cs"/>
            </a:endParaRPr>
          </a:p>
          <a:p>
            <a:pPr marL="0" marR="0" lvl="0" indent="0" algn="ctr" defTabSz="812810" rtl="0" eaLnBrk="1" fontAlgn="auto" latinLnBrk="0" hangingPunct="1">
              <a:lnSpc>
                <a:spcPct val="100000"/>
              </a:lnSpc>
              <a:spcBef>
                <a:spcPct val="0"/>
              </a:spcBef>
              <a:spcAft>
                <a:spcPts val="0"/>
              </a:spcAft>
              <a:buClrTx/>
              <a:buSzTx/>
              <a:buFontTx/>
              <a:buNone/>
              <a:tabLst/>
              <a:defRPr/>
            </a:pPr>
            <a:endParaRPr kumimoji="0" lang="en-US" altLang="en-US" sz="1600" b="0" i="0" u="none" strike="noStrike" kern="1200" cap="none" spc="0" normalizeH="0" baseline="0" noProof="0" dirty="0">
              <a:ln>
                <a:noFill/>
              </a:ln>
              <a:solidFill>
                <a:srgbClr val="000000"/>
              </a:solidFill>
              <a:effectLst/>
              <a:uLnTx/>
              <a:uFillTx/>
              <a:latin typeface="Times New Roman" panose="02020603050405020304" pitchFamily="18" charset="0"/>
              <a:ea typeface="+mn-ea"/>
              <a:cs typeface="+mn-cs"/>
            </a:endParaRPr>
          </a:p>
          <a:p>
            <a:pPr marL="0" marR="0" lvl="0" indent="0" algn="ctr" defTabSz="812810" rtl="0" eaLnBrk="1" fontAlgn="auto" latinLnBrk="0" hangingPunct="1">
              <a:lnSpc>
                <a:spcPct val="100000"/>
              </a:lnSpc>
              <a:spcBef>
                <a:spcPct val="0"/>
              </a:spcBef>
              <a:spcAft>
                <a:spcPts val="0"/>
              </a:spcAft>
              <a:buClrTx/>
              <a:buSzTx/>
              <a:buFontTx/>
              <a:buNone/>
              <a:tabLst/>
              <a:defRPr/>
            </a:pPr>
            <a:endParaRPr kumimoji="0" lang="en-US" altLang="en-US" sz="1600" b="0" i="0" u="none" strike="noStrike" kern="1200" cap="none" spc="0" normalizeH="0" baseline="0" noProof="0" dirty="0">
              <a:ln>
                <a:noFill/>
              </a:ln>
              <a:solidFill>
                <a:srgbClr val="000000"/>
              </a:solidFill>
              <a:effectLst/>
              <a:uLnTx/>
              <a:uFillTx/>
              <a:latin typeface="Times New Roman" panose="02020603050405020304" pitchFamily="18" charset="0"/>
              <a:ea typeface="+mn-ea"/>
              <a:cs typeface="+mn-cs"/>
            </a:endParaRPr>
          </a:p>
        </p:txBody>
      </p:sp>
      <p:sp>
        <p:nvSpPr>
          <p:cNvPr id="29" name="Line 57">
            <a:extLst>
              <a:ext uri="{FF2B5EF4-FFF2-40B4-BE49-F238E27FC236}">
                <a16:creationId xmlns:a16="http://schemas.microsoft.com/office/drawing/2014/main" id="{62613FA1-E31D-734C-B77F-2B3ACB0C36AA}"/>
              </a:ext>
            </a:extLst>
          </p:cNvPr>
          <p:cNvSpPr>
            <a:spLocks noChangeShapeType="1"/>
          </p:cNvSpPr>
          <p:nvPr/>
        </p:nvSpPr>
        <p:spPr bwMode="auto">
          <a:xfrm>
            <a:off x="7725568" y="5322546"/>
            <a:ext cx="381000" cy="0"/>
          </a:xfrm>
          <a:prstGeom prst="line">
            <a:avLst/>
          </a:prstGeom>
          <a:noFill/>
          <a:ln w="25400">
            <a:solidFill>
              <a:schemeClr val="accent5"/>
            </a:solidFill>
            <a:round/>
            <a:headEnd/>
            <a:tailEnd type="arrow" w="sm" len="med"/>
          </a:ln>
          <a:extLst>
            <a:ext uri="{909E8E84-426E-40DD-AFC4-6F175D3DCCD1}">
              <a14:hiddenFill xmlns:a14="http://schemas.microsoft.com/office/drawing/2010/main">
                <a:noFill/>
              </a14:hiddenFill>
            </a:ext>
          </a:extLst>
        </p:spPr>
        <p:txBody>
          <a:bodyPr/>
          <a:lstStyle/>
          <a:p>
            <a:pPr marL="0" marR="0" lvl="0" indent="0" algn="l" defTabSz="812810" rtl="0" eaLnBrk="1" fontAlgn="auto" latinLnBrk="0" hangingPunct="1">
              <a:lnSpc>
                <a:spcPct val="100000"/>
              </a:lnSpc>
              <a:spcBef>
                <a:spcPts val="0"/>
              </a:spcBef>
              <a:spcAft>
                <a:spcPts val="0"/>
              </a:spcAft>
              <a:buClrTx/>
              <a:buSzTx/>
              <a:buFontTx/>
              <a:buNone/>
              <a:tabLst/>
              <a:defRPr/>
            </a:pPr>
            <a:endParaRPr kumimoji="0" lang="en-US" sz="3200" b="0"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33" name="Line 57">
            <a:extLst>
              <a:ext uri="{FF2B5EF4-FFF2-40B4-BE49-F238E27FC236}">
                <a16:creationId xmlns:a16="http://schemas.microsoft.com/office/drawing/2014/main" id="{6FBED4A7-03E7-2B4F-8881-8AA781C5EA39}"/>
              </a:ext>
            </a:extLst>
          </p:cNvPr>
          <p:cNvSpPr>
            <a:spLocks noChangeShapeType="1"/>
          </p:cNvSpPr>
          <p:nvPr/>
        </p:nvSpPr>
        <p:spPr bwMode="auto">
          <a:xfrm>
            <a:off x="7739855" y="4821226"/>
            <a:ext cx="381000" cy="0"/>
          </a:xfrm>
          <a:prstGeom prst="line">
            <a:avLst/>
          </a:prstGeom>
          <a:noFill/>
          <a:ln w="25400">
            <a:solidFill>
              <a:schemeClr val="accent5"/>
            </a:solidFill>
            <a:round/>
            <a:headEnd/>
            <a:tailEnd type="arrow" w="sm" len="med"/>
          </a:ln>
          <a:extLst>
            <a:ext uri="{909E8E84-426E-40DD-AFC4-6F175D3DCCD1}">
              <a14:hiddenFill xmlns:a14="http://schemas.microsoft.com/office/drawing/2010/main">
                <a:noFill/>
              </a14:hiddenFill>
            </a:ext>
          </a:extLst>
        </p:spPr>
        <p:txBody>
          <a:bodyPr/>
          <a:lstStyle/>
          <a:p>
            <a:pPr marL="0" marR="0" lvl="0" indent="0" algn="l" defTabSz="812810" rtl="0" eaLnBrk="1" fontAlgn="auto" latinLnBrk="0" hangingPunct="1">
              <a:lnSpc>
                <a:spcPct val="100000"/>
              </a:lnSpc>
              <a:spcBef>
                <a:spcPts val="0"/>
              </a:spcBef>
              <a:spcAft>
                <a:spcPts val="0"/>
              </a:spcAft>
              <a:buClrTx/>
              <a:buSzTx/>
              <a:buFontTx/>
              <a:buNone/>
              <a:tabLst/>
              <a:defRPr/>
            </a:pPr>
            <a:endParaRPr kumimoji="0" lang="en-US" sz="3200" b="0"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35" name="Line 57">
            <a:extLst>
              <a:ext uri="{FF2B5EF4-FFF2-40B4-BE49-F238E27FC236}">
                <a16:creationId xmlns:a16="http://schemas.microsoft.com/office/drawing/2014/main" id="{2B225AB6-5A05-C743-8C49-1749C7A366A3}"/>
              </a:ext>
            </a:extLst>
          </p:cNvPr>
          <p:cNvSpPr>
            <a:spLocks noChangeShapeType="1"/>
          </p:cNvSpPr>
          <p:nvPr/>
        </p:nvSpPr>
        <p:spPr bwMode="auto">
          <a:xfrm>
            <a:off x="7725568" y="3367188"/>
            <a:ext cx="381000" cy="0"/>
          </a:xfrm>
          <a:prstGeom prst="line">
            <a:avLst/>
          </a:prstGeom>
          <a:noFill/>
          <a:ln w="25400">
            <a:solidFill>
              <a:schemeClr val="accent5"/>
            </a:solidFill>
            <a:round/>
            <a:headEnd/>
            <a:tailEnd type="arrow" w="sm" len="med"/>
          </a:ln>
          <a:extLst>
            <a:ext uri="{909E8E84-426E-40DD-AFC4-6F175D3DCCD1}">
              <a14:hiddenFill xmlns:a14="http://schemas.microsoft.com/office/drawing/2010/main">
                <a:noFill/>
              </a14:hiddenFill>
            </a:ext>
          </a:extLst>
        </p:spPr>
        <p:txBody>
          <a:bodyPr/>
          <a:lstStyle/>
          <a:p>
            <a:pPr marL="0" marR="0" lvl="0" indent="0" algn="l" defTabSz="812810" rtl="0" eaLnBrk="1" fontAlgn="auto" latinLnBrk="0" hangingPunct="1">
              <a:lnSpc>
                <a:spcPct val="100000"/>
              </a:lnSpc>
              <a:spcBef>
                <a:spcPts val="0"/>
              </a:spcBef>
              <a:spcAft>
                <a:spcPts val="0"/>
              </a:spcAft>
              <a:buClrTx/>
              <a:buSzTx/>
              <a:buFontTx/>
              <a:buNone/>
              <a:tabLst/>
              <a:defRPr/>
            </a:pPr>
            <a:endParaRPr kumimoji="0" lang="en-US" sz="3200" b="0" i="0" u="none" strike="noStrike" kern="1200" cap="none" spc="0" normalizeH="0" baseline="0" noProof="0" dirty="0">
              <a:ln>
                <a:noFill/>
              </a:ln>
              <a:solidFill>
                <a:srgbClr val="000000"/>
              </a:solidFill>
              <a:effectLst/>
              <a:uLnTx/>
              <a:uFillTx/>
              <a:latin typeface="Arial" panose="020B0604020202020204"/>
              <a:ea typeface="+mn-ea"/>
              <a:cs typeface="+mn-cs"/>
            </a:endParaRPr>
          </a:p>
        </p:txBody>
      </p:sp>
      <p:sp>
        <p:nvSpPr>
          <p:cNvPr id="36" name="Text Box 59">
            <a:extLst>
              <a:ext uri="{FF2B5EF4-FFF2-40B4-BE49-F238E27FC236}">
                <a16:creationId xmlns:a16="http://schemas.microsoft.com/office/drawing/2014/main" id="{D74034A5-D968-2249-83EC-2B6312A0A373}"/>
              </a:ext>
            </a:extLst>
          </p:cNvPr>
          <p:cNvSpPr txBox="1">
            <a:spLocks noChangeArrowheads="1"/>
          </p:cNvSpPr>
          <p:nvPr/>
        </p:nvSpPr>
        <p:spPr bwMode="auto">
          <a:xfrm>
            <a:off x="3019736" y="3130023"/>
            <a:ext cx="470822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rgbClr val="FF9900"/>
              </a:buClr>
              <a:buChar char="•"/>
              <a:defRPr sz="3200" b="1">
                <a:solidFill>
                  <a:srgbClr val="01035B"/>
                </a:solidFill>
                <a:latin typeface="Arial" panose="020B0604020202020204" pitchFamily="34" charset="0"/>
              </a:defRPr>
            </a:lvl1pPr>
            <a:lvl2pPr marL="742950" indent="-285750">
              <a:spcBef>
                <a:spcPct val="20000"/>
              </a:spcBef>
              <a:buClr>
                <a:srgbClr val="FF9900"/>
              </a:buClr>
              <a:buChar char="–"/>
              <a:defRPr sz="2800" b="1">
                <a:solidFill>
                  <a:srgbClr val="01035B"/>
                </a:solidFill>
                <a:latin typeface="Arial" panose="020B0604020202020204" pitchFamily="34" charset="0"/>
              </a:defRPr>
            </a:lvl2pPr>
            <a:lvl3pPr marL="1143000" indent="-228600">
              <a:spcBef>
                <a:spcPct val="20000"/>
              </a:spcBef>
              <a:buClr>
                <a:srgbClr val="FF9900"/>
              </a:buClr>
              <a:buChar char="•"/>
              <a:defRPr sz="2400" b="1">
                <a:solidFill>
                  <a:srgbClr val="01035B"/>
                </a:solidFill>
                <a:latin typeface="Arial" panose="020B0604020202020204" pitchFamily="34" charset="0"/>
              </a:defRPr>
            </a:lvl3pPr>
            <a:lvl4pPr marL="1600200" indent="-228600">
              <a:spcBef>
                <a:spcPct val="20000"/>
              </a:spcBef>
              <a:buClr>
                <a:srgbClr val="FF9900"/>
              </a:buClr>
              <a:buChar char="–"/>
              <a:defRPr sz="2000" b="1">
                <a:solidFill>
                  <a:srgbClr val="01035B"/>
                </a:solidFill>
                <a:latin typeface="Arial" panose="020B0604020202020204" pitchFamily="34" charset="0"/>
              </a:defRPr>
            </a:lvl4pPr>
            <a:lvl5pPr marL="2057400" indent="-228600">
              <a:spcBef>
                <a:spcPct val="20000"/>
              </a:spcBef>
              <a:buClr>
                <a:srgbClr val="FF9900"/>
              </a:buClr>
              <a:buChar char="»"/>
              <a:defRPr sz="2000" b="1">
                <a:solidFill>
                  <a:srgbClr val="01035B"/>
                </a:solidFill>
                <a:latin typeface="Arial" panose="020B0604020202020204" pitchFamily="34" charset="0"/>
              </a:defRPr>
            </a:lvl5pPr>
            <a:lvl6pPr marL="25146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6pPr>
            <a:lvl7pPr marL="29718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7pPr>
            <a:lvl8pPr marL="34290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8pPr>
            <a:lvl9pPr marL="38862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9pPr>
          </a:lstStyle>
          <a:p>
            <a:pPr marL="0" marR="0" lvl="0" indent="0" algn="r" defTabSz="812810" rtl="0" eaLnBrk="1" fontAlgn="auto" latinLnBrk="0" hangingPunct="1">
              <a:lnSpc>
                <a:spcPct val="100000"/>
              </a:lnSpc>
              <a:spcBef>
                <a:spcPct val="0"/>
              </a:spcBef>
              <a:spcAft>
                <a:spcPts val="0"/>
              </a:spcAft>
              <a:buClrTx/>
              <a:buSzTx/>
              <a:buFontTx/>
              <a:buNone/>
              <a:tabLst/>
              <a:defRPr/>
            </a:pPr>
            <a:r>
              <a:rPr kumimoji="0" lang="en-US" altLang="en-US" sz="2400" b="1" i="0" u="none" strike="noStrike" kern="1200" cap="none" spc="0" normalizeH="0" baseline="0" noProof="0" dirty="0">
                <a:ln>
                  <a:noFill/>
                </a:ln>
                <a:solidFill>
                  <a:srgbClr val="D86018"/>
                </a:solidFill>
                <a:effectLst/>
                <a:uLnTx/>
                <a:uFillTx/>
                <a:latin typeface="Arial" panose="020B0604020202020204" pitchFamily="34" charset="0"/>
                <a:ea typeface="+mn-ea"/>
                <a:cs typeface="Arial" panose="020B0604020202020204" pitchFamily="34" charset="0"/>
              </a:rPr>
              <a:t>Aluminum hydroxide 1.53 kg</a:t>
            </a:r>
          </a:p>
        </p:txBody>
      </p:sp>
      <p:sp>
        <p:nvSpPr>
          <p:cNvPr id="37" name="Line 57">
            <a:extLst>
              <a:ext uri="{FF2B5EF4-FFF2-40B4-BE49-F238E27FC236}">
                <a16:creationId xmlns:a16="http://schemas.microsoft.com/office/drawing/2014/main" id="{4FEDEB7E-9FB5-7849-A9AE-851440CCECC8}"/>
              </a:ext>
            </a:extLst>
          </p:cNvPr>
          <p:cNvSpPr>
            <a:spLocks noChangeShapeType="1"/>
          </p:cNvSpPr>
          <p:nvPr/>
        </p:nvSpPr>
        <p:spPr bwMode="auto">
          <a:xfrm>
            <a:off x="7725568" y="3904314"/>
            <a:ext cx="381000" cy="0"/>
          </a:xfrm>
          <a:prstGeom prst="line">
            <a:avLst/>
          </a:prstGeom>
          <a:noFill/>
          <a:ln w="25400">
            <a:solidFill>
              <a:schemeClr val="accent5"/>
            </a:solidFill>
            <a:round/>
            <a:headEnd/>
            <a:tailEnd type="arrow" w="sm" len="med"/>
          </a:ln>
          <a:extLst>
            <a:ext uri="{909E8E84-426E-40DD-AFC4-6F175D3DCCD1}">
              <a14:hiddenFill xmlns:a14="http://schemas.microsoft.com/office/drawing/2010/main">
                <a:noFill/>
              </a14:hiddenFill>
            </a:ext>
          </a:extLst>
        </p:spPr>
        <p:txBody>
          <a:bodyPr/>
          <a:lstStyle/>
          <a:p>
            <a:pPr marL="0" marR="0" lvl="0" indent="0" algn="l" defTabSz="812810" rtl="0" eaLnBrk="1" fontAlgn="auto" latinLnBrk="0" hangingPunct="1">
              <a:lnSpc>
                <a:spcPct val="100000"/>
              </a:lnSpc>
              <a:spcBef>
                <a:spcPts val="0"/>
              </a:spcBef>
              <a:spcAft>
                <a:spcPts val="0"/>
              </a:spcAft>
              <a:buClrTx/>
              <a:buSzTx/>
              <a:buFontTx/>
              <a:buNone/>
              <a:tabLst/>
              <a:defRPr/>
            </a:pPr>
            <a:endParaRPr kumimoji="0" lang="en-US" sz="3200" b="0"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39" name="Line 57">
            <a:extLst>
              <a:ext uri="{FF2B5EF4-FFF2-40B4-BE49-F238E27FC236}">
                <a16:creationId xmlns:a16="http://schemas.microsoft.com/office/drawing/2014/main" id="{3E8BDB12-4151-7544-9227-5E59D3B8F4F2}"/>
              </a:ext>
            </a:extLst>
          </p:cNvPr>
          <p:cNvSpPr>
            <a:spLocks noChangeShapeType="1"/>
          </p:cNvSpPr>
          <p:nvPr/>
        </p:nvSpPr>
        <p:spPr bwMode="auto">
          <a:xfrm>
            <a:off x="7743030" y="4380232"/>
            <a:ext cx="381000" cy="0"/>
          </a:xfrm>
          <a:prstGeom prst="line">
            <a:avLst/>
          </a:prstGeom>
          <a:noFill/>
          <a:ln w="25400">
            <a:solidFill>
              <a:schemeClr val="accent5"/>
            </a:solidFill>
            <a:round/>
            <a:headEnd/>
            <a:tailEnd type="arrow" w="sm" len="med"/>
          </a:ln>
          <a:extLst>
            <a:ext uri="{909E8E84-426E-40DD-AFC4-6F175D3DCCD1}">
              <a14:hiddenFill xmlns:a14="http://schemas.microsoft.com/office/drawing/2010/main">
                <a:noFill/>
              </a14:hiddenFill>
            </a:ext>
          </a:extLst>
        </p:spPr>
        <p:txBody>
          <a:bodyPr/>
          <a:lstStyle/>
          <a:p>
            <a:pPr marL="0" marR="0" lvl="0" indent="0" algn="l" defTabSz="812810" rtl="0" eaLnBrk="1" fontAlgn="auto" latinLnBrk="0" hangingPunct="1">
              <a:lnSpc>
                <a:spcPct val="100000"/>
              </a:lnSpc>
              <a:spcBef>
                <a:spcPts val="0"/>
              </a:spcBef>
              <a:spcAft>
                <a:spcPts val="0"/>
              </a:spcAft>
              <a:buClrTx/>
              <a:buSzTx/>
              <a:buFontTx/>
              <a:buNone/>
              <a:tabLst/>
              <a:defRPr/>
            </a:pPr>
            <a:endParaRPr kumimoji="0" lang="en-US" sz="3200" b="0"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43" name="Line 56">
            <a:extLst>
              <a:ext uri="{FF2B5EF4-FFF2-40B4-BE49-F238E27FC236}">
                <a16:creationId xmlns:a16="http://schemas.microsoft.com/office/drawing/2014/main" id="{F4AA7143-6058-674F-8B86-CCA624E43BC9}"/>
              </a:ext>
            </a:extLst>
          </p:cNvPr>
          <p:cNvSpPr>
            <a:spLocks noChangeShapeType="1"/>
          </p:cNvSpPr>
          <p:nvPr/>
        </p:nvSpPr>
        <p:spPr bwMode="auto">
          <a:xfrm>
            <a:off x="9951245" y="5928785"/>
            <a:ext cx="381000" cy="0"/>
          </a:xfrm>
          <a:prstGeom prst="line">
            <a:avLst/>
          </a:prstGeom>
          <a:noFill/>
          <a:ln w="25400">
            <a:solidFill>
              <a:schemeClr val="accent3"/>
            </a:solidFill>
            <a:round/>
            <a:headEnd/>
            <a:tailEnd type="arrow" w="sm" len="med"/>
          </a:ln>
          <a:extLst>
            <a:ext uri="{909E8E84-426E-40DD-AFC4-6F175D3DCCD1}">
              <a14:hiddenFill xmlns:a14="http://schemas.microsoft.com/office/drawing/2010/main">
                <a:noFill/>
              </a14:hiddenFill>
            </a:ext>
          </a:extLst>
        </p:spPr>
        <p:txBody>
          <a:bodyPr/>
          <a:lstStyle/>
          <a:p>
            <a:pPr marL="0" marR="0" lvl="0" indent="0" algn="l" defTabSz="812810" rtl="0" eaLnBrk="1" fontAlgn="auto" latinLnBrk="0" hangingPunct="1">
              <a:lnSpc>
                <a:spcPct val="100000"/>
              </a:lnSpc>
              <a:spcBef>
                <a:spcPts val="0"/>
              </a:spcBef>
              <a:spcAft>
                <a:spcPts val="0"/>
              </a:spcAft>
              <a:buClrTx/>
              <a:buSzTx/>
              <a:buFontTx/>
              <a:buNone/>
              <a:tabLst/>
              <a:defRPr/>
            </a:pPr>
            <a:endParaRPr kumimoji="0" lang="en-US" sz="3200" b="0"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50" name="Text Box 60">
            <a:extLst>
              <a:ext uri="{FF2B5EF4-FFF2-40B4-BE49-F238E27FC236}">
                <a16:creationId xmlns:a16="http://schemas.microsoft.com/office/drawing/2014/main" id="{968D007A-425D-0749-9A0A-764DD2694C8E}"/>
              </a:ext>
            </a:extLst>
          </p:cNvPr>
          <p:cNvSpPr txBox="1">
            <a:spLocks noChangeArrowheads="1"/>
          </p:cNvSpPr>
          <p:nvPr/>
        </p:nvSpPr>
        <p:spPr bwMode="auto">
          <a:xfrm>
            <a:off x="10375510" y="5764906"/>
            <a:ext cx="2499896"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rgbClr val="FF9900"/>
              </a:buClr>
              <a:buChar char="•"/>
              <a:defRPr sz="3200" b="1">
                <a:solidFill>
                  <a:srgbClr val="01035B"/>
                </a:solidFill>
                <a:latin typeface="Arial" panose="020B0604020202020204" pitchFamily="34" charset="0"/>
              </a:defRPr>
            </a:lvl1pPr>
            <a:lvl2pPr marL="742950" indent="-285750">
              <a:spcBef>
                <a:spcPct val="20000"/>
              </a:spcBef>
              <a:buClr>
                <a:srgbClr val="FF9900"/>
              </a:buClr>
              <a:buChar char="–"/>
              <a:defRPr sz="2800" b="1">
                <a:solidFill>
                  <a:srgbClr val="01035B"/>
                </a:solidFill>
                <a:latin typeface="Arial" panose="020B0604020202020204" pitchFamily="34" charset="0"/>
              </a:defRPr>
            </a:lvl2pPr>
            <a:lvl3pPr marL="1143000" indent="-228600">
              <a:spcBef>
                <a:spcPct val="20000"/>
              </a:spcBef>
              <a:buClr>
                <a:srgbClr val="FF9900"/>
              </a:buClr>
              <a:buChar char="•"/>
              <a:defRPr sz="2400" b="1">
                <a:solidFill>
                  <a:srgbClr val="01035B"/>
                </a:solidFill>
                <a:latin typeface="Arial" panose="020B0604020202020204" pitchFamily="34" charset="0"/>
              </a:defRPr>
            </a:lvl3pPr>
            <a:lvl4pPr marL="1600200" indent="-228600">
              <a:spcBef>
                <a:spcPct val="20000"/>
              </a:spcBef>
              <a:buClr>
                <a:srgbClr val="FF9900"/>
              </a:buClr>
              <a:buChar char="–"/>
              <a:defRPr sz="2000" b="1">
                <a:solidFill>
                  <a:srgbClr val="01035B"/>
                </a:solidFill>
                <a:latin typeface="Arial" panose="020B0604020202020204" pitchFamily="34" charset="0"/>
              </a:defRPr>
            </a:lvl4pPr>
            <a:lvl5pPr marL="2057400" indent="-228600">
              <a:spcBef>
                <a:spcPct val="20000"/>
              </a:spcBef>
              <a:buClr>
                <a:srgbClr val="FF9900"/>
              </a:buClr>
              <a:buChar char="»"/>
              <a:defRPr sz="2000" b="1">
                <a:solidFill>
                  <a:srgbClr val="01035B"/>
                </a:solidFill>
                <a:latin typeface="Arial" panose="020B0604020202020204" pitchFamily="34" charset="0"/>
              </a:defRPr>
            </a:lvl5pPr>
            <a:lvl6pPr marL="25146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6pPr>
            <a:lvl7pPr marL="29718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7pPr>
            <a:lvl8pPr marL="34290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8pPr>
            <a:lvl9pPr marL="38862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9pPr>
          </a:lstStyle>
          <a:p>
            <a:pPr marL="0" marR="0" lvl="0" indent="0" algn="l" defTabSz="812810" rtl="0" eaLnBrk="1" fontAlgn="auto" latinLnBrk="0" hangingPunct="1">
              <a:lnSpc>
                <a:spcPct val="100000"/>
              </a:lnSpc>
              <a:spcBef>
                <a:spcPct val="0"/>
              </a:spcBef>
              <a:spcAft>
                <a:spcPts val="0"/>
              </a:spcAft>
              <a:buClrTx/>
              <a:buSzTx/>
              <a:buFontTx/>
              <a:buNone/>
              <a:tabLst/>
              <a:defRPr/>
            </a:pPr>
            <a:r>
              <a:rPr kumimoji="0" lang="en-US" altLang="en-US" sz="1600" b="0" i="0" u="none" strike="noStrike" kern="1200" cap="none" spc="0" normalizeH="0" baseline="0" noProof="0" dirty="0">
                <a:ln>
                  <a:noFill/>
                </a:ln>
                <a:solidFill>
                  <a:srgbClr val="ADA400"/>
                </a:solidFill>
                <a:effectLst/>
                <a:uLnTx/>
                <a:uFillTx/>
                <a:latin typeface="Arial" panose="020B0604020202020204" pitchFamily="34" charset="0"/>
                <a:ea typeface="+mn-ea"/>
                <a:cs typeface="Arial" panose="020B0604020202020204" pitchFamily="34" charset="0"/>
              </a:rPr>
              <a:t>Heat, waste 0.038 MJ</a:t>
            </a:r>
            <a:endParaRPr kumimoji="0" lang="en-US" altLang="en-US" sz="1600" b="0" i="0" u="none" strike="noStrike" kern="1200" cap="none" spc="0" normalizeH="0" baseline="30000" noProof="0" dirty="0">
              <a:ln>
                <a:noFill/>
              </a:ln>
              <a:solidFill>
                <a:srgbClr val="ADA400"/>
              </a:solidFill>
              <a:effectLst/>
              <a:uLnTx/>
              <a:uFillTx/>
              <a:latin typeface="Arial" panose="020B0604020202020204" pitchFamily="34" charset="0"/>
              <a:ea typeface="+mn-ea"/>
              <a:cs typeface="Arial" panose="020B0604020202020204" pitchFamily="34" charset="0"/>
            </a:endParaRPr>
          </a:p>
        </p:txBody>
      </p:sp>
      <p:sp>
        <p:nvSpPr>
          <p:cNvPr id="62" name="Rectangle 61">
            <a:extLst>
              <a:ext uri="{FF2B5EF4-FFF2-40B4-BE49-F238E27FC236}">
                <a16:creationId xmlns:a16="http://schemas.microsoft.com/office/drawing/2014/main" id="{CE009DAC-4F87-474C-8FF6-3A3C2E500B4E}"/>
              </a:ext>
            </a:extLst>
          </p:cNvPr>
          <p:cNvSpPr/>
          <p:nvPr/>
        </p:nvSpPr>
        <p:spPr>
          <a:xfrm>
            <a:off x="3352411" y="3127055"/>
            <a:ext cx="4373157" cy="461665"/>
          </a:xfrm>
          <a:prstGeom prst="rect">
            <a:avLst/>
          </a:prstGeom>
          <a:noFill/>
          <a:ln w="25400">
            <a:solidFill>
              <a:schemeClr val="accent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812810" rtl="0" eaLnBrk="1" fontAlgn="auto" latinLnBrk="0" hangingPunct="1">
              <a:lnSpc>
                <a:spcPct val="100000"/>
              </a:lnSpc>
              <a:spcBef>
                <a:spcPts val="0"/>
              </a:spcBef>
              <a:spcAft>
                <a:spcPts val="0"/>
              </a:spcAft>
              <a:buClrTx/>
              <a:buSzTx/>
              <a:buFontTx/>
              <a:buNone/>
              <a:tabLst/>
              <a:defRPr/>
            </a:pPr>
            <a:endParaRPr kumimoji="0" lang="en-US" sz="3200" b="0" i="0" u="none" strike="noStrike" kern="1200" cap="none" spc="0" normalizeH="0" baseline="0" noProof="0">
              <a:ln>
                <a:noFill/>
              </a:ln>
              <a:solidFill>
                <a:prstClr val="white"/>
              </a:solidFill>
              <a:effectLst/>
              <a:uLnTx/>
              <a:uFillTx/>
              <a:latin typeface="Arial" panose="020B0604020202020204"/>
              <a:ea typeface="+mn-ea"/>
              <a:cs typeface="+mn-cs"/>
            </a:endParaRPr>
          </a:p>
        </p:txBody>
      </p:sp>
      <p:sp>
        <p:nvSpPr>
          <p:cNvPr id="24" name="Rectangle 23">
            <a:extLst>
              <a:ext uri="{FF2B5EF4-FFF2-40B4-BE49-F238E27FC236}">
                <a16:creationId xmlns:a16="http://schemas.microsoft.com/office/drawing/2014/main" id="{869F698F-4569-B145-ACF7-C637C4EE82A0}"/>
              </a:ext>
            </a:extLst>
          </p:cNvPr>
          <p:cNvSpPr/>
          <p:nvPr/>
        </p:nvSpPr>
        <p:spPr>
          <a:xfrm>
            <a:off x="4367923" y="1418250"/>
            <a:ext cx="11076786" cy="954107"/>
          </a:xfrm>
          <a:prstGeom prst="rect">
            <a:avLst/>
          </a:prstGeom>
        </p:spPr>
        <p:txBody>
          <a:bodyPr wrap="square">
            <a:spAutoFit/>
          </a:bodyPr>
          <a:lstStyle/>
          <a:p>
            <a:pPr marL="0" marR="0" lvl="0" indent="0" algn="l" defTabSz="812810" rtl="0" eaLnBrk="1" fontAlgn="auto" latinLnBrk="0" hangingPunct="1">
              <a:lnSpc>
                <a:spcPct val="100000"/>
              </a:lnSpc>
              <a:spcBef>
                <a:spcPct val="10000"/>
              </a:spcBef>
              <a:spcAft>
                <a:spcPts val="0"/>
              </a:spcAft>
              <a:buClrTx/>
              <a:buSzTx/>
              <a:buFontTx/>
              <a:buNone/>
              <a:tabLst/>
              <a:defRPr/>
            </a:pPr>
            <a:r>
              <a:rPr kumimoji="0" lang="en-US" altLang="en-US" sz="2800" b="0" i="0" u="none" strike="noStrike" kern="1200" cap="none" spc="0" normalizeH="0" baseline="0" noProof="0" dirty="0">
                <a:ln>
                  <a:noFill/>
                </a:ln>
                <a:solidFill>
                  <a:srgbClr val="00274C"/>
                </a:solidFill>
                <a:effectLst/>
                <a:uLnTx/>
                <a:uFillTx/>
                <a:latin typeface="Arial" panose="020B0604020202020204"/>
                <a:ea typeface="+mn-ea"/>
                <a:cs typeface="+mn-cs"/>
              </a:rPr>
              <a:t>Follow intermediary flows of </a:t>
            </a:r>
            <a:r>
              <a:rPr kumimoji="0" lang="en-US" altLang="en-US" sz="2800" b="1" i="0" u="none" strike="noStrike" kern="1200" cap="none" spc="0" normalizeH="0" baseline="0" noProof="0" dirty="0">
                <a:ln>
                  <a:noFill/>
                </a:ln>
                <a:solidFill>
                  <a:srgbClr val="00274C"/>
                </a:solidFill>
                <a:effectLst/>
                <a:uLnTx/>
                <a:uFillTx/>
                <a:latin typeface="Arial" panose="020B0604020202020204"/>
                <a:ea typeface="+mn-ea"/>
                <a:cs typeface="+mn-cs"/>
              </a:rPr>
              <a:t>Tier 1 </a:t>
            </a:r>
            <a:r>
              <a:rPr kumimoji="0" lang="en-US" altLang="en-US" sz="2800" b="0" i="0" u="none" strike="noStrike" kern="1200" cap="none" spc="0" normalizeH="0" baseline="0" noProof="0" dirty="0">
                <a:ln>
                  <a:noFill/>
                </a:ln>
                <a:solidFill>
                  <a:srgbClr val="00274C"/>
                </a:solidFill>
                <a:effectLst/>
                <a:uLnTx/>
                <a:uFillTx/>
                <a:latin typeface="Arial" panose="020B0604020202020204"/>
                <a:ea typeface="+mn-ea"/>
                <a:cs typeface="+mn-cs"/>
              </a:rPr>
              <a:t>to get </a:t>
            </a:r>
            <a:r>
              <a:rPr kumimoji="0" lang="en-US" altLang="en-US" sz="2800" b="1" i="0" u="none" strike="noStrike" kern="1200" cap="none" spc="0" normalizeH="0" baseline="0" noProof="0" dirty="0">
                <a:ln>
                  <a:noFill/>
                </a:ln>
                <a:solidFill>
                  <a:srgbClr val="D86018"/>
                </a:solidFill>
                <a:effectLst/>
                <a:uLnTx/>
                <a:uFillTx/>
                <a:latin typeface="Arial" panose="020B0604020202020204"/>
                <a:ea typeface="+mn-ea"/>
                <a:cs typeface="+mn-cs"/>
              </a:rPr>
              <a:t>Tier 2 </a:t>
            </a:r>
            <a:br>
              <a:rPr kumimoji="0" lang="en-US" altLang="en-US" sz="2800" b="1" i="0" u="none" strike="noStrike" kern="1200" cap="none" spc="0" normalizeH="0" baseline="0" noProof="0" dirty="0">
                <a:ln>
                  <a:noFill/>
                </a:ln>
                <a:solidFill>
                  <a:srgbClr val="D86018"/>
                </a:solidFill>
                <a:effectLst/>
                <a:uLnTx/>
                <a:uFillTx/>
                <a:latin typeface="Arial" panose="020B0604020202020204"/>
                <a:ea typeface="+mn-ea"/>
                <a:cs typeface="+mn-cs"/>
              </a:rPr>
            </a:br>
            <a:r>
              <a:rPr kumimoji="0" lang="en-US" altLang="en-US" sz="2800" b="0" i="0" u="none" strike="noStrike" kern="1200" cap="none" spc="0" normalizeH="0" baseline="0" noProof="0" dirty="0">
                <a:ln>
                  <a:noFill/>
                </a:ln>
                <a:solidFill>
                  <a:srgbClr val="00274C"/>
                </a:solidFill>
                <a:effectLst/>
                <a:uLnTx/>
                <a:uFillTx/>
                <a:latin typeface="Arial" panose="020B0604020202020204"/>
                <a:ea typeface="+mn-ea"/>
                <a:cs typeface="+mn-cs"/>
                <a:sym typeface="Wingdings" panose="05000000000000000000" pitchFamily="2" charset="2"/>
              </a:rPr>
              <a:t> create 1 box for each </a:t>
            </a:r>
            <a:r>
              <a:rPr kumimoji="0" lang="en-US" altLang="en-US" sz="2800" b="1" i="0" u="none" strike="noStrike" kern="1200" cap="none" spc="0" normalizeH="0" baseline="0" noProof="0" dirty="0">
                <a:ln>
                  <a:noFill/>
                </a:ln>
                <a:solidFill>
                  <a:srgbClr val="D86018"/>
                </a:solidFill>
                <a:effectLst/>
                <a:uLnTx/>
                <a:uFillTx/>
                <a:latin typeface="Arial" panose="020B0604020202020204"/>
                <a:ea typeface="+mn-ea"/>
                <a:cs typeface="+mn-cs"/>
                <a:sym typeface="Wingdings" panose="05000000000000000000" pitchFamily="2" charset="2"/>
              </a:rPr>
              <a:t>Tier 2 </a:t>
            </a:r>
            <a:r>
              <a:rPr kumimoji="0" lang="en-US" altLang="en-US" sz="2800" b="0" i="0" u="none" strike="noStrike" kern="1200" cap="none" spc="0" normalizeH="0" baseline="0" noProof="0" dirty="0">
                <a:ln>
                  <a:noFill/>
                </a:ln>
                <a:solidFill>
                  <a:srgbClr val="00274C"/>
                </a:solidFill>
                <a:effectLst/>
                <a:uLnTx/>
                <a:uFillTx/>
                <a:latin typeface="Arial" panose="020B0604020202020204"/>
                <a:ea typeface="+mn-ea"/>
                <a:cs typeface="+mn-cs"/>
                <a:sym typeface="Wingdings" panose="05000000000000000000" pitchFamily="2" charset="2"/>
              </a:rPr>
              <a:t>flow</a:t>
            </a:r>
            <a:endParaRPr kumimoji="0" lang="en-US" altLang="en-US" sz="2800" b="0" i="0" u="none" strike="noStrike" kern="1200" cap="none" spc="0" normalizeH="0" baseline="0" noProof="0" dirty="0">
              <a:ln>
                <a:noFill/>
              </a:ln>
              <a:solidFill>
                <a:srgbClr val="00274C"/>
              </a:solidFill>
              <a:effectLst/>
              <a:uLnTx/>
              <a:uFillTx/>
              <a:latin typeface="Arial" panose="020B0604020202020204"/>
              <a:ea typeface="+mn-ea"/>
              <a:cs typeface="+mn-cs"/>
            </a:endParaRPr>
          </a:p>
        </p:txBody>
      </p:sp>
      <p:sp>
        <p:nvSpPr>
          <p:cNvPr id="25" name="Oval 24">
            <a:extLst>
              <a:ext uri="{FF2B5EF4-FFF2-40B4-BE49-F238E27FC236}">
                <a16:creationId xmlns:a16="http://schemas.microsoft.com/office/drawing/2014/main" id="{1FA92A5C-A173-3640-A4A7-960FB2EF3EBB}"/>
              </a:ext>
            </a:extLst>
          </p:cNvPr>
          <p:cNvSpPr/>
          <p:nvPr/>
        </p:nvSpPr>
        <p:spPr>
          <a:xfrm>
            <a:off x="3489030" y="1531511"/>
            <a:ext cx="707629" cy="707629"/>
          </a:xfrm>
          <a:prstGeom prst="ellipse">
            <a:avLst/>
          </a:prstGeom>
          <a:solidFill>
            <a:schemeClr val="accent6"/>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812810" rtl="0" eaLnBrk="1" fontAlgn="auto" latinLnBrk="0" hangingPunct="1">
              <a:lnSpc>
                <a:spcPct val="100000"/>
              </a:lnSpc>
              <a:spcBef>
                <a:spcPts val="0"/>
              </a:spcBef>
              <a:spcAft>
                <a:spcPts val="0"/>
              </a:spcAft>
              <a:buClrTx/>
              <a:buSzTx/>
              <a:buFontTx/>
              <a:buNone/>
              <a:tabLst/>
              <a:defRPr/>
            </a:pPr>
            <a:r>
              <a:rPr kumimoji="0" lang="en-US" sz="3600" b="1" i="0" u="none" strike="noStrike" kern="1200" cap="none" spc="0" normalizeH="0" baseline="0" noProof="0" dirty="0">
                <a:ln>
                  <a:noFill/>
                </a:ln>
                <a:solidFill>
                  <a:prstClr val="white"/>
                </a:solidFill>
                <a:effectLst/>
                <a:uLnTx/>
                <a:uFillTx/>
                <a:latin typeface="Arial" panose="020B0604020202020204"/>
                <a:ea typeface="+mn-ea"/>
                <a:cs typeface="+mn-cs"/>
              </a:rPr>
              <a:t>2</a:t>
            </a:r>
          </a:p>
        </p:txBody>
      </p:sp>
    </p:spTree>
    <p:extLst>
      <p:ext uri="{BB962C8B-B14F-4D97-AF65-F5344CB8AC3E}">
        <p14:creationId xmlns:p14="http://schemas.microsoft.com/office/powerpoint/2010/main" val="2057439443"/>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36D256-8701-1346-9275-2B2E08848A0D}"/>
              </a:ext>
            </a:extLst>
          </p:cNvPr>
          <p:cNvSpPr>
            <a:spLocks noGrp="1"/>
          </p:cNvSpPr>
          <p:nvPr>
            <p:ph type="title"/>
          </p:nvPr>
        </p:nvSpPr>
        <p:spPr/>
        <p:txBody>
          <a:bodyPr/>
          <a:lstStyle/>
          <a:p>
            <a:r>
              <a:rPr lang="en-US" altLang="en-US" dirty="0">
                <a:solidFill>
                  <a:schemeClr val="tx2"/>
                </a:solidFill>
              </a:rPr>
              <a:t>Design of process tree: Tier 2</a:t>
            </a:r>
            <a:endParaRPr lang="en-US" dirty="0"/>
          </a:p>
        </p:txBody>
      </p:sp>
      <p:cxnSp>
        <p:nvCxnSpPr>
          <p:cNvPr id="29" name="Straight Connector 220">
            <a:extLst>
              <a:ext uri="{FF2B5EF4-FFF2-40B4-BE49-F238E27FC236}">
                <a16:creationId xmlns:a16="http://schemas.microsoft.com/office/drawing/2014/main" id="{C4A35BD5-F524-5144-A929-458BF4E83447}"/>
              </a:ext>
            </a:extLst>
          </p:cNvPr>
          <p:cNvCxnSpPr>
            <a:cxnSpLocks noChangeShapeType="1"/>
          </p:cNvCxnSpPr>
          <p:nvPr/>
        </p:nvCxnSpPr>
        <p:spPr bwMode="auto">
          <a:xfrm flipV="1">
            <a:off x="9943784" y="4718587"/>
            <a:ext cx="0" cy="543396"/>
          </a:xfrm>
          <a:prstGeom prst="line">
            <a:avLst/>
          </a:prstGeom>
          <a:noFill/>
          <a:ln w="25400" algn="ctr">
            <a:solidFill>
              <a:schemeClr val="accent5"/>
            </a:solidFill>
            <a:round/>
            <a:headEnd/>
            <a:tailEnd type="arrow" w="med" len="med"/>
          </a:ln>
          <a:extLst>
            <a:ext uri="{909E8E84-426E-40DD-AFC4-6F175D3DCCD1}">
              <a14:hiddenFill xmlns:a14="http://schemas.microsoft.com/office/drawing/2010/main">
                <a:noFill/>
              </a14:hiddenFill>
            </a:ext>
          </a:extLst>
        </p:spPr>
      </p:cxnSp>
      <p:sp>
        <p:nvSpPr>
          <p:cNvPr id="84" name="Rectangle 19">
            <a:extLst>
              <a:ext uri="{FF2B5EF4-FFF2-40B4-BE49-F238E27FC236}">
                <a16:creationId xmlns:a16="http://schemas.microsoft.com/office/drawing/2014/main" id="{A0D522B2-F9C4-F045-B58D-7F31C1EAFB4F}"/>
              </a:ext>
            </a:extLst>
          </p:cNvPr>
          <p:cNvSpPr>
            <a:spLocks noChangeArrowheads="1"/>
          </p:cNvSpPr>
          <p:nvPr/>
        </p:nvSpPr>
        <p:spPr bwMode="auto">
          <a:xfrm>
            <a:off x="7116282" y="3863850"/>
            <a:ext cx="1657350" cy="828432"/>
          </a:xfrm>
          <a:prstGeom prst="rect">
            <a:avLst/>
          </a:prstGeom>
          <a:solidFill>
            <a:schemeClr val="bg2">
              <a:lumMod val="75000"/>
              <a:alpha val="39000"/>
            </a:schemeClr>
          </a:solidFill>
          <a:ln w="9525">
            <a:noFill/>
            <a:miter lim="800000"/>
            <a:headEnd/>
            <a:tailEnd/>
          </a:ln>
          <a:effectLst/>
        </p:spPr>
        <p:txBody>
          <a:bodyPr lIns="90488" tIns="44450" rIns="90488" bIns="44450" anchor="ctr">
            <a:spAutoFit/>
          </a:bodyPr>
          <a:lstStyle/>
          <a:p>
            <a:pPr marL="0" marR="0" lvl="0" indent="0" algn="ctr" defTabSz="812810" rtl="0"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dirty="0">
              <a:ln>
                <a:noFill/>
              </a:ln>
              <a:solidFill>
                <a:srgbClr val="00274C"/>
              </a:solidFill>
              <a:effectLst/>
              <a:uLnTx/>
              <a:uFillTx/>
              <a:latin typeface="Arial" panose="020B0604020202020204" pitchFamily="34" charset="0"/>
              <a:ea typeface="+mn-ea"/>
              <a:cs typeface="Arial" panose="020B0604020202020204" pitchFamily="34" charset="0"/>
            </a:endParaRPr>
          </a:p>
          <a:p>
            <a:pPr marL="0" marR="0" lvl="0" indent="0" algn="ctr" defTabSz="812810" rtl="0" eaLnBrk="1" fontAlgn="auto" latinLnBrk="0" hangingPunct="1">
              <a:lnSpc>
                <a:spcPct val="100000"/>
              </a:lnSpc>
              <a:spcBef>
                <a:spcPts val="0"/>
              </a:spcBef>
              <a:spcAft>
                <a:spcPts val="0"/>
              </a:spcAft>
              <a:buClrTx/>
              <a:buSzTx/>
              <a:buFontTx/>
              <a:buNone/>
              <a:tabLst/>
              <a:defRPr/>
            </a:pPr>
            <a:r>
              <a:rPr kumimoji="0" lang="en-US" sz="1600" b="0" i="0" u="none" strike="noStrike" kern="0" cap="none" spc="0" normalizeH="0" baseline="0" noProof="0" dirty="0">
                <a:ln>
                  <a:noFill/>
                </a:ln>
                <a:solidFill>
                  <a:srgbClr val="00274C"/>
                </a:solidFill>
                <a:effectLst/>
                <a:uLnTx/>
                <a:uFillTx/>
                <a:latin typeface="Arial" panose="020B0604020202020204" pitchFamily="34" charset="0"/>
                <a:ea typeface="+mn-ea"/>
                <a:cs typeface="Arial" panose="020B0604020202020204" pitchFamily="34" charset="0"/>
              </a:rPr>
              <a:t>Aluminum oxide</a:t>
            </a:r>
          </a:p>
          <a:p>
            <a:pPr marL="0" marR="0" lvl="0" indent="0" algn="ctr" defTabSz="812810" rtl="0"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dirty="0">
              <a:ln>
                <a:noFill/>
              </a:ln>
              <a:solidFill>
                <a:srgbClr val="00274C"/>
              </a:solidFill>
              <a:effectLst/>
              <a:uLnTx/>
              <a:uFillTx/>
              <a:latin typeface="Arial" panose="020B0604020202020204" pitchFamily="34" charset="0"/>
              <a:ea typeface="+mn-ea"/>
              <a:cs typeface="Arial" panose="020B0604020202020204" pitchFamily="34" charset="0"/>
            </a:endParaRPr>
          </a:p>
        </p:txBody>
      </p:sp>
      <p:sp>
        <p:nvSpPr>
          <p:cNvPr id="85" name="Rectangle 19">
            <a:extLst>
              <a:ext uri="{FF2B5EF4-FFF2-40B4-BE49-F238E27FC236}">
                <a16:creationId xmlns:a16="http://schemas.microsoft.com/office/drawing/2014/main" id="{F119AE30-D945-DE41-9A9A-1A4700F05ABA}"/>
              </a:ext>
            </a:extLst>
          </p:cNvPr>
          <p:cNvSpPr>
            <a:spLocks noChangeArrowheads="1"/>
          </p:cNvSpPr>
          <p:nvPr/>
        </p:nvSpPr>
        <p:spPr bwMode="auto">
          <a:xfrm>
            <a:off x="8953019" y="3863850"/>
            <a:ext cx="1871663" cy="828432"/>
          </a:xfrm>
          <a:prstGeom prst="rect">
            <a:avLst/>
          </a:prstGeom>
          <a:solidFill>
            <a:schemeClr val="bg2">
              <a:lumMod val="75000"/>
              <a:alpha val="39000"/>
            </a:schemeClr>
          </a:solidFill>
          <a:ln w="9525">
            <a:noFill/>
            <a:miter lim="800000"/>
            <a:headEnd/>
            <a:tailEnd/>
          </a:ln>
          <a:effectLst/>
        </p:spPr>
        <p:txBody>
          <a:bodyPr lIns="90488" tIns="44450" rIns="90488" bIns="44450" anchor="ctr">
            <a:spAutoFit/>
          </a:bodyPr>
          <a:lstStyle/>
          <a:p>
            <a:pPr marL="0" marR="0" lvl="0" indent="0" algn="ctr" defTabSz="812810" rtl="0" eaLnBrk="1" fontAlgn="auto" latinLnBrk="0" hangingPunct="1">
              <a:lnSpc>
                <a:spcPct val="100000"/>
              </a:lnSpc>
              <a:spcBef>
                <a:spcPts val="0"/>
              </a:spcBef>
              <a:spcAft>
                <a:spcPts val="0"/>
              </a:spcAft>
              <a:buClrTx/>
              <a:buSzTx/>
              <a:buFontTx/>
              <a:buNone/>
              <a:tabLst/>
              <a:defRPr/>
            </a:pPr>
            <a:r>
              <a:rPr kumimoji="0" lang="en-US" sz="1600" b="0" i="0" u="none" strike="noStrike" kern="0" cap="none" spc="0" normalizeH="0" baseline="0" noProof="0" dirty="0">
                <a:ln>
                  <a:noFill/>
                </a:ln>
                <a:solidFill>
                  <a:srgbClr val="00274C"/>
                </a:solidFill>
                <a:effectLst/>
                <a:uLnTx/>
                <a:uFillTx/>
                <a:latin typeface="Arial" panose="020B0604020202020204" pitchFamily="34" charset="0"/>
                <a:ea typeface="+mn-ea"/>
                <a:cs typeface="Arial" panose="020B0604020202020204" pitchFamily="34" charset="0"/>
              </a:rPr>
              <a:t>Anode, </a:t>
            </a:r>
            <a:br>
              <a:rPr kumimoji="0" lang="en-US" sz="1600" b="0" i="0" u="none" strike="noStrike" kern="0" cap="none" spc="0" normalizeH="0" baseline="0" noProof="0" dirty="0">
                <a:ln>
                  <a:noFill/>
                </a:ln>
                <a:solidFill>
                  <a:srgbClr val="00274C"/>
                </a:solidFill>
                <a:effectLst/>
                <a:uLnTx/>
                <a:uFillTx/>
                <a:latin typeface="Arial" panose="020B0604020202020204" pitchFamily="34" charset="0"/>
                <a:ea typeface="+mn-ea"/>
                <a:cs typeface="Arial" panose="020B0604020202020204" pitchFamily="34" charset="0"/>
              </a:rPr>
            </a:br>
            <a:r>
              <a:rPr kumimoji="0" lang="en-US" sz="1600" b="0" i="0" u="none" strike="noStrike" kern="0" cap="none" spc="0" normalizeH="0" baseline="0" noProof="0" dirty="0">
                <a:ln>
                  <a:noFill/>
                </a:ln>
                <a:solidFill>
                  <a:srgbClr val="00274C"/>
                </a:solidFill>
                <a:effectLst/>
                <a:uLnTx/>
                <a:uFillTx/>
                <a:latin typeface="Arial" panose="020B0604020202020204" pitchFamily="34" charset="0"/>
                <a:ea typeface="+mn-ea"/>
                <a:cs typeface="Arial" panose="020B0604020202020204" pitchFamily="34" charset="0"/>
              </a:rPr>
              <a:t>aluminum electrolysis</a:t>
            </a:r>
          </a:p>
        </p:txBody>
      </p:sp>
      <p:sp>
        <p:nvSpPr>
          <p:cNvPr id="86" name="Rectangle 19">
            <a:extLst>
              <a:ext uri="{FF2B5EF4-FFF2-40B4-BE49-F238E27FC236}">
                <a16:creationId xmlns:a16="http://schemas.microsoft.com/office/drawing/2014/main" id="{A952ADBD-DE68-DB4A-9A0E-95B68409538B}"/>
              </a:ext>
            </a:extLst>
          </p:cNvPr>
          <p:cNvSpPr>
            <a:spLocks noChangeArrowheads="1"/>
          </p:cNvSpPr>
          <p:nvPr/>
        </p:nvSpPr>
        <p:spPr bwMode="auto">
          <a:xfrm>
            <a:off x="11329507" y="3863850"/>
            <a:ext cx="1871662" cy="828432"/>
          </a:xfrm>
          <a:prstGeom prst="rect">
            <a:avLst/>
          </a:prstGeom>
          <a:solidFill>
            <a:schemeClr val="bg2">
              <a:lumMod val="75000"/>
              <a:alpha val="39000"/>
            </a:schemeClr>
          </a:solidFill>
          <a:ln w="9525">
            <a:noFill/>
            <a:miter lim="800000"/>
            <a:headEnd/>
            <a:tailEnd/>
          </a:ln>
          <a:effectLst/>
        </p:spPr>
        <p:txBody>
          <a:bodyPr lIns="90488" tIns="44450" rIns="90488" bIns="44450" anchor="ctr">
            <a:spAutoFit/>
          </a:bodyPr>
          <a:lstStyle/>
          <a:p>
            <a:pPr marL="0" marR="0" lvl="0" indent="0" algn="ctr" defTabSz="812810" rtl="0" eaLnBrk="1" fontAlgn="auto" latinLnBrk="0" hangingPunct="1">
              <a:lnSpc>
                <a:spcPct val="100000"/>
              </a:lnSpc>
              <a:spcBef>
                <a:spcPts val="0"/>
              </a:spcBef>
              <a:spcAft>
                <a:spcPts val="0"/>
              </a:spcAft>
              <a:buClrTx/>
              <a:buSzTx/>
              <a:buFontTx/>
              <a:buNone/>
              <a:tabLst/>
              <a:defRPr/>
            </a:pPr>
            <a:r>
              <a:rPr kumimoji="0" lang="en-US" sz="1600" b="0" i="0" u="none" strike="noStrike" kern="0" cap="none" spc="0" normalizeH="0" baseline="0" noProof="0" dirty="0">
                <a:ln>
                  <a:noFill/>
                </a:ln>
                <a:solidFill>
                  <a:srgbClr val="00274C"/>
                </a:solidFill>
                <a:effectLst/>
                <a:uLnTx/>
                <a:uFillTx/>
                <a:latin typeface="Arial" panose="020B0604020202020204" pitchFamily="34" charset="0"/>
                <a:ea typeface="+mn-ea"/>
                <a:cs typeface="Arial" panose="020B0604020202020204" pitchFamily="34" charset="0"/>
              </a:rPr>
              <a:t>Cathode, aluminum electrolysis</a:t>
            </a:r>
          </a:p>
        </p:txBody>
      </p:sp>
      <p:sp>
        <p:nvSpPr>
          <p:cNvPr id="87" name="Rectangle 19">
            <a:extLst>
              <a:ext uri="{FF2B5EF4-FFF2-40B4-BE49-F238E27FC236}">
                <a16:creationId xmlns:a16="http://schemas.microsoft.com/office/drawing/2014/main" id="{02A03BF7-B483-0D41-A9B2-15998852B859}"/>
              </a:ext>
            </a:extLst>
          </p:cNvPr>
          <p:cNvSpPr>
            <a:spLocks noChangeArrowheads="1"/>
          </p:cNvSpPr>
          <p:nvPr/>
        </p:nvSpPr>
        <p:spPr bwMode="auto">
          <a:xfrm>
            <a:off x="8413269" y="6751513"/>
            <a:ext cx="1655763" cy="828432"/>
          </a:xfrm>
          <a:prstGeom prst="rect">
            <a:avLst/>
          </a:prstGeom>
          <a:solidFill>
            <a:schemeClr val="bg2">
              <a:lumMod val="75000"/>
              <a:alpha val="39000"/>
            </a:schemeClr>
          </a:solidFill>
          <a:ln w="9525">
            <a:noFill/>
            <a:miter lim="800000"/>
            <a:headEnd/>
            <a:tailEnd/>
          </a:ln>
          <a:effectLst/>
        </p:spPr>
        <p:txBody>
          <a:bodyPr lIns="90488" tIns="44450" rIns="90488" bIns="44450" anchor="ctr">
            <a:spAutoFit/>
          </a:bodyPr>
          <a:lstStyle/>
          <a:p>
            <a:pPr marL="0" marR="0" lvl="0" indent="0" algn="ctr" defTabSz="812810" rtl="0" eaLnBrk="1" fontAlgn="auto" latinLnBrk="0" hangingPunct="1">
              <a:lnSpc>
                <a:spcPct val="100000"/>
              </a:lnSpc>
              <a:spcBef>
                <a:spcPts val="0"/>
              </a:spcBef>
              <a:spcAft>
                <a:spcPts val="0"/>
              </a:spcAft>
              <a:buClrTx/>
              <a:buSzTx/>
              <a:buFontTx/>
              <a:buNone/>
              <a:tabLst/>
              <a:defRPr/>
            </a:pPr>
            <a:r>
              <a:rPr kumimoji="0" lang="en-US" sz="1600" b="0" i="0" u="none" strike="noStrike" kern="0" cap="none" spc="0" normalizeH="0" baseline="0" noProof="0" dirty="0">
                <a:ln>
                  <a:noFill/>
                </a:ln>
                <a:solidFill>
                  <a:srgbClr val="00274C"/>
                </a:solidFill>
                <a:effectLst/>
                <a:uLnTx/>
                <a:uFillTx/>
                <a:latin typeface="Arial" panose="020B0604020202020204" pitchFamily="34" charset="0"/>
                <a:ea typeface="+mn-ea"/>
                <a:cs typeface="Arial" panose="020B0604020202020204" pitchFamily="34" charset="0"/>
              </a:rPr>
              <a:t>Heat, </a:t>
            </a:r>
          </a:p>
          <a:p>
            <a:pPr marL="0" marR="0" lvl="0" indent="0" algn="ctr" defTabSz="812810" rtl="0" eaLnBrk="1" fontAlgn="auto" latinLnBrk="0" hangingPunct="1">
              <a:lnSpc>
                <a:spcPct val="100000"/>
              </a:lnSpc>
              <a:spcBef>
                <a:spcPts val="0"/>
              </a:spcBef>
              <a:spcAft>
                <a:spcPts val="0"/>
              </a:spcAft>
              <a:buClrTx/>
              <a:buSzTx/>
              <a:buFontTx/>
              <a:buNone/>
              <a:tabLst/>
              <a:defRPr/>
            </a:pPr>
            <a:r>
              <a:rPr kumimoji="0" lang="en-US" sz="1600" b="0" i="0" u="none" strike="noStrike" kern="0" cap="none" spc="0" normalizeH="0" baseline="0" noProof="0" dirty="0">
                <a:ln>
                  <a:noFill/>
                </a:ln>
                <a:solidFill>
                  <a:srgbClr val="00274C"/>
                </a:solidFill>
                <a:effectLst/>
                <a:uLnTx/>
                <a:uFillTx/>
                <a:latin typeface="Arial" panose="020B0604020202020204" pitchFamily="34" charset="0"/>
                <a:ea typeface="+mn-ea"/>
                <a:cs typeface="Arial" panose="020B0604020202020204" pitchFamily="34" charset="0"/>
              </a:rPr>
              <a:t>light </a:t>
            </a:r>
            <a:br>
              <a:rPr kumimoji="0" lang="en-US" sz="1600" b="0" i="0" u="none" strike="noStrike" kern="0" cap="none" spc="0" normalizeH="0" baseline="0" noProof="0" dirty="0">
                <a:ln>
                  <a:noFill/>
                </a:ln>
                <a:solidFill>
                  <a:srgbClr val="00274C"/>
                </a:solidFill>
                <a:effectLst/>
                <a:uLnTx/>
                <a:uFillTx/>
                <a:latin typeface="Arial" panose="020B0604020202020204" pitchFamily="34" charset="0"/>
                <a:ea typeface="+mn-ea"/>
                <a:cs typeface="Arial" panose="020B0604020202020204" pitchFamily="34" charset="0"/>
              </a:rPr>
            </a:br>
            <a:r>
              <a:rPr kumimoji="0" lang="en-US" sz="1600" b="0" i="0" u="none" strike="noStrike" kern="0" cap="none" spc="0" normalizeH="0" baseline="0" noProof="0" dirty="0">
                <a:ln>
                  <a:noFill/>
                </a:ln>
                <a:solidFill>
                  <a:srgbClr val="00274C"/>
                </a:solidFill>
                <a:effectLst/>
                <a:uLnTx/>
                <a:uFillTx/>
                <a:latin typeface="Arial" panose="020B0604020202020204" pitchFamily="34" charset="0"/>
                <a:ea typeface="+mn-ea"/>
                <a:cs typeface="Arial" panose="020B0604020202020204" pitchFamily="34" charset="0"/>
              </a:rPr>
              <a:t>fuel oil</a:t>
            </a:r>
          </a:p>
        </p:txBody>
      </p:sp>
      <p:sp>
        <p:nvSpPr>
          <p:cNvPr id="88" name="Rectangle 19">
            <a:extLst>
              <a:ext uri="{FF2B5EF4-FFF2-40B4-BE49-F238E27FC236}">
                <a16:creationId xmlns:a16="http://schemas.microsoft.com/office/drawing/2014/main" id="{B03DE9AC-63EB-4B41-9404-5ED6976D267E}"/>
              </a:ext>
            </a:extLst>
          </p:cNvPr>
          <p:cNvSpPr>
            <a:spLocks noChangeArrowheads="1"/>
          </p:cNvSpPr>
          <p:nvPr/>
        </p:nvSpPr>
        <p:spPr bwMode="auto">
          <a:xfrm>
            <a:off x="10716732" y="6751392"/>
            <a:ext cx="1873250" cy="828432"/>
          </a:xfrm>
          <a:prstGeom prst="rect">
            <a:avLst/>
          </a:prstGeom>
          <a:solidFill>
            <a:schemeClr val="bg2">
              <a:lumMod val="75000"/>
              <a:alpha val="39000"/>
            </a:schemeClr>
          </a:solidFill>
          <a:ln w="9525">
            <a:noFill/>
            <a:miter lim="800000"/>
            <a:headEnd/>
            <a:tailEnd/>
          </a:ln>
          <a:effectLst/>
        </p:spPr>
        <p:txBody>
          <a:bodyPr lIns="90488" tIns="44450" rIns="90488" bIns="44450" anchor="ctr">
            <a:spAutoFit/>
          </a:bodyPr>
          <a:lstStyle/>
          <a:p>
            <a:pPr marL="0" marR="0" lvl="0" indent="0" algn="ctr" defTabSz="812810" rtl="0" eaLnBrk="1" fontAlgn="auto" latinLnBrk="0" hangingPunct="1">
              <a:lnSpc>
                <a:spcPct val="100000"/>
              </a:lnSpc>
              <a:spcBef>
                <a:spcPts val="0"/>
              </a:spcBef>
              <a:spcAft>
                <a:spcPts val="0"/>
              </a:spcAft>
              <a:buClrTx/>
              <a:buSzTx/>
              <a:buFontTx/>
              <a:buNone/>
              <a:tabLst/>
              <a:defRPr/>
            </a:pPr>
            <a:r>
              <a:rPr kumimoji="0" lang="en-US" sz="1600" b="0" i="0" u="none" strike="noStrike" kern="0" cap="none" spc="0" normalizeH="0" baseline="0" noProof="0" dirty="0">
                <a:ln>
                  <a:noFill/>
                </a:ln>
                <a:solidFill>
                  <a:srgbClr val="00274C"/>
                </a:solidFill>
                <a:effectLst/>
                <a:uLnTx/>
                <a:uFillTx/>
                <a:latin typeface="Arial" panose="020B0604020202020204" pitchFamily="34" charset="0"/>
                <a:ea typeface="+mn-ea"/>
                <a:cs typeface="Arial" panose="020B0604020202020204" pitchFamily="34" charset="0"/>
              </a:rPr>
              <a:t>Transport, transoceanic freight</a:t>
            </a:r>
          </a:p>
        </p:txBody>
      </p:sp>
      <p:sp>
        <p:nvSpPr>
          <p:cNvPr id="89" name="Rectangle 19">
            <a:extLst>
              <a:ext uri="{FF2B5EF4-FFF2-40B4-BE49-F238E27FC236}">
                <a16:creationId xmlns:a16="http://schemas.microsoft.com/office/drawing/2014/main" id="{78631314-F014-714B-8A3F-4115DC3FB599}"/>
              </a:ext>
            </a:extLst>
          </p:cNvPr>
          <p:cNvSpPr>
            <a:spLocks noChangeArrowheads="1"/>
          </p:cNvSpPr>
          <p:nvPr/>
        </p:nvSpPr>
        <p:spPr bwMode="auto">
          <a:xfrm>
            <a:off x="13382144" y="3863850"/>
            <a:ext cx="1655763" cy="828432"/>
          </a:xfrm>
          <a:prstGeom prst="rect">
            <a:avLst/>
          </a:prstGeom>
          <a:solidFill>
            <a:schemeClr val="bg2">
              <a:lumMod val="75000"/>
              <a:alpha val="39000"/>
            </a:schemeClr>
          </a:solidFill>
          <a:ln w="9525">
            <a:noFill/>
            <a:miter lim="800000"/>
            <a:headEnd/>
            <a:tailEnd/>
          </a:ln>
          <a:effectLst/>
        </p:spPr>
        <p:txBody>
          <a:bodyPr lIns="90488" tIns="44450" rIns="90488" bIns="44450" anchor="ctr">
            <a:spAutoFit/>
          </a:bodyPr>
          <a:lstStyle/>
          <a:p>
            <a:pPr marL="0" marR="0" lvl="0" indent="0" algn="ctr" defTabSz="812810" rtl="0"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dirty="0">
              <a:ln>
                <a:noFill/>
              </a:ln>
              <a:solidFill>
                <a:srgbClr val="00274C"/>
              </a:solidFill>
              <a:effectLst/>
              <a:uLnTx/>
              <a:uFillTx/>
              <a:latin typeface="Arial" panose="020B0604020202020204" pitchFamily="34" charset="0"/>
              <a:ea typeface="+mn-ea"/>
              <a:cs typeface="Arial" panose="020B0604020202020204" pitchFamily="34" charset="0"/>
            </a:endParaRPr>
          </a:p>
          <a:p>
            <a:pPr marL="0" marR="0" lvl="0" indent="0" algn="ctr" defTabSz="812810" rtl="0" eaLnBrk="1" fontAlgn="auto" latinLnBrk="0" hangingPunct="1">
              <a:lnSpc>
                <a:spcPct val="100000"/>
              </a:lnSpc>
              <a:spcBef>
                <a:spcPts val="0"/>
              </a:spcBef>
              <a:spcAft>
                <a:spcPts val="0"/>
              </a:spcAft>
              <a:buClrTx/>
              <a:buSzTx/>
              <a:buFontTx/>
              <a:buNone/>
              <a:tabLst/>
              <a:defRPr/>
            </a:pPr>
            <a:r>
              <a:rPr kumimoji="0" lang="en-US" sz="1600" b="0" i="0" u="none" strike="noStrike" kern="0" cap="none" spc="0" normalizeH="0" baseline="0" noProof="0" dirty="0">
                <a:ln>
                  <a:noFill/>
                </a:ln>
                <a:solidFill>
                  <a:srgbClr val="00274C"/>
                </a:solidFill>
                <a:effectLst/>
                <a:uLnTx/>
                <a:uFillTx/>
                <a:latin typeface="Arial" panose="020B0604020202020204" pitchFamily="34" charset="0"/>
                <a:ea typeface="+mn-ea"/>
                <a:cs typeface="Arial" panose="020B0604020202020204" pitchFamily="34" charset="0"/>
              </a:rPr>
              <a:t>Electricity mix</a:t>
            </a:r>
          </a:p>
          <a:p>
            <a:pPr marL="0" marR="0" lvl="0" indent="0" algn="ctr" defTabSz="812810" rtl="0"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dirty="0">
              <a:ln>
                <a:noFill/>
              </a:ln>
              <a:solidFill>
                <a:srgbClr val="00274C"/>
              </a:solidFill>
              <a:effectLst/>
              <a:uLnTx/>
              <a:uFillTx/>
              <a:latin typeface="Arial" panose="020B0604020202020204" pitchFamily="34" charset="0"/>
              <a:ea typeface="+mn-ea"/>
              <a:cs typeface="Arial" panose="020B0604020202020204" pitchFamily="34" charset="0"/>
            </a:endParaRPr>
          </a:p>
        </p:txBody>
      </p:sp>
      <p:cxnSp>
        <p:nvCxnSpPr>
          <p:cNvPr id="90" name="Straight Connector 205">
            <a:extLst>
              <a:ext uri="{FF2B5EF4-FFF2-40B4-BE49-F238E27FC236}">
                <a16:creationId xmlns:a16="http://schemas.microsoft.com/office/drawing/2014/main" id="{FE4ECF80-E6D4-344F-97D5-193370569EE3}"/>
              </a:ext>
            </a:extLst>
          </p:cNvPr>
          <p:cNvCxnSpPr>
            <a:cxnSpLocks noChangeShapeType="1"/>
          </p:cNvCxnSpPr>
          <p:nvPr/>
        </p:nvCxnSpPr>
        <p:spPr bwMode="auto">
          <a:xfrm flipV="1">
            <a:off x="14209232" y="3438279"/>
            <a:ext cx="0" cy="433388"/>
          </a:xfrm>
          <a:prstGeom prst="line">
            <a:avLst/>
          </a:prstGeom>
          <a:noFill/>
          <a:ln w="25400" algn="ctr">
            <a:solidFill>
              <a:schemeClr val="accent1"/>
            </a:solidFill>
            <a:round/>
            <a:headEnd/>
            <a:tailEnd/>
          </a:ln>
          <a:extLst>
            <a:ext uri="{909E8E84-426E-40DD-AFC4-6F175D3DCCD1}">
              <a14:hiddenFill xmlns:a14="http://schemas.microsoft.com/office/drawing/2010/main">
                <a:noFill/>
              </a14:hiddenFill>
            </a:ext>
          </a:extLst>
        </p:spPr>
      </p:cxnSp>
      <p:cxnSp>
        <p:nvCxnSpPr>
          <p:cNvPr id="91" name="Straight Connector 206">
            <a:extLst>
              <a:ext uri="{FF2B5EF4-FFF2-40B4-BE49-F238E27FC236}">
                <a16:creationId xmlns:a16="http://schemas.microsoft.com/office/drawing/2014/main" id="{4E556A99-E1EE-6C47-ADC3-E758AFD426CF}"/>
              </a:ext>
            </a:extLst>
          </p:cNvPr>
          <p:cNvCxnSpPr>
            <a:cxnSpLocks noChangeShapeType="1"/>
          </p:cNvCxnSpPr>
          <p:nvPr/>
        </p:nvCxnSpPr>
        <p:spPr bwMode="auto">
          <a:xfrm flipH="1">
            <a:off x="11940694" y="3438279"/>
            <a:ext cx="2268538" cy="0"/>
          </a:xfrm>
          <a:prstGeom prst="line">
            <a:avLst/>
          </a:prstGeom>
          <a:noFill/>
          <a:ln w="25400" algn="ctr">
            <a:solidFill>
              <a:schemeClr val="accent1"/>
            </a:solidFill>
            <a:round/>
            <a:headEnd/>
            <a:tailEnd/>
          </a:ln>
          <a:extLst>
            <a:ext uri="{909E8E84-426E-40DD-AFC4-6F175D3DCCD1}">
              <a14:hiddenFill xmlns:a14="http://schemas.microsoft.com/office/drawing/2010/main">
                <a:noFill/>
              </a14:hiddenFill>
            </a:ext>
          </a:extLst>
        </p:spPr>
      </p:cxnSp>
      <p:cxnSp>
        <p:nvCxnSpPr>
          <p:cNvPr id="92" name="Straight Arrow Connector 207">
            <a:extLst>
              <a:ext uri="{FF2B5EF4-FFF2-40B4-BE49-F238E27FC236}">
                <a16:creationId xmlns:a16="http://schemas.microsoft.com/office/drawing/2014/main" id="{D3877DDB-DFE7-8B4B-848E-1830EE51F860}"/>
              </a:ext>
            </a:extLst>
          </p:cNvPr>
          <p:cNvCxnSpPr>
            <a:cxnSpLocks noChangeShapeType="1"/>
          </p:cNvCxnSpPr>
          <p:nvPr/>
        </p:nvCxnSpPr>
        <p:spPr bwMode="auto">
          <a:xfrm flipV="1">
            <a:off x="11940694" y="3258892"/>
            <a:ext cx="0" cy="179387"/>
          </a:xfrm>
          <a:prstGeom prst="straightConnector1">
            <a:avLst/>
          </a:prstGeom>
          <a:noFill/>
          <a:ln w="25400" algn="ctr">
            <a:solidFill>
              <a:schemeClr val="accent1"/>
            </a:solidFill>
            <a:round/>
            <a:headEnd/>
            <a:tailEnd type="arrow" w="med" len="med"/>
          </a:ln>
          <a:extLst>
            <a:ext uri="{909E8E84-426E-40DD-AFC4-6F175D3DCCD1}">
              <a14:hiddenFill xmlns:a14="http://schemas.microsoft.com/office/drawing/2010/main">
                <a:noFill/>
              </a14:hiddenFill>
            </a:ext>
          </a:extLst>
        </p:spPr>
      </p:cxnSp>
      <p:grpSp>
        <p:nvGrpSpPr>
          <p:cNvPr id="93" name="Group 208">
            <a:extLst>
              <a:ext uri="{FF2B5EF4-FFF2-40B4-BE49-F238E27FC236}">
                <a16:creationId xmlns:a16="http://schemas.microsoft.com/office/drawing/2014/main" id="{499565FE-120E-EA4B-84C1-066072B62E5C}"/>
              </a:ext>
            </a:extLst>
          </p:cNvPr>
          <p:cNvGrpSpPr>
            <a:grpSpLocks/>
          </p:cNvGrpSpPr>
          <p:nvPr/>
        </p:nvGrpSpPr>
        <p:grpSpPr bwMode="auto">
          <a:xfrm>
            <a:off x="11724794" y="3258892"/>
            <a:ext cx="576263" cy="611187"/>
            <a:chOff x="4860032" y="2097192"/>
            <a:chExt cx="972108" cy="611728"/>
          </a:xfrm>
        </p:grpSpPr>
        <p:cxnSp>
          <p:nvCxnSpPr>
            <p:cNvPr id="94" name="Straight Connector 209">
              <a:extLst>
                <a:ext uri="{FF2B5EF4-FFF2-40B4-BE49-F238E27FC236}">
                  <a16:creationId xmlns:a16="http://schemas.microsoft.com/office/drawing/2014/main" id="{FA73DFA9-4C5B-9A44-900E-D240A46DF8F0}"/>
                </a:ext>
              </a:extLst>
            </p:cNvPr>
            <p:cNvCxnSpPr>
              <a:cxnSpLocks noChangeShapeType="1"/>
            </p:cNvCxnSpPr>
            <p:nvPr/>
          </p:nvCxnSpPr>
          <p:spPr bwMode="auto">
            <a:xfrm flipV="1">
              <a:off x="5832140" y="2492896"/>
              <a:ext cx="0" cy="216024"/>
            </a:xfrm>
            <a:prstGeom prst="line">
              <a:avLst/>
            </a:prstGeom>
            <a:noFill/>
            <a:ln w="25400" algn="ctr">
              <a:solidFill>
                <a:schemeClr val="accent1"/>
              </a:solidFill>
              <a:round/>
              <a:headEnd/>
              <a:tailEnd/>
            </a:ln>
            <a:extLst>
              <a:ext uri="{909E8E84-426E-40DD-AFC4-6F175D3DCCD1}">
                <a14:hiddenFill xmlns:a14="http://schemas.microsoft.com/office/drawing/2010/main">
                  <a:noFill/>
                </a14:hiddenFill>
              </a:ext>
            </a:extLst>
          </p:spPr>
        </p:cxnSp>
        <p:cxnSp>
          <p:nvCxnSpPr>
            <p:cNvPr id="95" name="Straight Connector 210">
              <a:extLst>
                <a:ext uri="{FF2B5EF4-FFF2-40B4-BE49-F238E27FC236}">
                  <a16:creationId xmlns:a16="http://schemas.microsoft.com/office/drawing/2014/main" id="{49FF25EC-172A-0C45-9369-405C60074412}"/>
                </a:ext>
              </a:extLst>
            </p:cNvPr>
            <p:cNvCxnSpPr>
              <a:cxnSpLocks noChangeShapeType="1"/>
            </p:cNvCxnSpPr>
            <p:nvPr/>
          </p:nvCxnSpPr>
          <p:spPr bwMode="auto">
            <a:xfrm flipH="1">
              <a:off x="4860032" y="2492896"/>
              <a:ext cx="972108" cy="0"/>
            </a:xfrm>
            <a:prstGeom prst="line">
              <a:avLst/>
            </a:prstGeom>
            <a:noFill/>
            <a:ln w="25400" algn="ctr">
              <a:solidFill>
                <a:schemeClr val="accent1"/>
              </a:solidFill>
              <a:round/>
              <a:headEnd/>
              <a:tailEnd/>
            </a:ln>
            <a:extLst>
              <a:ext uri="{909E8E84-426E-40DD-AFC4-6F175D3DCCD1}">
                <a14:hiddenFill xmlns:a14="http://schemas.microsoft.com/office/drawing/2010/main">
                  <a:noFill/>
                </a14:hiddenFill>
              </a:ext>
            </a:extLst>
          </p:spPr>
        </p:cxnSp>
        <p:cxnSp>
          <p:nvCxnSpPr>
            <p:cNvPr id="96" name="Straight Arrow Connector 211">
              <a:extLst>
                <a:ext uri="{FF2B5EF4-FFF2-40B4-BE49-F238E27FC236}">
                  <a16:creationId xmlns:a16="http://schemas.microsoft.com/office/drawing/2014/main" id="{D1B5B80B-5002-AD4E-ACAD-52B91C53F2FF}"/>
                </a:ext>
              </a:extLst>
            </p:cNvPr>
            <p:cNvCxnSpPr>
              <a:cxnSpLocks noChangeShapeType="1"/>
            </p:cNvCxnSpPr>
            <p:nvPr/>
          </p:nvCxnSpPr>
          <p:spPr bwMode="auto">
            <a:xfrm flipV="1">
              <a:off x="4860032" y="2097192"/>
              <a:ext cx="0" cy="395704"/>
            </a:xfrm>
            <a:prstGeom prst="straightConnector1">
              <a:avLst/>
            </a:prstGeom>
            <a:noFill/>
            <a:ln w="25400" algn="ctr">
              <a:solidFill>
                <a:schemeClr val="accent1"/>
              </a:solidFill>
              <a:round/>
              <a:headEnd/>
              <a:tailEnd type="arrow" w="med" len="med"/>
            </a:ln>
            <a:extLst>
              <a:ext uri="{909E8E84-426E-40DD-AFC4-6F175D3DCCD1}">
                <a14:hiddenFill xmlns:a14="http://schemas.microsoft.com/office/drawing/2010/main">
                  <a:noFill/>
                </a14:hiddenFill>
              </a:ext>
            </a:extLst>
          </p:spPr>
        </p:cxnSp>
      </p:grpSp>
      <p:grpSp>
        <p:nvGrpSpPr>
          <p:cNvPr id="97" name="Group 212">
            <a:extLst>
              <a:ext uri="{FF2B5EF4-FFF2-40B4-BE49-F238E27FC236}">
                <a16:creationId xmlns:a16="http://schemas.microsoft.com/office/drawing/2014/main" id="{7892C659-1E43-6F49-B869-3D574DFB5218}"/>
              </a:ext>
            </a:extLst>
          </p:cNvPr>
          <p:cNvGrpSpPr>
            <a:grpSpLocks/>
          </p:cNvGrpSpPr>
          <p:nvPr/>
        </p:nvGrpSpPr>
        <p:grpSpPr bwMode="auto">
          <a:xfrm>
            <a:off x="7908444" y="3258892"/>
            <a:ext cx="2754313" cy="611187"/>
            <a:chOff x="971600" y="2097192"/>
            <a:chExt cx="2988332" cy="611728"/>
          </a:xfrm>
        </p:grpSpPr>
        <p:cxnSp>
          <p:nvCxnSpPr>
            <p:cNvPr id="98" name="Straight Connector 213">
              <a:extLst>
                <a:ext uri="{FF2B5EF4-FFF2-40B4-BE49-F238E27FC236}">
                  <a16:creationId xmlns:a16="http://schemas.microsoft.com/office/drawing/2014/main" id="{6F666A01-C5AE-7F4E-ACE0-56079C63D27E}"/>
                </a:ext>
              </a:extLst>
            </p:cNvPr>
            <p:cNvCxnSpPr>
              <a:cxnSpLocks noChangeShapeType="1"/>
            </p:cNvCxnSpPr>
            <p:nvPr/>
          </p:nvCxnSpPr>
          <p:spPr bwMode="auto">
            <a:xfrm flipV="1">
              <a:off x="971600" y="2276872"/>
              <a:ext cx="0" cy="432048"/>
            </a:xfrm>
            <a:prstGeom prst="line">
              <a:avLst/>
            </a:prstGeom>
            <a:noFill/>
            <a:ln w="25400" algn="ctr">
              <a:solidFill>
                <a:schemeClr val="accent1"/>
              </a:solidFill>
              <a:round/>
              <a:headEnd/>
              <a:tailEnd/>
            </a:ln>
            <a:extLst>
              <a:ext uri="{909E8E84-426E-40DD-AFC4-6F175D3DCCD1}">
                <a14:hiddenFill xmlns:a14="http://schemas.microsoft.com/office/drawing/2010/main">
                  <a:noFill/>
                </a14:hiddenFill>
              </a:ext>
            </a:extLst>
          </p:spPr>
        </p:cxnSp>
        <p:cxnSp>
          <p:nvCxnSpPr>
            <p:cNvPr id="99" name="Straight Connector 214">
              <a:extLst>
                <a:ext uri="{FF2B5EF4-FFF2-40B4-BE49-F238E27FC236}">
                  <a16:creationId xmlns:a16="http://schemas.microsoft.com/office/drawing/2014/main" id="{7E728EA3-6AEA-0946-881F-8ADFA597EAA0}"/>
                </a:ext>
              </a:extLst>
            </p:cNvPr>
            <p:cNvCxnSpPr>
              <a:cxnSpLocks noChangeShapeType="1"/>
            </p:cNvCxnSpPr>
            <p:nvPr/>
          </p:nvCxnSpPr>
          <p:spPr bwMode="auto">
            <a:xfrm flipH="1">
              <a:off x="971600" y="2276872"/>
              <a:ext cx="2988332" cy="0"/>
            </a:xfrm>
            <a:prstGeom prst="line">
              <a:avLst/>
            </a:prstGeom>
            <a:noFill/>
            <a:ln w="25400" algn="ctr">
              <a:solidFill>
                <a:schemeClr val="accent1"/>
              </a:solidFill>
              <a:round/>
              <a:headEnd/>
              <a:tailEnd/>
            </a:ln>
            <a:extLst>
              <a:ext uri="{909E8E84-426E-40DD-AFC4-6F175D3DCCD1}">
                <a14:hiddenFill xmlns:a14="http://schemas.microsoft.com/office/drawing/2010/main">
                  <a:noFill/>
                </a14:hiddenFill>
              </a:ext>
            </a:extLst>
          </p:spPr>
        </p:cxnSp>
        <p:cxnSp>
          <p:nvCxnSpPr>
            <p:cNvPr id="100" name="Straight Arrow Connector 215">
              <a:extLst>
                <a:ext uri="{FF2B5EF4-FFF2-40B4-BE49-F238E27FC236}">
                  <a16:creationId xmlns:a16="http://schemas.microsoft.com/office/drawing/2014/main" id="{FC3F5F66-E0C8-8246-B024-6CEE5DDE133B}"/>
                </a:ext>
              </a:extLst>
            </p:cNvPr>
            <p:cNvCxnSpPr>
              <a:cxnSpLocks noChangeShapeType="1"/>
            </p:cNvCxnSpPr>
            <p:nvPr/>
          </p:nvCxnSpPr>
          <p:spPr bwMode="auto">
            <a:xfrm flipV="1">
              <a:off x="3959932" y="2097192"/>
              <a:ext cx="0" cy="179680"/>
            </a:xfrm>
            <a:prstGeom prst="straightConnector1">
              <a:avLst/>
            </a:prstGeom>
            <a:noFill/>
            <a:ln w="25400" algn="ctr">
              <a:solidFill>
                <a:schemeClr val="accent1"/>
              </a:solidFill>
              <a:round/>
              <a:headEnd/>
              <a:tailEnd type="arrow" w="med" len="med"/>
            </a:ln>
            <a:extLst>
              <a:ext uri="{909E8E84-426E-40DD-AFC4-6F175D3DCCD1}">
                <a14:hiddenFill xmlns:a14="http://schemas.microsoft.com/office/drawing/2010/main">
                  <a:noFill/>
                </a14:hiddenFill>
              </a:ext>
            </a:extLst>
          </p:spPr>
        </p:cxnSp>
      </p:grpSp>
      <p:grpSp>
        <p:nvGrpSpPr>
          <p:cNvPr id="101" name="Group 216">
            <a:extLst>
              <a:ext uri="{FF2B5EF4-FFF2-40B4-BE49-F238E27FC236}">
                <a16:creationId xmlns:a16="http://schemas.microsoft.com/office/drawing/2014/main" id="{776EF47A-296C-3E4E-A282-9CD7F0AF375B}"/>
              </a:ext>
            </a:extLst>
          </p:cNvPr>
          <p:cNvGrpSpPr>
            <a:grpSpLocks/>
          </p:cNvGrpSpPr>
          <p:nvPr/>
        </p:nvGrpSpPr>
        <p:grpSpPr bwMode="auto">
          <a:xfrm>
            <a:off x="10176982" y="3258892"/>
            <a:ext cx="647700" cy="611187"/>
            <a:chOff x="3311860" y="2096852"/>
            <a:chExt cx="972108" cy="612068"/>
          </a:xfrm>
        </p:grpSpPr>
        <p:cxnSp>
          <p:nvCxnSpPr>
            <p:cNvPr id="102" name="Straight Connector 217">
              <a:extLst>
                <a:ext uri="{FF2B5EF4-FFF2-40B4-BE49-F238E27FC236}">
                  <a16:creationId xmlns:a16="http://schemas.microsoft.com/office/drawing/2014/main" id="{7F6073CE-CA12-CC4E-84A8-9A8916899768}"/>
                </a:ext>
              </a:extLst>
            </p:cNvPr>
            <p:cNvCxnSpPr>
              <a:cxnSpLocks noChangeShapeType="1"/>
            </p:cNvCxnSpPr>
            <p:nvPr/>
          </p:nvCxnSpPr>
          <p:spPr bwMode="auto">
            <a:xfrm flipV="1">
              <a:off x="3311860" y="2492896"/>
              <a:ext cx="0" cy="216024"/>
            </a:xfrm>
            <a:prstGeom prst="line">
              <a:avLst/>
            </a:prstGeom>
            <a:noFill/>
            <a:ln w="25400" algn="ctr">
              <a:solidFill>
                <a:schemeClr val="accent1"/>
              </a:solidFill>
              <a:round/>
              <a:headEnd/>
              <a:tailEnd/>
            </a:ln>
            <a:extLst>
              <a:ext uri="{909E8E84-426E-40DD-AFC4-6F175D3DCCD1}">
                <a14:hiddenFill xmlns:a14="http://schemas.microsoft.com/office/drawing/2010/main">
                  <a:noFill/>
                </a14:hiddenFill>
              </a:ext>
            </a:extLst>
          </p:spPr>
        </p:cxnSp>
        <p:cxnSp>
          <p:nvCxnSpPr>
            <p:cNvPr id="103" name="Straight Connector 218">
              <a:extLst>
                <a:ext uri="{FF2B5EF4-FFF2-40B4-BE49-F238E27FC236}">
                  <a16:creationId xmlns:a16="http://schemas.microsoft.com/office/drawing/2014/main" id="{9EEF01D7-396C-4E43-83E3-ABBF6B6CBED9}"/>
                </a:ext>
              </a:extLst>
            </p:cNvPr>
            <p:cNvCxnSpPr>
              <a:cxnSpLocks noChangeShapeType="1"/>
            </p:cNvCxnSpPr>
            <p:nvPr/>
          </p:nvCxnSpPr>
          <p:spPr bwMode="auto">
            <a:xfrm flipH="1">
              <a:off x="3311860" y="2492896"/>
              <a:ext cx="972108" cy="0"/>
            </a:xfrm>
            <a:prstGeom prst="line">
              <a:avLst/>
            </a:prstGeom>
            <a:noFill/>
            <a:ln w="25400" algn="ctr">
              <a:solidFill>
                <a:schemeClr val="accent1"/>
              </a:solidFill>
              <a:round/>
              <a:headEnd/>
              <a:tailEnd/>
            </a:ln>
            <a:extLst>
              <a:ext uri="{909E8E84-426E-40DD-AFC4-6F175D3DCCD1}">
                <a14:hiddenFill xmlns:a14="http://schemas.microsoft.com/office/drawing/2010/main">
                  <a:noFill/>
                </a14:hiddenFill>
              </a:ext>
            </a:extLst>
          </p:spPr>
        </p:cxnSp>
        <p:cxnSp>
          <p:nvCxnSpPr>
            <p:cNvPr id="104" name="Straight Arrow Connector 219">
              <a:extLst>
                <a:ext uri="{FF2B5EF4-FFF2-40B4-BE49-F238E27FC236}">
                  <a16:creationId xmlns:a16="http://schemas.microsoft.com/office/drawing/2014/main" id="{EFE63492-C291-F047-BE96-7D7722D5D1AC}"/>
                </a:ext>
              </a:extLst>
            </p:cNvPr>
            <p:cNvCxnSpPr>
              <a:cxnSpLocks noChangeShapeType="1"/>
            </p:cNvCxnSpPr>
            <p:nvPr/>
          </p:nvCxnSpPr>
          <p:spPr bwMode="auto">
            <a:xfrm flipV="1">
              <a:off x="4283968" y="2096852"/>
              <a:ext cx="0" cy="395704"/>
            </a:xfrm>
            <a:prstGeom prst="straightConnector1">
              <a:avLst/>
            </a:prstGeom>
            <a:noFill/>
            <a:ln w="25400" algn="ctr">
              <a:solidFill>
                <a:schemeClr val="accent1"/>
              </a:solidFill>
              <a:round/>
              <a:headEnd/>
              <a:tailEnd type="arrow" w="med" len="med"/>
            </a:ln>
            <a:extLst>
              <a:ext uri="{909E8E84-426E-40DD-AFC4-6F175D3DCCD1}">
                <a14:hiddenFill xmlns:a14="http://schemas.microsoft.com/office/drawing/2010/main">
                  <a:noFill/>
                </a14:hiddenFill>
              </a:ext>
            </a:extLst>
          </p:spPr>
        </p:cxnSp>
      </p:grpSp>
      <p:grpSp>
        <p:nvGrpSpPr>
          <p:cNvPr id="105" name="Group 245">
            <a:extLst>
              <a:ext uri="{FF2B5EF4-FFF2-40B4-BE49-F238E27FC236}">
                <a16:creationId xmlns:a16="http://schemas.microsoft.com/office/drawing/2014/main" id="{194C770D-0FB0-134E-B0F8-96FDFAAB0B87}"/>
              </a:ext>
            </a:extLst>
          </p:cNvPr>
          <p:cNvGrpSpPr>
            <a:grpSpLocks/>
          </p:cNvGrpSpPr>
          <p:nvPr/>
        </p:nvGrpSpPr>
        <p:grpSpPr bwMode="auto">
          <a:xfrm>
            <a:off x="11248544" y="3258892"/>
            <a:ext cx="404813" cy="3492500"/>
            <a:chOff x="4860032" y="2097192"/>
            <a:chExt cx="972108" cy="611728"/>
          </a:xfrm>
        </p:grpSpPr>
        <p:cxnSp>
          <p:nvCxnSpPr>
            <p:cNvPr id="106" name="Straight Connector 246">
              <a:extLst>
                <a:ext uri="{FF2B5EF4-FFF2-40B4-BE49-F238E27FC236}">
                  <a16:creationId xmlns:a16="http://schemas.microsoft.com/office/drawing/2014/main" id="{F0C5FE99-D159-804A-B11E-45A4998DE103}"/>
                </a:ext>
              </a:extLst>
            </p:cNvPr>
            <p:cNvCxnSpPr>
              <a:cxnSpLocks noChangeShapeType="1"/>
            </p:cNvCxnSpPr>
            <p:nvPr/>
          </p:nvCxnSpPr>
          <p:spPr bwMode="auto">
            <a:xfrm flipV="1">
              <a:off x="5832140" y="2492896"/>
              <a:ext cx="0" cy="216024"/>
            </a:xfrm>
            <a:prstGeom prst="line">
              <a:avLst/>
            </a:prstGeom>
            <a:noFill/>
            <a:ln w="25400" algn="ctr">
              <a:solidFill>
                <a:schemeClr val="accent1"/>
              </a:solidFill>
              <a:round/>
              <a:headEnd/>
              <a:tailEnd/>
            </a:ln>
            <a:extLst>
              <a:ext uri="{909E8E84-426E-40DD-AFC4-6F175D3DCCD1}">
                <a14:hiddenFill xmlns:a14="http://schemas.microsoft.com/office/drawing/2010/main">
                  <a:noFill/>
                </a14:hiddenFill>
              </a:ext>
            </a:extLst>
          </p:spPr>
        </p:cxnSp>
        <p:cxnSp>
          <p:nvCxnSpPr>
            <p:cNvPr id="107" name="Straight Connector 247">
              <a:extLst>
                <a:ext uri="{FF2B5EF4-FFF2-40B4-BE49-F238E27FC236}">
                  <a16:creationId xmlns:a16="http://schemas.microsoft.com/office/drawing/2014/main" id="{17848CD7-A809-344F-B59D-C563CA5B0352}"/>
                </a:ext>
              </a:extLst>
            </p:cNvPr>
            <p:cNvCxnSpPr>
              <a:cxnSpLocks noChangeShapeType="1"/>
            </p:cNvCxnSpPr>
            <p:nvPr/>
          </p:nvCxnSpPr>
          <p:spPr bwMode="auto">
            <a:xfrm flipH="1">
              <a:off x="4860032" y="2492896"/>
              <a:ext cx="972108" cy="0"/>
            </a:xfrm>
            <a:prstGeom prst="line">
              <a:avLst/>
            </a:prstGeom>
            <a:noFill/>
            <a:ln w="25400" algn="ctr">
              <a:solidFill>
                <a:schemeClr val="accent1"/>
              </a:solidFill>
              <a:round/>
              <a:headEnd/>
              <a:tailEnd/>
            </a:ln>
            <a:extLst>
              <a:ext uri="{909E8E84-426E-40DD-AFC4-6F175D3DCCD1}">
                <a14:hiddenFill xmlns:a14="http://schemas.microsoft.com/office/drawing/2010/main">
                  <a:noFill/>
                </a14:hiddenFill>
              </a:ext>
            </a:extLst>
          </p:spPr>
        </p:cxnSp>
        <p:cxnSp>
          <p:nvCxnSpPr>
            <p:cNvPr id="108" name="Straight Arrow Connector 248">
              <a:extLst>
                <a:ext uri="{FF2B5EF4-FFF2-40B4-BE49-F238E27FC236}">
                  <a16:creationId xmlns:a16="http://schemas.microsoft.com/office/drawing/2014/main" id="{8DC2322C-32AE-9447-97FB-51FADF788306}"/>
                </a:ext>
              </a:extLst>
            </p:cNvPr>
            <p:cNvCxnSpPr>
              <a:cxnSpLocks noChangeShapeType="1"/>
            </p:cNvCxnSpPr>
            <p:nvPr/>
          </p:nvCxnSpPr>
          <p:spPr bwMode="auto">
            <a:xfrm flipV="1">
              <a:off x="4860032" y="2097192"/>
              <a:ext cx="0" cy="395704"/>
            </a:xfrm>
            <a:prstGeom prst="straightConnector1">
              <a:avLst/>
            </a:prstGeom>
            <a:noFill/>
            <a:ln w="25400" algn="ctr">
              <a:solidFill>
                <a:schemeClr val="accent1"/>
              </a:solidFill>
              <a:round/>
              <a:headEnd/>
              <a:tailEnd type="arrow" w="med" len="med"/>
            </a:ln>
            <a:extLst>
              <a:ext uri="{909E8E84-426E-40DD-AFC4-6F175D3DCCD1}">
                <a14:hiddenFill xmlns:a14="http://schemas.microsoft.com/office/drawing/2010/main">
                  <a:noFill/>
                </a14:hiddenFill>
              </a:ext>
            </a:extLst>
          </p:spPr>
        </p:cxnSp>
      </p:grpSp>
      <p:grpSp>
        <p:nvGrpSpPr>
          <p:cNvPr id="109" name="Group 257">
            <a:extLst>
              <a:ext uri="{FF2B5EF4-FFF2-40B4-BE49-F238E27FC236}">
                <a16:creationId xmlns:a16="http://schemas.microsoft.com/office/drawing/2014/main" id="{877BB474-CBB7-F341-AC32-E688D8CCC692}"/>
              </a:ext>
            </a:extLst>
          </p:cNvPr>
          <p:cNvGrpSpPr>
            <a:grpSpLocks/>
          </p:cNvGrpSpPr>
          <p:nvPr/>
        </p:nvGrpSpPr>
        <p:grpSpPr bwMode="auto">
          <a:xfrm>
            <a:off x="9853132" y="3258892"/>
            <a:ext cx="1260475" cy="3498850"/>
            <a:chOff x="3815916" y="2097193"/>
            <a:chExt cx="1260140" cy="3498194"/>
          </a:xfrm>
        </p:grpSpPr>
        <p:cxnSp>
          <p:nvCxnSpPr>
            <p:cNvPr id="110" name="Straight Connector 258">
              <a:extLst>
                <a:ext uri="{FF2B5EF4-FFF2-40B4-BE49-F238E27FC236}">
                  <a16:creationId xmlns:a16="http://schemas.microsoft.com/office/drawing/2014/main" id="{EE738BB4-FDC8-354D-ACF8-0113330D51C6}"/>
                </a:ext>
              </a:extLst>
            </p:cNvPr>
            <p:cNvCxnSpPr>
              <a:cxnSpLocks noChangeShapeType="1"/>
            </p:cNvCxnSpPr>
            <p:nvPr/>
          </p:nvCxnSpPr>
          <p:spPr bwMode="auto">
            <a:xfrm flipV="1">
              <a:off x="3815916" y="5409220"/>
              <a:ext cx="0" cy="186167"/>
            </a:xfrm>
            <a:prstGeom prst="line">
              <a:avLst/>
            </a:prstGeom>
            <a:noFill/>
            <a:ln w="25400" algn="ctr">
              <a:solidFill>
                <a:schemeClr val="accent1"/>
              </a:solidFill>
              <a:round/>
              <a:headEnd/>
              <a:tailEnd/>
            </a:ln>
            <a:extLst>
              <a:ext uri="{909E8E84-426E-40DD-AFC4-6F175D3DCCD1}">
                <a14:hiddenFill xmlns:a14="http://schemas.microsoft.com/office/drawing/2010/main">
                  <a:noFill/>
                </a14:hiddenFill>
              </a:ext>
            </a:extLst>
          </p:spPr>
        </p:cxnSp>
        <p:cxnSp>
          <p:nvCxnSpPr>
            <p:cNvPr id="111" name="Straight Connector 259">
              <a:extLst>
                <a:ext uri="{FF2B5EF4-FFF2-40B4-BE49-F238E27FC236}">
                  <a16:creationId xmlns:a16="http://schemas.microsoft.com/office/drawing/2014/main" id="{BEC70AE8-DDFB-6B4A-907C-D5E4B1EC7423}"/>
                </a:ext>
              </a:extLst>
            </p:cNvPr>
            <p:cNvCxnSpPr>
              <a:cxnSpLocks noChangeShapeType="1"/>
            </p:cNvCxnSpPr>
            <p:nvPr/>
          </p:nvCxnSpPr>
          <p:spPr bwMode="auto">
            <a:xfrm flipH="1">
              <a:off x="3815916" y="5409220"/>
              <a:ext cx="1260140" cy="0"/>
            </a:xfrm>
            <a:prstGeom prst="line">
              <a:avLst/>
            </a:prstGeom>
            <a:noFill/>
            <a:ln w="25400" algn="ctr">
              <a:solidFill>
                <a:schemeClr val="accent1"/>
              </a:solidFill>
              <a:round/>
              <a:headEnd/>
              <a:tailEnd/>
            </a:ln>
            <a:extLst>
              <a:ext uri="{909E8E84-426E-40DD-AFC4-6F175D3DCCD1}">
                <a14:hiddenFill xmlns:a14="http://schemas.microsoft.com/office/drawing/2010/main">
                  <a:noFill/>
                </a14:hiddenFill>
              </a:ext>
            </a:extLst>
          </p:spPr>
        </p:cxnSp>
        <p:cxnSp>
          <p:nvCxnSpPr>
            <p:cNvPr id="112" name="Straight Arrow Connector 260">
              <a:extLst>
                <a:ext uri="{FF2B5EF4-FFF2-40B4-BE49-F238E27FC236}">
                  <a16:creationId xmlns:a16="http://schemas.microsoft.com/office/drawing/2014/main" id="{AFD204B0-2D9A-D34B-BB8A-09BCA3E5B592}"/>
                </a:ext>
              </a:extLst>
            </p:cNvPr>
            <p:cNvCxnSpPr>
              <a:cxnSpLocks noChangeShapeType="1"/>
            </p:cNvCxnSpPr>
            <p:nvPr/>
          </p:nvCxnSpPr>
          <p:spPr bwMode="auto">
            <a:xfrm flipV="1">
              <a:off x="5076056" y="2097193"/>
              <a:ext cx="0" cy="3312027"/>
            </a:xfrm>
            <a:prstGeom prst="straightConnector1">
              <a:avLst/>
            </a:prstGeom>
            <a:noFill/>
            <a:ln w="25400" algn="ctr">
              <a:solidFill>
                <a:schemeClr val="accent1"/>
              </a:solidFill>
              <a:round/>
              <a:headEnd/>
              <a:tailEnd type="arrow" w="med" len="med"/>
            </a:ln>
            <a:extLst>
              <a:ext uri="{909E8E84-426E-40DD-AFC4-6F175D3DCCD1}">
                <a14:hiddenFill xmlns:a14="http://schemas.microsoft.com/office/drawing/2010/main">
                  <a:noFill/>
                </a14:hiddenFill>
              </a:ext>
            </a:extLst>
          </p:spPr>
        </p:cxnSp>
      </p:grpSp>
      <p:sp>
        <p:nvSpPr>
          <p:cNvPr id="113" name="Rectangle 19">
            <a:extLst>
              <a:ext uri="{FF2B5EF4-FFF2-40B4-BE49-F238E27FC236}">
                <a16:creationId xmlns:a16="http://schemas.microsoft.com/office/drawing/2014/main" id="{3FE969AF-1DF9-E949-AF37-3F622277DABE}"/>
              </a:ext>
            </a:extLst>
          </p:cNvPr>
          <p:cNvSpPr>
            <a:spLocks noChangeArrowheads="1"/>
          </p:cNvSpPr>
          <p:nvPr/>
        </p:nvSpPr>
        <p:spPr bwMode="auto">
          <a:xfrm>
            <a:off x="7460769" y="2337427"/>
            <a:ext cx="2124075" cy="828432"/>
          </a:xfrm>
          <a:prstGeom prst="rect">
            <a:avLst/>
          </a:prstGeom>
          <a:solidFill>
            <a:schemeClr val="bg2">
              <a:lumMod val="75000"/>
              <a:alpha val="39000"/>
            </a:schemeClr>
          </a:solidFill>
          <a:ln w="9525">
            <a:noFill/>
            <a:miter lim="800000"/>
            <a:headEnd/>
            <a:tailEnd/>
          </a:ln>
          <a:effectLst/>
        </p:spPr>
        <p:txBody>
          <a:bodyPr lIns="90488" tIns="44450" rIns="90488" bIns="44450" anchor="ctr">
            <a:spAutoFit/>
          </a:bodyPr>
          <a:lstStyle/>
          <a:p>
            <a:pPr marL="0" marR="0" lvl="0" indent="0" algn="ctr" defTabSz="812810" rtl="0" eaLnBrk="1" fontAlgn="auto" latinLnBrk="0" hangingPunct="1">
              <a:lnSpc>
                <a:spcPct val="100000"/>
              </a:lnSpc>
              <a:spcBef>
                <a:spcPts val="0"/>
              </a:spcBef>
              <a:spcAft>
                <a:spcPts val="0"/>
              </a:spcAft>
              <a:buClrTx/>
              <a:buSzTx/>
              <a:buFontTx/>
              <a:buNone/>
              <a:tabLst/>
              <a:defRPr/>
            </a:pPr>
            <a:r>
              <a:rPr kumimoji="0" lang="en-US" sz="1600" b="0" i="0" u="none" strike="noStrike" kern="0" cap="none" spc="0" normalizeH="0" baseline="0" noProof="0" dirty="0">
                <a:ln>
                  <a:noFill/>
                </a:ln>
                <a:solidFill>
                  <a:srgbClr val="00274C"/>
                </a:solidFill>
                <a:effectLst/>
                <a:uLnTx/>
                <a:uFillTx/>
                <a:latin typeface="Arial" panose="020B0604020202020204" pitchFamily="34" charset="0"/>
                <a:ea typeface="+mn-ea"/>
                <a:cs typeface="Arial" panose="020B0604020202020204" pitchFamily="34" charset="0"/>
              </a:rPr>
              <a:t>Disposal, redmud from bauxite digestion </a:t>
            </a:r>
          </a:p>
        </p:txBody>
      </p:sp>
      <p:sp>
        <p:nvSpPr>
          <p:cNvPr id="114" name="Rectangle 19">
            <a:extLst>
              <a:ext uri="{FF2B5EF4-FFF2-40B4-BE49-F238E27FC236}">
                <a16:creationId xmlns:a16="http://schemas.microsoft.com/office/drawing/2014/main" id="{7532E8D7-4E57-C143-ADFF-5AACDE8717DE}"/>
              </a:ext>
            </a:extLst>
          </p:cNvPr>
          <p:cNvSpPr>
            <a:spLocks noChangeArrowheads="1"/>
          </p:cNvSpPr>
          <p:nvPr/>
        </p:nvSpPr>
        <p:spPr bwMode="auto">
          <a:xfrm>
            <a:off x="13086869" y="2308974"/>
            <a:ext cx="1873250" cy="582211"/>
          </a:xfrm>
          <a:prstGeom prst="rect">
            <a:avLst/>
          </a:prstGeom>
          <a:solidFill>
            <a:schemeClr val="bg2">
              <a:lumMod val="75000"/>
              <a:alpha val="39000"/>
            </a:schemeClr>
          </a:solidFill>
          <a:ln w="9525">
            <a:noFill/>
            <a:miter lim="800000"/>
            <a:headEnd/>
            <a:tailEnd/>
          </a:ln>
          <a:effectLst/>
        </p:spPr>
        <p:txBody>
          <a:bodyPr lIns="90488" tIns="44450" rIns="90488" bIns="44450" anchor="ctr">
            <a:spAutoFit/>
          </a:bodyPr>
          <a:lstStyle/>
          <a:p>
            <a:pPr marL="0" marR="0" lvl="0" indent="0" algn="ctr" defTabSz="812810" rtl="0" eaLnBrk="1" fontAlgn="auto" latinLnBrk="0" hangingPunct="1">
              <a:lnSpc>
                <a:spcPct val="100000"/>
              </a:lnSpc>
              <a:spcBef>
                <a:spcPts val="0"/>
              </a:spcBef>
              <a:spcAft>
                <a:spcPts val="0"/>
              </a:spcAft>
              <a:buClrTx/>
              <a:buSzTx/>
              <a:buFontTx/>
              <a:buNone/>
              <a:tabLst/>
              <a:defRPr/>
            </a:pPr>
            <a:r>
              <a:rPr kumimoji="0" lang="en-US" sz="1600" b="0" i="0" u="none" strike="noStrike" kern="0" cap="none" spc="0" normalizeH="0" baseline="0" noProof="0" dirty="0">
                <a:ln>
                  <a:noFill/>
                </a:ln>
                <a:solidFill>
                  <a:srgbClr val="00274C"/>
                </a:solidFill>
                <a:effectLst/>
                <a:uLnTx/>
                <a:uFillTx/>
                <a:latin typeface="Arial" panose="020B0604020202020204" pitchFamily="34" charset="0"/>
                <a:ea typeface="+mn-ea"/>
                <a:cs typeface="Arial" panose="020B0604020202020204" pitchFamily="34" charset="0"/>
              </a:rPr>
              <a:t>Disposal, filter dust Al electrolysis </a:t>
            </a:r>
          </a:p>
        </p:txBody>
      </p:sp>
      <p:grpSp>
        <p:nvGrpSpPr>
          <p:cNvPr id="115" name="Group 99">
            <a:extLst>
              <a:ext uri="{FF2B5EF4-FFF2-40B4-BE49-F238E27FC236}">
                <a16:creationId xmlns:a16="http://schemas.microsoft.com/office/drawing/2014/main" id="{982DFFB4-BEC3-CF42-AF13-979AF3544FDB}"/>
              </a:ext>
            </a:extLst>
          </p:cNvPr>
          <p:cNvGrpSpPr>
            <a:grpSpLocks/>
          </p:cNvGrpSpPr>
          <p:nvPr/>
        </p:nvGrpSpPr>
        <p:grpSpPr bwMode="auto">
          <a:xfrm rot="5400000">
            <a:off x="12438375" y="2211936"/>
            <a:ext cx="331787" cy="965200"/>
            <a:chOff x="4860032" y="2097192"/>
            <a:chExt cx="972108" cy="611728"/>
          </a:xfrm>
        </p:grpSpPr>
        <p:cxnSp>
          <p:nvCxnSpPr>
            <p:cNvPr id="116" name="Straight Connector 100">
              <a:extLst>
                <a:ext uri="{FF2B5EF4-FFF2-40B4-BE49-F238E27FC236}">
                  <a16:creationId xmlns:a16="http://schemas.microsoft.com/office/drawing/2014/main" id="{DD893178-7DE6-F64A-8B22-547E4D71E49D}"/>
                </a:ext>
              </a:extLst>
            </p:cNvPr>
            <p:cNvCxnSpPr>
              <a:cxnSpLocks noChangeShapeType="1"/>
            </p:cNvCxnSpPr>
            <p:nvPr/>
          </p:nvCxnSpPr>
          <p:spPr bwMode="auto">
            <a:xfrm flipV="1">
              <a:off x="5832140" y="2492896"/>
              <a:ext cx="0" cy="216024"/>
            </a:xfrm>
            <a:prstGeom prst="line">
              <a:avLst/>
            </a:prstGeom>
            <a:noFill/>
            <a:ln w="25400" algn="ctr">
              <a:solidFill>
                <a:schemeClr val="accent1"/>
              </a:solidFill>
              <a:round/>
              <a:headEnd/>
              <a:tailEnd/>
            </a:ln>
            <a:extLst>
              <a:ext uri="{909E8E84-426E-40DD-AFC4-6F175D3DCCD1}">
                <a14:hiddenFill xmlns:a14="http://schemas.microsoft.com/office/drawing/2010/main">
                  <a:noFill/>
                </a14:hiddenFill>
              </a:ext>
            </a:extLst>
          </p:spPr>
        </p:cxnSp>
        <p:cxnSp>
          <p:nvCxnSpPr>
            <p:cNvPr id="117" name="Straight Connector 101">
              <a:extLst>
                <a:ext uri="{FF2B5EF4-FFF2-40B4-BE49-F238E27FC236}">
                  <a16:creationId xmlns:a16="http://schemas.microsoft.com/office/drawing/2014/main" id="{FE6B03AB-B1E8-6542-9413-EBB0E3A3177E}"/>
                </a:ext>
              </a:extLst>
            </p:cNvPr>
            <p:cNvCxnSpPr>
              <a:cxnSpLocks noChangeShapeType="1"/>
            </p:cNvCxnSpPr>
            <p:nvPr/>
          </p:nvCxnSpPr>
          <p:spPr bwMode="auto">
            <a:xfrm flipH="1">
              <a:off x="4860032" y="2492896"/>
              <a:ext cx="972108" cy="0"/>
            </a:xfrm>
            <a:prstGeom prst="line">
              <a:avLst/>
            </a:prstGeom>
            <a:noFill/>
            <a:ln w="25400" algn="ctr">
              <a:solidFill>
                <a:schemeClr val="accent1"/>
              </a:solidFill>
              <a:round/>
              <a:headEnd/>
              <a:tailEnd/>
            </a:ln>
            <a:extLst>
              <a:ext uri="{909E8E84-426E-40DD-AFC4-6F175D3DCCD1}">
                <a14:hiddenFill xmlns:a14="http://schemas.microsoft.com/office/drawing/2010/main">
                  <a:noFill/>
                </a14:hiddenFill>
              </a:ext>
            </a:extLst>
          </p:spPr>
        </p:cxnSp>
        <p:cxnSp>
          <p:nvCxnSpPr>
            <p:cNvPr id="118" name="Straight Arrow Connector 102">
              <a:extLst>
                <a:ext uri="{FF2B5EF4-FFF2-40B4-BE49-F238E27FC236}">
                  <a16:creationId xmlns:a16="http://schemas.microsoft.com/office/drawing/2014/main" id="{8DA4A7C2-A08A-1942-86EF-100E19FACBB8}"/>
                </a:ext>
              </a:extLst>
            </p:cNvPr>
            <p:cNvCxnSpPr>
              <a:cxnSpLocks noChangeShapeType="1"/>
            </p:cNvCxnSpPr>
            <p:nvPr/>
          </p:nvCxnSpPr>
          <p:spPr bwMode="auto">
            <a:xfrm flipV="1">
              <a:off x="4860032" y="2097192"/>
              <a:ext cx="0" cy="395704"/>
            </a:xfrm>
            <a:prstGeom prst="straightConnector1">
              <a:avLst/>
            </a:prstGeom>
            <a:noFill/>
            <a:ln w="25400" algn="ctr">
              <a:solidFill>
                <a:schemeClr val="accent1"/>
              </a:solidFill>
              <a:round/>
              <a:headEnd/>
              <a:tailEnd type="arrow" w="med" len="med"/>
            </a:ln>
            <a:extLst>
              <a:ext uri="{909E8E84-426E-40DD-AFC4-6F175D3DCCD1}">
                <a14:hiddenFill xmlns:a14="http://schemas.microsoft.com/office/drawing/2010/main">
                  <a:noFill/>
                </a14:hiddenFill>
              </a:ext>
            </a:extLst>
          </p:spPr>
        </p:cxnSp>
      </p:grpSp>
      <p:grpSp>
        <p:nvGrpSpPr>
          <p:cNvPr id="119" name="Group 103">
            <a:extLst>
              <a:ext uri="{FF2B5EF4-FFF2-40B4-BE49-F238E27FC236}">
                <a16:creationId xmlns:a16="http://schemas.microsoft.com/office/drawing/2014/main" id="{5D98FA3B-9B90-9A43-9DF7-5937BDBC6F8C}"/>
              </a:ext>
            </a:extLst>
          </p:cNvPr>
          <p:cNvGrpSpPr>
            <a:grpSpLocks/>
          </p:cNvGrpSpPr>
          <p:nvPr/>
        </p:nvGrpSpPr>
        <p:grpSpPr bwMode="auto">
          <a:xfrm rot="5400000" flipV="1">
            <a:off x="9906313" y="2202410"/>
            <a:ext cx="330200" cy="941388"/>
            <a:chOff x="4860032" y="2097192"/>
            <a:chExt cx="972108" cy="611728"/>
          </a:xfrm>
        </p:grpSpPr>
        <p:cxnSp>
          <p:nvCxnSpPr>
            <p:cNvPr id="120" name="Straight Connector 104">
              <a:extLst>
                <a:ext uri="{FF2B5EF4-FFF2-40B4-BE49-F238E27FC236}">
                  <a16:creationId xmlns:a16="http://schemas.microsoft.com/office/drawing/2014/main" id="{5B0C41CB-FFA0-5E4A-B582-9BD8FFEBE424}"/>
                </a:ext>
              </a:extLst>
            </p:cNvPr>
            <p:cNvCxnSpPr>
              <a:cxnSpLocks noChangeShapeType="1"/>
            </p:cNvCxnSpPr>
            <p:nvPr/>
          </p:nvCxnSpPr>
          <p:spPr bwMode="auto">
            <a:xfrm flipV="1">
              <a:off x="5832140" y="2492896"/>
              <a:ext cx="0" cy="216024"/>
            </a:xfrm>
            <a:prstGeom prst="line">
              <a:avLst/>
            </a:prstGeom>
            <a:noFill/>
            <a:ln w="25400" algn="ctr">
              <a:solidFill>
                <a:schemeClr val="accent1"/>
              </a:solidFill>
              <a:round/>
              <a:headEnd/>
              <a:tailEnd/>
            </a:ln>
            <a:extLst>
              <a:ext uri="{909E8E84-426E-40DD-AFC4-6F175D3DCCD1}">
                <a14:hiddenFill xmlns:a14="http://schemas.microsoft.com/office/drawing/2010/main">
                  <a:noFill/>
                </a14:hiddenFill>
              </a:ext>
            </a:extLst>
          </p:spPr>
        </p:cxnSp>
        <p:cxnSp>
          <p:nvCxnSpPr>
            <p:cNvPr id="121" name="Straight Connector 105">
              <a:extLst>
                <a:ext uri="{FF2B5EF4-FFF2-40B4-BE49-F238E27FC236}">
                  <a16:creationId xmlns:a16="http://schemas.microsoft.com/office/drawing/2014/main" id="{2728168C-073F-8343-BF0E-573A0732454F}"/>
                </a:ext>
              </a:extLst>
            </p:cNvPr>
            <p:cNvCxnSpPr>
              <a:cxnSpLocks noChangeShapeType="1"/>
            </p:cNvCxnSpPr>
            <p:nvPr/>
          </p:nvCxnSpPr>
          <p:spPr bwMode="auto">
            <a:xfrm flipH="1">
              <a:off x="4860032" y="2492896"/>
              <a:ext cx="972108" cy="0"/>
            </a:xfrm>
            <a:prstGeom prst="line">
              <a:avLst/>
            </a:prstGeom>
            <a:noFill/>
            <a:ln w="25400" algn="ctr">
              <a:solidFill>
                <a:schemeClr val="accent1"/>
              </a:solidFill>
              <a:round/>
              <a:headEnd/>
              <a:tailEnd/>
            </a:ln>
            <a:extLst>
              <a:ext uri="{909E8E84-426E-40DD-AFC4-6F175D3DCCD1}">
                <a14:hiddenFill xmlns:a14="http://schemas.microsoft.com/office/drawing/2010/main">
                  <a:noFill/>
                </a14:hiddenFill>
              </a:ext>
            </a:extLst>
          </p:spPr>
        </p:cxnSp>
        <p:cxnSp>
          <p:nvCxnSpPr>
            <p:cNvPr id="122" name="Straight Arrow Connector 106">
              <a:extLst>
                <a:ext uri="{FF2B5EF4-FFF2-40B4-BE49-F238E27FC236}">
                  <a16:creationId xmlns:a16="http://schemas.microsoft.com/office/drawing/2014/main" id="{760B0D4A-BDDB-5143-8184-30AE214D00DC}"/>
                </a:ext>
              </a:extLst>
            </p:cNvPr>
            <p:cNvCxnSpPr>
              <a:cxnSpLocks noChangeShapeType="1"/>
            </p:cNvCxnSpPr>
            <p:nvPr/>
          </p:nvCxnSpPr>
          <p:spPr bwMode="auto">
            <a:xfrm flipV="1">
              <a:off x="4860032" y="2097192"/>
              <a:ext cx="0" cy="395704"/>
            </a:xfrm>
            <a:prstGeom prst="straightConnector1">
              <a:avLst/>
            </a:prstGeom>
            <a:noFill/>
            <a:ln w="25400" algn="ctr">
              <a:solidFill>
                <a:schemeClr val="accent1"/>
              </a:solidFill>
              <a:round/>
              <a:headEnd/>
              <a:tailEnd type="arrow" w="med" len="med"/>
            </a:ln>
            <a:extLst>
              <a:ext uri="{909E8E84-426E-40DD-AFC4-6F175D3DCCD1}">
                <a14:hiddenFill xmlns:a14="http://schemas.microsoft.com/office/drawing/2010/main">
                  <a:noFill/>
                </a14:hiddenFill>
              </a:ext>
            </a:extLst>
          </p:spPr>
        </p:cxnSp>
      </p:grpSp>
      <p:sp>
        <p:nvSpPr>
          <p:cNvPr id="124" name="TextBox 68">
            <a:extLst>
              <a:ext uri="{FF2B5EF4-FFF2-40B4-BE49-F238E27FC236}">
                <a16:creationId xmlns:a16="http://schemas.microsoft.com/office/drawing/2014/main" id="{6693D5EA-424A-994A-94C0-490F147A86BD}"/>
              </a:ext>
            </a:extLst>
          </p:cNvPr>
          <p:cNvSpPr txBox="1">
            <a:spLocks noChangeArrowheads="1"/>
          </p:cNvSpPr>
          <p:nvPr/>
        </p:nvSpPr>
        <p:spPr bwMode="auto">
          <a:xfrm>
            <a:off x="2630892" y="3850318"/>
            <a:ext cx="3404304"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ctr" defTabSz="812810" rtl="0" eaLnBrk="1" fontAlgn="auto" latinLnBrk="0" hangingPunct="1">
              <a:lnSpc>
                <a:spcPct val="100000"/>
              </a:lnSpc>
              <a:spcBef>
                <a:spcPts val="0"/>
              </a:spcBef>
              <a:spcAft>
                <a:spcPts val="0"/>
              </a:spcAft>
              <a:buClrTx/>
              <a:buSzTx/>
              <a:buFontTx/>
              <a:buNone/>
              <a:tabLst/>
              <a:defRPr/>
            </a:pPr>
            <a:r>
              <a:rPr kumimoji="0" lang="en-US" altLang="en-US" sz="2400" b="0" i="0" u="none" strike="noStrike" kern="1200" cap="none" spc="0" normalizeH="0" baseline="0" noProof="0" dirty="0">
                <a:ln>
                  <a:noFill/>
                </a:ln>
                <a:solidFill>
                  <a:srgbClr val="00B2A9"/>
                </a:solidFill>
                <a:effectLst/>
                <a:uLnTx/>
                <a:uFillTx/>
                <a:latin typeface="Arial" panose="020B0604020202020204" pitchFamily="34" charset="0"/>
                <a:ea typeface="+mn-ea"/>
                <a:cs typeface="+mn-cs"/>
              </a:rPr>
              <a:t>1.93 </a:t>
            </a:r>
            <a:r>
              <a:rPr kumimoji="0" lang="en-US" altLang="en-US" sz="2400" b="0" i="0" u="none" strike="noStrike" kern="1200" cap="none" spc="0" normalizeH="0" baseline="0" noProof="0" dirty="0" err="1">
                <a:ln>
                  <a:noFill/>
                </a:ln>
                <a:solidFill>
                  <a:srgbClr val="00B2A9"/>
                </a:solidFill>
                <a:effectLst/>
                <a:uLnTx/>
                <a:uFillTx/>
                <a:latin typeface="Arial" panose="020B0604020202020204" pitchFamily="34" charset="0"/>
                <a:ea typeface="+mn-ea"/>
                <a:cs typeface="+mn-cs"/>
              </a:rPr>
              <a:t>kg</a:t>
            </a:r>
            <a:r>
              <a:rPr kumimoji="0" lang="en-US" altLang="en-US" sz="2400" b="0" i="0" u="none" strike="noStrike" kern="1200" cap="none" spc="0" normalizeH="0" baseline="-25000" noProof="0" dirty="0" err="1">
                <a:ln>
                  <a:noFill/>
                </a:ln>
                <a:solidFill>
                  <a:srgbClr val="00B2A9"/>
                </a:solidFill>
                <a:effectLst/>
                <a:uLnTx/>
                <a:uFillTx/>
                <a:latin typeface="Arial" panose="020B0604020202020204" pitchFamily="34" charset="0"/>
                <a:ea typeface="+mn-ea"/>
                <a:cs typeface="+mn-cs"/>
              </a:rPr>
              <a:t>Al</a:t>
            </a:r>
            <a:r>
              <a:rPr kumimoji="0" lang="en-US" altLang="en-US" sz="2400" b="0" i="0" u="none" strike="noStrike" kern="1200" cap="none" spc="0" normalizeH="0" baseline="-25000" noProof="0" dirty="0">
                <a:ln>
                  <a:noFill/>
                </a:ln>
                <a:solidFill>
                  <a:srgbClr val="00B2A9"/>
                </a:solidFill>
                <a:effectLst/>
                <a:uLnTx/>
                <a:uFillTx/>
                <a:latin typeface="Arial" panose="020B0604020202020204" pitchFamily="34" charset="0"/>
                <a:ea typeface="+mn-ea"/>
                <a:cs typeface="+mn-cs"/>
              </a:rPr>
              <a:t> oxide </a:t>
            </a:r>
            <a:r>
              <a:rPr kumimoji="0" lang="en-US" altLang="en-US" sz="2400" b="0" i="0" u="none" strike="noStrike" kern="1200" cap="none" spc="0" normalizeH="0" baseline="0" noProof="0" dirty="0">
                <a:ln>
                  <a:noFill/>
                </a:ln>
                <a:solidFill>
                  <a:srgbClr val="00B2A9"/>
                </a:solidFill>
                <a:effectLst/>
                <a:uLnTx/>
                <a:uFillTx/>
                <a:latin typeface="Arial" panose="020B0604020202020204" pitchFamily="34" charset="0"/>
                <a:ea typeface="+mn-ea"/>
                <a:cs typeface="+mn-cs"/>
              </a:rPr>
              <a:t>/ </a:t>
            </a:r>
            <a:r>
              <a:rPr kumimoji="0" lang="en-US" altLang="en-US" sz="2400" b="0" i="0" u="none" strike="noStrike" kern="1200" cap="none" spc="0" normalizeH="0" baseline="0" noProof="0" dirty="0" err="1">
                <a:ln>
                  <a:noFill/>
                </a:ln>
                <a:solidFill>
                  <a:srgbClr val="00B2A9"/>
                </a:solidFill>
                <a:effectLst/>
                <a:uLnTx/>
                <a:uFillTx/>
                <a:latin typeface="Arial" panose="020B0604020202020204" pitchFamily="34" charset="0"/>
                <a:ea typeface="+mn-ea"/>
                <a:cs typeface="+mn-cs"/>
              </a:rPr>
              <a:t>kg</a:t>
            </a:r>
            <a:r>
              <a:rPr kumimoji="0" lang="en-US" altLang="en-US" sz="2400" b="0" i="0" u="none" strike="noStrike" kern="1200" cap="none" spc="0" normalizeH="0" baseline="-25000" noProof="0" dirty="0" err="1">
                <a:ln>
                  <a:noFill/>
                </a:ln>
                <a:solidFill>
                  <a:srgbClr val="00B2A9"/>
                </a:solidFill>
                <a:effectLst/>
                <a:uLnTx/>
                <a:uFillTx/>
                <a:latin typeface="Arial" panose="020B0604020202020204" pitchFamily="34" charset="0"/>
                <a:ea typeface="+mn-ea"/>
                <a:cs typeface="+mn-cs"/>
              </a:rPr>
              <a:t>Al</a:t>
            </a:r>
            <a:r>
              <a:rPr kumimoji="0" lang="en-US" altLang="en-US" sz="2400" b="0" i="0" u="none" strike="noStrike" kern="1200" cap="none" spc="0" normalizeH="0" baseline="-25000" noProof="0" dirty="0">
                <a:ln>
                  <a:noFill/>
                </a:ln>
                <a:solidFill>
                  <a:srgbClr val="00B2A9"/>
                </a:solidFill>
                <a:effectLst/>
                <a:uLnTx/>
                <a:uFillTx/>
                <a:latin typeface="Arial" panose="020B0604020202020204" pitchFamily="34" charset="0"/>
                <a:ea typeface="+mn-ea"/>
                <a:cs typeface="+mn-cs"/>
              </a:rPr>
              <a:t> liquid</a:t>
            </a:r>
          </a:p>
        </p:txBody>
      </p:sp>
      <p:sp>
        <p:nvSpPr>
          <p:cNvPr id="125" name="Rectangle 19">
            <a:extLst>
              <a:ext uri="{FF2B5EF4-FFF2-40B4-BE49-F238E27FC236}">
                <a16:creationId xmlns:a16="http://schemas.microsoft.com/office/drawing/2014/main" id="{96DCE06E-7CF3-F64F-B3EE-1048F7B6406B}"/>
              </a:ext>
            </a:extLst>
          </p:cNvPr>
          <p:cNvSpPr>
            <a:spLocks noChangeArrowheads="1"/>
          </p:cNvSpPr>
          <p:nvPr/>
        </p:nvSpPr>
        <p:spPr bwMode="auto">
          <a:xfrm>
            <a:off x="10537344" y="2430339"/>
            <a:ext cx="1584325" cy="828432"/>
          </a:xfrm>
          <a:prstGeom prst="rect">
            <a:avLst/>
          </a:prstGeom>
          <a:solidFill>
            <a:schemeClr val="accent6">
              <a:alpha val="15000"/>
            </a:schemeClr>
          </a:solidFill>
          <a:ln w="9525">
            <a:noFill/>
            <a:miter lim="800000"/>
            <a:headEnd/>
            <a:tailEnd/>
          </a:ln>
          <a:effectLst/>
        </p:spPr>
        <p:txBody>
          <a:bodyPr lIns="90488" tIns="44450" rIns="90488" bIns="44450" anchor="ctr">
            <a:spAutoFit/>
          </a:bodyPr>
          <a:lstStyle/>
          <a:p>
            <a:pPr marL="0" marR="0" lvl="0" indent="0" algn="ctr" defTabSz="812810" rtl="0" eaLnBrk="1" fontAlgn="auto" latinLnBrk="0" hangingPunct="1">
              <a:lnSpc>
                <a:spcPct val="100000"/>
              </a:lnSpc>
              <a:spcBef>
                <a:spcPts val="0"/>
              </a:spcBef>
              <a:spcAft>
                <a:spcPts val="0"/>
              </a:spcAft>
              <a:buClrTx/>
              <a:buSzTx/>
              <a:buFontTx/>
              <a:buNone/>
              <a:tabLst/>
              <a:defRPr/>
            </a:pPr>
            <a:r>
              <a:rPr kumimoji="0" lang="en-US" sz="1600" b="1" i="0" u="none" strike="noStrike" kern="0" cap="none" spc="0" normalizeH="0" baseline="0" noProof="0" dirty="0">
                <a:ln>
                  <a:noFill/>
                </a:ln>
                <a:solidFill>
                  <a:srgbClr val="00B2A9"/>
                </a:solidFill>
                <a:effectLst/>
                <a:uLnTx/>
                <a:uFillTx/>
                <a:latin typeface="Arial" panose="020B0604020202020204" pitchFamily="34" charset="0"/>
                <a:ea typeface="+mn-ea"/>
                <a:cs typeface="Arial" panose="020B0604020202020204" pitchFamily="34" charset="0"/>
              </a:rPr>
              <a:t>Aluminum, primary, liquid</a:t>
            </a:r>
          </a:p>
        </p:txBody>
      </p:sp>
      <p:sp>
        <p:nvSpPr>
          <p:cNvPr id="126" name="Rectangle 19">
            <a:extLst>
              <a:ext uri="{FF2B5EF4-FFF2-40B4-BE49-F238E27FC236}">
                <a16:creationId xmlns:a16="http://schemas.microsoft.com/office/drawing/2014/main" id="{76337F0F-0BE9-804D-AFDF-8A36BC4DC0E7}"/>
              </a:ext>
            </a:extLst>
          </p:cNvPr>
          <p:cNvSpPr>
            <a:spLocks noChangeArrowheads="1"/>
          </p:cNvSpPr>
          <p:nvPr/>
        </p:nvSpPr>
        <p:spPr bwMode="auto">
          <a:xfrm>
            <a:off x="6349370" y="5275088"/>
            <a:ext cx="1655763" cy="828675"/>
          </a:xfrm>
          <a:prstGeom prst="rect">
            <a:avLst/>
          </a:prstGeom>
          <a:solidFill>
            <a:schemeClr val="accent5">
              <a:alpha val="27000"/>
            </a:schemeClr>
          </a:solidFill>
          <a:ln w="9525">
            <a:noFill/>
            <a:miter lim="800000"/>
            <a:headEnd/>
            <a:tailEnd/>
          </a:ln>
          <a:effectLst/>
        </p:spPr>
        <p:txBody>
          <a:bodyPr lIns="90488" tIns="44450" rIns="90488" bIns="44450">
            <a:spAutoFit/>
          </a:bodyPr>
          <a:lstStyle/>
          <a:p>
            <a:pPr marL="0" marR="0" lvl="0" indent="0" algn="ctr" defTabSz="812810" rtl="0" eaLnBrk="1" fontAlgn="auto" latinLnBrk="0" hangingPunct="1">
              <a:lnSpc>
                <a:spcPct val="100000"/>
              </a:lnSpc>
              <a:spcBef>
                <a:spcPts val="0"/>
              </a:spcBef>
              <a:spcAft>
                <a:spcPts val="0"/>
              </a:spcAft>
              <a:buClrTx/>
              <a:buSzTx/>
              <a:buFontTx/>
              <a:buNone/>
              <a:tabLst/>
              <a:defRPr/>
            </a:pPr>
            <a:r>
              <a:rPr kumimoji="0" lang="en-US" sz="1600" b="0" i="0" u="none" strike="noStrike" kern="0" cap="none" spc="0" normalizeH="0" baseline="0" noProof="0" dirty="0">
                <a:ln>
                  <a:noFill/>
                </a:ln>
                <a:solidFill>
                  <a:srgbClr val="D86018"/>
                </a:solidFill>
                <a:effectLst/>
                <a:uLnTx/>
                <a:uFillTx/>
                <a:latin typeface="Arial" panose="020B0604020202020204" pitchFamily="34" charset="0"/>
                <a:ea typeface="+mn-ea"/>
                <a:cs typeface="Arial" panose="020B0604020202020204" pitchFamily="34" charset="0"/>
              </a:rPr>
              <a:t>Aluminum hydroxide</a:t>
            </a:r>
          </a:p>
          <a:p>
            <a:pPr marL="0" marR="0" lvl="0" indent="0" algn="ctr" defTabSz="812810" rtl="0"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dirty="0">
              <a:ln>
                <a:noFill/>
              </a:ln>
              <a:solidFill>
                <a:srgbClr val="D86018"/>
              </a:solidFill>
              <a:effectLst/>
              <a:uLnTx/>
              <a:uFillTx/>
              <a:latin typeface="Arial" panose="020B0604020202020204" pitchFamily="34" charset="0"/>
              <a:ea typeface="+mn-ea"/>
              <a:cs typeface="Arial" panose="020B0604020202020204" pitchFamily="34" charset="0"/>
            </a:endParaRPr>
          </a:p>
        </p:txBody>
      </p:sp>
      <p:grpSp>
        <p:nvGrpSpPr>
          <p:cNvPr id="127" name="Group 222">
            <a:extLst>
              <a:ext uri="{FF2B5EF4-FFF2-40B4-BE49-F238E27FC236}">
                <a16:creationId xmlns:a16="http://schemas.microsoft.com/office/drawing/2014/main" id="{079FBD16-C714-AA4A-839F-94DDD077AADF}"/>
              </a:ext>
            </a:extLst>
          </p:cNvPr>
          <p:cNvGrpSpPr>
            <a:grpSpLocks/>
          </p:cNvGrpSpPr>
          <p:nvPr/>
        </p:nvGrpSpPr>
        <p:grpSpPr bwMode="auto">
          <a:xfrm>
            <a:off x="7105020" y="4663900"/>
            <a:ext cx="900113" cy="611188"/>
            <a:chOff x="3311860" y="2096852"/>
            <a:chExt cx="972108" cy="612068"/>
          </a:xfrm>
        </p:grpSpPr>
        <p:cxnSp>
          <p:nvCxnSpPr>
            <p:cNvPr id="128" name="Straight Connector 223">
              <a:extLst>
                <a:ext uri="{FF2B5EF4-FFF2-40B4-BE49-F238E27FC236}">
                  <a16:creationId xmlns:a16="http://schemas.microsoft.com/office/drawing/2014/main" id="{22E6AAFF-20E0-FC45-B88B-8E0763A10982}"/>
                </a:ext>
              </a:extLst>
            </p:cNvPr>
            <p:cNvCxnSpPr>
              <a:cxnSpLocks noChangeShapeType="1"/>
            </p:cNvCxnSpPr>
            <p:nvPr/>
          </p:nvCxnSpPr>
          <p:spPr bwMode="auto">
            <a:xfrm flipV="1">
              <a:off x="3311860" y="2492896"/>
              <a:ext cx="0" cy="216024"/>
            </a:xfrm>
            <a:prstGeom prst="line">
              <a:avLst/>
            </a:prstGeom>
            <a:noFill/>
            <a:ln w="25400" algn="ctr">
              <a:solidFill>
                <a:schemeClr val="accent5"/>
              </a:solidFill>
              <a:round/>
              <a:headEnd/>
              <a:tailEnd/>
            </a:ln>
            <a:extLst>
              <a:ext uri="{909E8E84-426E-40DD-AFC4-6F175D3DCCD1}">
                <a14:hiddenFill xmlns:a14="http://schemas.microsoft.com/office/drawing/2010/main">
                  <a:noFill/>
                </a14:hiddenFill>
              </a:ext>
            </a:extLst>
          </p:spPr>
        </p:cxnSp>
        <p:cxnSp>
          <p:nvCxnSpPr>
            <p:cNvPr id="129" name="Straight Connector 224">
              <a:extLst>
                <a:ext uri="{FF2B5EF4-FFF2-40B4-BE49-F238E27FC236}">
                  <a16:creationId xmlns:a16="http://schemas.microsoft.com/office/drawing/2014/main" id="{CCAC4738-B379-504F-89F8-5CC97BB9FC6C}"/>
                </a:ext>
              </a:extLst>
            </p:cNvPr>
            <p:cNvCxnSpPr>
              <a:cxnSpLocks noChangeShapeType="1"/>
            </p:cNvCxnSpPr>
            <p:nvPr/>
          </p:nvCxnSpPr>
          <p:spPr bwMode="auto">
            <a:xfrm flipH="1">
              <a:off x="3311860" y="2492896"/>
              <a:ext cx="972108" cy="0"/>
            </a:xfrm>
            <a:prstGeom prst="line">
              <a:avLst/>
            </a:prstGeom>
            <a:noFill/>
            <a:ln w="25400" algn="ctr">
              <a:solidFill>
                <a:schemeClr val="accent5"/>
              </a:solidFill>
              <a:round/>
              <a:headEnd/>
              <a:tailEnd/>
            </a:ln>
            <a:extLst>
              <a:ext uri="{909E8E84-426E-40DD-AFC4-6F175D3DCCD1}">
                <a14:hiddenFill xmlns:a14="http://schemas.microsoft.com/office/drawing/2010/main">
                  <a:noFill/>
                </a14:hiddenFill>
              </a:ext>
            </a:extLst>
          </p:spPr>
        </p:cxnSp>
        <p:cxnSp>
          <p:nvCxnSpPr>
            <p:cNvPr id="130" name="Straight Arrow Connector 225">
              <a:extLst>
                <a:ext uri="{FF2B5EF4-FFF2-40B4-BE49-F238E27FC236}">
                  <a16:creationId xmlns:a16="http://schemas.microsoft.com/office/drawing/2014/main" id="{DD409FB8-76DE-D442-9CA9-1D6BF45319C9}"/>
                </a:ext>
              </a:extLst>
            </p:cNvPr>
            <p:cNvCxnSpPr>
              <a:cxnSpLocks noChangeShapeType="1"/>
            </p:cNvCxnSpPr>
            <p:nvPr/>
          </p:nvCxnSpPr>
          <p:spPr bwMode="auto">
            <a:xfrm flipV="1">
              <a:off x="4283968" y="2096852"/>
              <a:ext cx="0" cy="395704"/>
            </a:xfrm>
            <a:prstGeom prst="straightConnector1">
              <a:avLst/>
            </a:prstGeom>
            <a:noFill/>
            <a:ln w="25400" algn="ctr">
              <a:solidFill>
                <a:schemeClr val="accent5"/>
              </a:solidFill>
              <a:round/>
              <a:headEnd/>
              <a:tailEnd type="arrow" w="med" len="med"/>
            </a:ln>
            <a:extLst>
              <a:ext uri="{909E8E84-426E-40DD-AFC4-6F175D3DCCD1}">
                <a14:hiddenFill xmlns:a14="http://schemas.microsoft.com/office/drawing/2010/main">
                  <a:noFill/>
                </a14:hiddenFill>
              </a:ext>
            </a:extLst>
          </p:spPr>
        </p:cxnSp>
      </p:grpSp>
      <p:grpSp>
        <p:nvGrpSpPr>
          <p:cNvPr id="131" name="Group 249">
            <a:extLst>
              <a:ext uri="{FF2B5EF4-FFF2-40B4-BE49-F238E27FC236}">
                <a16:creationId xmlns:a16="http://schemas.microsoft.com/office/drawing/2014/main" id="{C040DB03-B27D-9C4B-BD5D-486BCAAAAD56}"/>
              </a:ext>
            </a:extLst>
          </p:cNvPr>
          <p:cNvGrpSpPr>
            <a:grpSpLocks/>
          </p:cNvGrpSpPr>
          <p:nvPr/>
        </p:nvGrpSpPr>
        <p:grpSpPr bwMode="auto">
          <a:xfrm>
            <a:off x="7393945" y="6103763"/>
            <a:ext cx="1206500" cy="611187"/>
            <a:chOff x="1223628" y="4977172"/>
            <a:chExt cx="1476164" cy="611728"/>
          </a:xfrm>
        </p:grpSpPr>
        <p:cxnSp>
          <p:nvCxnSpPr>
            <p:cNvPr id="132" name="Straight Connector 250">
              <a:extLst>
                <a:ext uri="{FF2B5EF4-FFF2-40B4-BE49-F238E27FC236}">
                  <a16:creationId xmlns:a16="http://schemas.microsoft.com/office/drawing/2014/main" id="{FC0994F3-BA6E-F542-9559-5C93C40B0F38}"/>
                </a:ext>
              </a:extLst>
            </p:cNvPr>
            <p:cNvCxnSpPr>
              <a:cxnSpLocks noChangeShapeType="1"/>
            </p:cNvCxnSpPr>
            <p:nvPr/>
          </p:nvCxnSpPr>
          <p:spPr bwMode="auto">
            <a:xfrm flipV="1">
              <a:off x="2699792" y="5409220"/>
              <a:ext cx="0" cy="179680"/>
            </a:xfrm>
            <a:prstGeom prst="line">
              <a:avLst/>
            </a:prstGeom>
            <a:noFill/>
            <a:ln w="25400" algn="ctr">
              <a:solidFill>
                <a:schemeClr val="accent5"/>
              </a:solidFill>
              <a:round/>
              <a:headEnd/>
              <a:tailEnd/>
            </a:ln>
            <a:extLst>
              <a:ext uri="{909E8E84-426E-40DD-AFC4-6F175D3DCCD1}">
                <a14:hiddenFill xmlns:a14="http://schemas.microsoft.com/office/drawing/2010/main">
                  <a:noFill/>
                </a14:hiddenFill>
              </a:ext>
            </a:extLst>
          </p:spPr>
        </p:cxnSp>
        <p:cxnSp>
          <p:nvCxnSpPr>
            <p:cNvPr id="133" name="Straight Connector 251">
              <a:extLst>
                <a:ext uri="{FF2B5EF4-FFF2-40B4-BE49-F238E27FC236}">
                  <a16:creationId xmlns:a16="http://schemas.microsoft.com/office/drawing/2014/main" id="{0A7C6B41-195E-414F-83B0-23794C75D074}"/>
                </a:ext>
              </a:extLst>
            </p:cNvPr>
            <p:cNvCxnSpPr>
              <a:cxnSpLocks noChangeShapeType="1"/>
            </p:cNvCxnSpPr>
            <p:nvPr/>
          </p:nvCxnSpPr>
          <p:spPr bwMode="auto">
            <a:xfrm flipH="1">
              <a:off x="1223628" y="5409220"/>
              <a:ext cx="1476164" cy="0"/>
            </a:xfrm>
            <a:prstGeom prst="line">
              <a:avLst/>
            </a:prstGeom>
            <a:noFill/>
            <a:ln w="25400" algn="ctr">
              <a:solidFill>
                <a:schemeClr val="accent5"/>
              </a:solidFill>
              <a:round/>
              <a:headEnd/>
              <a:tailEnd/>
            </a:ln>
            <a:extLst>
              <a:ext uri="{909E8E84-426E-40DD-AFC4-6F175D3DCCD1}">
                <a14:hiddenFill xmlns:a14="http://schemas.microsoft.com/office/drawing/2010/main">
                  <a:noFill/>
                </a14:hiddenFill>
              </a:ext>
            </a:extLst>
          </p:spPr>
        </p:cxnSp>
        <p:cxnSp>
          <p:nvCxnSpPr>
            <p:cNvPr id="134" name="Straight Arrow Connector 252">
              <a:extLst>
                <a:ext uri="{FF2B5EF4-FFF2-40B4-BE49-F238E27FC236}">
                  <a16:creationId xmlns:a16="http://schemas.microsoft.com/office/drawing/2014/main" id="{18825907-81B3-4944-8A27-AF6A6F30A799}"/>
                </a:ext>
              </a:extLst>
            </p:cNvPr>
            <p:cNvCxnSpPr>
              <a:cxnSpLocks noChangeShapeType="1"/>
            </p:cNvCxnSpPr>
            <p:nvPr/>
          </p:nvCxnSpPr>
          <p:spPr bwMode="auto">
            <a:xfrm flipV="1">
              <a:off x="1223628" y="4977172"/>
              <a:ext cx="0" cy="432048"/>
            </a:xfrm>
            <a:prstGeom prst="straightConnector1">
              <a:avLst/>
            </a:prstGeom>
            <a:noFill/>
            <a:ln w="25400" algn="ctr">
              <a:solidFill>
                <a:schemeClr val="accent5"/>
              </a:solidFill>
              <a:round/>
              <a:headEnd/>
              <a:tailEnd type="arrow" w="med" len="med"/>
            </a:ln>
            <a:extLst>
              <a:ext uri="{909E8E84-426E-40DD-AFC4-6F175D3DCCD1}">
                <a14:hiddenFill xmlns:a14="http://schemas.microsoft.com/office/drawing/2010/main">
                  <a:noFill/>
                </a14:hiddenFill>
              </a:ext>
            </a:extLst>
          </p:spPr>
        </p:cxnSp>
      </p:grpSp>
      <p:grpSp>
        <p:nvGrpSpPr>
          <p:cNvPr id="135" name="Group 253">
            <a:extLst>
              <a:ext uri="{FF2B5EF4-FFF2-40B4-BE49-F238E27FC236}">
                <a16:creationId xmlns:a16="http://schemas.microsoft.com/office/drawing/2014/main" id="{DB86D07A-A7CA-BF4D-AD56-DD58606AFD3A}"/>
              </a:ext>
            </a:extLst>
          </p:cNvPr>
          <p:cNvGrpSpPr>
            <a:grpSpLocks/>
          </p:cNvGrpSpPr>
          <p:nvPr/>
        </p:nvGrpSpPr>
        <p:grpSpPr bwMode="auto">
          <a:xfrm>
            <a:off x="8328983" y="4685165"/>
            <a:ext cx="396875" cy="2052638"/>
            <a:chOff x="4860032" y="2097192"/>
            <a:chExt cx="972108" cy="611728"/>
          </a:xfrm>
        </p:grpSpPr>
        <p:cxnSp>
          <p:nvCxnSpPr>
            <p:cNvPr id="136" name="Straight Connector 254">
              <a:extLst>
                <a:ext uri="{FF2B5EF4-FFF2-40B4-BE49-F238E27FC236}">
                  <a16:creationId xmlns:a16="http://schemas.microsoft.com/office/drawing/2014/main" id="{90615830-47A1-F845-82BF-8A7E9157C622}"/>
                </a:ext>
              </a:extLst>
            </p:cNvPr>
            <p:cNvCxnSpPr>
              <a:cxnSpLocks noChangeShapeType="1"/>
            </p:cNvCxnSpPr>
            <p:nvPr/>
          </p:nvCxnSpPr>
          <p:spPr bwMode="auto">
            <a:xfrm flipV="1">
              <a:off x="5832140" y="2492896"/>
              <a:ext cx="0" cy="216024"/>
            </a:xfrm>
            <a:prstGeom prst="line">
              <a:avLst/>
            </a:prstGeom>
            <a:noFill/>
            <a:ln w="25400" algn="ctr">
              <a:solidFill>
                <a:schemeClr val="accent5"/>
              </a:solidFill>
              <a:round/>
              <a:headEnd/>
              <a:tailEnd/>
            </a:ln>
            <a:extLst>
              <a:ext uri="{909E8E84-426E-40DD-AFC4-6F175D3DCCD1}">
                <a14:hiddenFill xmlns:a14="http://schemas.microsoft.com/office/drawing/2010/main">
                  <a:noFill/>
                </a14:hiddenFill>
              </a:ext>
            </a:extLst>
          </p:spPr>
        </p:cxnSp>
        <p:cxnSp>
          <p:nvCxnSpPr>
            <p:cNvPr id="137" name="Straight Connector 255">
              <a:extLst>
                <a:ext uri="{FF2B5EF4-FFF2-40B4-BE49-F238E27FC236}">
                  <a16:creationId xmlns:a16="http://schemas.microsoft.com/office/drawing/2014/main" id="{2AFEA0B7-C35E-1240-B583-AE6F88B2D149}"/>
                </a:ext>
              </a:extLst>
            </p:cNvPr>
            <p:cNvCxnSpPr>
              <a:cxnSpLocks noChangeShapeType="1"/>
            </p:cNvCxnSpPr>
            <p:nvPr/>
          </p:nvCxnSpPr>
          <p:spPr bwMode="auto">
            <a:xfrm flipH="1">
              <a:off x="4860032" y="2492896"/>
              <a:ext cx="972108" cy="0"/>
            </a:xfrm>
            <a:prstGeom prst="line">
              <a:avLst/>
            </a:prstGeom>
            <a:noFill/>
            <a:ln w="25400" algn="ctr">
              <a:solidFill>
                <a:schemeClr val="accent5"/>
              </a:solidFill>
              <a:round/>
              <a:headEnd/>
              <a:tailEnd/>
            </a:ln>
            <a:extLst>
              <a:ext uri="{909E8E84-426E-40DD-AFC4-6F175D3DCCD1}">
                <a14:hiddenFill xmlns:a14="http://schemas.microsoft.com/office/drawing/2010/main">
                  <a:noFill/>
                </a14:hiddenFill>
              </a:ext>
            </a:extLst>
          </p:spPr>
        </p:cxnSp>
        <p:cxnSp>
          <p:nvCxnSpPr>
            <p:cNvPr id="138" name="Straight Arrow Connector 256">
              <a:extLst>
                <a:ext uri="{FF2B5EF4-FFF2-40B4-BE49-F238E27FC236}">
                  <a16:creationId xmlns:a16="http://schemas.microsoft.com/office/drawing/2014/main" id="{B1C9FA44-9544-8B4B-8BF2-D515998D4444}"/>
                </a:ext>
              </a:extLst>
            </p:cNvPr>
            <p:cNvCxnSpPr>
              <a:cxnSpLocks noChangeShapeType="1"/>
            </p:cNvCxnSpPr>
            <p:nvPr/>
          </p:nvCxnSpPr>
          <p:spPr bwMode="auto">
            <a:xfrm flipV="1">
              <a:off x="4860032" y="2097192"/>
              <a:ext cx="0" cy="395704"/>
            </a:xfrm>
            <a:prstGeom prst="straightConnector1">
              <a:avLst/>
            </a:prstGeom>
            <a:noFill/>
            <a:ln w="25400" algn="ctr">
              <a:solidFill>
                <a:schemeClr val="accent5"/>
              </a:solidFill>
              <a:round/>
              <a:headEnd/>
              <a:tailEnd type="arrow" w="med" len="med"/>
            </a:ln>
            <a:extLst>
              <a:ext uri="{909E8E84-426E-40DD-AFC4-6F175D3DCCD1}">
                <a14:hiddenFill xmlns:a14="http://schemas.microsoft.com/office/drawing/2010/main">
                  <a:noFill/>
                </a14:hiddenFill>
              </a:ext>
            </a:extLst>
          </p:spPr>
        </p:cxnSp>
      </p:grpSp>
      <p:grpSp>
        <p:nvGrpSpPr>
          <p:cNvPr id="139" name="Group 138">
            <a:extLst>
              <a:ext uri="{FF2B5EF4-FFF2-40B4-BE49-F238E27FC236}">
                <a16:creationId xmlns:a16="http://schemas.microsoft.com/office/drawing/2014/main" id="{F522F2AC-21CA-FB42-BDB8-0DE6D59D8796}"/>
              </a:ext>
            </a:extLst>
          </p:cNvPr>
          <p:cNvGrpSpPr/>
          <p:nvPr/>
        </p:nvGrpSpPr>
        <p:grpSpPr>
          <a:xfrm>
            <a:off x="8876338" y="4663900"/>
            <a:ext cx="647700" cy="2052638"/>
            <a:chOff x="18403110" y="6804590"/>
            <a:chExt cx="647700" cy="2052638"/>
          </a:xfrm>
        </p:grpSpPr>
        <p:cxnSp>
          <p:nvCxnSpPr>
            <p:cNvPr id="140" name="Straight Connector 261">
              <a:extLst>
                <a:ext uri="{FF2B5EF4-FFF2-40B4-BE49-F238E27FC236}">
                  <a16:creationId xmlns:a16="http://schemas.microsoft.com/office/drawing/2014/main" id="{9EA625DF-766D-1242-A028-9BB67DFB30AF}"/>
                </a:ext>
              </a:extLst>
            </p:cNvPr>
            <p:cNvCxnSpPr>
              <a:cxnSpLocks noChangeShapeType="1"/>
            </p:cNvCxnSpPr>
            <p:nvPr/>
          </p:nvCxnSpPr>
          <p:spPr bwMode="auto">
            <a:xfrm flipV="1">
              <a:off x="18403110" y="7020490"/>
              <a:ext cx="0" cy="1836738"/>
            </a:xfrm>
            <a:prstGeom prst="line">
              <a:avLst/>
            </a:prstGeom>
            <a:noFill/>
            <a:ln w="25400" algn="ctr">
              <a:solidFill>
                <a:schemeClr val="accent5"/>
              </a:solidFill>
              <a:round/>
              <a:headEnd/>
              <a:tailEnd/>
            </a:ln>
            <a:extLst>
              <a:ext uri="{909E8E84-426E-40DD-AFC4-6F175D3DCCD1}">
                <a14:hiddenFill xmlns:a14="http://schemas.microsoft.com/office/drawing/2010/main">
                  <a:noFill/>
                </a14:hiddenFill>
              </a:ext>
            </a:extLst>
          </p:spPr>
        </p:cxnSp>
        <p:cxnSp>
          <p:nvCxnSpPr>
            <p:cNvPr id="141" name="Straight Connector 262">
              <a:extLst>
                <a:ext uri="{FF2B5EF4-FFF2-40B4-BE49-F238E27FC236}">
                  <a16:creationId xmlns:a16="http://schemas.microsoft.com/office/drawing/2014/main" id="{428852C7-5331-7A44-B1A2-5BCD2BF87856}"/>
                </a:ext>
              </a:extLst>
            </p:cNvPr>
            <p:cNvCxnSpPr>
              <a:cxnSpLocks noChangeShapeType="1"/>
            </p:cNvCxnSpPr>
            <p:nvPr/>
          </p:nvCxnSpPr>
          <p:spPr bwMode="auto">
            <a:xfrm flipH="1">
              <a:off x="18403110" y="7020490"/>
              <a:ext cx="647700" cy="0"/>
            </a:xfrm>
            <a:prstGeom prst="line">
              <a:avLst/>
            </a:prstGeom>
            <a:noFill/>
            <a:ln w="25400" algn="ctr">
              <a:solidFill>
                <a:schemeClr val="accent5"/>
              </a:solidFill>
              <a:round/>
              <a:headEnd/>
              <a:tailEnd/>
            </a:ln>
            <a:extLst>
              <a:ext uri="{909E8E84-426E-40DD-AFC4-6F175D3DCCD1}">
                <a14:hiddenFill xmlns:a14="http://schemas.microsoft.com/office/drawing/2010/main">
                  <a:noFill/>
                </a14:hiddenFill>
              </a:ext>
            </a:extLst>
          </p:spPr>
        </p:cxnSp>
        <p:cxnSp>
          <p:nvCxnSpPr>
            <p:cNvPr id="142" name="Straight Arrow Connector 263">
              <a:extLst>
                <a:ext uri="{FF2B5EF4-FFF2-40B4-BE49-F238E27FC236}">
                  <a16:creationId xmlns:a16="http://schemas.microsoft.com/office/drawing/2014/main" id="{F04F8868-1C54-604E-A4C1-912EB6AF8612}"/>
                </a:ext>
              </a:extLst>
            </p:cNvPr>
            <p:cNvCxnSpPr>
              <a:cxnSpLocks noChangeShapeType="1"/>
            </p:cNvCxnSpPr>
            <p:nvPr/>
          </p:nvCxnSpPr>
          <p:spPr bwMode="auto">
            <a:xfrm flipV="1">
              <a:off x="19050810" y="6804590"/>
              <a:ext cx="0" cy="215900"/>
            </a:xfrm>
            <a:prstGeom prst="straightConnector1">
              <a:avLst/>
            </a:prstGeom>
            <a:noFill/>
            <a:ln w="25400" algn="ctr">
              <a:solidFill>
                <a:schemeClr val="accent5"/>
              </a:solidFill>
              <a:round/>
              <a:headEnd/>
              <a:tailEnd type="arrow" w="med" len="med"/>
            </a:ln>
            <a:extLst>
              <a:ext uri="{909E8E84-426E-40DD-AFC4-6F175D3DCCD1}">
                <a14:hiddenFill xmlns:a14="http://schemas.microsoft.com/office/drawing/2010/main">
                  <a:noFill/>
                </a14:hiddenFill>
              </a:ext>
            </a:extLst>
          </p:spPr>
        </p:cxnSp>
      </p:grpSp>
      <p:sp>
        <p:nvSpPr>
          <p:cNvPr id="144" name="Rectangle 19">
            <a:extLst>
              <a:ext uri="{FF2B5EF4-FFF2-40B4-BE49-F238E27FC236}">
                <a16:creationId xmlns:a16="http://schemas.microsoft.com/office/drawing/2014/main" id="{40327C60-FAB8-CD43-BF7E-E924A859C6BA}"/>
              </a:ext>
            </a:extLst>
          </p:cNvPr>
          <p:cNvSpPr>
            <a:spLocks noChangeArrowheads="1"/>
          </p:cNvSpPr>
          <p:nvPr/>
        </p:nvSpPr>
        <p:spPr bwMode="auto">
          <a:xfrm>
            <a:off x="9007953" y="5274175"/>
            <a:ext cx="1871662" cy="828432"/>
          </a:xfrm>
          <a:prstGeom prst="rect">
            <a:avLst/>
          </a:prstGeom>
          <a:solidFill>
            <a:schemeClr val="accent5">
              <a:alpha val="27000"/>
            </a:schemeClr>
          </a:solidFill>
          <a:ln w="9525">
            <a:noFill/>
            <a:miter lim="800000"/>
            <a:headEnd/>
            <a:tailEnd/>
          </a:ln>
          <a:effectLst/>
        </p:spPr>
        <p:txBody>
          <a:bodyPr lIns="90488" tIns="44450" rIns="90488" bIns="44450">
            <a:spAutoFit/>
          </a:bodyPr>
          <a:lstStyle/>
          <a:p>
            <a:pPr marL="0" marR="0" lvl="0" indent="0" algn="ctr" defTabSz="812810" rtl="0"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dirty="0">
              <a:ln>
                <a:noFill/>
              </a:ln>
              <a:solidFill>
                <a:srgbClr val="D86018"/>
              </a:solidFill>
              <a:effectLst/>
              <a:uLnTx/>
              <a:uFillTx/>
              <a:latin typeface="Arial" panose="020B0604020202020204" pitchFamily="34" charset="0"/>
              <a:ea typeface="+mn-ea"/>
              <a:cs typeface="Arial" panose="020B0604020202020204" pitchFamily="34" charset="0"/>
            </a:endParaRPr>
          </a:p>
          <a:p>
            <a:pPr marL="0" marR="0" lvl="0" indent="0" algn="ctr" defTabSz="812810" rtl="0" eaLnBrk="1" fontAlgn="auto" latinLnBrk="0" hangingPunct="1">
              <a:lnSpc>
                <a:spcPct val="100000"/>
              </a:lnSpc>
              <a:spcBef>
                <a:spcPts val="0"/>
              </a:spcBef>
              <a:spcAft>
                <a:spcPts val="0"/>
              </a:spcAft>
              <a:buClrTx/>
              <a:buSzTx/>
              <a:buFontTx/>
              <a:buNone/>
              <a:tabLst/>
              <a:defRPr/>
            </a:pPr>
            <a:r>
              <a:rPr kumimoji="0" lang="en-US" sz="1600" b="0" i="0" u="none" strike="noStrike" kern="0" cap="none" spc="0" normalizeH="0" baseline="0" noProof="0" dirty="0">
                <a:ln>
                  <a:noFill/>
                </a:ln>
                <a:solidFill>
                  <a:srgbClr val="D86018"/>
                </a:solidFill>
                <a:effectLst/>
                <a:uLnTx/>
                <a:uFillTx/>
                <a:latin typeface="Arial" panose="020B0604020202020204" pitchFamily="34" charset="0"/>
                <a:ea typeface="+mn-ea"/>
                <a:cs typeface="Arial" panose="020B0604020202020204" pitchFamily="34" charset="0"/>
              </a:rPr>
              <a:t>Petroleum coke</a:t>
            </a:r>
          </a:p>
          <a:p>
            <a:pPr marL="0" marR="0" lvl="0" indent="0" algn="ctr" defTabSz="812810" rtl="0"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dirty="0">
              <a:ln>
                <a:noFill/>
              </a:ln>
              <a:solidFill>
                <a:srgbClr val="D86018"/>
              </a:solidFill>
              <a:effectLst/>
              <a:uLnTx/>
              <a:uFillTx/>
              <a:latin typeface="Arial" panose="020B0604020202020204" pitchFamily="34" charset="0"/>
              <a:ea typeface="+mn-ea"/>
              <a:cs typeface="Arial" panose="020B0604020202020204" pitchFamily="34" charset="0"/>
            </a:endParaRPr>
          </a:p>
        </p:txBody>
      </p:sp>
      <p:grpSp>
        <p:nvGrpSpPr>
          <p:cNvPr id="147" name="Group 241">
            <a:extLst>
              <a:ext uri="{FF2B5EF4-FFF2-40B4-BE49-F238E27FC236}">
                <a16:creationId xmlns:a16="http://schemas.microsoft.com/office/drawing/2014/main" id="{C73A224E-3C69-6542-B015-96D7D87B8C43}"/>
              </a:ext>
            </a:extLst>
          </p:cNvPr>
          <p:cNvGrpSpPr>
            <a:grpSpLocks/>
          </p:cNvGrpSpPr>
          <p:nvPr/>
        </p:nvGrpSpPr>
        <p:grpSpPr bwMode="auto">
          <a:xfrm>
            <a:off x="7647150" y="6125028"/>
            <a:ext cx="3779837" cy="612775"/>
            <a:chOff x="1475656" y="4977512"/>
            <a:chExt cx="3600400" cy="611728"/>
          </a:xfrm>
        </p:grpSpPr>
        <p:cxnSp>
          <p:nvCxnSpPr>
            <p:cNvPr id="148" name="Straight Connector 242">
              <a:extLst>
                <a:ext uri="{FF2B5EF4-FFF2-40B4-BE49-F238E27FC236}">
                  <a16:creationId xmlns:a16="http://schemas.microsoft.com/office/drawing/2014/main" id="{1911C283-97DC-7148-B4D8-782B5EBE421C}"/>
                </a:ext>
              </a:extLst>
            </p:cNvPr>
            <p:cNvCxnSpPr>
              <a:cxnSpLocks noChangeShapeType="1"/>
            </p:cNvCxnSpPr>
            <p:nvPr/>
          </p:nvCxnSpPr>
          <p:spPr bwMode="auto">
            <a:xfrm flipV="1">
              <a:off x="5076056" y="5265204"/>
              <a:ext cx="0" cy="324036"/>
            </a:xfrm>
            <a:prstGeom prst="line">
              <a:avLst/>
            </a:prstGeom>
            <a:noFill/>
            <a:ln w="25400" algn="ctr">
              <a:solidFill>
                <a:schemeClr val="accent5"/>
              </a:solidFill>
              <a:round/>
              <a:headEnd/>
              <a:tailEnd/>
            </a:ln>
            <a:extLst>
              <a:ext uri="{909E8E84-426E-40DD-AFC4-6F175D3DCCD1}">
                <a14:hiddenFill xmlns:a14="http://schemas.microsoft.com/office/drawing/2010/main">
                  <a:noFill/>
                </a14:hiddenFill>
              </a:ext>
            </a:extLst>
          </p:spPr>
        </p:cxnSp>
        <p:cxnSp>
          <p:nvCxnSpPr>
            <p:cNvPr id="149" name="Straight Connector 243">
              <a:extLst>
                <a:ext uri="{FF2B5EF4-FFF2-40B4-BE49-F238E27FC236}">
                  <a16:creationId xmlns:a16="http://schemas.microsoft.com/office/drawing/2014/main" id="{CFDF0D2B-7D67-9943-A0C3-D46DE3CD4609}"/>
                </a:ext>
              </a:extLst>
            </p:cNvPr>
            <p:cNvCxnSpPr>
              <a:cxnSpLocks noChangeShapeType="1"/>
            </p:cNvCxnSpPr>
            <p:nvPr/>
          </p:nvCxnSpPr>
          <p:spPr bwMode="auto">
            <a:xfrm flipH="1">
              <a:off x="1475656" y="5265204"/>
              <a:ext cx="3600400" cy="0"/>
            </a:xfrm>
            <a:prstGeom prst="line">
              <a:avLst/>
            </a:prstGeom>
            <a:noFill/>
            <a:ln w="25400" algn="ctr">
              <a:solidFill>
                <a:schemeClr val="accent5"/>
              </a:solidFill>
              <a:round/>
              <a:headEnd/>
              <a:tailEnd/>
            </a:ln>
            <a:extLst>
              <a:ext uri="{909E8E84-426E-40DD-AFC4-6F175D3DCCD1}">
                <a14:hiddenFill xmlns:a14="http://schemas.microsoft.com/office/drawing/2010/main">
                  <a:noFill/>
                </a14:hiddenFill>
              </a:ext>
            </a:extLst>
          </p:spPr>
        </p:cxnSp>
        <p:cxnSp>
          <p:nvCxnSpPr>
            <p:cNvPr id="150" name="Straight Arrow Connector 244">
              <a:extLst>
                <a:ext uri="{FF2B5EF4-FFF2-40B4-BE49-F238E27FC236}">
                  <a16:creationId xmlns:a16="http://schemas.microsoft.com/office/drawing/2014/main" id="{9C02CA08-8035-7F43-A578-968A22CBDE0E}"/>
                </a:ext>
              </a:extLst>
            </p:cNvPr>
            <p:cNvCxnSpPr>
              <a:cxnSpLocks noChangeShapeType="1"/>
            </p:cNvCxnSpPr>
            <p:nvPr/>
          </p:nvCxnSpPr>
          <p:spPr bwMode="auto">
            <a:xfrm flipV="1">
              <a:off x="1475656" y="4977512"/>
              <a:ext cx="0" cy="287692"/>
            </a:xfrm>
            <a:prstGeom prst="straightConnector1">
              <a:avLst/>
            </a:prstGeom>
            <a:noFill/>
            <a:ln w="25400" algn="ctr">
              <a:solidFill>
                <a:schemeClr val="accent5"/>
              </a:solidFill>
              <a:round/>
              <a:headEnd/>
              <a:tailEnd type="arrow" w="med" len="med"/>
            </a:ln>
            <a:extLst>
              <a:ext uri="{909E8E84-426E-40DD-AFC4-6F175D3DCCD1}">
                <a14:hiddenFill xmlns:a14="http://schemas.microsoft.com/office/drawing/2010/main">
                  <a:noFill/>
                </a14:hiddenFill>
              </a:ext>
            </a:extLst>
          </p:spPr>
        </p:cxnSp>
      </p:grpSp>
      <p:cxnSp>
        <p:nvCxnSpPr>
          <p:cNvPr id="152" name="Straight Connector 234">
            <a:extLst>
              <a:ext uri="{FF2B5EF4-FFF2-40B4-BE49-F238E27FC236}">
                <a16:creationId xmlns:a16="http://schemas.microsoft.com/office/drawing/2014/main" id="{35C1BE2D-3711-834C-A62E-E9DB709E67D7}"/>
              </a:ext>
            </a:extLst>
          </p:cNvPr>
          <p:cNvCxnSpPr>
            <a:cxnSpLocks noChangeShapeType="1"/>
          </p:cNvCxnSpPr>
          <p:nvPr/>
        </p:nvCxnSpPr>
        <p:spPr bwMode="auto">
          <a:xfrm flipV="1">
            <a:off x="13800668" y="6229175"/>
            <a:ext cx="0" cy="492125"/>
          </a:xfrm>
          <a:prstGeom prst="line">
            <a:avLst/>
          </a:prstGeom>
          <a:noFill/>
          <a:ln w="25400" algn="ctr">
            <a:solidFill>
              <a:schemeClr val="accent5"/>
            </a:solidFill>
            <a:round/>
            <a:headEnd/>
            <a:tailEnd/>
          </a:ln>
          <a:extLst>
            <a:ext uri="{909E8E84-426E-40DD-AFC4-6F175D3DCCD1}">
              <a14:hiddenFill xmlns:a14="http://schemas.microsoft.com/office/drawing/2010/main">
                <a:noFill/>
              </a14:hiddenFill>
            </a:ext>
          </a:extLst>
        </p:spPr>
      </p:cxnSp>
      <p:cxnSp>
        <p:nvCxnSpPr>
          <p:cNvPr id="153" name="Straight Connector 235">
            <a:extLst>
              <a:ext uri="{FF2B5EF4-FFF2-40B4-BE49-F238E27FC236}">
                <a16:creationId xmlns:a16="http://schemas.microsoft.com/office/drawing/2014/main" id="{6243475A-ABC5-7947-A76D-E15C0074A431}"/>
              </a:ext>
            </a:extLst>
          </p:cNvPr>
          <p:cNvCxnSpPr>
            <a:cxnSpLocks noChangeShapeType="1"/>
          </p:cNvCxnSpPr>
          <p:nvPr/>
        </p:nvCxnSpPr>
        <p:spPr bwMode="auto">
          <a:xfrm flipH="1">
            <a:off x="7842781" y="6229175"/>
            <a:ext cx="5957887" cy="0"/>
          </a:xfrm>
          <a:prstGeom prst="line">
            <a:avLst/>
          </a:prstGeom>
          <a:noFill/>
          <a:ln w="25400" algn="ctr">
            <a:solidFill>
              <a:schemeClr val="accent5"/>
            </a:solidFill>
            <a:round/>
            <a:headEnd/>
            <a:tailEnd/>
          </a:ln>
          <a:extLst>
            <a:ext uri="{909E8E84-426E-40DD-AFC4-6F175D3DCCD1}">
              <a14:hiddenFill xmlns:a14="http://schemas.microsoft.com/office/drawing/2010/main">
                <a:noFill/>
              </a14:hiddenFill>
            </a:ext>
          </a:extLst>
        </p:spPr>
      </p:cxnSp>
      <p:cxnSp>
        <p:nvCxnSpPr>
          <p:cNvPr id="154" name="Straight Arrow Connector 236">
            <a:extLst>
              <a:ext uri="{FF2B5EF4-FFF2-40B4-BE49-F238E27FC236}">
                <a16:creationId xmlns:a16="http://schemas.microsoft.com/office/drawing/2014/main" id="{6229551F-B7AA-8F47-B09B-D1BFB6DEAB63}"/>
              </a:ext>
            </a:extLst>
          </p:cNvPr>
          <p:cNvCxnSpPr>
            <a:cxnSpLocks noChangeShapeType="1"/>
          </p:cNvCxnSpPr>
          <p:nvPr/>
        </p:nvCxnSpPr>
        <p:spPr bwMode="auto">
          <a:xfrm flipV="1">
            <a:off x="7842781" y="6102175"/>
            <a:ext cx="0" cy="127000"/>
          </a:xfrm>
          <a:prstGeom prst="straightConnector1">
            <a:avLst/>
          </a:prstGeom>
          <a:noFill/>
          <a:ln w="25400" algn="ctr">
            <a:solidFill>
              <a:schemeClr val="accent5"/>
            </a:solidFill>
            <a:round/>
            <a:headEnd/>
            <a:tailEnd type="arrow" w="med" len="med"/>
          </a:ln>
          <a:extLst>
            <a:ext uri="{909E8E84-426E-40DD-AFC4-6F175D3DCCD1}">
              <a14:hiddenFill xmlns:a14="http://schemas.microsoft.com/office/drawing/2010/main">
                <a:noFill/>
              </a14:hiddenFill>
            </a:ext>
          </a:extLst>
        </p:spPr>
      </p:cxnSp>
      <p:sp>
        <p:nvSpPr>
          <p:cNvPr id="151" name="Rectangle 19">
            <a:extLst>
              <a:ext uri="{FF2B5EF4-FFF2-40B4-BE49-F238E27FC236}">
                <a16:creationId xmlns:a16="http://schemas.microsoft.com/office/drawing/2014/main" id="{5FCAAC6C-172D-6344-B12D-F14496E2F8B1}"/>
              </a:ext>
            </a:extLst>
          </p:cNvPr>
          <p:cNvSpPr>
            <a:spLocks noChangeArrowheads="1"/>
          </p:cNvSpPr>
          <p:nvPr/>
        </p:nvSpPr>
        <p:spPr bwMode="auto">
          <a:xfrm>
            <a:off x="13422843" y="6714950"/>
            <a:ext cx="1655763" cy="828432"/>
          </a:xfrm>
          <a:prstGeom prst="rect">
            <a:avLst/>
          </a:prstGeom>
          <a:solidFill>
            <a:schemeClr val="accent5">
              <a:alpha val="27000"/>
            </a:schemeClr>
          </a:solidFill>
          <a:ln w="9525">
            <a:noFill/>
            <a:miter lim="800000"/>
            <a:headEnd/>
            <a:tailEnd/>
          </a:ln>
          <a:effectLst/>
        </p:spPr>
        <p:txBody>
          <a:bodyPr lIns="90488" tIns="44450" rIns="90488" bIns="44450">
            <a:spAutoFit/>
          </a:bodyPr>
          <a:lstStyle/>
          <a:p>
            <a:pPr marL="0" marR="0" lvl="0" indent="0" algn="ctr" defTabSz="812810" rtl="0"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dirty="0">
              <a:ln>
                <a:noFill/>
              </a:ln>
              <a:solidFill>
                <a:srgbClr val="D86018"/>
              </a:solidFill>
              <a:effectLst/>
              <a:uLnTx/>
              <a:uFillTx/>
              <a:latin typeface="Arial" panose="020B0604020202020204" pitchFamily="34" charset="0"/>
              <a:ea typeface="+mn-ea"/>
              <a:cs typeface="Arial" panose="020B0604020202020204" pitchFamily="34" charset="0"/>
            </a:endParaRPr>
          </a:p>
          <a:p>
            <a:pPr marL="0" marR="0" lvl="0" indent="0" algn="ctr" defTabSz="812810" rtl="0" eaLnBrk="1" fontAlgn="auto" latinLnBrk="0" hangingPunct="1">
              <a:lnSpc>
                <a:spcPct val="100000"/>
              </a:lnSpc>
              <a:spcBef>
                <a:spcPts val="0"/>
              </a:spcBef>
              <a:spcAft>
                <a:spcPts val="0"/>
              </a:spcAft>
              <a:buClrTx/>
              <a:buSzTx/>
              <a:buFontTx/>
              <a:buNone/>
              <a:tabLst/>
              <a:defRPr/>
            </a:pPr>
            <a:r>
              <a:rPr kumimoji="0" lang="en-US" sz="1600" b="0" i="0" u="none" strike="noStrike" kern="0" cap="none" spc="0" normalizeH="0" baseline="0" noProof="0" dirty="0">
                <a:ln>
                  <a:noFill/>
                </a:ln>
                <a:solidFill>
                  <a:srgbClr val="D86018"/>
                </a:solidFill>
                <a:effectLst/>
                <a:uLnTx/>
                <a:uFillTx/>
                <a:latin typeface="Arial" panose="020B0604020202020204" pitchFamily="34" charset="0"/>
                <a:ea typeface="+mn-ea"/>
                <a:cs typeface="Arial" panose="020B0604020202020204" pitchFamily="34" charset="0"/>
              </a:rPr>
              <a:t>Natural gas</a:t>
            </a:r>
          </a:p>
          <a:p>
            <a:pPr marL="0" marR="0" lvl="0" indent="0" algn="ctr" defTabSz="812810" rtl="0"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dirty="0">
              <a:ln>
                <a:noFill/>
              </a:ln>
              <a:solidFill>
                <a:srgbClr val="D86018"/>
              </a:solidFill>
              <a:effectLst/>
              <a:uLnTx/>
              <a:uFillTx/>
              <a:latin typeface="Arial" panose="020B0604020202020204" pitchFamily="34" charset="0"/>
              <a:ea typeface="+mn-ea"/>
              <a:cs typeface="Arial" panose="020B0604020202020204" pitchFamily="34" charset="0"/>
            </a:endParaRPr>
          </a:p>
        </p:txBody>
      </p:sp>
      <p:cxnSp>
        <p:nvCxnSpPr>
          <p:cNvPr id="156" name="Straight Connector 226">
            <a:extLst>
              <a:ext uri="{FF2B5EF4-FFF2-40B4-BE49-F238E27FC236}">
                <a16:creationId xmlns:a16="http://schemas.microsoft.com/office/drawing/2014/main" id="{876C52AE-56F3-0A4A-8567-FCCA871ABB5F}"/>
              </a:ext>
            </a:extLst>
          </p:cNvPr>
          <p:cNvCxnSpPr>
            <a:cxnSpLocks noChangeShapeType="1"/>
          </p:cNvCxnSpPr>
          <p:nvPr/>
        </p:nvCxnSpPr>
        <p:spPr bwMode="auto">
          <a:xfrm flipV="1">
            <a:off x="14210450" y="4663900"/>
            <a:ext cx="0" cy="2057400"/>
          </a:xfrm>
          <a:prstGeom prst="line">
            <a:avLst/>
          </a:prstGeom>
          <a:noFill/>
          <a:ln w="25400" algn="ctr">
            <a:solidFill>
              <a:schemeClr val="accent5"/>
            </a:solidFill>
            <a:round/>
            <a:headEnd/>
            <a:tailEnd type="arrow" w="med" len="med"/>
          </a:ln>
          <a:extLst>
            <a:ext uri="{909E8E84-426E-40DD-AFC4-6F175D3DCCD1}">
              <a14:hiddenFill xmlns:a14="http://schemas.microsoft.com/office/drawing/2010/main">
                <a:noFill/>
              </a14:hiddenFill>
            </a:ext>
          </a:extLst>
        </p:spPr>
      </p:cxnSp>
      <p:grpSp>
        <p:nvGrpSpPr>
          <p:cNvPr id="157" name="Group 227">
            <a:extLst>
              <a:ext uri="{FF2B5EF4-FFF2-40B4-BE49-F238E27FC236}">
                <a16:creationId xmlns:a16="http://schemas.microsoft.com/office/drawing/2014/main" id="{9F6C48E2-CB22-A744-AFAB-856BBC73FC36}"/>
              </a:ext>
            </a:extLst>
          </p:cNvPr>
          <p:cNvGrpSpPr>
            <a:grpSpLocks/>
          </p:cNvGrpSpPr>
          <p:nvPr/>
        </p:nvGrpSpPr>
        <p:grpSpPr bwMode="auto">
          <a:xfrm>
            <a:off x="10716915" y="4663900"/>
            <a:ext cx="3367088" cy="2058988"/>
            <a:chOff x="4590002" y="3537352"/>
            <a:chExt cx="3366374" cy="2058035"/>
          </a:xfrm>
        </p:grpSpPr>
        <p:cxnSp>
          <p:nvCxnSpPr>
            <p:cNvPr id="158" name="Straight Connector 228">
              <a:extLst>
                <a:ext uri="{FF2B5EF4-FFF2-40B4-BE49-F238E27FC236}">
                  <a16:creationId xmlns:a16="http://schemas.microsoft.com/office/drawing/2014/main" id="{16472298-AB26-884D-BF3A-F46F6F6560A7}"/>
                </a:ext>
              </a:extLst>
            </p:cNvPr>
            <p:cNvCxnSpPr>
              <a:cxnSpLocks noChangeShapeType="1"/>
            </p:cNvCxnSpPr>
            <p:nvPr/>
          </p:nvCxnSpPr>
          <p:spPr bwMode="auto">
            <a:xfrm flipV="1">
              <a:off x="7956376" y="3753036"/>
              <a:ext cx="0" cy="1842351"/>
            </a:xfrm>
            <a:prstGeom prst="line">
              <a:avLst/>
            </a:prstGeom>
            <a:noFill/>
            <a:ln w="25400" algn="ctr">
              <a:solidFill>
                <a:schemeClr val="accent5"/>
              </a:solidFill>
              <a:round/>
              <a:headEnd/>
              <a:tailEnd/>
            </a:ln>
            <a:extLst>
              <a:ext uri="{909E8E84-426E-40DD-AFC4-6F175D3DCCD1}">
                <a14:hiddenFill xmlns:a14="http://schemas.microsoft.com/office/drawing/2010/main">
                  <a:noFill/>
                </a14:hiddenFill>
              </a:ext>
            </a:extLst>
          </p:spPr>
        </p:cxnSp>
        <p:cxnSp>
          <p:nvCxnSpPr>
            <p:cNvPr id="159" name="Straight Connector 229">
              <a:extLst>
                <a:ext uri="{FF2B5EF4-FFF2-40B4-BE49-F238E27FC236}">
                  <a16:creationId xmlns:a16="http://schemas.microsoft.com/office/drawing/2014/main" id="{C2235ECD-30F6-3349-95DD-15A5D7D9C6A9}"/>
                </a:ext>
              </a:extLst>
            </p:cNvPr>
            <p:cNvCxnSpPr>
              <a:cxnSpLocks noChangeShapeType="1"/>
            </p:cNvCxnSpPr>
            <p:nvPr/>
          </p:nvCxnSpPr>
          <p:spPr bwMode="auto">
            <a:xfrm flipH="1">
              <a:off x="4590002" y="3753036"/>
              <a:ext cx="3366374" cy="0"/>
            </a:xfrm>
            <a:prstGeom prst="line">
              <a:avLst/>
            </a:prstGeom>
            <a:noFill/>
            <a:ln w="25400" algn="ctr">
              <a:solidFill>
                <a:schemeClr val="accent5"/>
              </a:solidFill>
              <a:round/>
              <a:headEnd/>
              <a:tailEnd/>
            </a:ln>
            <a:extLst>
              <a:ext uri="{909E8E84-426E-40DD-AFC4-6F175D3DCCD1}">
                <a14:hiddenFill xmlns:a14="http://schemas.microsoft.com/office/drawing/2010/main">
                  <a:noFill/>
                </a14:hiddenFill>
              </a:ext>
            </a:extLst>
          </p:spPr>
        </p:cxnSp>
        <p:cxnSp>
          <p:nvCxnSpPr>
            <p:cNvPr id="160" name="Straight Arrow Connector 230">
              <a:extLst>
                <a:ext uri="{FF2B5EF4-FFF2-40B4-BE49-F238E27FC236}">
                  <a16:creationId xmlns:a16="http://schemas.microsoft.com/office/drawing/2014/main" id="{2519895B-4C4B-CF4B-9195-C551607FA3BA}"/>
                </a:ext>
              </a:extLst>
            </p:cNvPr>
            <p:cNvCxnSpPr>
              <a:cxnSpLocks noChangeShapeType="1"/>
            </p:cNvCxnSpPr>
            <p:nvPr/>
          </p:nvCxnSpPr>
          <p:spPr bwMode="auto">
            <a:xfrm flipV="1">
              <a:off x="4590002" y="3537352"/>
              <a:ext cx="0" cy="197513"/>
            </a:xfrm>
            <a:prstGeom prst="straightConnector1">
              <a:avLst/>
            </a:prstGeom>
            <a:noFill/>
            <a:ln w="25400" algn="ctr">
              <a:solidFill>
                <a:schemeClr val="accent5"/>
              </a:solidFill>
              <a:round/>
              <a:headEnd/>
              <a:tailEnd type="arrow" w="med" len="med"/>
            </a:ln>
            <a:extLst>
              <a:ext uri="{909E8E84-426E-40DD-AFC4-6F175D3DCCD1}">
                <a14:hiddenFill xmlns:a14="http://schemas.microsoft.com/office/drawing/2010/main">
                  <a:noFill/>
                </a14:hiddenFill>
              </a:ext>
            </a:extLst>
          </p:spPr>
        </p:cxnSp>
      </p:grpSp>
      <p:cxnSp>
        <p:nvCxnSpPr>
          <p:cNvPr id="162" name="Straight Connector 231">
            <a:extLst>
              <a:ext uri="{FF2B5EF4-FFF2-40B4-BE49-F238E27FC236}">
                <a16:creationId xmlns:a16="http://schemas.microsoft.com/office/drawing/2014/main" id="{294AE992-4296-5649-83ED-271946624AB9}"/>
              </a:ext>
            </a:extLst>
          </p:cNvPr>
          <p:cNvCxnSpPr>
            <a:cxnSpLocks noChangeShapeType="1"/>
          </p:cNvCxnSpPr>
          <p:nvPr/>
        </p:nvCxnSpPr>
        <p:spPr bwMode="auto">
          <a:xfrm flipV="1">
            <a:off x="13933359" y="5030202"/>
            <a:ext cx="0" cy="1690688"/>
          </a:xfrm>
          <a:prstGeom prst="line">
            <a:avLst/>
          </a:prstGeom>
          <a:noFill/>
          <a:ln w="25400" algn="ctr">
            <a:solidFill>
              <a:schemeClr val="accent5"/>
            </a:solidFill>
            <a:round/>
            <a:headEnd/>
            <a:tailEnd/>
          </a:ln>
          <a:extLst>
            <a:ext uri="{909E8E84-426E-40DD-AFC4-6F175D3DCCD1}">
              <a14:hiddenFill xmlns:a14="http://schemas.microsoft.com/office/drawing/2010/main">
                <a:noFill/>
              </a14:hiddenFill>
            </a:ext>
          </a:extLst>
        </p:spPr>
      </p:cxnSp>
      <p:cxnSp>
        <p:nvCxnSpPr>
          <p:cNvPr id="163" name="Straight Connector 232">
            <a:extLst>
              <a:ext uri="{FF2B5EF4-FFF2-40B4-BE49-F238E27FC236}">
                <a16:creationId xmlns:a16="http://schemas.microsoft.com/office/drawing/2014/main" id="{28991C46-6030-E040-B434-A72D9B395C7E}"/>
              </a:ext>
            </a:extLst>
          </p:cNvPr>
          <p:cNvCxnSpPr>
            <a:cxnSpLocks noChangeShapeType="1"/>
          </p:cNvCxnSpPr>
          <p:nvPr/>
        </p:nvCxnSpPr>
        <p:spPr bwMode="auto">
          <a:xfrm flipH="1" flipV="1">
            <a:off x="8694609" y="5012740"/>
            <a:ext cx="5238750" cy="17462"/>
          </a:xfrm>
          <a:prstGeom prst="line">
            <a:avLst/>
          </a:prstGeom>
          <a:noFill/>
          <a:ln w="25400" algn="ctr">
            <a:solidFill>
              <a:schemeClr val="accent5"/>
            </a:solidFill>
            <a:round/>
            <a:headEnd/>
            <a:tailEnd/>
          </a:ln>
          <a:extLst>
            <a:ext uri="{909E8E84-426E-40DD-AFC4-6F175D3DCCD1}">
              <a14:hiddenFill xmlns:a14="http://schemas.microsoft.com/office/drawing/2010/main">
                <a:noFill/>
              </a14:hiddenFill>
            </a:ext>
          </a:extLst>
        </p:spPr>
      </p:cxnSp>
      <p:cxnSp>
        <p:nvCxnSpPr>
          <p:cNvPr id="164" name="Straight Arrow Connector 233">
            <a:extLst>
              <a:ext uri="{FF2B5EF4-FFF2-40B4-BE49-F238E27FC236}">
                <a16:creationId xmlns:a16="http://schemas.microsoft.com/office/drawing/2014/main" id="{EF504DE6-72B2-7E43-853C-31C3893A096B}"/>
              </a:ext>
            </a:extLst>
          </p:cNvPr>
          <p:cNvCxnSpPr>
            <a:cxnSpLocks noChangeShapeType="1"/>
          </p:cNvCxnSpPr>
          <p:nvPr/>
        </p:nvCxnSpPr>
        <p:spPr bwMode="auto">
          <a:xfrm flipV="1">
            <a:off x="8694609" y="4661902"/>
            <a:ext cx="0" cy="350838"/>
          </a:xfrm>
          <a:prstGeom prst="straightConnector1">
            <a:avLst/>
          </a:prstGeom>
          <a:noFill/>
          <a:ln w="25400" algn="ctr">
            <a:solidFill>
              <a:schemeClr val="accent5"/>
            </a:solidFill>
            <a:round/>
            <a:headEnd/>
            <a:tailEnd type="arrow" w="med" len="med"/>
          </a:ln>
          <a:extLst>
            <a:ext uri="{909E8E84-426E-40DD-AFC4-6F175D3DCCD1}">
              <a14:hiddenFill xmlns:a14="http://schemas.microsoft.com/office/drawing/2010/main">
                <a:noFill/>
              </a14:hiddenFill>
            </a:ext>
          </a:extLst>
        </p:spPr>
      </p:cxnSp>
      <p:sp>
        <p:nvSpPr>
          <p:cNvPr id="169" name="TextBox 168">
            <a:extLst>
              <a:ext uri="{FF2B5EF4-FFF2-40B4-BE49-F238E27FC236}">
                <a16:creationId xmlns:a16="http://schemas.microsoft.com/office/drawing/2014/main" id="{9071DD2D-9438-874E-B7F0-48C327E92AB0}"/>
              </a:ext>
            </a:extLst>
          </p:cNvPr>
          <p:cNvSpPr txBox="1"/>
          <p:nvPr/>
        </p:nvSpPr>
        <p:spPr>
          <a:xfrm>
            <a:off x="2793012" y="5349052"/>
            <a:ext cx="3524962" cy="461665"/>
          </a:xfrm>
          <a:prstGeom prst="rect">
            <a:avLst/>
          </a:prstGeom>
          <a:noFill/>
        </p:spPr>
        <p:txBody>
          <a:bodyPr wrap="square">
            <a:spAutoFit/>
          </a:bodyPr>
          <a:lstStyle/>
          <a:p>
            <a:pPr marL="0" marR="0" lvl="0" indent="0" algn="l" defTabSz="81281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srgbClr val="D86018"/>
                </a:solidFill>
                <a:effectLst/>
                <a:uLnTx/>
                <a:uFillTx/>
                <a:latin typeface="Arial" panose="020B0604020202020204"/>
                <a:ea typeface="+mn-ea"/>
                <a:cs typeface="+mn-cs"/>
              </a:rPr>
              <a:t>1.53 </a:t>
            </a:r>
            <a:r>
              <a:rPr kumimoji="0" lang="en-US" sz="2400" b="0" i="0" u="none" strike="noStrike" kern="1200" cap="none" spc="0" normalizeH="0" baseline="0" noProof="0" dirty="0" err="1">
                <a:ln>
                  <a:noFill/>
                </a:ln>
                <a:solidFill>
                  <a:srgbClr val="D86018"/>
                </a:solidFill>
                <a:effectLst/>
                <a:uLnTx/>
                <a:uFillTx/>
                <a:latin typeface="Arial" panose="020B0604020202020204"/>
                <a:ea typeface="+mn-ea"/>
                <a:cs typeface="+mn-cs"/>
              </a:rPr>
              <a:t>kg</a:t>
            </a:r>
            <a:r>
              <a:rPr kumimoji="0" lang="en-US" sz="2400" b="0" i="0" u="none" strike="noStrike" kern="1200" cap="none" spc="0" normalizeH="0" baseline="-25000" noProof="0" dirty="0" err="1">
                <a:ln>
                  <a:noFill/>
                </a:ln>
                <a:solidFill>
                  <a:srgbClr val="D86018"/>
                </a:solidFill>
                <a:effectLst/>
                <a:uLnTx/>
                <a:uFillTx/>
                <a:latin typeface="Arial" panose="020B0604020202020204"/>
                <a:ea typeface="+mn-ea"/>
                <a:cs typeface="+mn-cs"/>
              </a:rPr>
              <a:t>Al</a:t>
            </a:r>
            <a:r>
              <a:rPr kumimoji="0" lang="en-US" sz="2400" b="0" i="0" u="none" strike="noStrike" kern="1200" cap="none" spc="0" normalizeH="0" baseline="-25000" noProof="0" dirty="0">
                <a:ln>
                  <a:noFill/>
                </a:ln>
                <a:solidFill>
                  <a:srgbClr val="D86018"/>
                </a:solidFill>
                <a:effectLst/>
                <a:uLnTx/>
                <a:uFillTx/>
                <a:latin typeface="Arial" panose="020B0604020202020204"/>
                <a:ea typeface="+mn-ea"/>
                <a:cs typeface="+mn-cs"/>
              </a:rPr>
              <a:t> hydroxide </a:t>
            </a:r>
            <a:r>
              <a:rPr kumimoji="0" lang="en-US" sz="2400" b="0" i="0" u="none" strike="noStrike" kern="1200" cap="none" spc="0" normalizeH="0" baseline="0" noProof="0" dirty="0">
                <a:ln>
                  <a:noFill/>
                </a:ln>
                <a:solidFill>
                  <a:srgbClr val="D86018"/>
                </a:solidFill>
                <a:effectLst/>
                <a:uLnTx/>
                <a:uFillTx/>
                <a:latin typeface="Arial" panose="020B0604020202020204"/>
                <a:ea typeface="+mn-ea"/>
                <a:cs typeface="+mn-cs"/>
              </a:rPr>
              <a:t>/</a:t>
            </a:r>
            <a:r>
              <a:rPr kumimoji="0" lang="en-US" sz="2400" b="0" i="0" u="none" strike="noStrike" kern="1200" cap="none" spc="0" normalizeH="0" baseline="0" noProof="0" dirty="0" err="1">
                <a:ln>
                  <a:noFill/>
                </a:ln>
                <a:solidFill>
                  <a:srgbClr val="D86018"/>
                </a:solidFill>
                <a:effectLst/>
                <a:uLnTx/>
                <a:uFillTx/>
                <a:latin typeface="Arial" panose="020B0604020202020204"/>
                <a:ea typeface="+mn-ea"/>
                <a:cs typeface="+mn-cs"/>
              </a:rPr>
              <a:t>kg</a:t>
            </a:r>
            <a:r>
              <a:rPr kumimoji="0" lang="en-US" sz="2400" b="0" i="0" u="none" strike="noStrike" kern="1200" cap="none" spc="0" normalizeH="0" baseline="-25000" noProof="0" dirty="0" err="1">
                <a:ln>
                  <a:noFill/>
                </a:ln>
                <a:solidFill>
                  <a:srgbClr val="D86018"/>
                </a:solidFill>
                <a:effectLst/>
                <a:uLnTx/>
                <a:uFillTx/>
                <a:latin typeface="Arial" panose="020B0604020202020204"/>
                <a:ea typeface="+mn-ea"/>
                <a:cs typeface="+mn-cs"/>
              </a:rPr>
              <a:t>Al</a:t>
            </a:r>
            <a:r>
              <a:rPr kumimoji="0" lang="en-US" sz="2400" b="0" i="0" u="none" strike="noStrike" kern="1200" cap="none" spc="0" normalizeH="0" baseline="-25000" noProof="0" dirty="0">
                <a:ln>
                  <a:noFill/>
                </a:ln>
                <a:solidFill>
                  <a:srgbClr val="D86018"/>
                </a:solidFill>
                <a:effectLst/>
                <a:uLnTx/>
                <a:uFillTx/>
                <a:latin typeface="Arial" panose="020B0604020202020204"/>
                <a:ea typeface="+mn-ea"/>
                <a:cs typeface="+mn-cs"/>
              </a:rPr>
              <a:t> oxide</a:t>
            </a:r>
          </a:p>
        </p:txBody>
      </p:sp>
      <p:sp>
        <p:nvSpPr>
          <p:cNvPr id="80" name="Rectangle 79"/>
          <p:cNvSpPr/>
          <p:nvPr/>
        </p:nvSpPr>
        <p:spPr>
          <a:xfrm>
            <a:off x="1764399" y="1448653"/>
            <a:ext cx="12900351" cy="523220"/>
          </a:xfrm>
          <a:prstGeom prst="rect">
            <a:avLst/>
          </a:prstGeom>
        </p:spPr>
        <p:txBody>
          <a:bodyPr wrap="square">
            <a:spAutoFit/>
          </a:bodyPr>
          <a:lstStyle/>
          <a:p>
            <a:pPr marL="0" marR="0" lvl="0" indent="0" algn="l" defTabSz="812810" rtl="0" eaLnBrk="1" fontAlgn="auto" latinLnBrk="0" hangingPunct="1">
              <a:lnSpc>
                <a:spcPct val="100000"/>
              </a:lnSpc>
              <a:spcBef>
                <a:spcPts val="0"/>
              </a:spcBef>
              <a:spcAft>
                <a:spcPts val="0"/>
              </a:spcAft>
              <a:buClrTx/>
              <a:buSzTx/>
              <a:buFontTx/>
              <a:buNone/>
              <a:tabLst/>
              <a:defRPr/>
            </a:pPr>
            <a:r>
              <a:rPr kumimoji="0" lang="en-US" altLang="en-US" sz="2800" b="0" i="0" u="none" strike="noStrike" kern="1200" cap="none" spc="0" normalizeH="0" baseline="0" noProof="0" dirty="0">
                <a:ln>
                  <a:noFill/>
                </a:ln>
                <a:solidFill>
                  <a:srgbClr val="00274C"/>
                </a:solidFill>
                <a:effectLst/>
                <a:uLnTx/>
                <a:uFillTx/>
                <a:latin typeface="Arial" panose="020B0604020202020204"/>
                <a:ea typeface="+mn-ea"/>
                <a:cs typeface="+mn-cs"/>
              </a:rPr>
              <a:t>Repeat this step, following intermediary flows of </a:t>
            </a:r>
            <a:r>
              <a:rPr kumimoji="0" lang="en-US" altLang="en-US" sz="2800" b="1" i="0" u="none" strike="noStrike" kern="1200" cap="none" spc="0" normalizeH="0" baseline="0" noProof="0" dirty="0">
                <a:ln>
                  <a:noFill/>
                </a:ln>
                <a:solidFill>
                  <a:srgbClr val="D86018"/>
                </a:solidFill>
                <a:effectLst/>
                <a:uLnTx/>
                <a:uFillTx/>
                <a:latin typeface="Arial" panose="020B0604020202020204"/>
                <a:ea typeface="+mn-ea"/>
                <a:cs typeface="+mn-cs"/>
              </a:rPr>
              <a:t>Tier 2 </a:t>
            </a:r>
            <a:r>
              <a:rPr kumimoji="0" lang="en-US" altLang="en-US" sz="2800" b="0" i="0" u="none" strike="noStrike" kern="1200" cap="none" spc="0" normalizeH="0" baseline="0" noProof="0" dirty="0">
                <a:ln>
                  <a:noFill/>
                </a:ln>
                <a:solidFill>
                  <a:srgbClr val="000000"/>
                </a:solidFill>
                <a:effectLst/>
                <a:uLnTx/>
                <a:uFillTx/>
                <a:latin typeface="Arial" panose="020B0604020202020204"/>
                <a:ea typeface="+mn-ea"/>
                <a:cs typeface="+mn-cs"/>
              </a:rPr>
              <a:t>to get </a:t>
            </a:r>
            <a:r>
              <a:rPr kumimoji="0" lang="en-US" altLang="en-US" sz="2800" b="1" i="0" u="none" strike="noStrike" kern="1200" cap="none" spc="0" normalizeH="0" baseline="0" noProof="0" dirty="0">
                <a:ln>
                  <a:noFill/>
                </a:ln>
                <a:solidFill>
                  <a:srgbClr val="9A3324"/>
                </a:solidFill>
                <a:effectLst/>
                <a:uLnTx/>
                <a:uFillTx/>
                <a:latin typeface="Arial" panose="020B0604020202020204"/>
                <a:ea typeface="+mn-ea"/>
                <a:cs typeface="+mn-cs"/>
              </a:rPr>
              <a:t>Tier 3</a:t>
            </a:r>
            <a:r>
              <a:rPr kumimoji="0" lang="en-US" altLang="en-US" sz="2800" b="1" i="0" u="none" strike="noStrike" kern="1200" cap="none" spc="0" normalizeH="0" baseline="0" noProof="0" dirty="0">
                <a:ln>
                  <a:noFill/>
                </a:ln>
                <a:solidFill>
                  <a:srgbClr val="D86018"/>
                </a:solidFill>
                <a:effectLst/>
                <a:uLnTx/>
                <a:uFillTx/>
                <a:latin typeface="Arial" panose="020B0604020202020204"/>
                <a:ea typeface="+mn-ea"/>
                <a:cs typeface="+mn-cs"/>
              </a:rPr>
              <a:t> </a:t>
            </a:r>
            <a:endParaRPr kumimoji="0" lang="en-US" altLang="en-US" sz="2800" b="0" i="0" u="none" strike="noStrike" kern="1200" cap="none" spc="0" normalizeH="0" baseline="0" noProof="0" dirty="0">
              <a:ln>
                <a:noFill/>
              </a:ln>
              <a:solidFill>
                <a:srgbClr val="000000"/>
              </a:solidFill>
              <a:effectLst/>
              <a:uLnTx/>
              <a:uFillTx/>
              <a:latin typeface="Arial" panose="020B0604020202020204"/>
              <a:ea typeface="+mn-ea"/>
              <a:cs typeface="+mn-cs"/>
            </a:endParaRPr>
          </a:p>
        </p:txBody>
      </p:sp>
      <p:sp>
        <p:nvSpPr>
          <p:cNvPr id="83" name="Oval 82">
            <a:extLst>
              <a:ext uri="{FF2B5EF4-FFF2-40B4-BE49-F238E27FC236}">
                <a16:creationId xmlns:a16="http://schemas.microsoft.com/office/drawing/2014/main" id="{4810306A-6612-4943-B258-28A181B4CD1F}"/>
              </a:ext>
            </a:extLst>
          </p:cNvPr>
          <p:cNvSpPr/>
          <p:nvPr/>
        </p:nvSpPr>
        <p:spPr>
          <a:xfrm>
            <a:off x="984738" y="1332689"/>
            <a:ext cx="707629" cy="707629"/>
          </a:xfrm>
          <a:prstGeom prst="ellipse">
            <a:avLst/>
          </a:prstGeom>
          <a:solidFill>
            <a:schemeClr val="accent6"/>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812810" rtl="0" eaLnBrk="1" fontAlgn="auto" latinLnBrk="0" hangingPunct="1">
              <a:lnSpc>
                <a:spcPct val="100000"/>
              </a:lnSpc>
              <a:spcBef>
                <a:spcPts val="0"/>
              </a:spcBef>
              <a:spcAft>
                <a:spcPts val="0"/>
              </a:spcAft>
              <a:buClrTx/>
              <a:buSzTx/>
              <a:buFontTx/>
              <a:buNone/>
              <a:tabLst/>
              <a:defRPr/>
            </a:pPr>
            <a:r>
              <a:rPr kumimoji="0" lang="en-US" sz="3600" b="1" i="0" u="none" strike="noStrike" kern="1200" cap="none" spc="0" normalizeH="0" baseline="0" noProof="0" dirty="0">
                <a:ln>
                  <a:noFill/>
                </a:ln>
                <a:solidFill>
                  <a:prstClr val="white"/>
                </a:solidFill>
                <a:effectLst/>
                <a:uLnTx/>
                <a:uFillTx/>
                <a:latin typeface="Arial" panose="020B0604020202020204"/>
                <a:ea typeface="+mn-ea"/>
                <a:cs typeface="+mn-cs"/>
              </a:rPr>
              <a:t>3</a:t>
            </a:r>
          </a:p>
        </p:txBody>
      </p:sp>
    </p:spTree>
    <p:extLst>
      <p:ext uri="{BB962C8B-B14F-4D97-AF65-F5344CB8AC3E}">
        <p14:creationId xmlns:p14="http://schemas.microsoft.com/office/powerpoint/2010/main" val="2208942159"/>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 name="Text Box 41">
            <a:extLst>
              <a:ext uri="{FF2B5EF4-FFF2-40B4-BE49-F238E27FC236}">
                <a16:creationId xmlns:a16="http://schemas.microsoft.com/office/drawing/2014/main" id="{E411E7CA-F40F-8940-A7B9-C54F2857D92A}"/>
              </a:ext>
            </a:extLst>
          </p:cNvPr>
          <p:cNvSpPr txBox="1">
            <a:spLocks noChangeArrowheads="1"/>
          </p:cNvSpPr>
          <p:nvPr/>
        </p:nvSpPr>
        <p:spPr bwMode="auto">
          <a:xfrm>
            <a:off x="7788552" y="3147116"/>
            <a:ext cx="1768475" cy="3262432"/>
          </a:xfrm>
          <a:prstGeom prst="rect">
            <a:avLst/>
          </a:prstGeom>
          <a:noFill/>
          <a:ln w="50800">
            <a:solidFill>
              <a:schemeClr val="accent6"/>
            </a:solidFill>
            <a:miter lim="800000"/>
            <a:headEnd/>
            <a:tailEnd/>
          </a:ln>
          <a:effectLst/>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Clr>
                <a:srgbClr val="FF9900"/>
              </a:buClr>
              <a:buChar char="•"/>
              <a:defRPr sz="3200" b="1">
                <a:solidFill>
                  <a:srgbClr val="01035B"/>
                </a:solidFill>
                <a:latin typeface="Arial" panose="020B0604020202020204" pitchFamily="34" charset="0"/>
              </a:defRPr>
            </a:lvl1pPr>
            <a:lvl2pPr marL="742950" indent="-285750">
              <a:spcBef>
                <a:spcPct val="20000"/>
              </a:spcBef>
              <a:buClr>
                <a:srgbClr val="FF9900"/>
              </a:buClr>
              <a:buChar char="–"/>
              <a:defRPr sz="2800" b="1">
                <a:solidFill>
                  <a:srgbClr val="01035B"/>
                </a:solidFill>
                <a:latin typeface="Arial" panose="020B0604020202020204" pitchFamily="34" charset="0"/>
              </a:defRPr>
            </a:lvl2pPr>
            <a:lvl3pPr marL="1143000" indent="-228600">
              <a:spcBef>
                <a:spcPct val="20000"/>
              </a:spcBef>
              <a:buClr>
                <a:srgbClr val="FF9900"/>
              </a:buClr>
              <a:buChar char="•"/>
              <a:defRPr sz="2400" b="1">
                <a:solidFill>
                  <a:srgbClr val="01035B"/>
                </a:solidFill>
                <a:latin typeface="Arial" panose="020B0604020202020204" pitchFamily="34" charset="0"/>
              </a:defRPr>
            </a:lvl3pPr>
            <a:lvl4pPr marL="1600200" indent="-228600">
              <a:spcBef>
                <a:spcPct val="20000"/>
              </a:spcBef>
              <a:buClr>
                <a:srgbClr val="FF9900"/>
              </a:buClr>
              <a:buChar char="–"/>
              <a:defRPr sz="2000" b="1">
                <a:solidFill>
                  <a:srgbClr val="01035B"/>
                </a:solidFill>
                <a:latin typeface="Arial" panose="020B0604020202020204" pitchFamily="34" charset="0"/>
              </a:defRPr>
            </a:lvl4pPr>
            <a:lvl5pPr marL="2057400" indent="-228600">
              <a:spcBef>
                <a:spcPct val="20000"/>
              </a:spcBef>
              <a:buClr>
                <a:srgbClr val="FF9900"/>
              </a:buClr>
              <a:buChar char="»"/>
              <a:defRPr sz="2000" b="1">
                <a:solidFill>
                  <a:srgbClr val="01035B"/>
                </a:solidFill>
                <a:latin typeface="Arial" panose="020B0604020202020204" pitchFamily="34" charset="0"/>
              </a:defRPr>
            </a:lvl5pPr>
            <a:lvl6pPr marL="25146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6pPr>
            <a:lvl7pPr marL="29718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7pPr>
            <a:lvl8pPr marL="34290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8pPr>
            <a:lvl9pPr marL="38862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9pPr>
          </a:lstStyle>
          <a:p>
            <a:pPr marL="0" marR="0" lvl="0" indent="0" algn="ctr" defTabSz="812810" rtl="0" eaLnBrk="1" fontAlgn="auto" latinLnBrk="0" hangingPunct="1">
              <a:lnSpc>
                <a:spcPct val="100000"/>
              </a:lnSpc>
              <a:spcBef>
                <a:spcPct val="0"/>
              </a:spcBef>
              <a:spcAft>
                <a:spcPts val="0"/>
              </a:spcAft>
              <a:buClrTx/>
              <a:buSzTx/>
              <a:buFontTx/>
              <a:buNone/>
              <a:tabLst/>
              <a:defRPr/>
            </a:pPr>
            <a:endParaRPr kumimoji="0" lang="en-US" altLang="en-US" sz="2000" b="1" i="0" u="none" strike="noStrike" kern="1200" cap="none" spc="0" normalizeH="0" baseline="0" noProof="0" dirty="0">
              <a:ln>
                <a:noFill/>
              </a:ln>
              <a:solidFill>
                <a:srgbClr val="D86018"/>
              </a:solidFill>
              <a:effectLst/>
              <a:uLnTx/>
              <a:uFillTx/>
              <a:latin typeface="Arial" panose="020B0604020202020204" pitchFamily="34" charset="0"/>
              <a:ea typeface="+mn-ea"/>
              <a:cs typeface="Arial" panose="020B0604020202020204" pitchFamily="34" charset="0"/>
            </a:endParaRPr>
          </a:p>
          <a:p>
            <a:pPr marL="0" marR="0" lvl="0" indent="0" algn="ctr" defTabSz="812810" rtl="0" eaLnBrk="1" fontAlgn="auto" latinLnBrk="0" hangingPunct="1">
              <a:lnSpc>
                <a:spcPct val="100000"/>
              </a:lnSpc>
              <a:spcBef>
                <a:spcPct val="0"/>
              </a:spcBef>
              <a:spcAft>
                <a:spcPts val="0"/>
              </a:spcAft>
              <a:buClrTx/>
              <a:buSzTx/>
              <a:buFontTx/>
              <a:buNone/>
              <a:tabLst/>
              <a:defRPr/>
            </a:pPr>
            <a:r>
              <a:rPr kumimoji="0" lang="en-US" altLang="en-US" sz="2000" b="1" i="0" u="none" strike="noStrike" kern="1200" cap="none" spc="0" normalizeH="0" baseline="0" noProof="0" dirty="0">
                <a:ln>
                  <a:noFill/>
                </a:ln>
                <a:solidFill>
                  <a:srgbClr val="00B2A9"/>
                </a:solidFill>
                <a:effectLst/>
                <a:uLnTx/>
                <a:uFillTx/>
                <a:latin typeface="Arial" panose="020B0604020202020204" pitchFamily="34" charset="0"/>
                <a:ea typeface="+mn-ea"/>
                <a:cs typeface="Arial" panose="020B0604020202020204" pitchFamily="34" charset="0"/>
              </a:rPr>
              <a:t>Aluminum, </a:t>
            </a:r>
          </a:p>
          <a:p>
            <a:pPr marL="0" marR="0" lvl="0" indent="0" algn="ctr" defTabSz="812810" rtl="0" eaLnBrk="1" fontAlgn="auto" latinLnBrk="0" hangingPunct="1">
              <a:lnSpc>
                <a:spcPct val="100000"/>
              </a:lnSpc>
              <a:spcBef>
                <a:spcPct val="0"/>
              </a:spcBef>
              <a:spcAft>
                <a:spcPts val="0"/>
              </a:spcAft>
              <a:buClrTx/>
              <a:buSzTx/>
              <a:buFontTx/>
              <a:buNone/>
              <a:tabLst/>
              <a:defRPr/>
            </a:pPr>
            <a:r>
              <a:rPr kumimoji="0" lang="en-US" altLang="en-US" sz="2000" b="1" i="0" u="none" strike="noStrike" kern="1200" cap="none" spc="0" normalizeH="0" baseline="0" noProof="0" dirty="0">
                <a:ln>
                  <a:noFill/>
                </a:ln>
                <a:solidFill>
                  <a:srgbClr val="00B2A9"/>
                </a:solidFill>
                <a:effectLst/>
                <a:uLnTx/>
                <a:uFillTx/>
                <a:latin typeface="Arial" panose="020B0604020202020204" pitchFamily="34" charset="0"/>
                <a:ea typeface="+mn-ea"/>
                <a:cs typeface="Arial" panose="020B0604020202020204" pitchFamily="34" charset="0"/>
              </a:rPr>
              <a:t>hydroxide</a:t>
            </a:r>
          </a:p>
          <a:p>
            <a:pPr marL="0" marR="0" lvl="0" indent="0" algn="ctr" defTabSz="812810" rtl="0" eaLnBrk="1" fontAlgn="auto" latinLnBrk="0" hangingPunct="1">
              <a:lnSpc>
                <a:spcPct val="100000"/>
              </a:lnSpc>
              <a:spcBef>
                <a:spcPct val="0"/>
              </a:spcBef>
              <a:spcAft>
                <a:spcPts val="0"/>
              </a:spcAft>
              <a:buClrTx/>
              <a:buSzTx/>
              <a:buFontTx/>
              <a:buNone/>
              <a:tabLst/>
              <a:defRPr/>
            </a:pPr>
            <a:endParaRPr kumimoji="0" lang="en-US" altLang="en-US" sz="1600" b="0" i="0" u="none" strike="noStrike" kern="1200" cap="none" spc="0" normalizeH="0" baseline="0" noProof="0" dirty="0">
              <a:ln>
                <a:noFill/>
              </a:ln>
              <a:solidFill>
                <a:srgbClr val="000000"/>
              </a:solidFill>
              <a:effectLst/>
              <a:uLnTx/>
              <a:uFillTx/>
              <a:latin typeface="Times New Roman" panose="02020603050405020304" pitchFamily="18" charset="0"/>
              <a:ea typeface="+mn-ea"/>
              <a:cs typeface="+mn-cs"/>
            </a:endParaRPr>
          </a:p>
          <a:p>
            <a:pPr marL="0" marR="0" lvl="0" indent="0" algn="ctr" defTabSz="812810" rtl="0" eaLnBrk="1" fontAlgn="auto" latinLnBrk="0" hangingPunct="1">
              <a:lnSpc>
                <a:spcPct val="100000"/>
              </a:lnSpc>
              <a:spcBef>
                <a:spcPct val="0"/>
              </a:spcBef>
              <a:spcAft>
                <a:spcPts val="0"/>
              </a:spcAft>
              <a:buClrTx/>
              <a:buSzTx/>
              <a:buFontTx/>
              <a:buNone/>
              <a:tabLst/>
              <a:defRPr/>
            </a:pPr>
            <a:r>
              <a:rPr kumimoji="0" lang="en-US" altLang="en-US" sz="1800" b="1" i="0" u="none" strike="noStrike" kern="1200" cap="none" spc="0" normalizeH="0" baseline="0" noProof="0" dirty="0">
                <a:ln>
                  <a:noFill/>
                </a:ln>
                <a:solidFill>
                  <a:srgbClr val="00274C"/>
                </a:solidFill>
                <a:effectLst/>
                <a:uLnTx/>
                <a:uFillTx/>
                <a:latin typeface="Arial" panose="020B0604020202020204" pitchFamily="34" charset="0"/>
                <a:ea typeface="+mn-ea"/>
                <a:cs typeface="Arial" panose="020B0604020202020204" pitchFamily="34" charset="0"/>
              </a:rPr>
              <a:t>1 kg</a:t>
            </a:r>
          </a:p>
          <a:p>
            <a:pPr marL="0" marR="0" lvl="0" indent="0" algn="ctr" defTabSz="812810" rtl="0" eaLnBrk="1" fontAlgn="auto" latinLnBrk="0" hangingPunct="1">
              <a:lnSpc>
                <a:spcPct val="100000"/>
              </a:lnSpc>
              <a:spcBef>
                <a:spcPct val="0"/>
              </a:spcBef>
              <a:spcAft>
                <a:spcPts val="0"/>
              </a:spcAft>
              <a:buClrTx/>
              <a:buSzTx/>
              <a:buFontTx/>
              <a:buNone/>
              <a:tabLst/>
              <a:defRPr/>
            </a:pPr>
            <a:endParaRPr kumimoji="0" lang="en-US" altLang="en-US" sz="1600" b="0" i="0" u="none" strike="noStrike" kern="1200" cap="none" spc="0" normalizeH="0" baseline="0" noProof="0" dirty="0">
              <a:ln>
                <a:noFill/>
              </a:ln>
              <a:solidFill>
                <a:srgbClr val="000000"/>
              </a:solidFill>
              <a:effectLst/>
              <a:uLnTx/>
              <a:uFillTx/>
              <a:latin typeface="Times New Roman" panose="02020603050405020304" pitchFamily="18" charset="0"/>
              <a:ea typeface="+mn-ea"/>
              <a:cs typeface="+mn-cs"/>
            </a:endParaRPr>
          </a:p>
          <a:p>
            <a:pPr marL="0" marR="0" lvl="0" indent="0" algn="ctr" defTabSz="812810" rtl="0" eaLnBrk="1" fontAlgn="auto" latinLnBrk="0" hangingPunct="1">
              <a:lnSpc>
                <a:spcPct val="100000"/>
              </a:lnSpc>
              <a:spcBef>
                <a:spcPct val="0"/>
              </a:spcBef>
              <a:spcAft>
                <a:spcPts val="0"/>
              </a:spcAft>
              <a:buClrTx/>
              <a:buSzTx/>
              <a:buFontTx/>
              <a:buNone/>
              <a:tabLst/>
              <a:defRPr/>
            </a:pPr>
            <a:endParaRPr kumimoji="0" lang="en-US" altLang="en-US" sz="1600" b="0" i="0" u="none" strike="noStrike" kern="1200" cap="none" spc="0" normalizeH="0" baseline="0" noProof="0" dirty="0">
              <a:ln>
                <a:noFill/>
              </a:ln>
              <a:solidFill>
                <a:srgbClr val="000000"/>
              </a:solidFill>
              <a:effectLst/>
              <a:uLnTx/>
              <a:uFillTx/>
              <a:latin typeface="Times New Roman" panose="02020603050405020304" pitchFamily="18" charset="0"/>
              <a:ea typeface="+mn-ea"/>
              <a:cs typeface="+mn-cs"/>
            </a:endParaRPr>
          </a:p>
          <a:p>
            <a:pPr marL="0" marR="0" lvl="0" indent="0" algn="ctr" defTabSz="812810" rtl="0" eaLnBrk="1" fontAlgn="auto" latinLnBrk="0" hangingPunct="1">
              <a:lnSpc>
                <a:spcPct val="100000"/>
              </a:lnSpc>
              <a:spcBef>
                <a:spcPct val="0"/>
              </a:spcBef>
              <a:spcAft>
                <a:spcPts val="0"/>
              </a:spcAft>
              <a:buClrTx/>
              <a:buSzTx/>
              <a:buFontTx/>
              <a:buNone/>
              <a:tabLst/>
              <a:defRPr/>
            </a:pPr>
            <a:endParaRPr kumimoji="0" lang="en-US" altLang="en-US" sz="1600" b="0" i="0" u="none" strike="noStrike" kern="1200" cap="none" spc="0" normalizeH="0" baseline="0" noProof="0" dirty="0">
              <a:ln>
                <a:noFill/>
              </a:ln>
              <a:solidFill>
                <a:srgbClr val="000000"/>
              </a:solidFill>
              <a:effectLst/>
              <a:uLnTx/>
              <a:uFillTx/>
              <a:latin typeface="Times New Roman" panose="02020603050405020304" pitchFamily="18" charset="0"/>
              <a:ea typeface="+mn-ea"/>
              <a:cs typeface="+mn-cs"/>
            </a:endParaRPr>
          </a:p>
          <a:p>
            <a:pPr marL="0" marR="0" lvl="0" indent="0" algn="ctr" defTabSz="812810" rtl="0" eaLnBrk="1" fontAlgn="auto" latinLnBrk="0" hangingPunct="1">
              <a:lnSpc>
                <a:spcPct val="100000"/>
              </a:lnSpc>
              <a:spcBef>
                <a:spcPct val="0"/>
              </a:spcBef>
              <a:spcAft>
                <a:spcPts val="0"/>
              </a:spcAft>
              <a:buClrTx/>
              <a:buSzTx/>
              <a:buFontTx/>
              <a:buNone/>
              <a:tabLst/>
              <a:defRPr/>
            </a:pPr>
            <a:endParaRPr kumimoji="0" lang="en-US" altLang="en-US" sz="1600" b="0" i="0" u="none" strike="noStrike" kern="1200" cap="none" spc="0" normalizeH="0" baseline="0" noProof="0" dirty="0">
              <a:ln>
                <a:noFill/>
              </a:ln>
              <a:solidFill>
                <a:srgbClr val="000000"/>
              </a:solidFill>
              <a:effectLst/>
              <a:uLnTx/>
              <a:uFillTx/>
              <a:latin typeface="Times New Roman" panose="02020603050405020304" pitchFamily="18" charset="0"/>
              <a:ea typeface="+mn-ea"/>
              <a:cs typeface="+mn-cs"/>
            </a:endParaRPr>
          </a:p>
          <a:p>
            <a:pPr marL="0" marR="0" lvl="0" indent="0" algn="ctr" defTabSz="812810" rtl="0" eaLnBrk="1" fontAlgn="auto" latinLnBrk="0" hangingPunct="1">
              <a:lnSpc>
                <a:spcPct val="100000"/>
              </a:lnSpc>
              <a:spcBef>
                <a:spcPct val="0"/>
              </a:spcBef>
              <a:spcAft>
                <a:spcPts val="0"/>
              </a:spcAft>
              <a:buClrTx/>
              <a:buSzTx/>
              <a:buFontTx/>
              <a:buNone/>
              <a:tabLst/>
              <a:defRPr/>
            </a:pPr>
            <a:endParaRPr kumimoji="0" lang="en-US" altLang="en-US" sz="1600" b="0" i="0" u="none" strike="noStrike" kern="1200" cap="none" spc="0" normalizeH="0" baseline="0" noProof="0" dirty="0">
              <a:ln>
                <a:noFill/>
              </a:ln>
              <a:solidFill>
                <a:srgbClr val="000000"/>
              </a:solidFill>
              <a:effectLst/>
              <a:uLnTx/>
              <a:uFillTx/>
              <a:latin typeface="Times New Roman" panose="02020603050405020304" pitchFamily="18" charset="0"/>
              <a:ea typeface="+mn-ea"/>
              <a:cs typeface="+mn-cs"/>
            </a:endParaRPr>
          </a:p>
          <a:p>
            <a:pPr marL="0" marR="0" lvl="0" indent="0" algn="ctr" defTabSz="812810" rtl="0" eaLnBrk="1" fontAlgn="auto" latinLnBrk="0" hangingPunct="1">
              <a:lnSpc>
                <a:spcPct val="100000"/>
              </a:lnSpc>
              <a:spcBef>
                <a:spcPct val="0"/>
              </a:spcBef>
              <a:spcAft>
                <a:spcPts val="0"/>
              </a:spcAft>
              <a:buClrTx/>
              <a:buSzTx/>
              <a:buFontTx/>
              <a:buNone/>
              <a:tabLst/>
              <a:defRPr/>
            </a:pPr>
            <a:endParaRPr kumimoji="0" lang="en-US" altLang="en-US" sz="1600" b="0" i="0" u="none" strike="noStrike" kern="1200" cap="none" spc="0" normalizeH="0" baseline="0" noProof="0" dirty="0">
              <a:ln>
                <a:noFill/>
              </a:ln>
              <a:solidFill>
                <a:srgbClr val="000000"/>
              </a:solidFill>
              <a:effectLst/>
              <a:uLnTx/>
              <a:uFillTx/>
              <a:latin typeface="Times New Roman" panose="02020603050405020304" pitchFamily="18" charset="0"/>
              <a:ea typeface="+mn-ea"/>
              <a:cs typeface="+mn-cs"/>
            </a:endParaRPr>
          </a:p>
          <a:p>
            <a:pPr marL="0" marR="0" lvl="0" indent="0" algn="ctr" defTabSz="812810" rtl="0" eaLnBrk="1" fontAlgn="auto" latinLnBrk="0" hangingPunct="1">
              <a:lnSpc>
                <a:spcPct val="100000"/>
              </a:lnSpc>
              <a:spcBef>
                <a:spcPct val="0"/>
              </a:spcBef>
              <a:spcAft>
                <a:spcPts val="0"/>
              </a:spcAft>
              <a:buClrTx/>
              <a:buSzTx/>
              <a:buFontTx/>
              <a:buNone/>
              <a:tabLst/>
              <a:defRPr/>
            </a:pPr>
            <a:endParaRPr kumimoji="0" lang="en-US" altLang="en-US" sz="1600" b="0" i="0" u="none" strike="noStrike" kern="1200" cap="none" spc="0" normalizeH="0" baseline="0" noProof="0" dirty="0">
              <a:ln>
                <a:noFill/>
              </a:ln>
              <a:solidFill>
                <a:srgbClr val="000000"/>
              </a:solidFill>
              <a:effectLst/>
              <a:uLnTx/>
              <a:uFillTx/>
              <a:latin typeface="Times New Roman" panose="02020603050405020304" pitchFamily="18" charset="0"/>
              <a:ea typeface="+mn-ea"/>
              <a:cs typeface="+mn-cs"/>
            </a:endParaRPr>
          </a:p>
        </p:txBody>
      </p:sp>
      <p:sp>
        <p:nvSpPr>
          <p:cNvPr id="2" name="Title 1">
            <a:extLst>
              <a:ext uri="{FF2B5EF4-FFF2-40B4-BE49-F238E27FC236}">
                <a16:creationId xmlns:a16="http://schemas.microsoft.com/office/drawing/2014/main" id="{7D9798F2-B4C2-D747-A02A-7FAD7F74737A}"/>
              </a:ext>
            </a:extLst>
          </p:cNvPr>
          <p:cNvSpPr>
            <a:spLocks noGrp="1"/>
          </p:cNvSpPr>
          <p:nvPr>
            <p:ph type="title"/>
          </p:nvPr>
        </p:nvSpPr>
        <p:spPr/>
        <p:txBody>
          <a:bodyPr/>
          <a:lstStyle/>
          <a:p>
            <a:r>
              <a:rPr lang="en-US" altLang="en-US" sz="3200" dirty="0"/>
              <a:t>Elementary and intermediary flows of Tier 2 aluminum hydroxide Unit Process</a:t>
            </a:r>
            <a:endParaRPr lang="en-US" sz="3200" dirty="0"/>
          </a:p>
        </p:txBody>
      </p:sp>
      <p:sp>
        <p:nvSpPr>
          <p:cNvPr id="5" name="Line 16">
            <a:extLst>
              <a:ext uri="{FF2B5EF4-FFF2-40B4-BE49-F238E27FC236}">
                <a16:creationId xmlns:a16="http://schemas.microsoft.com/office/drawing/2014/main" id="{67CCACC4-29B2-334C-A370-F4DEA55074D2}"/>
              </a:ext>
            </a:extLst>
          </p:cNvPr>
          <p:cNvSpPr>
            <a:spLocks noChangeShapeType="1"/>
          </p:cNvSpPr>
          <p:nvPr/>
        </p:nvSpPr>
        <p:spPr bwMode="auto">
          <a:xfrm>
            <a:off x="7057652" y="3707154"/>
            <a:ext cx="609600" cy="0"/>
          </a:xfrm>
          <a:prstGeom prst="line">
            <a:avLst/>
          </a:prstGeom>
          <a:noFill/>
          <a:ln w="25400">
            <a:solidFill>
              <a:schemeClr val="accent3"/>
            </a:solidFill>
            <a:round/>
            <a:headEnd/>
            <a:tailEnd type="arrow" w="sm" len="med"/>
          </a:ln>
          <a:extLst>
            <a:ext uri="{909E8E84-426E-40DD-AFC4-6F175D3DCCD1}">
              <a14:hiddenFill xmlns:a14="http://schemas.microsoft.com/office/drawing/2010/main">
                <a:noFill/>
              </a14:hiddenFill>
            </a:ext>
          </a:extLst>
        </p:spPr>
        <p:txBody>
          <a:bodyPr/>
          <a:lstStyle/>
          <a:p>
            <a:pPr marL="0" marR="0" lvl="0" indent="0" algn="l" defTabSz="812810" rtl="0" eaLnBrk="1" fontAlgn="auto" latinLnBrk="0" hangingPunct="1">
              <a:lnSpc>
                <a:spcPct val="100000"/>
              </a:lnSpc>
              <a:spcBef>
                <a:spcPts val="0"/>
              </a:spcBef>
              <a:spcAft>
                <a:spcPts val="0"/>
              </a:spcAft>
              <a:buClrTx/>
              <a:buSzTx/>
              <a:buFontTx/>
              <a:buNone/>
              <a:tabLst/>
              <a:defRPr/>
            </a:pPr>
            <a:endParaRPr kumimoji="0" lang="en-US" sz="3200" b="0"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6" name="Line 18">
            <a:extLst>
              <a:ext uri="{FF2B5EF4-FFF2-40B4-BE49-F238E27FC236}">
                <a16:creationId xmlns:a16="http://schemas.microsoft.com/office/drawing/2014/main" id="{990F5A31-657A-D941-ADF2-946489815462}"/>
              </a:ext>
            </a:extLst>
          </p:cNvPr>
          <p:cNvSpPr>
            <a:spLocks noChangeShapeType="1"/>
          </p:cNvSpPr>
          <p:nvPr/>
        </p:nvSpPr>
        <p:spPr bwMode="auto">
          <a:xfrm>
            <a:off x="7057652" y="4237062"/>
            <a:ext cx="609600" cy="0"/>
          </a:xfrm>
          <a:prstGeom prst="line">
            <a:avLst/>
          </a:prstGeom>
          <a:noFill/>
          <a:ln w="25400">
            <a:solidFill>
              <a:schemeClr val="accent2"/>
            </a:solidFill>
            <a:round/>
            <a:headEnd/>
            <a:tailEnd type="arrow" w="sm" len="med"/>
          </a:ln>
          <a:extLst>
            <a:ext uri="{909E8E84-426E-40DD-AFC4-6F175D3DCCD1}">
              <a14:hiddenFill xmlns:a14="http://schemas.microsoft.com/office/drawing/2010/main">
                <a:noFill/>
              </a14:hiddenFill>
            </a:ext>
          </a:extLst>
        </p:spPr>
        <p:txBody>
          <a:bodyPr/>
          <a:lstStyle/>
          <a:p>
            <a:pPr marL="0" marR="0" lvl="0" indent="0" algn="l" defTabSz="812810" rtl="0" eaLnBrk="1" fontAlgn="auto" latinLnBrk="0" hangingPunct="1">
              <a:lnSpc>
                <a:spcPct val="100000"/>
              </a:lnSpc>
              <a:spcBef>
                <a:spcPts val="0"/>
              </a:spcBef>
              <a:spcAft>
                <a:spcPts val="0"/>
              </a:spcAft>
              <a:buClrTx/>
              <a:buSzTx/>
              <a:buFontTx/>
              <a:buNone/>
              <a:tabLst/>
              <a:defRPr/>
            </a:pPr>
            <a:endParaRPr kumimoji="0" lang="en-US" sz="3200" b="0"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7" name="Line 19">
            <a:extLst>
              <a:ext uri="{FF2B5EF4-FFF2-40B4-BE49-F238E27FC236}">
                <a16:creationId xmlns:a16="http://schemas.microsoft.com/office/drawing/2014/main" id="{D205F932-FC4B-2348-B804-02648ADEC6CC}"/>
              </a:ext>
            </a:extLst>
          </p:cNvPr>
          <p:cNvSpPr>
            <a:spLocks noChangeShapeType="1"/>
          </p:cNvSpPr>
          <p:nvPr/>
        </p:nvSpPr>
        <p:spPr bwMode="auto">
          <a:xfrm>
            <a:off x="7057652" y="5218454"/>
            <a:ext cx="609600" cy="0"/>
          </a:xfrm>
          <a:prstGeom prst="line">
            <a:avLst/>
          </a:prstGeom>
          <a:noFill/>
          <a:ln w="25400">
            <a:solidFill>
              <a:schemeClr val="accent2"/>
            </a:solidFill>
            <a:round/>
            <a:headEnd/>
            <a:tailEnd type="arrow" w="sm" len="med"/>
          </a:ln>
          <a:extLst>
            <a:ext uri="{909E8E84-426E-40DD-AFC4-6F175D3DCCD1}">
              <a14:hiddenFill xmlns:a14="http://schemas.microsoft.com/office/drawing/2010/main">
                <a:noFill/>
              </a14:hiddenFill>
            </a:ext>
          </a:extLst>
        </p:spPr>
        <p:txBody>
          <a:bodyPr/>
          <a:lstStyle/>
          <a:p>
            <a:pPr marL="0" marR="0" lvl="0" indent="0" algn="l" defTabSz="812810" rtl="0" eaLnBrk="1" fontAlgn="auto" latinLnBrk="0" hangingPunct="1">
              <a:lnSpc>
                <a:spcPct val="100000"/>
              </a:lnSpc>
              <a:spcBef>
                <a:spcPts val="0"/>
              </a:spcBef>
              <a:spcAft>
                <a:spcPts val="0"/>
              </a:spcAft>
              <a:buClrTx/>
              <a:buSzTx/>
              <a:buFontTx/>
              <a:buNone/>
              <a:tabLst/>
              <a:defRPr/>
            </a:pPr>
            <a:endParaRPr kumimoji="0" lang="en-US" sz="3200" b="0"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8" name="Line 20">
            <a:extLst>
              <a:ext uri="{FF2B5EF4-FFF2-40B4-BE49-F238E27FC236}">
                <a16:creationId xmlns:a16="http://schemas.microsoft.com/office/drawing/2014/main" id="{E00022D3-038F-B84F-929F-4FD4321D6E83}"/>
              </a:ext>
            </a:extLst>
          </p:cNvPr>
          <p:cNvSpPr>
            <a:spLocks noChangeShapeType="1"/>
          </p:cNvSpPr>
          <p:nvPr/>
        </p:nvSpPr>
        <p:spPr bwMode="auto">
          <a:xfrm>
            <a:off x="7057652" y="5723279"/>
            <a:ext cx="609600" cy="0"/>
          </a:xfrm>
          <a:prstGeom prst="line">
            <a:avLst/>
          </a:prstGeom>
          <a:noFill/>
          <a:ln w="25400">
            <a:solidFill>
              <a:schemeClr val="accent2"/>
            </a:solidFill>
            <a:round/>
            <a:headEnd/>
            <a:tailEnd type="arrow" w="sm" len="med"/>
          </a:ln>
          <a:extLst>
            <a:ext uri="{909E8E84-426E-40DD-AFC4-6F175D3DCCD1}">
              <a14:hiddenFill xmlns:a14="http://schemas.microsoft.com/office/drawing/2010/main">
                <a:noFill/>
              </a14:hiddenFill>
            </a:ext>
          </a:extLst>
        </p:spPr>
        <p:txBody>
          <a:bodyPr/>
          <a:lstStyle/>
          <a:p>
            <a:pPr marL="0" marR="0" lvl="0" indent="0" algn="l" defTabSz="812810" rtl="0" eaLnBrk="1" fontAlgn="auto" latinLnBrk="0" hangingPunct="1">
              <a:lnSpc>
                <a:spcPct val="100000"/>
              </a:lnSpc>
              <a:spcBef>
                <a:spcPts val="0"/>
              </a:spcBef>
              <a:spcAft>
                <a:spcPts val="0"/>
              </a:spcAft>
              <a:buClrTx/>
              <a:buSzTx/>
              <a:buFontTx/>
              <a:buNone/>
              <a:tabLst/>
              <a:defRPr/>
            </a:pPr>
            <a:endParaRPr kumimoji="0" lang="en-US" sz="3200" b="0"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9" name="Text Box 24">
            <a:extLst>
              <a:ext uri="{FF2B5EF4-FFF2-40B4-BE49-F238E27FC236}">
                <a16:creationId xmlns:a16="http://schemas.microsoft.com/office/drawing/2014/main" id="{421ED393-660B-7A40-B87B-722D6AC4DDDA}"/>
              </a:ext>
            </a:extLst>
          </p:cNvPr>
          <p:cNvSpPr txBox="1">
            <a:spLocks noChangeArrowheads="1"/>
          </p:cNvSpPr>
          <p:nvPr/>
        </p:nvSpPr>
        <p:spPr bwMode="auto">
          <a:xfrm>
            <a:off x="2708963" y="3526474"/>
            <a:ext cx="4382359"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rgbClr val="FF9900"/>
              </a:buClr>
              <a:buChar char="•"/>
              <a:defRPr sz="3200" b="1">
                <a:solidFill>
                  <a:srgbClr val="01035B"/>
                </a:solidFill>
                <a:latin typeface="Arial" panose="020B0604020202020204" pitchFamily="34" charset="0"/>
              </a:defRPr>
            </a:lvl1pPr>
            <a:lvl2pPr marL="742950" indent="-285750">
              <a:spcBef>
                <a:spcPct val="20000"/>
              </a:spcBef>
              <a:buClr>
                <a:srgbClr val="FF9900"/>
              </a:buClr>
              <a:buChar char="–"/>
              <a:defRPr sz="2800" b="1">
                <a:solidFill>
                  <a:srgbClr val="01035B"/>
                </a:solidFill>
                <a:latin typeface="Arial" panose="020B0604020202020204" pitchFamily="34" charset="0"/>
              </a:defRPr>
            </a:lvl2pPr>
            <a:lvl3pPr marL="1143000" indent="-228600">
              <a:spcBef>
                <a:spcPct val="20000"/>
              </a:spcBef>
              <a:buClr>
                <a:srgbClr val="FF9900"/>
              </a:buClr>
              <a:buChar char="•"/>
              <a:defRPr sz="2400" b="1">
                <a:solidFill>
                  <a:srgbClr val="01035B"/>
                </a:solidFill>
                <a:latin typeface="Arial" panose="020B0604020202020204" pitchFamily="34" charset="0"/>
              </a:defRPr>
            </a:lvl3pPr>
            <a:lvl4pPr marL="1600200" indent="-228600">
              <a:spcBef>
                <a:spcPct val="20000"/>
              </a:spcBef>
              <a:buClr>
                <a:srgbClr val="FF9900"/>
              </a:buClr>
              <a:buChar char="–"/>
              <a:defRPr sz="2000" b="1">
                <a:solidFill>
                  <a:srgbClr val="01035B"/>
                </a:solidFill>
                <a:latin typeface="Arial" panose="020B0604020202020204" pitchFamily="34" charset="0"/>
              </a:defRPr>
            </a:lvl4pPr>
            <a:lvl5pPr marL="2057400" indent="-228600">
              <a:spcBef>
                <a:spcPct val="20000"/>
              </a:spcBef>
              <a:buClr>
                <a:srgbClr val="FF9900"/>
              </a:buClr>
              <a:buChar char="»"/>
              <a:defRPr sz="2000" b="1">
                <a:solidFill>
                  <a:srgbClr val="01035B"/>
                </a:solidFill>
                <a:latin typeface="Arial" panose="020B0604020202020204" pitchFamily="34" charset="0"/>
              </a:defRPr>
            </a:lvl5pPr>
            <a:lvl6pPr marL="25146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6pPr>
            <a:lvl7pPr marL="29718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7pPr>
            <a:lvl8pPr marL="34290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8pPr>
            <a:lvl9pPr marL="38862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9pPr>
          </a:lstStyle>
          <a:p>
            <a:pPr marL="0" marR="0" lvl="0" indent="0" algn="r" defTabSz="812810" rtl="0" eaLnBrk="1" fontAlgn="auto" latinLnBrk="0" hangingPunct="1">
              <a:lnSpc>
                <a:spcPct val="100000"/>
              </a:lnSpc>
              <a:spcBef>
                <a:spcPct val="0"/>
              </a:spcBef>
              <a:spcAft>
                <a:spcPts val="0"/>
              </a:spcAft>
              <a:buClrTx/>
              <a:buSzTx/>
              <a:buFontTx/>
              <a:buNone/>
              <a:tabLst/>
              <a:defRPr/>
            </a:pPr>
            <a:r>
              <a:rPr kumimoji="0" lang="en-US" altLang="fr-FR" sz="1600" b="0" i="0" u="none" strike="noStrike" kern="1200" cap="none" spc="0" normalizeH="0" baseline="0" noProof="0" dirty="0">
                <a:ln>
                  <a:noFill/>
                </a:ln>
                <a:solidFill>
                  <a:srgbClr val="ADA400"/>
                </a:solidFill>
                <a:effectLst/>
                <a:uLnTx/>
                <a:uFillTx/>
                <a:latin typeface="Arial" panose="020B0604020202020204" pitchFamily="34" charset="0"/>
                <a:ea typeface="+mn-ea"/>
                <a:cs typeface="Arial" panose="020B0604020202020204" pitchFamily="34" charset="0"/>
              </a:rPr>
              <a:t>Water (1.05E-5 m</a:t>
            </a:r>
            <a:r>
              <a:rPr kumimoji="0" lang="en-US" altLang="fr-FR" sz="1600" b="0" i="0" u="none" strike="noStrike" kern="1200" cap="none" spc="0" normalizeH="0" baseline="30000" noProof="0" dirty="0">
                <a:ln>
                  <a:noFill/>
                </a:ln>
                <a:solidFill>
                  <a:srgbClr val="ADA400"/>
                </a:solidFill>
                <a:effectLst/>
                <a:uLnTx/>
                <a:uFillTx/>
                <a:latin typeface="Arial" panose="020B0604020202020204" pitchFamily="34" charset="0"/>
                <a:ea typeface="+mn-ea"/>
                <a:cs typeface="Arial" panose="020B0604020202020204" pitchFamily="34" charset="0"/>
              </a:rPr>
              <a:t>3</a:t>
            </a:r>
            <a:r>
              <a:rPr kumimoji="0" lang="en-US" altLang="fr-FR" sz="1600" b="0" i="0" u="none" strike="noStrike" kern="1200" cap="none" spc="0" normalizeH="0" baseline="0" noProof="0" dirty="0">
                <a:ln>
                  <a:noFill/>
                </a:ln>
                <a:solidFill>
                  <a:srgbClr val="ADA400"/>
                </a:solidFill>
                <a:effectLst/>
                <a:uLnTx/>
                <a:uFillTx/>
                <a:latin typeface="Arial" panose="020B0604020202020204" pitchFamily="34" charset="0"/>
                <a:ea typeface="+mn-ea"/>
                <a:cs typeface="Arial" panose="020B0604020202020204" pitchFamily="34" charset="0"/>
              </a:rPr>
              <a:t>)</a:t>
            </a:r>
          </a:p>
        </p:txBody>
      </p:sp>
      <p:sp>
        <p:nvSpPr>
          <p:cNvPr id="11" name="Text Box 26">
            <a:extLst>
              <a:ext uri="{FF2B5EF4-FFF2-40B4-BE49-F238E27FC236}">
                <a16:creationId xmlns:a16="http://schemas.microsoft.com/office/drawing/2014/main" id="{B4C4C7BB-5DDC-1A4F-8C6E-7DE2742A06DF}"/>
              </a:ext>
            </a:extLst>
          </p:cNvPr>
          <p:cNvSpPr txBox="1">
            <a:spLocks noChangeArrowheads="1"/>
          </p:cNvSpPr>
          <p:nvPr/>
        </p:nvSpPr>
        <p:spPr bwMode="auto">
          <a:xfrm>
            <a:off x="2465349" y="5037774"/>
            <a:ext cx="4625973"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rgbClr val="FF9900"/>
              </a:buClr>
              <a:buChar char="•"/>
              <a:defRPr sz="3200" b="1">
                <a:solidFill>
                  <a:srgbClr val="01035B"/>
                </a:solidFill>
                <a:latin typeface="Arial" panose="020B0604020202020204" pitchFamily="34" charset="0"/>
              </a:defRPr>
            </a:lvl1pPr>
            <a:lvl2pPr marL="742950" indent="-285750">
              <a:spcBef>
                <a:spcPct val="20000"/>
              </a:spcBef>
              <a:buClr>
                <a:srgbClr val="FF9900"/>
              </a:buClr>
              <a:buChar char="–"/>
              <a:defRPr sz="2800" b="1">
                <a:solidFill>
                  <a:srgbClr val="01035B"/>
                </a:solidFill>
                <a:latin typeface="Arial" panose="020B0604020202020204" pitchFamily="34" charset="0"/>
              </a:defRPr>
            </a:lvl2pPr>
            <a:lvl3pPr marL="1143000" indent="-228600">
              <a:spcBef>
                <a:spcPct val="20000"/>
              </a:spcBef>
              <a:buClr>
                <a:srgbClr val="FF9900"/>
              </a:buClr>
              <a:buChar char="•"/>
              <a:defRPr sz="2400" b="1">
                <a:solidFill>
                  <a:srgbClr val="01035B"/>
                </a:solidFill>
                <a:latin typeface="Arial" panose="020B0604020202020204" pitchFamily="34" charset="0"/>
              </a:defRPr>
            </a:lvl3pPr>
            <a:lvl4pPr marL="1600200" indent="-228600">
              <a:spcBef>
                <a:spcPct val="20000"/>
              </a:spcBef>
              <a:buClr>
                <a:srgbClr val="FF9900"/>
              </a:buClr>
              <a:buChar char="–"/>
              <a:defRPr sz="2000" b="1">
                <a:solidFill>
                  <a:srgbClr val="01035B"/>
                </a:solidFill>
                <a:latin typeface="Arial" panose="020B0604020202020204" pitchFamily="34" charset="0"/>
              </a:defRPr>
            </a:lvl4pPr>
            <a:lvl5pPr marL="2057400" indent="-228600">
              <a:spcBef>
                <a:spcPct val="20000"/>
              </a:spcBef>
              <a:buClr>
                <a:srgbClr val="FF9900"/>
              </a:buClr>
              <a:buChar char="»"/>
              <a:defRPr sz="2000" b="1">
                <a:solidFill>
                  <a:srgbClr val="01035B"/>
                </a:solidFill>
                <a:latin typeface="Arial" panose="020B0604020202020204" pitchFamily="34" charset="0"/>
              </a:defRPr>
            </a:lvl5pPr>
            <a:lvl6pPr marL="25146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6pPr>
            <a:lvl7pPr marL="29718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7pPr>
            <a:lvl8pPr marL="34290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8pPr>
            <a:lvl9pPr marL="38862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9pPr>
          </a:lstStyle>
          <a:p>
            <a:pPr marL="0" marR="0" lvl="0" indent="0" algn="r" defTabSz="812810" rtl="0" eaLnBrk="1" fontAlgn="auto" latinLnBrk="0" hangingPunct="1">
              <a:lnSpc>
                <a:spcPct val="100000"/>
              </a:lnSpc>
              <a:spcBef>
                <a:spcPct val="0"/>
              </a:spcBef>
              <a:spcAft>
                <a:spcPts val="0"/>
              </a:spcAft>
              <a:buClrTx/>
              <a:buSzTx/>
              <a:buFontTx/>
              <a:buNone/>
              <a:tabLst/>
              <a:defRPr/>
            </a:pPr>
            <a:r>
              <a:rPr kumimoji="0" lang="en-US" altLang="fr-FR" sz="1600" b="0" i="0" u="none" strike="noStrike" kern="1200" cap="none" spc="0" normalizeH="0" baseline="0" noProof="0">
                <a:ln>
                  <a:noFill/>
                </a:ln>
                <a:solidFill>
                  <a:srgbClr val="9A3324"/>
                </a:solidFill>
                <a:effectLst/>
                <a:uLnTx/>
                <a:uFillTx/>
                <a:latin typeface="Arial" panose="020B0604020202020204" pitchFamily="34" charset="0"/>
                <a:ea typeface="+mn-ea"/>
                <a:cs typeface="Arial" panose="020B0604020202020204" pitchFamily="34" charset="0"/>
              </a:rPr>
              <a:t>Heat, light fuel oil (3.59 MJ)</a:t>
            </a:r>
          </a:p>
        </p:txBody>
      </p:sp>
      <p:sp>
        <p:nvSpPr>
          <p:cNvPr id="12" name="Text Box 27">
            <a:extLst>
              <a:ext uri="{FF2B5EF4-FFF2-40B4-BE49-F238E27FC236}">
                <a16:creationId xmlns:a16="http://schemas.microsoft.com/office/drawing/2014/main" id="{11BA755A-AE8E-844E-8C52-6AC46A34A35E}"/>
              </a:ext>
            </a:extLst>
          </p:cNvPr>
          <p:cNvSpPr txBox="1">
            <a:spLocks noChangeArrowheads="1"/>
          </p:cNvSpPr>
          <p:nvPr/>
        </p:nvSpPr>
        <p:spPr bwMode="auto">
          <a:xfrm>
            <a:off x="2336849" y="5542599"/>
            <a:ext cx="4754473"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rgbClr val="FF9900"/>
              </a:buClr>
              <a:buChar char="•"/>
              <a:defRPr sz="3200" b="1">
                <a:solidFill>
                  <a:srgbClr val="01035B"/>
                </a:solidFill>
                <a:latin typeface="Arial" panose="020B0604020202020204" pitchFamily="34" charset="0"/>
              </a:defRPr>
            </a:lvl1pPr>
            <a:lvl2pPr marL="742950" indent="-285750">
              <a:spcBef>
                <a:spcPct val="20000"/>
              </a:spcBef>
              <a:buClr>
                <a:srgbClr val="FF9900"/>
              </a:buClr>
              <a:buChar char="–"/>
              <a:defRPr sz="2800" b="1">
                <a:solidFill>
                  <a:srgbClr val="01035B"/>
                </a:solidFill>
                <a:latin typeface="Arial" panose="020B0604020202020204" pitchFamily="34" charset="0"/>
              </a:defRPr>
            </a:lvl2pPr>
            <a:lvl3pPr marL="1143000" indent="-228600">
              <a:spcBef>
                <a:spcPct val="20000"/>
              </a:spcBef>
              <a:buClr>
                <a:srgbClr val="FF9900"/>
              </a:buClr>
              <a:buChar char="•"/>
              <a:defRPr sz="2400" b="1">
                <a:solidFill>
                  <a:srgbClr val="01035B"/>
                </a:solidFill>
                <a:latin typeface="Arial" panose="020B0604020202020204" pitchFamily="34" charset="0"/>
              </a:defRPr>
            </a:lvl3pPr>
            <a:lvl4pPr marL="1600200" indent="-228600">
              <a:spcBef>
                <a:spcPct val="20000"/>
              </a:spcBef>
              <a:buClr>
                <a:srgbClr val="FF9900"/>
              </a:buClr>
              <a:buChar char="–"/>
              <a:defRPr sz="2000" b="1">
                <a:solidFill>
                  <a:srgbClr val="01035B"/>
                </a:solidFill>
                <a:latin typeface="Arial" panose="020B0604020202020204" pitchFamily="34" charset="0"/>
              </a:defRPr>
            </a:lvl4pPr>
            <a:lvl5pPr marL="2057400" indent="-228600">
              <a:spcBef>
                <a:spcPct val="20000"/>
              </a:spcBef>
              <a:buClr>
                <a:srgbClr val="FF9900"/>
              </a:buClr>
              <a:buChar char="»"/>
              <a:defRPr sz="2000" b="1">
                <a:solidFill>
                  <a:srgbClr val="01035B"/>
                </a:solidFill>
                <a:latin typeface="Arial" panose="020B0604020202020204" pitchFamily="34" charset="0"/>
              </a:defRPr>
            </a:lvl5pPr>
            <a:lvl6pPr marL="25146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6pPr>
            <a:lvl7pPr marL="29718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7pPr>
            <a:lvl8pPr marL="34290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8pPr>
            <a:lvl9pPr marL="38862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9pPr>
          </a:lstStyle>
          <a:p>
            <a:pPr marL="0" marR="0" lvl="0" indent="0" algn="r" defTabSz="812810" rtl="0" eaLnBrk="1" fontAlgn="auto" latinLnBrk="0" hangingPunct="1">
              <a:lnSpc>
                <a:spcPct val="100000"/>
              </a:lnSpc>
              <a:spcBef>
                <a:spcPct val="0"/>
              </a:spcBef>
              <a:spcAft>
                <a:spcPts val="0"/>
              </a:spcAft>
              <a:buClrTx/>
              <a:buSzTx/>
              <a:buFontTx/>
              <a:buNone/>
              <a:tabLst/>
              <a:defRPr/>
            </a:pPr>
            <a:r>
              <a:rPr kumimoji="0" lang="en-US" altLang="fr-FR" sz="1600" b="0" i="0" u="none" strike="noStrike" kern="1200" cap="none" spc="0" normalizeH="0" baseline="0" noProof="0">
                <a:ln>
                  <a:noFill/>
                </a:ln>
                <a:solidFill>
                  <a:srgbClr val="9A3324"/>
                </a:solidFill>
                <a:effectLst/>
                <a:uLnTx/>
                <a:uFillTx/>
                <a:latin typeface="Arial" panose="020B0604020202020204" pitchFamily="34" charset="0"/>
                <a:ea typeface="+mn-ea"/>
                <a:cs typeface="Arial" panose="020B0604020202020204" pitchFamily="34" charset="0"/>
              </a:rPr>
              <a:t>Transport, transoceanic freight ship (7.11 tkm)</a:t>
            </a:r>
          </a:p>
        </p:txBody>
      </p:sp>
      <p:sp>
        <p:nvSpPr>
          <p:cNvPr id="13" name="Line 35">
            <a:extLst>
              <a:ext uri="{FF2B5EF4-FFF2-40B4-BE49-F238E27FC236}">
                <a16:creationId xmlns:a16="http://schemas.microsoft.com/office/drawing/2014/main" id="{CC8A3D27-DF35-034A-80B7-F2C8AD3FE254}"/>
              </a:ext>
            </a:extLst>
          </p:cNvPr>
          <p:cNvSpPr>
            <a:spLocks noChangeShapeType="1"/>
          </p:cNvSpPr>
          <p:nvPr/>
        </p:nvSpPr>
        <p:spPr bwMode="auto">
          <a:xfrm>
            <a:off x="9677271" y="4699636"/>
            <a:ext cx="609600" cy="0"/>
          </a:xfrm>
          <a:prstGeom prst="line">
            <a:avLst/>
          </a:prstGeom>
          <a:noFill/>
          <a:ln w="25400">
            <a:solidFill>
              <a:schemeClr val="accent3"/>
            </a:solidFill>
            <a:round/>
            <a:headEnd/>
            <a:tailEnd type="arrow" w="sm" len="med"/>
          </a:ln>
          <a:extLst>
            <a:ext uri="{909E8E84-426E-40DD-AFC4-6F175D3DCCD1}">
              <a14:hiddenFill xmlns:a14="http://schemas.microsoft.com/office/drawing/2010/main">
                <a:noFill/>
              </a14:hiddenFill>
            </a:ext>
          </a:extLst>
        </p:spPr>
        <p:txBody>
          <a:bodyPr/>
          <a:lstStyle/>
          <a:p>
            <a:pPr marL="0" marR="0" lvl="0" indent="0" algn="l" defTabSz="812810" rtl="0" eaLnBrk="1" fontAlgn="auto" latinLnBrk="0" hangingPunct="1">
              <a:lnSpc>
                <a:spcPct val="100000"/>
              </a:lnSpc>
              <a:spcBef>
                <a:spcPts val="0"/>
              </a:spcBef>
              <a:spcAft>
                <a:spcPts val="0"/>
              </a:spcAft>
              <a:buClrTx/>
              <a:buSzTx/>
              <a:buFontTx/>
              <a:buNone/>
              <a:tabLst/>
              <a:defRPr/>
            </a:pPr>
            <a:endParaRPr kumimoji="0" lang="en-US" sz="3200" b="0"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14" name="Line 37">
            <a:extLst>
              <a:ext uri="{FF2B5EF4-FFF2-40B4-BE49-F238E27FC236}">
                <a16:creationId xmlns:a16="http://schemas.microsoft.com/office/drawing/2014/main" id="{C10F8C85-9164-1F4F-A92B-8FC407DA9F4E}"/>
              </a:ext>
            </a:extLst>
          </p:cNvPr>
          <p:cNvSpPr>
            <a:spLocks noChangeShapeType="1"/>
          </p:cNvSpPr>
          <p:nvPr/>
        </p:nvSpPr>
        <p:spPr bwMode="auto">
          <a:xfrm>
            <a:off x="9677271" y="5220336"/>
            <a:ext cx="609600" cy="0"/>
          </a:xfrm>
          <a:prstGeom prst="line">
            <a:avLst/>
          </a:prstGeom>
          <a:noFill/>
          <a:ln w="25400">
            <a:solidFill>
              <a:schemeClr val="accent3"/>
            </a:solidFill>
            <a:round/>
            <a:headEnd/>
            <a:tailEnd type="arrow" w="sm" len="med"/>
          </a:ln>
          <a:extLst>
            <a:ext uri="{909E8E84-426E-40DD-AFC4-6F175D3DCCD1}">
              <a14:hiddenFill xmlns:a14="http://schemas.microsoft.com/office/drawing/2010/main">
                <a:noFill/>
              </a14:hiddenFill>
            </a:ext>
          </a:extLst>
        </p:spPr>
        <p:txBody>
          <a:bodyPr/>
          <a:lstStyle/>
          <a:p>
            <a:pPr marL="0" marR="0" lvl="0" indent="0" algn="l" defTabSz="812810" rtl="0" eaLnBrk="1" fontAlgn="auto" latinLnBrk="0" hangingPunct="1">
              <a:lnSpc>
                <a:spcPct val="100000"/>
              </a:lnSpc>
              <a:spcBef>
                <a:spcPts val="0"/>
              </a:spcBef>
              <a:spcAft>
                <a:spcPts val="0"/>
              </a:spcAft>
              <a:buClrTx/>
              <a:buSzTx/>
              <a:buFontTx/>
              <a:buNone/>
              <a:tabLst/>
              <a:defRPr/>
            </a:pPr>
            <a:endParaRPr kumimoji="0" lang="en-US" sz="3200" b="0"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15" name="Line 38">
            <a:extLst>
              <a:ext uri="{FF2B5EF4-FFF2-40B4-BE49-F238E27FC236}">
                <a16:creationId xmlns:a16="http://schemas.microsoft.com/office/drawing/2014/main" id="{48341AB4-67D7-6D4B-88AD-F12FE4A374D0}"/>
              </a:ext>
            </a:extLst>
          </p:cNvPr>
          <p:cNvSpPr>
            <a:spLocks noChangeShapeType="1"/>
          </p:cNvSpPr>
          <p:nvPr/>
        </p:nvSpPr>
        <p:spPr bwMode="auto">
          <a:xfrm>
            <a:off x="9677271" y="5833111"/>
            <a:ext cx="609600" cy="0"/>
          </a:xfrm>
          <a:prstGeom prst="line">
            <a:avLst/>
          </a:prstGeom>
          <a:noFill/>
          <a:ln w="25400">
            <a:solidFill>
              <a:schemeClr val="accent2"/>
            </a:solidFill>
            <a:round/>
            <a:headEnd/>
            <a:tailEnd type="arrow" w="sm" len="med"/>
          </a:ln>
          <a:extLst>
            <a:ext uri="{909E8E84-426E-40DD-AFC4-6F175D3DCCD1}">
              <a14:hiddenFill xmlns:a14="http://schemas.microsoft.com/office/drawing/2010/main">
                <a:noFill/>
              </a14:hiddenFill>
            </a:ext>
          </a:extLst>
        </p:spPr>
        <p:txBody>
          <a:bodyPr/>
          <a:lstStyle/>
          <a:p>
            <a:pPr marL="0" marR="0" lvl="0" indent="0" algn="l" defTabSz="812810" rtl="0" eaLnBrk="1" fontAlgn="auto" latinLnBrk="0" hangingPunct="1">
              <a:lnSpc>
                <a:spcPct val="100000"/>
              </a:lnSpc>
              <a:spcBef>
                <a:spcPts val="0"/>
              </a:spcBef>
              <a:spcAft>
                <a:spcPts val="0"/>
              </a:spcAft>
              <a:buClrTx/>
              <a:buSzTx/>
              <a:buFontTx/>
              <a:buNone/>
              <a:tabLst/>
              <a:defRPr/>
            </a:pPr>
            <a:endParaRPr kumimoji="0" lang="en-US" sz="3200" b="0"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16" name="Text Box 48">
            <a:extLst>
              <a:ext uri="{FF2B5EF4-FFF2-40B4-BE49-F238E27FC236}">
                <a16:creationId xmlns:a16="http://schemas.microsoft.com/office/drawing/2014/main" id="{BBD6C0D8-0101-EB4C-8EBD-B7018FC4A2F7}"/>
              </a:ext>
            </a:extLst>
          </p:cNvPr>
          <p:cNvSpPr txBox="1">
            <a:spLocks noChangeArrowheads="1"/>
          </p:cNvSpPr>
          <p:nvPr/>
        </p:nvSpPr>
        <p:spPr bwMode="auto">
          <a:xfrm>
            <a:off x="10360818" y="5070779"/>
            <a:ext cx="4641240"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rgbClr val="FF9900"/>
              </a:buClr>
              <a:buChar char="•"/>
              <a:defRPr sz="3200" b="1">
                <a:solidFill>
                  <a:srgbClr val="01035B"/>
                </a:solidFill>
                <a:latin typeface="Arial" panose="020B0604020202020204" pitchFamily="34" charset="0"/>
              </a:defRPr>
            </a:lvl1pPr>
            <a:lvl2pPr marL="742950" indent="-285750">
              <a:spcBef>
                <a:spcPct val="20000"/>
              </a:spcBef>
              <a:buClr>
                <a:srgbClr val="FF9900"/>
              </a:buClr>
              <a:buChar char="–"/>
              <a:defRPr sz="2800" b="1">
                <a:solidFill>
                  <a:srgbClr val="01035B"/>
                </a:solidFill>
                <a:latin typeface="Arial" panose="020B0604020202020204" pitchFamily="34" charset="0"/>
              </a:defRPr>
            </a:lvl2pPr>
            <a:lvl3pPr marL="1143000" indent="-228600">
              <a:spcBef>
                <a:spcPct val="20000"/>
              </a:spcBef>
              <a:buClr>
                <a:srgbClr val="FF9900"/>
              </a:buClr>
              <a:buChar char="•"/>
              <a:defRPr sz="2400" b="1">
                <a:solidFill>
                  <a:srgbClr val="01035B"/>
                </a:solidFill>
                <a:latin typeface="Arial" panose="020B0604020202020204" pitchFamily="34" charset="0"/>
              </a:defRPr>
            </a:lvl3pPr>
            <a:lvl4pPr marL="1600200" indent="-228600">
              <a:spcBef>
                <a:spcPct val="20000"/>
              </a:spcBef>
              <a:buClr>
                <a:srgbClr val="FF9900"/>
              </a:buClr>
              <a:buChar char="–"/>
              <a:defRPr sz="2000" b="1">
                <a:solidFill>
                  <a:srgbClr val="01035B"/>
                </a:solidFill>
                <a:latin typeface="Arial" panose="020B0604020202020204" pitchFamily="34" charset="0"/>
              </a:defRPr>
            </a:lvl4pPr>
            <a:lvl5pPr marL="2057400" indent="-228600">
              <a:spcBef>
                <a:spcPct val="20000"/>
              </a:spcBef>
              <a:buClr>
                <a:srgbClr val="FF9900"/>
              </a:buClr>
              <a:buChar char="»"/>
              <a:defRPr sz="2000" b="1">
                <a:solidFill>
                  <a:srgbClr val="01035B"/>
                </a:solidFill>
                <a:latin typeface="Arial" panose="020B0604020202020204" pitchFamily="34" charset="0"/>
              </a:defRPr>
            </a:lvl5pPr>
            <a:lvl6pPr marL="25146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6pPr>
            <a:lvl7pPr marL="29718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7pPr>
            <a:lvl8pPr marL="34290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8pPr>
            <a:lvl9pPr marL="38862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9pPr>
          </a:lstStyle>
          <a:p>
            <a:pPr marL="0" marR="0" lvl="0" indent="0" algn="l" defTabSz="812810" rtl="0" eaLnBrk="1" fontAlgn="auto" latinLnBrk="0" hangingPunct="1">
              <a:lnSpc>
                <a:spcPct val="100000"/>
              </a:lnSpc>
              <a:spcBef>
                <a:spcPct val="0"/>
              </a:spcBef>
              <a:spcAft>
                <a:spcPts val="0"/>
              </a:spcAft>
              <a:buClrTx/>
              <a:buSzTx/>
              <a:buFontTx/>
              <a:buNone/>
              <a:tabLst/>
              <a:defRPr/>
            </a:pPr>
            <a:r>
              <a:rPr kumimoji="0" lang="en-US" altLang="fr-FR" sz="1600" b="0" i="0" u="none" strike="noStrike" kern="1200" cap="none" spc="0" normalizeH="0" baseline="0" noProof="0">
                <a:ln>
                  <a:noFill/>
                </a:ln>
                <a:solidFill>
                  <a:srgbClr val="ADA400"/>
                </a:solidFill>
                <a:effectLst/>
                <a:uLnTx/>
                <a:uFillTx/>
                <a:latin typeface="Arial" panose="020B0604020202020204" pitchFamily="34" charset="0"/>
                <a:ea typeface="+mn-ea"/>
                <a:cs typeface="Arial" panose="020B0604020202020204" pitchFamily="34" charset="0"/>
              </a:rPr>
              <a:t>Total Organic Carbon (18 mg)</a:t>
            </a:r>
          </a:p>
        </p:txBody>
      </p:sp>
      <p:sp>
        <p:nvSpPr>
          <p:cNvPr id="17" name="Text Box 56">
            <a:extLst>
              <a:ext uri="{FF2B5EF4-FFF2-40B4-BE49-F238E27FC236}">
                <a16:creationId xmlns:a16="http://schemas.microsoft.com/office/drawing/2014/main" id="{6F2420BE-001F-CF4D-82A3-83D7459DCB5D}"/>
              </a:ext>
            </a:extLst>
          </p:cNvPr>
          <p:cNvSpPr txBox="1">
            <a:spLocks noChangeArrowheads="1"/>
          </p:cNvSpPr>
          <p:nvPr/>
        </p:nvSpPr>
        <p:spPr bwMode="auto">
          <a:xfrm>
            <a:off x="10360818" y="3972229"/>
            <a:ext cx="4766679"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rgbClr val="FF9900"/>
              </a:buClr>
              <a:buChar char="•"/>
              <a:defRPr sz="3200" b="1">
                <a:solidFill>
                  <a:srgbClr val="01035B"/>
                </a:solidFill>
                <a:latin typeface="Arial" panose="020B0604020202020204" pitchFamily="34" charset="0"/>
              </a:defRPr>
            </a:lvl1pPr>
            <a:lvl2pPr marL="742950" indent="-285750">
              <a:spcBef>
                <a:spcPct val="20000"/>
              </a:spcBef>
              <a:buClr>
                <a:srgbClr val="FF9900"/>
              </a:buClr>
              <a:buChar char="–"/>
              <a:defRPr sz="2800" b="1">
                <a:solidFill>
                  <a:srgbClr val="01035B"/>
                </a:solidFill>
                <a:latin typeface="Arial" panose="020B0604020202020204" pitchFamily="34" charset="0"/>
              </a:defRPr>
            </a:lvl2pPr>
            <a:lvl3pPr marL="1143000" indent="-228600">
              <a:spcBef>
                <a:spcPct val="20000"/>
              </a:spcBef>
              <a:buClr>
                <a:srgbClr val="FF9900"/>
              </a:buClr>
              <a:buChar char="•"/>
              <a:defRPr sz="2400" b="1">
                <a:solidFill>
                  <a:srgbClr val="01035B"/>
                </a:solidFill>
                <a:latin typeface="Arial" panose="020B0604020202020204" pitchFamily="34" charset="0"/>
              </a:defRPr>
            </a:lvl3pPr>
            <a:lvl4pPr marL="1600200" indent="-228600">
              <a:spcBef>
                <a:spcPct val="20000"/>
              </a:spcBef>
              <a:buClr>
                <a:srgbClr val="FF9900"/>
              </a:buClr>
              <a:buChar char="–"/>
              <a:defRPr sz="2000" b="1">
                <a:solidFill>
                  <a:srgbClr val="01035B"/>
                </a:solidFill>
                <a:latin typeface="Arial" panose="020B0604020202020204" pitchFamily="34" charset="0"/>
              </a:defRPr>
            </a:lvl4pPr>
            <a:lvl5pPr marL="2057400" indent="-228600">
              <a:spcBef>
                <a:spcPct val="20000"/>
              </a:spcBef>
              <a:buClr>
                <a:srgbClr val="FF9900"/>
              </a:buClr>
              <a:buChar char="»"/>
              <a:defRPr sz="2000" b="1">
                <a:solidFill>
                  <a:srgbClr val="01035B"/>
                </a:solidFill>
                <a:latin typeface="Arial" panose="020B0604020202020204" pitchFamily="34" charset="0"/>
              </a:defRPr>
            </a:lvl5pPr>
            <a:lvl6pPr marL="25146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6pPr>
            <a:lvl7pPr marL="29718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7pPr>
            <a:lvl8pPr marL="34290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8pPr>
            <a:lvl9pPr marL="38862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9pPr>
          </a:lstStyle>
          <a:p>
            <a:pPr marL="0" marR="0" lvl="0" indent="0" algn="l" defTabSz="812810" rtl="0" eaLnBrk="1" fontAlgn="auto" latinLnBrk="0" hangingPunct="1">
              <a:lnSpc>
                <a:spcPct val="100000"/>
              </a:lnSpc>
              <a:spcBef>
                <a:spcPct val="0"/>
              </a:spcBef>
              <a:spcAft>
                <a:spcPts val="0"/>
              </a:spcAft>
              <a:buClrTx/>
              <a:buSzTx/>
              <a:buFontTx/>
              <a:buNone/>
              <a:tabLst/>
              <a:defRPr/>
            </a:pPr>
            <a:r>
              <a:rPr kumimoji="0" lang="en-US" altLang="fr-FR" sz="1600" b="0" i="0" u="none" strike="noStrike" kern="1200" cap="none" spc="0" normalizeH="0" baseline="0" noProof="0" dirty="0">
                <a:ln>
                  <a:noFill/>
                </a:ln>
                <a:solidFill>
                  <a:srgbClr val="ADA400"/>
                </a:solidFill>
                <a:effectLst/>
                <a:uLnTx/>
                <a:uFillTx/>
                <a:latin typeface="Arial" panose="020B0604020202020204" pitchFamily="34" charset="0"/>
                <a:ea typeface="+mn-ea"/>
                <a:cs typeface="Arial" panose="020B0604020202020204" pitchFamily="34" charset="0"/>
              </a:rPr>
              <a:t>Sodium, ion (1.28 g)</a:t>
            </a:r>
          </a:p>
        </p:txBody>
      </p:sp>
      <p:sp>
        <p:nvSpPr>
          <p:cNvPr id="18" name="Line 18">
            <a:extLst>
              <a:ext uri="{FF2B5EF4-FFF2-40B4-BE49-F238E27FC236}">
                <a16:creationId xmlns:a16="http://schemas.microsoft.com/office/drawing/2014/main" id="{1FBB4A09-1CBA-F84F-92BD-66CD487E0B15}"/>
              </a:ext>
            </a:extLst>
          </p:cNvPr>
          <p:cNvSpPr>
            <a:spLocks noChangeShapeType="1"/>
          </p:cNvSpPr>
          <p:nvPr/>
        </p:nvSpPr>
        <p:spPr bwMode="auto">
          <a:xfrm>
            <a:off x="7056065" y="4715217"/>
            <a:ext cx="609600" cy="0"/>
          </a:xfrm>
          <a:prstGeom prst="line">
            <a:avLst/>
          </a:prstGeom>
          <a:noFill/>
          <a:ln w="25400">
            <a:solidFill>
              <a:schemeClr val="accent2"/>
            </a:solidFill>
            <a:round/>
            <a:headEnd/>
            <a:tailEnd type="arrow" w="sm" len="med"/>
          </a:ln>
          <a:extLst>
            <a:ext uri="{909E8E84-426E-40DD-AFC4-6F175D3DCCD1}">
              <a14:hiddenFill xmlns:a14="http://schemas.microsoft.com/office/drawing/2010/main">
                <a:noFill/>
              </a14:hiddenFill>
            </a:ext>
          </a:extLst>
        </p:spPr>
        <p:txBody>
          <a:bodyPr/>
          <a:lstStyle/>
          <a:p>
            <a:pPr marL="0" marR="0" lvl="0" indent="0" algn="l" defTabSz="812810" rtl="0" eaLnBrk="1" fontAlgn="auto" latinLnBrk="0" hangingPunct="1">
              <a:lnSpc>
                <a:spcPct val="100000"/>
              </a:lnSpc>
              <a:spcBef>
                <a:spcPts val="0"/>
              </a:spcBef>
              <a:spcAft>
                <a:spcPts val="0"/>
              </a:spcAft>
              <a:buClrTx/>
              <a:buSzTx/>
              <a:buFontTx/>
              <a:buNone/>
              <a:tabLst/>
              <a:defRPr/>
            </a:pPr>
            <a:endParaRPr kumimoji="0" lang="en-US" sz="3200" b="0"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19" name="Text Box 25">
            <a:extLst>
              <a:ext uri="{FF2B5EF4-FFF2-40B4-BE49-F238E27FC236}">
                <a16:creationId xmlns:a16="http://schemas.microsoft.com/office/drawing/2014/main" id="{0E15C6EE-1E99-AA4F-8189-A77D9EF5B350}"/>
              </a:ext>
            </a:extLst>
          </p:cNvPr>
          <p:cNvSpPr txBox="1">
            <a:spLocks noChangeArrowheads="1"/>
          </p:cNvSpPr>
          <p:nvPr/>
        </p:nvSpPr>
        <p:spPr bwMode="auto">
          <a:xfrm>
            <a:off x="3106258" y="4534537"/>
            <a:ext cx="3983477"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rgbClr val="FF9900"/>
              </a:buClr>
              <a:buChar char="•"/>
              <a:defRPr sz="3200" b="1">
                <a:solidFill>
                  <a:srgbClr val="01035B"/>
                </a:solidFill>
                <a:latin typeface="Arial" panose="020B0604020202020204" pitchFamily="34" charset="0"/>
              </a:defRPr>
            </a:lvl1pPr>
            <a:lvl2pPr marL="742950" indent="-285750">
              <a:spcBef>
                <a:spcPct val="20000"/>
              </a:spcBef>
              <a:buClr>
                <a:srgbClr val="FF9900"/>
              </a:buClr>
              <a:buChar char="–"/>
              <a:defRPr sz="2800" b="1">
                <a:solidFill>
                  <a:srgbClr val="01035B"/>
                </a:solidFill>
                <a:latin typeface="Arial" panose="020B0604020202020204" pitchFamily="34" charset="0"/>
              </a:defRPr>
            </a:lvl2pPr>
            <a:lvl3pPr marL="1143000" indent="-228600">
              <a:spcBef>
                <a:spcPct val="20000"/>
              </a:spcBef>
              <a:buClr>
                <a:srgbClr val="FF9900"/>
              </a:buClr>
              <a:buChar char="•"/>
              <a:defRPr sz="2400" b="1">
                <a:solidFill>
                  <a:srgbClr val="01035B"/>
                </a:solidFill>
                <a:latin typeface="Arial" panose="020B0604020202020204" pitchFamily="34" charset="0"/>
              </a:defRPr>
            </a:lvl3pPr>
            <a:lvl4pPr marL="1600200" indent="-228600">
              <a:spcBef>
                <a:spcPct val="20000"/>
              </a:spcBef>
              <a:buClr>
                <a:srgbClr val="FF9900"/>
              </a:buClr>
              <a:buChar char="–"/>
              <a:defRPr sz="2000" b="1">
                <a:solidFill>
                  <a:srgbClr val="01035B"/>
                </a:solidFill>
                <a:latin typeface="Arial" panose="020B0604020202020204" pitchFamily="34" charset="0"/>
              </a:defRPr>
            </a:lvl4pPr>
            <a:lvl5pPr marL="2057400" indent="-228600">
              <a:spcBef>
                <a:spcPct val="20000"/>
              </a:spcBef>
              <a:buClr>
                <a:srgbClr val="FF9900"/>
              </a:buClr>
              <a:buChar char="»"/>
              <a:defRPr sz="2000" b="1">
                <a:solidFill>
                  <a:srgbClr val="01035B"/>
                </a:solidFill>
                <a:latin typeface="Arial" panose="020B0604020202020204" pitchFamily="34" charset="0"/>
              </a:defRPr>
            </a:lvl5pPr>
            <a:lvl6pPr marL="25146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6pPr>
            <a:lvl7pPr marL="29718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7pPr>
            <a:lvl8pPr marL="34290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8pPr>
            <a:lvl9pPr marL="38862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9pPr>
          </a:lstStyle>
          <a:p>
            <a:pPr marL="0" marR="0" lvl="0" indent="0" algn="r" defTabSz="812810" rtl="0" eaLnBrk="1" fontAlgn="auto" latinLnBrk="0" hangingPunct="1">
              <a:lnSpc>
                <a:spcPct val="100000"/>
              </a:lnSpc>
              <a:spcBef>
                <a:spcPct val="0"/>
              </a:spcBef>
              <a:spcAft>
                <a:spcPts val="0"/>
              </a:spcAft>
              <a:buClrTx/>
              <a:buSzTx/>
              <a:buFontTx/>
              <a:buNone/>
              <a:tabLst/>
              <a:defRPr/>
            </a:pPr>
            <a:r>
              <a:rPr kumimoji="0" lang="en-US" altLang="fr-FR" sz="1600" b="0" i="0" u="none" strike="noStrike" kern="1200" cap="none" spc="0" normalizeH="0" baseline="0" noProof="0" dirty="0">
                <a:ln>
                  <a:noFill/>
                </a:ln>
                <a:solidFill>
                  <a:srgbClr val="9A3324"/>
                </a:solidFill>
                <a:effectLst/>
                <a:uLnTx/>
                <a:uFillTx/>
                <a:latin typeface="Arial" panose="020B0604020202020204" pitchFamily="34" charset="0"/>
                <a:ea typeface="+mn-ea"/>
                <a:cs typeface="Arial" panose="020B0604020202020204" pitchFamily="34" charset="0"/>
              </a:rPr>
              <a:t>Electricity, medium voltage (0.14 kWh)</a:t>
            </a:r>
          </a:p>
        </p:txBody>
      </p:sp>
      <p:sp>
        <p:nvSpPr>
          <p:cNvPr id="20" name="Text Box 51">
            <a:extLst>
              <a:ext uri="{FF2B5EF4-FFF2-40B4-BE49-F238E27FC236}">
                <a16:creationId xmlns:a16="http://schemas.microsoft.com/office/drawing/2014/main" id="{F4A87F9E-CE80-8548-9243-C10A5AF58A43}"/>
              </a:ext>
            </a:extLst>
          </p:cNvPr>
          <p:cNvSpPr txBox="1">
            <a:spLocks noChangeArrowheads="1"/>
          </p:cNvSpPr>
          <p:nvPr/>
        </p:nvSpPr>
        <p:spPr bwMode="auto">
          <a:xfrm>
            <a:off x="10360818" y="3372486"/>
            <a:ext cx="4766679"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rgbClr val="FF9900"/>
              </a:buClr>
              <a:buChar char="•"/>
              <a:defRPr sz="3200" b="1">
                <a:solidFill>
                  <a:srgbClr val="01035B"/>
                </a:solidFill>
                <a:latin typeface="Arial" panose="020B0604020202020204" pitchFamily="34" charset="0"/>
              </a:defRPr>
            </a:lvl1pPr>
            <a:lvl2pPr marL="742950" indent="-285750">
              <a:spcBef>
                <a:spcPct val="20000"/>
              </a:spcBef>
              <a:buClr>
                <a:srgbClr val="FF9900"/>
              </a:buClr>
              <a:buChar char="–"/>
              <a:defRPr sz="2800" b="1">
                <a:solidFill>
                  <a:srgbClr val="01035B"/>
                </a:solidFill>
                <a:latin typeface="Arial" panose="020B0604020202020204" pitchFamily="34" charset="0"/>
              </a:defRPr>
            </a:lvl2pPr>
            <a:lvl3pPr marL="1143000" indent="-228600">
              <a:spcBef>
                <a:spcPct val="20000"/>
              </a:spcBef>
              <a:buClr>
                <a:srgbClr val="FF9900"/>
              </a:buClr>
              <a:buChar char="•"/>
              <a:defRPr sz="2400" b="1">
                <a:solidFill>
                  <a:srgbClr val="01035B"/>
                </a:solidFill>
                <a:latin typeface="Arial" panose="020B0604020202020204" pitchFamily="34" charset="0"/>
              </a:defRPr>
            </a:lvl3pPr>
            <a:lvl4pPr marL="1600200" indent="-228600">
              <a:spcBef>
                <a:spcPct val="20000"/>
              </a:spcBef>
              <a:buClr>
                <a:srgbClr val="FF9900"/>
              </a:buClr>
              <a:buChar char="–"/>
              <a:defRPr sz="2000" b="1">
                <a:solidFill>
                  <a:srgbClr val="01035B"/>
                </a:solidFill>
                <a:latin typeface="Arial" panose="020B0604020202020204" pitchFamily="34" charset="0"/>
              </a:defRPr>
            </a:lvl4pPr>
            <a:lvl5pPr marL="2057400" indent="-228600">
              <a:spcBef>
                <a:spcPct val="20000"/>
              </a:spcBef>
              <a:buClr>
                <a:srgbClr val="FF9900"/>
              </a:buClr>
              <a:buChar char="»"/>
              <a:defRPr sz="2000" b="1">
                <a:solidFill>
                  <a:srgbClr val="01035B"/>
                </a:solidFill>
                <a:latin typeface="Arial" panose="020B0604020202020204" pitchFamily="34" charset="0"/>
              </a:defRPr>
            </a:lvl5pPr>
            <a:lvl6pPr marL="25146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6pPr>
            <a:lvl7pPr marL="29718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7pPr>
            <a:lvl8pPr marL="34290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8pPr>
            <a:lvl9pPr marL="38862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9pPr>
          </a:lstStyle>
          <a:p>
            <a:pPr marL="0" marR="0" lvl="0" indent="0" algn="l" defTabSz="812810" rtl="0" eaLnBrk="1" fontAlgn="auto" latinLnBrk="0" hangingPunct="1">
              <a:lnSpc>
                <a:spcPct val="100000"/>
              </a:lnSpc>
              <a:spcBef>
                <a:spcPct val="0"/>
              </a:spcBef>
              <a:spcAft>
                <a:spcPts val="0"/>
              </a:spcAft>
              <a:buClrTx/>
              <a:buSzTx/>
              <a:buFontTx/>
              <a:buNone/>
              <a:tabLst/>
              <a:defRPr/>
            </a:pPr>
            <a:r>
              <a:rPr kumimoji="0" lang="en-US" altLang="fr-FR" sz="1600" b="0" i="0" u="none" strike="noStrike" kern="1200" cap="none" spc="0" normalizeH="0" baseline="0" noProof="0">
                <a:ln>
                  <a:noFill/>
                </a:ln>
                <a:solidFill>
                  <a:srgbClr val="ADA400"/>
                </a:solidFill>
                <a:effectLst/>
                <a:uLnTx/>
                <a:uFillTx/>
                <a:latin typeface="Arial" panose="020B0604020202020204" pitchFamily="34" charset="0"/>
                <a:ea typeface="+mn-ea"/>
                <a:cs typeface="Arial" panose="020B0604020202020204" pitchFamily="34" charset="0"/>
              </a:rPr>
              <a:t>Heat, waste (0.503 MJ)</a:t>
            </a:r>
          </a:p>
        </p:txBody>
      </p:sp>
      <p:sp>
        <p:nvSpPr>
          <p:cNvPr id="21" name="Text Box 48">
            <a:extLst>
              <a:ext uri="{FF2B5EF4-FFF2-40B4-BE49-F238E27FC236}">
                <a16:creationId xmlns:a16="http://schemas.microsoft.com/office/drawing/2014/main" id="{12173582-3D89-0941-8F5D-B06A11F42B4C}"/>
              </a:ext>
            </a:extLst>
          </p:cNvPr>
          <p:cNvSpPr txBox="1">
            <a:spLocks noChangeArrowheads="1"/>
          </p:cNvSpPr>
          <p:nvPr/>
        </p:nvSpPr>
        <p:spPr bwMode="auto">
          <a:xfrm>
            <a:off x="10360818" y="5656899"/>
            <a:ext cx="4641240"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rgbClr val="FF9900"/>
              </a:buClr>
              <a:buChar char="•"/>
              <a:defRPr sz="3200" b="1">
                <a:solidFill>
                  <a:srgbClr val="01035B"/>
                </a:solidFill>
                <a:latin typeface="Arial" panose="020B0604020202020204" pitchFamily="34" charset="0"/>
              </a:defRPr>
            </a:lvl1pPr>
            <a:lvl2pPr marL="742950" indent="-285750">
              <a:spcBef>
                <a:spcPct val="20000"/>
              </a:spcBef>
              <a:buClr>
                <a:srgbClr val="FF9900"/>
              </a:buClr>
              <a:buChar char="–"/>
              <a:defRPr sz="2800" b="1">
                <a:solidFill>
                  <a:srgbClr val="01035B"/>
                </a:solidFill>
                <a:latin typeface="Arial" panose="020B0604020202020204" pitchFamily="34" charset="0"/>
              </a:defRPr>
            </a:lvl2pPr>
            <a:lvl3pPr marL="1143000" indent="-228600">
              <a:spcBef>
                <a:spcPct val="20000"/>
              </a:spcBef>
              <a:buClr>
                <a:srgbClr val="FF9900"/>
              </a:buClr>
              <a:buChar char="•"/>
              <a:defRPr sz="2400" b="1">
                <a:solidFill>
                  <a:srgbClr val="01035B"/>
                </a:solidFill>
                <a:latin typeface="Arial" panose="020B0604020202020204" pitchFamily="34" charset="0"/>
              </a:defRPr>
            </a:lvl3pPr>
            <a:lvl4pPr marL="1600200" indent="-228600">
              <a:spcBef>
                <a:spcPct val="20000"/>
              </a:spcBef>
              <a:buClr>
                <a:srgbClr val="FF9900"/>
              </a:buClr>
              <a:buChar char="–"/>
              <a:defRPr sz="2000" b="1">
                <a:solidFill>
                  <a:srgbClr val="01035B"/>
                </a:solidFill>
                <a:latin typeface="Arial" panose="020B0604020202020204" pitchFamily="34" charset="0"/>
              </a:defRPr>
            </a:lvl4pPr>
            <a:lvl5pPr marL="2057400" indent="-228600">
              <a:spcBef>
                <a:spcPct val="20000"/>
              </a:spcBef>
              <a:buClr>
                <a:srgbClr val="FF9900"/>
              </a:buClr>
              <a:buChar char="»"/>
              <a:defRPr sz="2000" b="1">
                <a:solidFill>
                  <a:srgbClr val="01035B"/>
                </a:solidFill>
                <a:latin typeface="Arial" panose="020B0604020202020204" pitchFamily="34" charset="0"/>
              </a:defRPr>
            </a:lvl5pPr>
            <a:lvl6pPr marL="25146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6pPr>
            <a:lvl7pPr marL="29718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7pPr>
            <a:lvl8pPr marL="34290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8pPr>
            <a:lvl9pPr marL="38862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9pPr>
          </a:lstStyle>
          <a:p>
            <a:pPr marL="0" marR="0" lvl="0" indent="0" algn="l" defTabSz="812810" rtl="0" eaLnBrk="1" fontAlgn="auto" latinLnBrk="0" hangingPunct="1">
              <a:lnSpc>
                <a:spcPct val="100000"/>
              </a:lnSpc>
              <a:spcBef>
                <a:spcPct val="0"/>
              </a:spcBef>
              <a:spcAft>
                <a:spcPts val="0"/>
              </a:spcAft>
              <a:buClrTx/>
              <a:buSzTx/>
              <a:buFontTx/>
              <a:buNone/>
              <a:tabLst/>
              <a:defRPr/>
            </a:pPr>
            <a:r>
              <a:rPr kumimoji="0" lang="en-US" altLang="fr-FR" sz="1600" b="0" i="0" u="none" strike="noStrike" kern="1200" cap="none" spc="0" normalizeH="0" baseline="0" noProof="0" dirty="0" err="1">
                <a:ln>
                  <a:noFill/>
                </a:ln>
                <a:solidFill>
                  <a:srgbClr val="9A3324"/>
                </a:solidFill>
                <a:effectLst/>
                <a:uLnTx/>
                <a:uFillTx/>
                <a:latin typeface="Arial" panose="020B0604020202020204" pitchFamily="34" charset="0"/>
                <a:ea typeface="+mn-ea"/>
                <a:cs typeface="Arial" panose="020B0604020202020204" pitchFamily="34" charset="0"/>
              </a:rPr>
              <a:t>Redmud</a:t>
            </a:r>
            <a:r>
              <a:rPr kumimoji="0" lang="en-US" altLang="fr-FR" sz="1600" b="0" i="0" u="none" strike="noStrike" kern="1200" cap="none" spc="0" normalizeH="0" baseline="0" noProof="0" dirty="0">
                <a:ln>
                  <a:noFill/>
                </a:ln>
                <a:solidFill>
                  <a:srgbClr val="9A3324"/>
                </a:solidFill>
                <a:effectLst/>
                <a:uLnTx/>
                <a:uFillTx/>
                <a:latin typeface="Arial" panose="020B0604020202020204" pitchFamily="34" charset="0"/>
                <a:ea typeface="+mn-ea"/>
                <a:cs typeface="Arial" panose="020B0604020202020204" pitchFamily="34" charset="0"/>
              </a:rPr>
              <a:t> from bauxite digestion (0.47 kg)</a:t>
            </a:r>
          </a:p>
        </p:txBody>
      </p:sp>
      <p:sp>
        <p:nvSpPr>
          <p:cNvPr id="22" name="Line 35">
            <a:extLst>
              <a:ext uri="{FF2B5EF4-FFF2-40B4-BE49-F238E27FC236}">
                <a16:creationId xmlns:a16="http://schemas.microsoft.com/office/drawing/2014/main" id="{C1CAB0B0-05BB-0341-B834-099F2B5FD101}"/>
              </a:ext>
            </a:extLst>
          </p:cNvPr>
          <p:cNvSpPr>
            <a:spLocks noChangeShapeType="1"/>
          </p:cNvSpPr>
          <p:nvPr/>
        </p:nvSpPr>
        <p:spPr bwMode="auto">
          <a:xfrm>
            <a:off x="9675683" y="4123374"/>
            <a:ext cx="609600" cy="0"/>
          </a:xfrm>
          <a:prstGeom prst="line">
            <a:avLst/>
          </a:prstGeom>
          <a:noFill/>
          <a:ln w="25400">
            <a:solidFill>
              <a:schemeClr val="accent3"/>
            </a:solidFill>
            <a:round/>
            <a:headEnd/>
            <a:tailEnd type="arrow" w="sm" len="med"/>
          </a:ln>
          <a:extLst>
            <a:ext uri="{909E8E84-426E-40DD-AFC4-6F175D3DCCD1}">
              <a14:hiddenFill xmlns:a14="http://schemas.microsoft.com/office/drawing/2010/main">
                <a:noFill/>
              </a14:hiddenFill>
            </a:ext>
          </a:extLst>
        </p:spPr>
        <p:txBody>
          <a:bodyPr/>
          <a:lstStyle/>
          <a:p>
            <a:pPr marL="0" marR="0" lvl="0" indent="0" algn="l" defTabSz="812810" rtl="0" eaLnBrk="1" fontAlgn="auto" latinLnBrk="0" hangingPunct="1">
              <a:lnSpc>
                <a:spcPct val="100000"/>
              </a:lnSpc>
              <a:spcBef>
                <a:spcPts val="0"/>
              </a:spcBef>
              <a:spcAft>
                <a:spcPts val="0"/>
              </a:spcAft>
              <a:buClrTx/>
              <a:buSzTx/>
              <a:buFontTx/>
              <a:buNone/>
              <a:tabLst/>
              <a:defRPr/>
            </a:pPr>
            <a:endParaRPr kumimoji="0" lang="en-US" sz="3200" b="0"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23" name="Line 35">
            <a:extLst>
              <a:ext uri="{FF2B5EF4-FFF2-40B4-BE49-F238E27FC236}">
                <a16:creationId xmlns:a16="http://schemas.microsoft.com/office/drawing/2014/main" id="{E2F42617-84F3-084E-95DF-BF384C0CC3CC}"/>
              </a:ext>
            </a:extLst>
          </p:cNvPr>
          <p:cNvSpPr>
            <a:spLocks noChangeShapeType="1"/>
          </p:cNvSpPr>
          <p:nvPr/>
        </p:nvSpPr>
        <p:spPr bwMode="auto">
          <a:xfrm>
            <a:off x="9675683" y="3567749"/>
            <a:ext cx="609600" cy="0"/>
          </a:xfrm>
          <a:prstGeom prst="line">
            <a:avLst/>
          </a:prstGeom>
          <a:noFill/>
          <a:ln w="25400">
            <a:solidFill>
              <a:schemeClr val="accent3"/>
            </a:solidFill>
            <a:round/>
            <a:headEnd/>
            <a:tailEnd type="arrow" w="sm" len="med"/>
          </a:ln>
          <a:extLst>
            <a:ext uri="{909E8E84-426E-40DD-AFC4-6F175D3DCCD1}">
              <a14:hiddenFill xmlns:a14="http://schemas.microsoft.com/office/drawing/2010/main">
                <a:noFill/>
              </a14:hiddenFill>
            </a:ext>
          </a:extLst>
        </p:spPr>
        <p:txBody>
          <a:bodyPr/>
          <a:lstStyle/>
          <a:p>
            <a:pPr marL="0" marR="0" lvl="0" indent="0" algn="l" defTabSz="812810" rtl="0" eaLnBrk="1" fontAlgn="auto" latinLnBrk="0" hangingPunct="1">
              <a:lnSpc>
                <a:spcPct val="100000"/>
              </a:lnSpc>
              <a:spcBef>
                <a:spcPts val="0"/>
              </a:spcBef>
              <a:spcAft>
                <a:spcPts val="0"/>
              </a:spcAft>
              <a:buClrTx/>
              <a:buSzTx/>
              <a:buFontTx/>
              <a:buNone/>
              <a:tabLst/>
              <a:defRPr/>
            </a:pPr>
            <a:endParaRPr kumimoji="0" lang="en-US" sz="3200" b="0" i="0" u="none" strike="noStrike" kern="1200" cap="none" spc="0" normalizeH="0" baseline="0" noProof="0">
              <a:ln>
                <a:noFill/>
              </a:ln>
              <a:solidFill>
                <a:srgbClr val="000000"/>
              </a:solidFill>
              <a:effectLst/>
              <a:uLnTx/>
              <a:uFillTx/>
              <a:latin typeface="Arial" panose="020B0604020202020204"/>
              <a:ea typeface="+mn-ea"/>
              <a:cs typeface="+mn-cs"/>
            </a:endParaRPr>
          </a:p>
        </p:txBody>
      </p:sp>
      <p:pic>
        <p:nvPicPr>
          <p:cNvPr id="26" name="Picture 2" descr="http://slnewmaterials.com/en/uploadfile/2019/0128/20190128025711332.jpg">
            <a:extLst>
              <a:ext uri="{FF2B5EF4-FFF2-40B4-BE49-F238E27FC236}">
                <a16:creationId xmlns:a16="http://schemas.microsoft.com/office/drawing/2014/main" id="{AAB3574F-DABF-2943-8BBE-2CC6148C4866}"/>
              </a:ext>
            </a:extLst>
          </p:cNvPr>
          <p:cNvPicPr>
            <a:picLocks noChangeAspect="1" noChangeArrowheads="1"/>
          </p:cNvPicPr>
          <p:nvPr/>
        </p:nvPicPr>
        <p:blipFill>
          <a:blip r:embed="rId2" cstate="screen">
            <a:extLst>
              <a:ext uri="{28A0092B-C50C-407E-A947-70E740481C1C}">
                <a14:useLocalDpi xmlns:a14="http://schemas.microsoft.com/office/drawing/2010/main"/>
              </a:ext>
            </a:extLst>
          </a:blip>
          <a:srcRect/>
          <a:stretch>
            <a:fillRect/>
          </a:stretch>
        </p:blipFill>
        <p:spPr bwMode="auto">
          <a:xfrm>
            <a:off x="7983830" y="5054170"/>
            <a:ext cx="1366837" cy="750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7" name="Picture 1">
            <a:extLst>
              <a:ext uri="{FF2B5EF4-FFF2-40B4-BE49-F238E27FC236}">
                <a16:creationId xmlns:a16="http://schemas.microsoft.com/office/drawing/2014/main" id="{C02F86CF-2071-0148-9ECF-3C21A9902C2A}"/>
              </a:ext>
            </a:extLst>
          </p:cNvPr>
          <p:cNvPicPr>
            <a:picLocks noChangeAspect="1"/>
          </p:cNvPicPr>
          <p:nvPr/>
        </p:nvPicPr>
        <p:blipFill>
          <a:blip r:embed="rId3" cstate="screen">
            <a:extLst>
              <a:ext uri="{28A0092B-C50C-407E-A947-70E740481C1C}">
                <a14:useLocalDpi xmlns:a14="http://schemas.microsoft.com/office/drawing/2010/main"/>
              </a:ext>
            </a:extLst>
          </a:blip>
          <a:srcRect/>
          <a:stretch>
            <a:fillRect/>
          </a:stretch>
        </p:blipFill>
        <p:spPr bwMode="auto">
          <a:xfrm>
            <a:off x="989201" y="1498230"/>
            <a:ext cx="1057572" cy="7260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8" name="TextBox 55">
            <a:extLst>
              <a:ext uri="{FF2B5EF4-FFF2-40B4-BE49-F238E27FC236}">
                <a16:creationId xmlns:a16="http://schemas.microsoft.com/office/drawing/2014/main" id="{73577821-9204-494B-A4BE-257CB77BCEE6}"/>
              </a:ext>
            </a:extLst>
          </p:cNvPr>
          <p:cNvSpPr txBox="1">
            <a:spLocks noChangeArrowheads="1"/>
          </p:cNvSpPr>
          <p:nvPr/>
        </p:nvSpPr>
        <p:spPr bwMode="auto">
          <a:xfrm>
            <a:off x="975794" y="2299075"/>
            <a:ext cx="2513236" cy="3079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812810" rtl="0" eaLnBrk="1" fontAlgn="auto" latinLnBrk="0" hangingPunct="1">
              <a:lnSpc>
                <a:spcPct val="100000"/>
              </a:lnSpc>
              <a:spcBef>
                <a:spcPts val="0"/>
              </a:spcBef>
              <a:spcAft>
                <a:spcPts val="0"/>
              </a:spcAft>
              <a:buClrTx/>
              <a:buSzTx/>
              <a:buFontTx/>
              <a:buNone/>
              <a:tabLst/>
              <a:defRPr/>
            </a:pPr>
            <a:r>
              <a:rPr kumimoji="0" lang="en-US" altLang="en-US" sz="1400" b="0" i="0" u="none" strike="noStrike" kern="1200" cap="none" spc="0" normalizeH="0" baseline="0" noProof="0" dirty="0" err="1">
                <a:ln>
                  <a:noFill/>
                </a:ln>
                <a:solidFill>
                  <a:srgbClr val="000000">
                    <a:lumMod val="50000"/>
                    <a:lumOff val="50000"/>
                  </a:srgbClr>
                </a:solidFill>
                <a:effectLst/>
                <a:uLnTx/>
                <a:uFillTx/>
                <a:latin typeface="Arial" panose="020B0604020202020204" pitchFamily="34" charset="0"/>
                <a:ea typeface="+mn-ea"/>
                <a:cs typeface="+mn-cs"/>
              </a:rPr>
              <a:t>ecoinvent</a:t>
            </a:r>
            <a:r>
              <a:rPr kumimoji="0" lang="en-US" altLang="en-US" sz="1400" b="0" i="0" u="none" strike="noStrike" kern="1200" cap="none" spc="0" normalizeH="0" baseline="0" noProof="0" dirty="0">
                <a:ln>
                  <a:noFill/>
                </a:ln>
                <a:solidFill>
                  <a:srgbClr val="000000">
                    <a:lumMod val="50000"/>
                    <a:lumOff val="50000"/>
                  </a:srgbClr>
                </a:solidFill>
                <a:effectLst/>
                <a:uLnTx/>
                <a:uFillTx/>
                <a:latin typeface="Arial" panose="020B0604020202020204" pitchFamily="34" charset="0"/>
                <a:ea typeface="+mn-ea"/>
                <a:cs typeface="+mn-cs"/>
              </a:rPr>
              <a:t> LCI database v.2.2 </a:t>
            </a:r>
          </a:p>
        </p:txBody>
      </p:sp>
      <p:sp>
        <p:nvSpPr>
          <p:cNvPr id="30" name="Text Box 59">
            <a:extLst>
              <a:ext uri="{FF2B5EF4-FFF2-40B4-BE49-F238E27FC236}">
                <a16:creationId xmlns:a16="http://schemas.microsoft.com/office/drawing/2014/main" id="{106BEE8A-2F9C-684D-B87D-12CC15A3AB2D}"/>
              </a:ext>
            </a:extLst>
          </p:cNvPr>
          <p:cNvSpPr txBox="1">
            <a:spLocks noChangeArrowheads="1"/>
          </p:cNvSpPr>
          <p:nvPr/>
        </p:nvSpPr>
        <p:spPr bwMode="auto">
          <a:xfrm>
            <a:off x="3171731" y="4012401"/>
            <a:ext cx="3884334"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rgbClr val="FF9900"/>
              </a:buClr>
              <a:buChar char="•"/>
              <a:defRPr sz="3200" b="1">
                <a:solidFill>
                  <a:srgbClr val="01035B"/>
                </a:solidFill>
                <a:latin typeface="Arial" panose="020B0604020202020204" pitchFamily="34" charset="0"/>
              </a:defRPr>
            </a:lvl1pPr>
            <a:lvl2pPr marL="742950" indent="-285750">
              <a:spcBef>
                <a:spcPct val="20000"/>
              </a:spcBef>
              <a:buClr>
                <a:srgbClr val="FF9900"/>
              </a:buClr>
              <a:buChar char="–"/>
              <a:defRPr sz="2800" b="1">
                <a:solidFill>
                  <a:srgbClr val="01035B"/>
                </a:solidFill>
                <a:latin typeface="Arial" panose="020B0604020202020204" pitchFamily="34" charset="0"/>
              </a:defRPr>
            </a:lvl2pPr>
            <a:lvl3pPr marL="1143000" indent="-228600">
              <a:spcBef>
                <a:spcPct val="20000"/>
              </a:spcBef>
              <a:buClr>
                <a:srgbClr val="FF9900"/>
              </a:buClr>
              <a:buChar char="•"/>
              <a:defRPr sz="2400" b="1">
                <a:solidFill>
                  <a:srgbClr val="01035B"/>
                </a:solidFill>
                <a:latin typeface="Arial" panose="020B0604020202020204" pitchFamily="34" charset="0"/>
              </a:defRPr>
            </a:lvl3pPr>
            <a:lvl4pPr marL="1600200" indent="-228600">
              <a:spcBef>
                <a:spcPct val="20000"/>
              </a:spcBef>
              <a:buClr>
                <a:srgbClr val="FF9900"/>
              </a:buClr>
              <a:buChar char="–"/>
              <a:defRPr sz="2000" b="1">
                <a:solidFill>
                  <a:srgbClr val="01035B"/>
                </a:solidFill>
                <a:latin typeface="Arial" panose="020B0604020202020204" pitchFamily="34" charset="0"/>
              </a:defRPr>
            </a:lvl4pPr>
            <a:lvl5pPr marL="2057400" indent="-228600">
              <a:spcBef>
                <a:spcPct val="20000"/>
              </a:spcBef>
              <a:buClr>
                <a:srgbClr val="FF9900"/>
              </a:buClr>
              <a:buChar char="»"/>
              <a:defRPr sz="2000" b="1">
                <a:solidFill>
                  <a:srgbClr val="01035B"/>
                </a:solidFill>
                <a:latin typeface="Arial" panose="020B0604020202020204" pitchFamily="34" charset="0"/>
              </a:defRPr>
            </a:lvl5pPr>
            <a:lvl6pPr marL="25146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6pPr>
            <a:lvl7pPr marL="29718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7pPr>
            <a:lvl8pPr marL="34290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8pPr>
            <a:lvl9pPr marL="38862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9pPr>
          </a:lstStyle>
          <a:p>
            <a:pPr marL="0" marR="0" lvl="0" indent="0" algn="r" defTabSz="812810" rtl="0" eaLnBrk="1" fontAlgn="auto" latinLnBrk="0" hangingPunct="1">
              <a:lnSpc>
                <a:spcPct val="100000"/>
              </a:lnSpc>
              <a:spcBef>
                <a:spcPct val="0"/>
              </a:spcBef>
              <a:spcAft>
                <a:spcPts val="0"/>
              </a:spcAft>
              <a:buClrTx/>
              <a:buSzTx/>
              <a:buFontTx/>
              <a:buNone/>
              <a:tabLst/>
              <a:defRPr/>
            </a:pPr>
            <a:r>
              <a:rPr kumimoji="0" lang="en-US" altLang="en-US" sz="2400" b="1" i="0" u="none" strike="noStrike" kern="1200" cap="none" spc="0" normalizeH="0" baseline="0" noProof="0" dirty="0">
                <a:ln>
                  <a:noFill/>
                </a:ln>
                <a:solidFill>
                  <a:srgbClr val="9A3324"/>
                </a:solidFill>
                <a:effectLst/>
                <a:uLnTx/>
                <a:uFillTx/>
                <a:latin typeface="Arial" panose="020B0604020202020204" pitchFamily="34" charset="0"/>
                <a:ea typeface="+mn-ea"/>
                <a:cs typeface="Arial" panose="020B0604020202020204" pitchFamily="34" charset="0"/>
              </a:rPr>
              <a:t>Bauxite at mine 1.4 kg</a:t>
            </a:r>
          </a:p>
        </p:txBody>
      </p:sp>
      <p:sp>
        <p:nvSpPr>
          <p:cNvPr id="31" name="Rectangle 30">
            <a:extLst>
              <a:ext uri="{FF2B5EF4-FFF2-40B4-BE49-F238E27FC236}">
                <a16:creationId xmlns:a16="http://schemas.microsoft.com/office/drawing/2014/main" id="{37E5F3B4-E89A-C14B-8CF5-911DA5042D35}"/>
              </a:ext>
            </a:extLst>
          </p:cNvPr>
          <p:cNvSpPr/>
          <p:nvPr/>
        </p:nvSpPr>
        <p:spPr>
          <a:xfrm>
            <a:off x="3564659" y="4005994"/>
            <a:ext cx="3470466" cy="461665"/>
          </a:xfrm>
          <a:prstGeom prst="rect">
            <a:avLst/>
          </a:prstGeom>
          <a:noFill/>
          <a:ln w="25400">
            <a:solidFill>
              <a:schemeClr val="accent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812810" rtl="0" eaLnBrk="1" fontAlgn="auto" latinLnBrk="0" hangingPunct="1">
              <a:lnSpc>
                <a:spcPct val="100000"/>
              </a:lnSpc>
              <a:spcBef>
                <a:spcPts val="0"/>
              </a:spcBef>
              <a:spcAft>
                <a:spcPts val="0"/>
              </a:spcAft>
              <a:buClrTx/>
              <a:buSzTx/>
              <a:buFontTx/>
              <a:buNone/>
              <a:tabLst/>
              <a:defRPr/>
            </a:pPr>
            <a:endParaRPr kumimoji="0" lang="en-US" sz="3200" b="0" i="0" u="none" strike="noStrike" kern="1200" cap="none" spc="0" normalizeH="0" baseline="0" noProof="0">
              <a:ln>
                <a:noFill/>
              </a:ln>
              <a:solidFill>
                <a:prstClr val="white"/>
              </a:solidFill>
              <a:effectLst/>
              <a:uLnTx/>
              <a:uFillTx/>
              <a:latin typeface="Arial" panose="020B0604020202020204"/>
              <a:ea typeface="+mn-ea"/>
              <a:cs typeface="+mn-cs"/>
            </a:endParaRPr>
          </a:p>
        </p:txBody>
      </p:sp>
      <p:sp>
        <p:nvSpPr>
          <p:cNvPr id="32" name="Text Box 56">
            <a:extLst>
              <a:ext uri="{FF2B5EF4-FFF2-40B4-BE49-F238E27FC236}">
                <a16:creationId xmlns:a16="http://schemas.microsoft.com/office/drawing/2014/main" id="{01E675AE-5318-664A-AD9C-A78E8983799A}"/>
              </a:ext>
            </a:extLst>
          </p:cNvPr>
          <p:cNvSpPr txBox="1">
            <a:spLocks noChangeArrowheads="1"/>
          </p:cNvSpPr>
          <p:nvPr/>
        </p:nvSpPr>
        <p:spPr bwMode="auto">
          <a:xfrm>
            <a:off x="10360818" y="4520869"/>
            <a:ext cx="4766679"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rgbClr val="FF9900"/>
              </a:buClr>
              <a:buChar char="•"/>
              <a:defRPr sz="3200" b="1">
                <a:solidFill>
                  <a:srgbClr val="01035B"/>
                </a:solidFill>
                <a:latin typeface="Arial" panose="020B0604020202020204" pitchFamily="34" charset="0"/>
              </a:defRPr>
            </a:lvl1pPr>
            <a:lvl2pPr marL="742950" indent="-285750">
              <a:spcBef>
                <a:spcPct val="20000"/>
              </a:spcBef>
              <a:buClr>
                <a:srgbClr val="FF9900"/>
              </a:buClr>
              <a:buChar char="–"/>
              <a:defRPr sz="2800" b="1">
                <a:solidFill>
                  <a:srgbClr val="01035B"/>
                </a:solidFill>
                <a:latin typeface="Arial" panose="020B0604020202020204" pitchFamily="34" charset="0"/>
              </a:defRPr>
            </a:lvl2pPr>
            <a:lvl3pPr marL="1143000" indent="-228600">
              <a:spcBef>
                <a:spcPct val="20000"/>
              </a:spcBef>
              <a:buClr>
                <a:srgbClr val="FF9900"/>
              </a:buClr>
              <a:buChar char="•"/>
              <a:defRPr sz="2400" b="1">
                <a:solidFill>
                  <a:srgbClr val="01035B"/>
                </a:solidFill>
                <a:latin typeface="Arial" panose="020B0604020202020204" pitchFamily="34" charset="0"/>
              </a:defRPr>
            </a:lvl3pPr>
            <a:lvl4pPr marL="1600200" indent="-228600">
              <a:spcBef>
                <a:spcPct val="20000"/>
              </a:spcBef>
              <a:buClr>
                <a:srgbClr val="FF9900"/>
              </a:buClr>
              <a:buChar char="–"/>
              <a:defRPr sz="2000" b="1">
                <a:solidFill>
                  <a:srgbClr val="01035B"/>
                </a:solidFill>
                <a:latin typeface="Arial" panose="020B0604020202020204" pitchFamily="34" charset="0"/>
              </a:defRPr>
            </a:lvl4pPr>
            <a:lvl5pPr marL="2057400" indent="-228600">
              <a:spcBef>
                <a:spcPct val="20000"/>
              </a:spcBef>
              <a:buClr>
                <a:srgbClr val="FF9900"/>
              </a:buClr>
              <a:buChar char="»"/>
              <a:defRPr sz="2000" b="1">
                <a:solidFill>
                  <a:srgbClr val="01035B"/>
                </a:solidFill>
                <a:latin typeface="Arial" panose="020B0604020202020204" pitchFamily="34" charset="0"/>
              </a:defRPr>
            </a:lvl5pPr>
            <a:lvl6pPr marL="25146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6pPr>
            <a:lvl7pPr marL="29718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7pPr>
            <a:lvl8pPr marL="34290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8pPr>
            <a:lvl9pPr marL="38862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9pPr>
          </a:lstStyle>
          <a:p>
            <a:pPr marL="0" marR="0" lvl="0" indent="0" algn="l" defTabSz="812810" rtl="0" eaLnBrk="1" fontAlgn="auto" latinLnBrk="0" hangingPunct="1">
              <a:lnSpc>
                <a:spcPct val="100000"/>
              </a:lnSpc>
              <a:spcBef>
                <a:spcPct val="0"/>
              </a:spcBef>
              <a:spcAft>
                <a:spcPts val="0"/>
              </a:spcAft>
              <a:buClrTx/>
              <a:buSzTx/>
              <a:buFontTx/>
              <a:buNone/>
              <a:tabLst/>
              <a:defRPr/>
            </a:pPr>
            <a:r>
              <a:rPr kumimoji="0" lang="en-US" altLang="fr-FR" sz="1600" b="0" i="0" u="none" strike="noStrike" kern="1200" cap="none" spc="0" normalizeH="0" baseline="0" noProof="0" dirty="0">
                <a:ln>
                  <a:noFill/>
                </a:ln>
                <a:solidFill>
                  <a:srgbClr val="ADA400"/>
                </a:solidFill>
                <a:effectLst/>
                <a:uLnTx/>
                <a:uFillTx/>
                <a:latin typeface="Arial" panose="020B0604020202020204" pitchFamily="34" charset="0"/>
                <a:ea typeface="+mn-ea"/>
                <a:cs typeface="Arial" panose="020B0604020202020204" pitchFamily="34" charset="0"/>
              </a:rPr>
              <a:t>Suspended solids (0.17 g)</a:t>
            </a:r>
          </a:p>
        </p:txBody>
      </p:sp>
      <p:sp>
        <p:nvSpPr>
          <p:cNvPr id="29" name="Rectangle 28"/>
          <p:cNvSpPr/>
          <p:nvPr/>
        </p:nvSpPr>
        <p:spPr>
          <a:xfrm>
            <a:off x="4333920" y="1448161"/>
            <a:ext cx="11176691" cy="954107"/>
          </a:xfrm>
          <a:prstGeom prst="rect">
            <a:avLst/>
          </a:prstGeom>
        </p:spPr>
        <p:txBody>
          <a:bodyPr wrap="square">
            <a:spAutoFit/>
          </a:bodyPr>
          <a:lstStyle/>
          <a:p>
            <a:pPr marL="0" marR="0" lvl="0" indent="0" algn="l" defTabSz="812810" rtl="0" eaLnBrk="1" fontAlgn="auto" latinLnBrk="0" hangingPunct="1">
              <a:lnSpc>
                <a:spcPct val="100000"/>
              </a:lnSpc>
              <a:spcBef>
                <a:spcPts val="0"/>
              </a:spcBef>
              <a:spcAft>
                <a:spcPts val="0"/>
              </a:spcAft>
              <a:buClrTx/>
              <a:buSzTx/>
              <a:buFontTx/>
              <a:buNone/>
              <a:tabLst/>
              <a:defRPr/>
            </a:pPr>
            <a:r>
              <a:rPr kumimoji="0" lang="en-US" altLang="en-US" sz="2800" b="0" i="0" u="none" strike="noStrike" kern="1200" cap="none" spc="0" normalizeH="0" baseline="0" noProof="0" dirty="0">
                <a:ln>
                  <a:noFill/>
                </a:ln>
                <a:solidFill>
                  <a:srgbClr val="00274C"/>
                </a:solidFill>
                <a:effectLst/>
                <a:uLnTx/>
                <a:uFillTx/>
                <a:latin typeface="Arial" panose="020B0604020202020204"/>
                <a:ea typeface="+mn-ea"/>
                <a:cs typeface="+mn-cs"/>
              </a:rPr>
              <a:t>Repeat this step following intermediary flows of </a:t>
            </a:r>
            <a:r>
              <a:rPr kumimoji="0" lang="en-US" altLang="en-US" sz="2800" b="1" i="0" u="none" strike="noStrike" kern="1200" cap="none" spc="0" normalizeH="0" baseline="0" noProof="0" dirty="0">
                <a:ln>
                  <a:noFill/>
                </a:ln>
                <a:solidFill>
                  <a:srgbClr val="D86018"/>
                </a:solidFill>
                <a:effectLst/>
                <a:uLnTx/>
                <a:uFillTx/>
                <a:latin typeface="Arial" panose="020B0604020202020204"/>
                <a:ea typeface="+mn-ea"/>
                <a:cs typeface="+mn-cs"/>
              </a:rPr>
              <a:t>Tier 2 </a:t>
            </a:r>
            <a:br>
              <a:rPr kumimoji="0" lang="en-US" altLang="en-US" sz="2800" b="1" i="0" u="none" strike="noStrike" kern="1200" cap="none" spc="0" normalizeH="0" baseline="0" noProof="0" dirty="0">
                <a:ln>
                  <a:noFill/>
                </a:ln>
                <a:solidFill>
                  <a:srgbClr val="D86018"/>
                </a:solidFill>
                <a:effectLst/>
                <a:uLnTx/>
                <a:uFillTx/>
                <a:latin typeface="Arial" panose="020B0604020202020204"/>
                <a:ea typeface="+mn-ea"/>
                <a:cs typeface="+mn-cs"/>
              </a:rPr>
            </a:br>
            <a:r>
              <a:rPr kumimoji="0" lang="en-US" altLang="en-US" sz="2800" b="0" i="0" u="none" strike="noStrike" kern="1200" cap="none" spc="0" normalizeH="0" baseline="0" noProof="0" dirty="0">
                <a:ln>
                  <a:noFill/>
                </a:ln>
                <a:solidFill>
                  <a:srgbClr val="000000"/>
                </a:solidFill>
                <a:effectLst/>
                <a:uLnTx/>
                <a:uFillTx/>
                <a:latin typeface="Arial" panose="020B0604020202020204"/>
                <a:ea typeface="+mn-ea"/>
                <a:cs typeface="+mn-cs"/>
              </a:rPr>
              <a:t>to get </a:t>
            </a:r>
            <a:r>
              <a:rPr kumimoji="0" lang="en-US" altLang="en-US" sz="2800" b="1" i="0" u="none" strike="noStrike" kern="1200" cap="none" spc="0" normalizeH="0" baseline="0" noProof="0" dirty="0">
                <a:ln>
                  <a:noFill/>
                </a:ln>
                <a:solidFill>
                  <a:srgbClr val="9A3324"/>
                </a:solidFill>
                <a:effectLst/>
                <a:uLnTx/>
                <a:uFillTx/>
                <a:latin typeface="Arial" panose="020B0604020202020204"/>
                <a:ea typeface="+mn-ea"/>
                <a:cs typeface="+mn-cs"/>
              </a:rPr>
              <a:t>Tier 3</a:t>
            </a:r>
            <a:r>
              <a:rPr kumimoji="0" lang="en-US" altLang="en-US" sz="2800" b="1" i="0" u="none" strike="noStrike" kern="1200" cap="none" spc="0" normalizeH="0" baseline="0" noProof="0" dirty="0">
                <a:ln>
                  <a:noFill/>
                </a:ln>
                <a:solidFill>
                  <a:srgbClr val="D86018"/>
                </a:solidFill>
                <a:effectLst/>
                <a:uLnTx/>
                <a:uFillTx/>
                <a:latin typeface="Arial" panose="020B0604020202020204"/>
                <a:ea typeface="+mn-ea"/>
                <a:cs typeface="+mn-cs"/>
              </a:rPr>
              <a:t> </a:t>
            </a:r>
            <a:r>
              <a:rPr kumimoji="0" lang="en-US" altLang="en-US" sz="2800" b="0" i="0" u="none" strike="noStrike" kern="1200" cap="none" spc="0" normalizeH="0" baseline="0" noProof="0" dirty="0">
                <a:ln>
                  <a:noFill/>
                </a:ln>
                <a:solidFill>
                  <a:srgbClr val="000000"/>
                </a:solidFill>
                <a:effectLst/>
                <a:uLnTx/>
                <a:uFillTx/>
                <a:latin typeface="Arial" panose="020B0604020202020204"/>
                <a:ea typeface="+mn-ea"/>
                <a:cs typeface="+mn-cs"/>
                <a:sym typeface="Wingdings" panose="05000000000000000000" pitchFamily="2" charset="2"/>
              </a:rPr>
              <a:t> create 1 box for each</a:t>
            </a:r>
            <a:r>
              <a:rPr kumimoji="0" lang="en-US" altLang="en-US" sz="2800" b="0" i="0" u="none" strike="noStrike" kern="1200" cap="none" spc="0" normalizeH="0" baseline="0" noProof="0" dirty="0">
                <a:ln>
                  <a:noFill/>
                </a:ln>
                <a:solidFill>
                  <a:srgbClr val="D86018"/>
                </a:solidFill>
                <a:effectLst/>
                <a:uLnTx/>
                <a:uFillTx/>
                <a:latin typeface="Arial" panose="020B0604020202020204"/>
                <a:ea typeface="+mn-ea"/>
                <a:cs typeface="+mn-cs"/>
                <a:sym typeface="Wingdings" panose="05000000000000000000" pitchFamily="2" charset="2"/>
              </a:rPr>
              <a:t> </a:t>
            </a:r>
            <a:r>
              <a:rPr kumimoji="0" lang="en-US" altLang="en-US" sz="2800" b="1" i="0" u="none" strike="noStrike" kern="1200" cap="none" spc="0" normalizeH="0" baseline="0" noProof="0" dirty="0">
                <a:ln>
                  <a:noFill/>
                </a:ln>
                <a:solidFill>
                  <a:srgbClr val="9A3324"/>
                </a:solidFill>
                <a:effectLst/>
                <a:uLnTx/>
                <a:uFillTx/>
                <a:latin typeface="Arial" panose="020B0604020202020204"/>
                <a:ea typeface="+mn-ea"/>
                <a:cs typeface="+mn-cs"/>
                <a:sym typeface="Wingdings" panose="05000000000000000000" pitchFamily="2" charset="2"/>
              </a:rPr>
              <a:t>Tier 3 </a:t>
            </a:r>
            <a:r>
              <a:rPr kumimoji="0" lang="en-US" altLang="en-US" sz="2800" b="0" i="0" u="none" strike="noStrike" kern="1200" cap="none" spc="0" normalizeH="0" baseline="0" noProof="0" dirty="0">
                <a:ln>
                  <a:noFill/>
                </a:ln>
                <a:solidFill>
                  <a:srgbClr val="000000"/>
                </a:solidFill>
                <a:effectLst/>
                <a:uLnTx/>
                <a:uFillTx/>
                <a:latin typeface="Arial" panose="020B0604020202020204"/>
                <a:ea typeface="+mn-ea"/>
                <a:cs typeface="+mn-cs"/>
                <a:sym typeface="Wingdings" panose="05000000000000000000" pitchFamily="2" charset="2"/>
              </a:rPr>
              <a:t>flow</a:t>
            </a:r>
            <a:endParaRPr kumimoji="0" lang="en-US" altLang="en-US" sz="2800" b="0" i="0" u="none" strike="noStrike" kern="1200" cap="none" spc="0" normalizeH="0" baseline="0" noProof="0" dirty="0">
              <a:ln>
                <a:noFill/>
              </a:ln>
              <a:solidFill>
                <a:srgbClr val="000000"/>
              </a:solidFill>
              <a:effectLst/>
              <a:uLnTx/>
              <a:uFillTx/>
              <a:latin typeface="Arial" panose="020B0604020202020204"/>
              <a:ea typeface="+mn-ea"/>
              <a:cs typeface="+mn-cs"/>
            </a:endParaRPr>
          </a:p>
        </p:txBody>
      </p:sp>
      <p:sp>
        <p:nvSpPr>
          <p:cNvPr id="34" name="Oval 33">
            <a:extLst>
              <a:ext uri="{FF2B5EF4-FFF2-40B4-BE49-F238E27FC236}">
                <a16:creationId xmlns:a16="http://schemas.microsoft.com/office/drawing/2014/main" id="{6286FB70-54AD-7B4C-8B27-B18D59AD7D96}"/>
              </a:ext>
            </a:extLst>
          </p:cNvPr>
          <p:cNvSpPr/>
          <p:nvPr/>
        </p:nvSpPr>
        <p:spPr>
          <a:xfrm>
            <a:off x="3489030" y="1562591"/>
            <a:ext cx="707629" cy="707629"/>
          </a:xfrm>
          <a:prstGeom prst="ellipse">
            <a:avLst/>
          </a:prstGeom>
          <a:solidFill>
            <a:schemeClr val="accent6"/>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812810" rtl="0" eaLnBrk="1" fontAlgn="auto" latinLnBrk="0" hangingPunct="1">
              <a:lnSpc>
                <a:spcPct val="100000"/>
              </a:lnSpc>
              <a:spcBef>
                <a:spcPts val="0"/>
              </a:spcBef>
              <a:spcAft>
                <a:spcPts val="0"/>
              </a:spcAft>
              <a:buClrTx/>
              <a:buSzTx/>
              <a:buFontTx/>
              <a:buNone/>
              <a:tabLst/>
              <a:defRPr/>
            </a:pPr>
            <a:r>
              <a:rPr kumimoji="0" lang="en-US" sz="3600" b="1" i="0" u="none" strike="noStrike" kern="1200" cap="none" spc="0" normalizeH="0" baseline="0" noProof="0" dirty="0">
                <a:ln>
                  <a:noFill/>
                </a:ln>
                <a:solidFill>
                  <a:prstClr val="white"/>
                </a:solidFill>
                <a:effectLst/>
                <a:uLnTx/>
                <a:uFillTx/>
                <a:latin typeface="Arial" panose="020B0604020202020204"/>
                <a:ea typeface="+mn-ea"/>
                <a:cs typeface="+mn-cs"/>
              </a:rPr>
              <a:t>3</a:t>
            </a:r>
          </a:p>
        </p:txBody>
      </p:sp>
    </p:spTree>
    <p:extLst>
      <p:ext uri="{BB962C8B-B14F-4D97-AF65-F5344CB8AC3E}">
        <p14:creationId xmlns:p14="http://schemas.microsoft.com/office/powerpoint/2010/main" val="4023362624"/>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AA39E1-F847-A242-9A0D-749D098E18A3}"/>
              </a:ext>
            </a:extLst>
          </p:cNvPr>
          <p:cNvSpPr>
            <a:spLocks noGrp="1"/>
          </p:cNvSpPr>
          <p:nvPr>
            <p:ph type="title"/>
          </p:nvPr>
        </p:nvSpPr>
        <p:spPr/>
        <p:txBody>
          <a:bodyPr/>
          <a:lstStyle/>
          <a:p>
            <a:r>
              <a:rPr lang="en-US" altLang="en-US" dirty="0">
                <a:solidFill>
                  <a:schemeClr val="tx2"/>
                </a:solidFill>
              </a:rPr>
              <a:t>Design of process tree: Tier 3</a:t>
            </a:r>
            <a:endParaRPr lang="en-US" dirty="0">
              <a:solidFill>
                <a:schemeClr val="tx2"/>
              </a:solidFill>
            </a:endParaRPr>
          </a:p>
        </p:txBody>
      </p:sp>
      <p:sp>
        <p:nvSpPr>
          <p:cNvPr id="89" name="TextBox 88">
            <a:extLst>
              <a:ext uri="{FF2B5EF4-FFF2-40B4-BE49-F238E27FC236}">
                <a16:creationId xmlns:a16="http://schemas.microsoft.com/office/drawing/2014/main" id="{0CA0A32A-2045-A24B-8B9E-7DB25974A2D6}"/>
              </a:ext>
            </a:extLst>
          </p:cNvPr>
          <p:cNvSpPr txBox="1"/>
          <p:nvPr/>
        </p:nvSpPr>
        <p:spPr>
          <a:xfrm>
            <a:off x="2968817" y="6525729"/>
            <a:ext cx="3300904" cy="461665"/>
          </a:xfrm>
          <a:prstGeom prst="rect">
            <a:avLst/>
          </a:prstGeom>
          <a:noFill/>
        </p:spPr>
        <p:txBody>
          <a:bodyPr wrap="none">
            <a:spAutoFit/>
          </a:bodyPr>
          <a:lstStyle/>
          <a:p>
            <a:pPr marL="0" marR="0" lvl="0" indent="0" algn="l" defTabSz="81281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srgbClr val="9A3324"/>
                </a:solidFill>
                <a:effectLst/>
                <a:uLnTx/>
                <a:uFillTx/>
                <a:latin typeface="Arial" panose="020B0604020202020204"/>
                <a:ea typeface="+mn-ea"/>
                <a:cs typeface="+mn-cs"/>
              </a:rPr>
              <a:t>1.4 </a:t>
            </a:r>
            <a:r>
              <a:rPr kumimoji="0" lang="en-US" sz="2400" b="0" i="0" u="none" strike="noStrike" kern="1200" cap="none" spc="0" normalizeH="0" baseline="0" noProof="0" dirty="0" err="1">
                <a:ln>
                  <a:noFill/>
                </a:ln>
                <a:solidFill>
                  <a:srgbClr val="9A3324"/>
                </a:solidFill>
                <a:effectLst/>
                <a:uLnTx/>
                <a:uFillTx/>
                <a:latin typeface="Arial" panose="020B0604020202020204"/>
                <a:ea typeface="+mn-ea"/>
                <a:cs typeface="+mn-cs"/>
              </a:rPr>
              <a:t>kg</a:t>
            </a:r>
            <a:r>
              <a:rPr kumimoji="0" lang="en-US" sz="2400" b="0" i="0" u="none" strike="noStrike" kern="1200" cap="none" spc="0" normalizeH="0" baseline="-25000" noProof="0" dirty="0" err="1">
                <a:ln>
                  <a:noFill/>
                </a:ln>
                <a:solidFill>
                  <a:srgbClr val="9A3324"/>
                </a:solidFill>
                <a:effectLst/>
                <a:uLnTx/>
                <a:uFillTx/>
                <a:latin typeface="Arial" panose="020B0604020202020204"/>
                <a:ea typeface="+mn-ea"/>
                <a:cs typeface="+mn-cs"/>
              </a:rPr>
              <a:t>Bauxite</a:t>
            </a:r>
            <a:r>
              <a:rPr kumimoji="0" lang="en-US" sz="2400" b="0" i="0" u="none" strike="noStrike" kern="1200" cap="none" spc="0" normalizeH="0" baseline="-25000" noProof="0" dirty="0">
                <a:ln>
                  <a:noFill/>
                </a:ln>
                <a:solidFill>
                  <a:srgbClr val="9A3324"/>
                </a:solidFill>
                <a:effectLst/>
                <a:uLnTx/>
                <a:uFillTx/>
                <a:latin typeface="Arial" panose="020B0604020202020204"/>
                <a:ea typeface="+mn-ea"/>
                <a:cs typeface="+mn-cs"/>
              </a:rPr>
              <a:t> </a:t>
            </a:r>
            <a:r>
              <a:rPr kumimoji="0" lang="en-US" sz="2400" b="0" i="0" u="none" strike="noStrike" kern="1200" cap="none" spc="0" normalizeH="0" baseline="0" noProof="0" dirty="0">
                <a:ln>
                  <a:noFill/>
                </a:ln>
                <a:solidFill>
                  <a:srgbClr val="9A3324"/>
                </a:solidFill>
                <a:effectLst/>
                <a:uLnTx/>
                <a:uFillTx/>
                <a:latin typeface="Arial" panose="020B0604020202020204"/>
                <a:ea typeface="+mn-ea"/>
                <a:cs typeface="+mn-cs"/>
              </a:rPr>
              <a:t>/</a:t>
            </a:r>
            <a:r>
              <a:rPr kumimoji="0" lang="en-US" sz="2400" b="0" i="0" u="none" strike="noStrike" kern="1200" cap="none" spc="0" normalizeH="0" baseline="0" noProof="0" dirty="0" err="1">
                <a:ln>
                  <a:noFill/>
                </a:ln>
                <a:solidFill>
                  <a:srgbClr val="9A3324"/>
                </a:solidFill>
                <a:effectLst/>
                <a:uLnTx/>
                <a:uFillTx/>
                <a:latin typeface="Arial" panose="020B0604020202020204"/>
                <a:ea typeface="+mn-ea"/>
                <a:cs typeface="+mn-cs"/>
              </a:rPr>
              <a:t>kg</a:t>
            </a:r>
            <a:r>
              <a:rPr kumimoji="0" lang="en-US" sz="2400" b="0" i="0" u="none" strike="noStrike" kern="1200" cap="none" spc="0" normalizeH="0" baseline="-25000" noProof="0" dirty="0" err="1">
                <a:ln>
                  <a:noFill/>
                </a:ln>
                <a:solidFill>
                  <a:srgbClr val="9A3324"/>
                </a:solidFill>
                <a:effectLst/>
                <a:uLnTx/>
                <a:uFillTx/>
                <a:latin typeface="Arial" panose="020B0604020202020204"/>
                <a:ea typeface="+mn-ea"/>
                <a:cs typeface="+mn-cs"/>
              </a:rPr>
              <a:t>Al</a:t>
            </a:r>
            <a:r>
              <a:rPr kumimoji="0" lang="en-US" sz="2400" b="0" i="0" u="none" strike="noStrike" kern="1200" cap="none" spc="0" normalizeH="0" baseline="-25000" noProof="0" dirty="0">
                <a:ln>
                  <a:noFill/>
                </a:ln>
                <a:solidFill>
                  <a:srgbClr val="9A3324"/>
                </a:solidFill>
                <a:effectLst/>
                <a:uLnTx/>
                <a:uFillTx/>
                <a:latin typeface="Arial" panose="020B0604020202020204"/>
                <a:ea typeface="+mn-ea"/>
                <a:cs typeface="+mn-cs"/>
              </a:rPr>
              <a:t> hydroxide</a:t>
            </a:r>
          </a:p>
        </p:txBody>
      </p:sp>
      <p:cxnSp>
        <p:nvCxnSpPr>
          <p:cNvPr id="93" name="Straight Connector 220">
            <a:extLst>
              <a:ext uri="{FF2B5EF4-FFF2-40B4-BE49-F238E27FC236}">
                <a16:creationId xmlns:a16="http://schemas.microsoft.com/office/drawing/2014/main" id="{5D214546-25D1-F74C-AD2B-82900D881B26}"/>
              </a:ext>
            </a:extLst>
          </p:cNvPr>
          <p:cNvCxnSpPr>
            <a:cxnSpLocks noChangeShapeType="1"/>
          </p:cNvCxnSpPr>
          <p:nvPr/>
        </p:nvCxnSpPr>
        <p:spPr bwMode="auto">
          <a:xfrm flipV="1">
            <a:off x="9943784" y="4558167"/>
            <a:ext cx="0" cy="543396"/>
          </a:xfrm>
          <a:prstGeom prst="line">
            <a:avLst/>
          </a:prstGeom>
          <a:noFill/>
          <a:ln w="25400" algn="ctr">
            <a:solidFill>
              <a:schemeClr val="accent5"/>
            </a:solidFill>
            <a:round/>
            <a:headEnd/>
            <a:tailEnd type="arrow" w="med" len="med"/>
          </a:ln>
          <a:extLst>
            <a:ext uri="{909E8E84-426E-40DD-AFC4-6F175D3DCCD1}">
              <a14:hiddenFill xmlns:a14="http://schemas.microsoft.com/office/drawing/2010/main">
                <a:noFill/>
              </a14:hiddenFill>
            </a:ext>
          </a:extLst>
        </p:spPr>
      </p:cxnSp>
      <p:sp>
        <p:nvSpPr>
          <p:cNvPr id="94" name="TextBox 93">
            <a:extLst>
              <a:ext uri="{FF2B5EF4-FFF2-40B4-BE49-F238E27FC236}">
                <a16:creationId xmlns:a16="http://schemas.microsoft.com/office/drawing/2014/main" id="{C92A522E-0116-0842-A905-9195E222B5AD}"/>
              </a:ext>
            </a:extLst>
          </p:cNvPr>
          <p:cNvSpPr txBox="1"/>
          <p:nvPr/>
        </p:nvSpPr>
        <p:spPr>
          <a:xfrm>
            <a:off x="2817404" y="5113569"/>
            <a:ext cx="3524962" cy="461665"/>
          </a:xfrm>
          <a:prstGeom prst="rect">
            <a:avLst/>
          </a:prstGeom>
          <a:noFill/>
        </p:spPr>
        <p:txBody>
          <a:bodyPr wrap="square">
            <a:spAutoFit/>
          </a:bodyPr>
          <a:lstStyle/>
          <a:p>
            <a:pPr marL="0" marR="0" lvl="0" indent="0" algn="l" defTabSz="81281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srgbClr val="D86018"/>
                </a:solidFill>
                <a:effectLst/>
                <a:uLnTx/>
                <a:uFillTx/>
                <a:latin typeface="Arial" panose="020B0604020202020204"/>
                <a:ea typeface="+mn-ea"/>
                <a:cs typeface="+mn-cs"/>
              </a:rPr>
              <a:t>1.53 </a:t>
            </a:r>
            <a:r>
              <a:rPr kumimoji="0" lang="en-US" sz="2400" b="0" i="0" u="none" strike="noStrike" kern="1200" cap="none" spc="0" normalizeH="0" baseline="0" noProof="0" dirty="0" err="1">
                <a:ln>
                  <a:noFill/>
                </a:ln>
                <a:solidFill>
                  <a:srgbClr val="D86018"/>
                </a:solidFill>
                <a:effectLst/>
                <a:uLnTx/>
                <a:uFillTx/>
                <a:latin typeface="Arial" panose="020B0604020202020204"/>
                <a:ea typeface="+mn-ea"/>
                <a:cs typeface="+mn-cs"/>
              </a:rPr>
              <a:t>kg</a:t>
            </a:r>
            <a:r>
              <a:rPr kumimoji="0" lang="en-US" sz="2400" b="0" i="0" u="none" strike="noStrike" kern="1200" cap="none" spc="0" normalizeH="0" baseline="-25000" noProof="0" dirty="0" err="1">
                <a:ln>
                  <a:noFill/>
                </a:ln>
                <a:solidFill>
                  <a:srgbClr val="D86018"/>
                </a:solidFill>
                <a:effectLst/>
                <a:uLnTx/>
                <a:uFillTx/>
                <a:latin typeface="Arial" panose="020B0604020202020204"/>
                <a:ea typeface="+mn-ea"/>
                <a:cs typeface="+mn-cs"/>
              </a:rPr>
              <a:t>Al</a:t>
            </a:r>
            <a:r>
              <a:rPr kumimoji="0" lang="en-US" sz="2400" b="0" i="0" u="none" strike="noStrike" kern="1200" cap="none" spc="0" normalizeH="0" baseline="-25000" noProof="0" dirty="0">
                <a:ln>
                  <a:noFill/>
                </a:ln>
                <a:solidFill>
                  <a:srgbClr val="D86018"/>
                </a:solidFill>
                <a:effectLst/>
                <a:uLnTx/>
                <a:uFillTx/>
                <a:latin typeface="Arial" panose="020B0604020202020204"/>
                <a:ea typeface="+mn-ea"/>
                <a:cs typeface="+mn-cs"/>
              </a:rPr>
              <a:t> hydroxide </a:t>
            </a:r>
            <a:r>
              <a:rPr kumimoji="0" lang="en-US" sz="2400" b="0" i="0" u="none" strike="noStrike" kern="1200" cap="none" spc="0" normalizeH="0" baseline="0" noProof="0" dirty="0">
                <a:ln>
                  <a:noFill/>
                </a:ln>
                <a:solidFill>
                  <a:srgbClr val="D86018"/>
                </a:solidFill>
                <a:effectLst/>
                <a:uLnTx/>
                <a:uFillTx/>
                <a:latin typeface="Arial" panose="020B0604020202020204"/>
                <a:ea typeface="+mn-ea"/>
                <a:cs typeface="+mn-cs"/>
              </a:rPr>
              <a:t>/</a:t>
            </a:r>
            <a:r>
              <a:rPr kumimoji="0" lang="en-US" sz="2400" b="0" i="0" u="none" strike="noStrike" kern="1200" cap="none" spc="0" normalizeH="0" baseline="0" noProof="0" dirty="0" err="1">
                <a:ln>
                  <a:noFill/>
                </a:ln>
                <a:solidFill>
                  <a:srgbClr val="D86018"/>
                </a:solidFill>
                <a:effectLst/>
                <a:uLnTx/>
                <a:uFillTx/>
                <a:latin typeface="Arial" panose="020B0604020202020204"/>
                <a:ea typeface="+mn-ea"/>
                <a:cs typeface="+mn-cs"/>
              </a:rPr>
              <a:t>kg</a:t>
            </a:r>
            <a:r>
              <a:rPr kumimoji="0" lang="en-US" sz="2400" b="0" i="0" u="none" strike="noStrike" kern="1200" cap="none" spc="0" normalizeH="0" baseline="-25000" noProof="0" dirty="0" err="1">
                <a:ln>
                  <a:noFill/>
                </a:ln>
                <a:solidFill>
                  <a:srgbClr val="D86018"/>
                </a:solidFill>
                <a:effectLst/>
                <a:uLnTx/>
                <a:uFillTx/>
                <a:latin typeface="Arial" panose="020B0604020202020204"/>
                <a:ea typeface="+mn-ea"/>
                <a:cs typeface="+mn-cs"/>
              </a:rPr>
              <a:t>Al</a:t>
            </a:r>
            <a:r>
              <a:rPr kumimoji="0" lang="en-US" sz="2400" b="0" i="0" u="none" strike="noStrike" kern="1200" cap="none" spc="0" normalizeH="0" baseline="-25000" noProof="0" dirty="0">
                <a:ln>
                  <a:noFill/>
                </a:ln>
                <a:solidFill>
                  <a:srgbClr val="D86018"/>
                </a:solidFill>
                <a:effectLst/>
                <a:uLnTx/>
                <a:uFillTx/>
                <a:latin typeface="Arial" panose="020B0604020202020204"/>
                <a:ea typeface="+mn-ea"/>
                <a:cs typeface="+mn-cs"/>
              </a:rPr>
              <a:t> oxide</a:t>
            </a:r>
          </a:p>
        </p:txBody>
      </p:sp>
      <p:sp>
        <p:nvSpPr>
          <p:cNvPr id="95" name="Rectangle 19">
            <a:extLst>
              <a:ext uri="{FF2B5EF4-FFF2-40B4-BE49-F238E27FC236}">
                <a16:creationId xmlns:a16="http://schemas.microsoft.com/office/drawing/2014/main" id="{75359069-9D39-5E43-A0E8-89BD5D062149}"/>
              </a:ext>
            </a:extLst>
          </p:cNvPr>
          <p:cNvSpPr>
            <a:spLocks noChangeArrowheads="1"/>
          </p:cNvSpPr>
          <p:nvPr/>
        </p:nvSpPr>
        <p:spPr bwMode="auto">
          <a:xfrm>
            <a:off x="7116282" y="3703430"/>
            <a:ext cx="1657350" cy="828432"/>
          </a:xfrm>
          <a:prstGeom prst="rect">
            <a:avLst/>
          </a:prstGeom>
          <a:solidFill>
            <a:schemeClr val="bg2">
              <a:lumMod val="75000"/>
              <a:alpha val="39000"/>
            </a:schemeClr>
          </a:solidFill>
          <a:ln w="9525">
            <a:noFill/>
            <a:miter lim="800000"/>
            <a:headEnd/>
            <a:tailEnd/>
          </a:ln>
          <a:effectLst/>
        </p:spPr>
        <p:txBody>
          <a:bodyPr lIns="90488" tIns="44450" rIns="90488" bIns="44450" anchor="ctr">
            <a:spAutoFit/>
          </a:bodyPr>
          <a:lstStyle/>
          <a:p>
            <a:pPr marL="0" marR="0" lvl="0" indent="0" algn="ctr" defTabSz="812810" rtl="0"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dirty="0">
              <a:ln>
                <a:noFill/>
              </a:ln>
              <a:solidFill>
                <a:srgbClr val="00274C"/>
              </a:solidFill>
              <a:effectLst/>
              <a:uLnTx/>
              <a:uFillTx/>
              <a:latin typeface="Arial" panose="020B0604020202020204" pitchFamily="34" charset="0"/>
              <a:ea typeface="+mn-ea"/>
              <a:cs typeface="Arial" panose="020B0604020202020204" pitchFamily="34" charset="0"/>
            </a:endParaRPr>
          </a:p>
          <a:p>
            <a:pPr marL="0" marR="0" lvl="0" indent="0" algn="ctr" defTabSz="812810" rtl="0" eaLnBrk="1" fontAlgn="auto" latinLnBrk="0" hangingPunct="1">
              <a:lnSpc>
                <a:spcPct val="100000"/>
              </a:lnSpc>
              <a:spcBef>
                <a:spcPts val="0"/>
              </a:spcBef>
              <a:spcAft>
                <a:spcPts val="0"/>
              </a:spcAft>
              <a:buClrTx/>
              <a:buSzTx/>
              <a:buFontTx/>
              <a:buNone/>
              <a:tabLst/>
              <a:defRPr/>
            </a:pPr>
            <a:r>
              <a:rPr kumimoji="0" lang="en-US" sz="1600" b="0" i="0" u="none" strike="noStrike" kern="0" cap="none" spc="0" normalizeH="0" baseline="0" noProof="0" dirty="0">
                <a:ln>
                  <a:noFill/>
                </a:ln>
                <a:solidFill>
                  <a:srgbClr val="00274C"/>
                </a:solidFill>
                <a:effectLst/>
                <a:uLnTx/>
                <a:uFillTx/>
                <a:latin typeface="Arial" panose="020B0604020202020204" pitchFamily="34" charset="0"/>
                <a:ea typeface="+mn-ea"/>
                <a:cs typeface="Arial" panose="020B0604020202020204" pitchFamily="34" charset="0"/>
              </a:rPr>
              <a:t>Aluminum oxide</a:t>
            </a:r>
          </a:p>
          <a:p>
            <a:pPr marL="0" marR="0" lvl="0" indent="0" algn="ctr" defTabSz="812810" rtl="0"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dirty="0">
              <a:ln>
                <a:noFill/>
              </a:ln>
              <a:solidFill>
                <a:srgbClr val="00274C"/>
              </a:solidFill>
              <a:effectLst/>
              <a:uLnTx/>
              <a:uFillTx/>
              <a:latin typeface="Arial" panose="020B0604020202020204" pitchFamily="34" charset="0"/>
              <a:ea typeface="+mn-ea"/>
              <a:cs typeface="Arial" panose="020B0604020202020204" pitchFamily="34" charset="0"/>
            </a:endParaRPr>
          </a:p>
        </p:txBody>
      </p:sp>
      <p:sp>
        <p:nvSpPr>
          <p:cNvPr id="96" name="Rectangle 19">
            <a:extLst>
              <a:ext uri="{FF2B5EF4-FFF2-40B4-BE49-F238E27FC236}">
                <a16:creationId xmlns:a16="http://schemas.microsoft.com/office/drawing/2014/main" id="{90008EC7-AEE7-F445-B506-E6AB8C536F3C}"/>
              </a:ext>
            </a:extLst>
          </p:cNvPr>
          <p:cNvSpPr>
            <a:spLocks noChangeArrowheads="1"/>
          </p:cNvSpPr>
          <p:nvPr/>
        </p:nvSpPr>
        <p:spPr bwMode="auto">
          <a:xfrm>
            <a:off x="8953019" y="3703430"/>
            <a:ext cx="1871663" cy="828432"/>
          </a:xfrm>
          <a:prstGeom prst="rect">
            <a:avLst/>
          </a:prstGeom>
          <a:solidFill>
            <a:schemeClr val="bg2">
              <a:lumMod val="75000"/>
              <a:alpha val="39000"/>
            </a:schemeClr>
          </a:solidFill>
          <a:ln w="9525">
            <a:noFill/>
            <a:miter lim="800000"/>
            <a:headEnd/>
            <a:tailEnd/>
          </a:ln>
          <a:effectLst/>
        </p:spPr>
        <p:txBody>
          <a:bodyPr lIns="90488" tIns="44450" rIns="90488" bIns="44450" anchor="ctr">
            <a:spAutoFit/>
          </a:bodyPr>
          <a:lstStyle/>
          <a:p>
            <a:pPr marL="0" marR="0" lvl="0" indent="0" algn="ctr" defTabSz="812810" rtl="0" eaLnBrk="1" fontAlgn="auto" latinLnBrk="0" hangingPunct="1">
              <a:lnSpc>
                <a:spcPct val="100000"/>
              </a:lnSpc>
              <a:spcBef>
                <a:spcPts val="0"/>
              </a:spcBef>
              <a:spcAft>
                <a:spcPts val="0"/>
              </a:spcAft>
              <a:buClrTx/>
              <a:buSzTx/>
              <a:buFontTx/>
              <a:buNone/>
              <a:tabLst/>
              <a:defRPr/>
            </a:pPr>
            <a:r>
              <a:rPr kumimoji="0" lang="en-US" sz="1600" b="0" i="0" u="none" strike="noStrike" kern="0" cap="none" spc="0" normalizeH="0" baseline="0" noProof="0" dirty="0">
                <a:ln>
                  <a:noFill/>
                </a:ln>
                <a:solidFill>
                  <a:srgbClr val="00274C"/>
                </a:solidFill>
                <a:effectLst/>
                <a:uLnTx/>
                <a:uFillTx/>
                <a:latin typeface="Arial" panose="020B0604020202020204" pitchFamily="34" charset="0"/>
                <a:ea typeface="+mn-ea"/>
                <a:cs typeface="Arial" panose="020B0604020202020204" pitchFamily="34" charset="0"/>
              </a:rPr>
              <a:t>Anode, </a:t>
            </a:r>
            <a:br>
              <a:rPr kumimoji="0" lang="en-US" sz="1600" b="0" i="0" u="none" strike="noStrike" kern="0" cap="none" spc="0" normalizeH="0" baseline="0" noProof="0" dirty="0">
                <a:ln>
                  <a:noFill/>
                </a:ln>
                <a:solidFill>
                  <a:srgbClr val="00274C"/>
                </a:solidFill>
                <a:effectLst/>
                <a:uLnTx/>
                <a:uFillTx/>
                <a:latin typeface="Arial" panose="020B0604020202020204" pitchFamily="34" charset="0"/>
                <a:ea typeface="+mn-ea"/>
                <a:cs typeface="Arial" panose="020B0604020202020204" pitchFamily="34" charset="0"/>
              </a:rPr>
            </a:br>
            <a:r>
              <a:rPr kumimoji="0" lang="en-US" sz="1600" b="0" i="0" u="none" strike="noStrike" kern="0" cap="none" spc="0" normalizeH="0" baseline="0" noProof="0" dirty="0">
                <a:ln>
                  <a:noFill/>
                </a:ln>
                <a:solidFill>
                  <a:srgbClr val="00274C"/>
                </a:solidFill>
                <a:effectLst/>
                <a:uLnTx/>
                <a:uFillTx/>
                <a:latin typeface="Arial" panose="020B0604020202020204" pitchFamily="34" charset="0"/>
                <a:ea typeface="+mn-ea"/>
                <a:cs typeface="Arial" panose="020B0604020202020204" pitchFamily="34" charset="0"/>
              </a:rPr>
              <a:t>aluminum electrolysis</a:t>
            </a:r>
          </a:p>
        </p:txBody>
      </p:sp>
      <p:sp>
        <p:nvSpPr>
          <p:cNvPr id="97" name="Rectangle 19">
            <a:extLst>
              <a:ext uri="{FF2B5EF4-FFF2-40B4-BE49-F238E27FC236}">
                <a16:creationId xmlns:a16="http://schemas.microsoft.com/office/drawing/2014/main" id="{953FB501-0F47-D449-A702-D1D8848185F1}"/>
              </a:ext>
            </a:extLst>
          </p:cNvPr>
          <p:cNvSpPr>
            <a:spLocks noChangeArrowheads="1"/>
          </p:cNvSpPr>
          <p:nvPr/>
        </p:nvSpPr>
        <p:spPr bwMode="auto">
          <a:xfrm>
            <a:off x="11329507" y="3703430"/>
            <a:ext cx="1871662" cy="828432"/>
          </a:xfrm>
          <a:prstGeom prst="rect">
            <a:avLst/>
          </a:prstGeom>
          <a:solidFill>
            <a:schemeClr val="bg2">
              <a:lumMod val="75000"/>
              <a:alpha val="39000"/>
            </a:schemeClr>
          </a:solidFill>
          <a:ln w="9525">
            <a:noFill/>
            <a:miter lim="800000"/>
            <a:headEnd/>
            <a:tailEnd/>
          </a:ln>
          <a:effectLst/>
        </p:spPr>
        <p:txBody>
          <a:bodyPr lIns="90488" tIns="44450" rIns="90488" bIns="44450" anchor="ctr">
            <a:spAutoFit/>
          </a:bodyPr>
          <a:lstStyle/>
          <a:p>
            <a:pPr marL="0" marR="0" lvl="0" indent="0" algn="ctr" defTabSz="812810" rtl="0" eaLnBrk="1" fontAlgn="auto" latinLnBrk="0" hangingPunct="1">
              <a:lnSpc>
                <a:spcPct val="100000"/>
              </a:lnSpc>
              <a:spcBef>
                <a:spcPts val="0"/>
              </a:spcBef>
              <a:spcAft>
                <a:spcPts val="0"/>
              </a:spcAft>
              <a:buClrTx/>
              <a:buSzTx/>
              <a:buFontTx/>
              <a:buNone/>
              <a:tabLst/>
              <a:defRPr/>
            </a:pPr>
            <a:r>
              <a:rPr kumimoji="0" lang="en-US" sz="1600" b="0" i="0" u="none" strike="noStrike" kern="0" cap="none" spc="0" normalizeH="0" baseline="0" noProof="0" dirty="0">
                <a:ln>
                  <a:noFill/>
                </a:ln>
                <a:solidFill>
                  <a:srgbClr val="00274C"/>
                </a:solidFill>
                <a:effectLst/>
                <a:uLnTx/>
                <a:uFillTx/>
                <a:latin typeface="Arial" panose="020B0604020202020204" pitchFamily="34" charset="0"/>
                <a:ea typeface="+mn-ea"/>
                <a:cs typeface="Arial" panose="020B0604020202020204" pitchFamily="34" charset="0"/>
              </a:rPr>
              <a:t>Cathode, aluminum electrolysis</a:t>
            </a:r>
          </a:p>
        </p:txBody>
      </p:sp>
      <p:sp>
        <p:nvSpPr>
          <p:cNvPr id="98" name="Rectangle 19">
            <a:extLst>
              <a:ext uri="{FF2B5EF4-FFF2-40B4-BE49-F238E27FC236}">
                <a16:creationId xmlns:a16="http://schemas.microsoft.com/office/drawing/2014/main" id="{1EC1D947-B3E2-6546-9C4D-7C1E758B6B39}"/>
              </a:ext>
            </a:extLst>
          </p:cNvPr>
          <p:cNvSpPr>
            <a:spLocks noChangeArrowheads="1"/>
          </p:cNvSpPr>
          <p:nvPr/>
        </p:nvSpPr>
        <p:spPr bwMode="auto">
          <a:xfrm>
            <a:off x="8413269" y="6591093"/>
            <a:ext cx="1655763" cy="828432"/>
          </a:xfrm>
          <a:prstGeom prst="rect">
            <a:avLst/>
          </a:prstGeom>
          <a:solidFill>
            <a:schemeClr val="bg2">
              <a:lumMod val="75000"/>
              <a:alpha val="39000"/>
            </a:schemeClr>
          </a:solidFill>
          <a:ln w="9525">
            <a:noFill/>
            <a:miter lim="800000"/>
            <a:headEnd/>
            <a:tailEnd/>
          </a:ln>
          <a:effectLst/>
        </p:spPr>
        <p:txBody>
          <a:bodyPr lIns="90488" tIns="44450" rIns="90488" bIns="44450" anchor="ctr">
            <a:spAutoFit/>
          </a:bodyPr>
          <a:lstStyle/>
          <a:p>
            <a:pPr marL="0" marR="0" lvl="0" indent="0" algn="ctr" defTabSz="812810" rtl="0" eaLnBrk="1" fontAlgn="auto" latinLnBrk="0" hangingPunct="1">
              <a:lnSpc>
                <a:spcPct val="100000"/>
              </a:lnSpc>
              <a:spcBef>
                <a:spcPts val="0"/>
              </a:spcBef>
              <a:spcAft>
                <a:spcPts val="0"/>
              </a:spcAft>
              <a:buClrTx/>
              <a:buSzTx/>
              <a:buFontTx/>
              <a:buNone/>
              <a:tabLst/>
              <a:defRPr/>
            </a:pPr>
            <a:r>
              <a:rPr kumimoji="0" lang="en-US" sz="1600" b="0" i="0" u="none" strike="noStrike" kern="0" cap="none" spc="0" normalizeH="0" baseline="0" noProof="0" dirty="0">
                <a:ln>
                  <a:noFill/>
                </a:ln>
                <a:solidFill>
                  <a:srgbClr val="00274C"/>
                </a:solidFill>
                <a:effectLst/>
                <a:uLnTx/>
                <a:uFillTx/>
                <a:latin typeface="Arial" panose="020B0604020202020204" pitchFamily="34" charset="0"/>
                <a:ea typeface="+mn-ea"/>
                <a:cs typeface="Arial" panose="020B0604020202020204" pitchFamily="34" charset="0"/>
              </a:rPr>
              <a:t>Heat, </a:t>
            </a:r>
          </a:p>
          <a:p>
            <a:pPr marL="0" marR="0" lvl="0" indent="0" algn="ctr" defTabSz="812810" rtl="0" eaLnBrk="1" fontAlgn="auto" latinLnBrk="0" hangingPunct="1">
              <a:lnSpc>
                <a:spcPct val="100000"/>
              </a:lnSpc>
              <a:spcBef>
                <a:spcPts val="0"/>
              </a:spcBef>
              <a:spcAft>
                <a:spcPts val="0"/>
              </a:spcAft>
              <a:buClrTx/>
              <a:buSzTx/>
              <a:buFontTx/>
              <a:buNone/>
              <a:tabLst/>
              <a:defRPr/>
            </a:pPr>
            <a:r>
              <a:rPr kumimoji="0" lang="en-US" sz="1600" b="0" i="0" u="none" strike="noStrike" kern="0" cap="none" spc="0" normalizeH="0" baseline="0" noProof="0" dirty="0">
                <a:ln>
                  <a:noFill/>
                </a:ln>
                <a:solidFill>
                  <a:srgbClr val="00274C"/>
                </a:solidFill>
                <a:effectLst/>
                <a:uLnTx/>
                <a:uFillTx/>
                <a:latin typeface="Arial" panose="020B0604020202020204" pitchFamily="34" charset="0"/>
                <a:ea typeface="+mn-ea"/>
                <a:cs typeface="Arial" panose="020B0604020202020204" pitchFamily="34" charset="0"/>
              </a:rPr>
              <a:t>light </a:t>
            </a:r>
            <a:br>
              <a:rPr kumimoji="0" lang="en-US" sz="1600" b="0" i="0" u="none" strike="noStrike" kern="0" cap="none" spc="0" normalizeH="0" baseline="0" noProof="0" dirty="0">
                <a:ln>
                  <a:noFill/>
                </a:ln>
                <a:solidFill>
                  <a:srgbClr val="00274C"/>
                </a:solidFill>
                <a:effectLst/>
                <a:uLnTx/>
                <a:uFillTx/>
                <a:latin typeface="Arial" panose="020B0604020202020204" pitchFamily="34" charset="0"/>
                <a:ea typeface="+mn-ea"/>
                <a:cs typeface="Arial" panose="020B0604020202020204" pitchFamily="34" charset="0"/>
              </a:rPr>
            </a:br>
            <a:r>
              <a:rPr kumimoji="0" lang="en-US" sz="1600" b="0" i="0" u="none" strike="noStrike" kern="0" cap="none" spc="0" normalizeH="0" baseline="0" noProof="0" dirty="0">
                <a:ln>
                  <a:noFill/>
                </a:ln>
                <a:solidFill>
                  <a:srgbClr val="00274C"/>
                </a:solidFill>
                <a:effectLst/>
                <a:uLnTx/>
                <a:uFillTx/>
                <a:latin typeface="Arial" panose="020B0604020202020204" pitchFamily="34" charset="0"/>
                <a:ea typeface="+mn-ea"/>
                <a:cs typeface="Arial" panose="020B0604020202020204" pitchFamily="34" charset="0"/>
              </a:rPr>
              <a:t>fuel oil</a:t>
            </a:r>
          </a:p>
        </p:txBody>
      </p:sp>
      <p:sp>
        <p:nvSpPr>
          <p:cNvPr id="99" name="Rectangle 19">
            <a:extLst>
              <a:ext uri="{FF2B5EF4-FFF2-40B4-BE49-F238E27FC236}">
                <a16:creationId xmlns:a16="http://schemas.microsoft.com/office/drawing/2014/main" id="{45F74209-B92F-3D40-9C03-D334BBD26A2D}"/>
              </a:ext>
            </a:extLst>
          </p:cNvPr>
          <p:cNvSpPr>
            <a:spLocks noChangeArrowheads="1"/>
          </p:cNvSpPr>
          <p:nvPr/>
        </p:nvSpPr>
        <p:spPr bwMode="auto">
          <a:xfrm>
            <a:off x="10716732" y="6590972"/>
            <a:ext cx="1873250" cy="828432"/>
          </a:xfrm>
          <a:prstGeom prst="rect">
            <a:avLst/>
          </a:prstGeom>
          <a:solidFill>
            <a:schemeClr val="bg2">
              <a:lumMod val="75000"/>
              <a:alpha val="39000"/>
            </a:schemeClr>
          </a:solidFill>
          <a:ln w="9525">
            <a:noFill/>
            <a:miter lim="800000"/>
            <a:headEnd/>
            <a:tailEnd/>
          </a:ln>
          <a:effectLst/>
        </p:spPr>
        <p:txBody>
          <a:bodyPr lIns="90488" tIns="44450" rIns="90488" bIns="44450" anchor="ctr">
            <a:spAutoFit/>
          </a:bodyPr>
          <a:lstStyle/>
          <a:p>
            <a:pPr marL="0" marR="0" lvl="0" indent="0" algn="ctr" defTabSz="812810" rtl="0" eaLnBrk="1" fontAlgn="auto" latinLnBrk="0" hangingPunct="1">
              <a:lnSpc>
                <a:spcPct val="100000"/>
              </a:lnSpc>
              <a:spcBef>
                <a:spcPts val="0"/>
              </a:spcBef>
              <a:spcAft>
                <a:spcPts val="0"/>
              </a:spcAft>
              <a:buClrTx/>
              <a:buSzTx/>
              <a:buFontTx/>
              <a:buNone/>
              <a:tabLst/>
              <a:defRPr/>
            </a:pPr>
            <a:r>
              <a:rPr kumimoji="0" lang="en-US" sz="1600" b="0" i="0" u="none" strike="noStrike" kern="0" cap="none" spc="0" normalizeH="0" baseline="0" noProof="0" dirty="0">
                <a:ln>
                  <a:noFill/>
                </a:ln>
                <a:solidFill>
                  <a:srgbClr val="00274C"/>
                </a:solidFill>
                <a:effectLst/>
                <a:uLnTx/>
                <a:uFillTx/>
                <a:latin typeface="Arial" panose="020B0604020202020204" pitchFamily="34" charset="0"/>
                <a:ea typeface="+mn-ea"/>
                <a:cs typeface="Arial" panose="020B0604020202020204" pitchFamily="34" charset="0"/>
              </a:rPr>
              <a:t>Transport, transoceanic freight</a:t>
            </a:r>
          </a:p>
        </p:txBody>
      </p:sp>
      <p:sp>
        <p:nvSpPr>
          <p:cNvPr id="100" name="Rectangle 19">
            <a:extLst>
              <a:ext uri="{FF2B5EF4-FFF2-40B4-BE49-F238E27FC236}">
                <a16:creationId xmlns:a16="http://schemas.microsoft.com/office/drawing/2014/main" id="{55ACF51D-DC48-5646-A17D-130E03DC9351}"/>
              </a:ext>
            </a:extLst>
          </p:cNvPr>
          <p:cNvSpPr>
            <a:spLocks noChangeArrowheads="1"/>
          </p:cNvSpPr>
          <p:nvPr/>
        </p:nvSpPr>
        <p:spPr bwMode="auto">
          <a:xfrm>
            <a:off x="13382144" y="3703430"/>
            <a:ext cx="1655763" cy="828432"/>
          </a:xfrm>
          <a:prstGeom prst="rect">
            <a:avLst/>
          </a:prstGeom>
          <a:solidFill>
            <a:schemeClr val="bg2">
              <a:lumMod val="75000"/>
              <a:alpha val="39000"/>
            </a:schemeClr>
          </a:solidFill>
          <a:ln w="9525">
            <a:noFill/>
            <a:miter lim="800000"/>
            <a:headEnd/>
            <a:tailEnd/>
          </a:ln>
          <a:effectLst/>
        </p:spPr>
        <p:txBody>
          <a:bodyPr lIns="90488" tIns="44450" rIns="90488" bIns="44450" anchor="ctr">
            <a:spAutoFit/>
          </a:bodyPr>
          <a:lstStyle/>
          <a:p>
            <a:pPr marL="0" marR="0" lvl="0" indent="0" algn="ctr" defTabSz="812810" rtl="0"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dirty="0">
              <a:ln>
                <a:noFill/>
              </a:ln>
              <a:solidFill>
                <a:srgbClr val="00274C"/>
              </a:solidFill>
              <a:effectLst/>
              <a:uLnTx/>
              <a:uFillTx/>
              <a:latin typeface="Arial" panose="020B0604020202020204" pitchFamily="34" charset="0"/>
              <a:ea typeface="+mn-ea"/>
              <a:cs typeface="Arial" panose="020B0604020202020204" pitchFamily="34" charset="0"/>
            </a:endParaRPr>
          </a:p>
          <a:p>
            <a:pPr marL="0" marR="0" lvl="0" indent="0" algn="ctr" defTabSz="812810" rtl="0" eaLnBrk="1" fontAlgn="auto" latinLnBrk="0" hangingPunct="1">
              <a:lnSpc>
                <a:spcPct val="100000"/>
              </a:lnSpc>
              <a:spcBef>
                <a:spcPts val="0"/>
              </a:spcBef>
              <a:spcAft>
                <a:spcPts val="0"/>
              </a:spcAft>
              <a:buClrTx/>
              <a:buSzTx/>
              <a:buFontTx/>
              <a:buNone/>
              <a:tabLst/>
              <a:defRPr/>
            </a:pPr>
            <a:r>
              <a:rPr kumimoji="0" lang="en-US" sz="1600" b="0" i="0" u="none" strike="noStrike" kern="0" cap="none" spc="0" normalizeH="0" baseline="0" noProof="0" dirty="0">
                <a:ln>
                  <a:noFill/>
                </a:ln>
                <a:solidFill>
                  <a:srgbClr val="00274C"/>
                </a:solidFill>
                <a:effectLst/>
                <a:uLnTx/>
                <a:uFillTx/>
                <a:latin typeface="Arial" panose="020B0604020202020204" pitchFamily="34" charset="0"/>
                <a:ea typeface="+mn-ea"/>
                <a:cs typeface="Arial" panose="020B0604020202020204" pitchFamily="34" charset="0"/>
              </a:rPr>
              <a:t>Electricity mix</a:t>
            </a:r>
          </a:p>
          <a:p>
            <a:pPr marL="0" marR="0" lvl="0" indent="0" algn="ctr" defTabSz="812810" rtl="0"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dirty="0">
              <a:ln>
                <a:noFill/>
              </a:ln>
              <a:solidFill>
                <a:srgbClr val="00274C"/>
              </a:solidFill>
              <a:effectLst/>
              <a:uLnTx/>
              <a:uFillTx/>
              <a:latin typeface="Arial" panose="020B0604020202020204" pitchFamily="34" charset="0"/>
              <a:ea typeface="+mn-ea"/>
              <a:cs typeface="Arial" panose="020B0604020202020204" pitchFamily="34" charset="0"/>
            </a:endParaRPr>
          </a:p>
        </p:txBody>
      </p:sp>
      <p:cxnSp>
        <p:nvCxnSpPr>
          <p:cNvPr id="101" name="Straight Connector 205">
            <a:extLst>
              <a:ext uri="{FF2B5EF4-FFF2-40B4-BE49-F238E27FC236}">
                <a16:creationId xmlns:a16="http://schemas.microsoft.com/office/drawing/2014/main" id="{FD864ACF-67C9-BC41-8E57-EC9EC2AD7A58}"/>
              </a:ext>
            </a:extLst>
          </p:cNvPr>
          <p:cNvCxnSpPr>
            <a:cxnSpLocks noChangeShapeType="1"/>
          </p:cNvCxnSpPr>
          <p:nvPr/>
        </p:nvCxnSpPr>
        <p:spPr bwMode="auto">
          <a:xfrm flipV="1">
            <a:off x="14209232" y="3277859"/>
            <a:ext cx="0" cy="433388"/>
          </a:xfrm>
          <a:prstGeom prst="line">
            <a:avLst/>
          </a:prstGeom>
          <a:noFill/>
          <a:ln w="25400" algn="ctr">
            <a:solidFill>
              <a:schemeClr val="accent1"/>
            </a:solidFill>
            <a:round/>
            <a:headEnd/>
            <a:tailEnd/>
          </a:ln>
          <a:extLst>
            <a:ext uri="{909E8E84-426E-40DD-AFC4-6F175D3DCCD1}">
              <a14:hiddenFill xmlns:a14="http://schemas.microsoft.com/office/drawing/2010/main">
                <a:noFill/>
              </a14:hiddenFill>
            </a:ext>
          </a:extLst>
        </p:spPr>
      </p:cxnSp>
      <p:cxnSp>
        <p:nvCxnSpPr>
          <p:cNvPr id="102" name="Straight Connector 206">
            <a:extLst>
              <a:ext uri="{FF2B5EF4-FFF2-40B4-BE49-F238E27FC236}">
                <a16:creationId xmlns:a16="http://schemas.microsoft.com/office/drawing/2014/main" id="{435784D9-2B01-5E40-92D2-773E5F635B87}"/>
              </a:ext>
            </a:extLst>
          </p:cNvPr>
          <p:cNvCxnSpPr>
            <a:cxnSpLocks noChangeShapeType="1"/>
          </p:cNvCxnSpPr>
          <p:nvPr/>
        </p:nvCxnSpPr>
        <p:spPr bwMode="auto">
          <a:xfrm flipH="1">
            <a:off x="11940694" y="3277859"/>
            <a:ext cx="2268538" cy="0"/>
          </a:xfrm>
          <a:prstGeom prst="line">
            <a:avLst/>
          </a:prstGeom>
          <a:noFill/>
          <a:ln w="25400" algn="ctr">
            <a:solidFill>
              <a:schemeClr val="accent1"/>
            </a:solidFill>
            <a:round/>
            <a:headEnd/>
            <a:tailEnd/>
          </a:ln>
          <a:extLst>
            <a:ext uri="{909E8E84-426E-40DD-AFC4-6F175D3DCCD1}">
              <a14:hiddenFill xmlns:a14="http://schemas.microsoft.com/office/drawing/2010/main">
                <a:noFill/>
              </a14:hiddenFill>
            </a:ext>
          </a:extLst>
        </p:spPr>
      </p:cxnSp>
      <p:cxnSp>
        <p:nvCxnSpPr>
          <p:cNvPr id="103" name="Straight Arrow Connector 207">
            <a:extLst>
              <a:ext uri="{FF2B5EF4-FFF2-40B4-BE49-F238E27FC236}">
                <a16:creationId xmlns:a16="http://schemas.microsoft.com/office/drawing/2014/main" id="{053BC8CB-C8CD-AB48-952D-437F8B030B3E}"/>
              </a:ext>
            </a:extLst>
          </p:cNvPr>
          <p:cNvCxnSpPr>
            <a:cxnSpLocks noChangeShapeType="1"/>
          </p:cNvCxnSpPr>
          <p:nvPr/>
        </p:nvCxnSpPr>
        <p:spPr bwMode="auto">
          <a:xfrm flipV="1">
            <a:off x="11940694" y="3098472"/>
            <a:ext cx="0" cy="179387"/>
          </a:xfrm>
          <a:prstGeom prst="straightConnector1">
            <a:avLst/>
          </a:prstGeom>
          <a:noFill/>
          <a:ln w="25400" algn="ctr">
            <a:solidFill>
              <a:schemeClr val="accent1"/>
            </a:solidFill>
            <a:round/>
            <a:headEnd/>
            <a:tailEnd type="arrow" w="med" len="med"/>
          </a:ln>
          <a:extLst>
            <a:ext uri="{909E8E84-426E-40DD-AFC4-6F175D3DCCD1}">
              <a14:hiddenFill xmlns:a14="http://schemas.microsoft.com/office/drawing/2010/main">
                <a:noFill/>
              </a14:hiddenFill>
            </a:ext>
          </a:extLst>
        </p:spPr>
      </p:cxnSp>
      <p:grpSp>
        <p:nvGrpSpPr>
          <p:cNvPr id="104" name="Group 208">
            <a:extLst>
              <a:ext uri="{FF2B5EF4-FFF2-40B4-BE49-F238E27FC236}">
                <a16:creationId xmlns:a16="http://schemas.microsoft.com/office/drawing/2014/main" id="{9CAE8040-58CA-A547-8F79-A02D29D59B08}"/>
              </a:ext>
            </a:extLst>
          </p:cNvPr>
          <p:cNvGrpSpPr>
            <a:grpSpLocks/>
          </p:cNvGrpSpPr>
          <p:nvPr/>
        </p:nvGrpSpPr>
        <p:grpSpPr bwMode="auto">
          <a:xfrm>
            <a:off x="11724794" y="3098472"/>
            <a:ext cx="576263" cy="611187"/>
            <a:chOff x="4860032" y="2097192"/>
            <a:chExt cx="972108" cy="611728"/>
          </a:xfrm>
        </p:grpSpPr>
        <p:cxnSp>
          <p:nvCxnSpPr>
            <p:cNvPr id="105" name="Straight Connector 209">
              <a:extLst>
                <a:ext uri="{FF2B5EF4-FFF2-40B4-BE49-F238E27FC236}">
                  <a16:creationId xmlns:a16="http://schemas.microsoft.com/office/drawing/2014/main" id="{A69D43D2-D510-924E-AC18-2105900557C8}"/>
                </a:ext>
              </a:extLst>
            </p:cNvPr>
            <p:cNvCxnSpPr>
              <a:cxnSpLocks noChangeShapeType="1"/>
            </p:cNvCxnSpPr>
            <p:nvPr/>
          </p:nvCxnSpPr>
          <p:spPr bwMode="auto">
            <a:xfrm flipV="1">
              <a:off x="5832140" y="2492896"/>
              <a:ext cx="0" cy="216024"/>
            </a:xfrm>
            <a:prstGeom prst="line">
              <a:avLst/>
            </a:prstGeom>
            <a:noFill/>
            <a:ln w="25400" algn="ctr">
              <a:solidFill>
                <a:schemeClr val="accent1"/>
              </a:solidFill>
              <a:round/>
              <a:headEnd/>
              <a:tailEnd/>
            </a:ln>
            <a:extLst>
              <a:ext uri="{909E8E84-426E-40DD-AFC4-6F175D3DCCD1}">
                <a14:hiddenFill xmlns:a14="http://schemas.microsoft.com/office/drawing/2010/main">
                  <a:noFill/>
                </a14:hiddenFill>
              </a:ext>
            </a:extLst>
          </p:spPr>
        </p:cxnSp>
        <p:cxnSp>
          <p:nvCxnSpPr>
            <p:cNvPr id="106" name="Straight Connector 210">
              <a:extLst>
                <a:ext uri="{FF2B5EF4-FFF2-40B4-BE49-F238E27FC236}">
                  <a16:creationId xmlns:a16="http://schemas.microsoft.com/office/drawing/2014/main" id="{5F80604F-C371-F14D-95E5-ECAAA5A2FC11}"/>
                </a:ext>
              </a:extLst>
            </p:cNvPr>
            <p:cNvCxnSpPr>
              <a:cxnSpLocks noChangeShapeType="1"/>
            </p:cNvCxnSpPr>
            <p:nvPr/>
          </p:nvCxnSpPr>
          <p:spPr bwMode="auto">
            <a:xfrm flipH="1">
              <a:off x="4860032" y="2492896"/>
              <a:ext cx="972108" cy="0"/>
            </a:xfrm>
            <a:prstGeom prst="line">
              <a:avLst/>
            </a:prstGeom>
            <a:noFill/>
            <a:ln w="25400" algn="ctr">
              <a:solidFill>
                <a:schemeClr val="accent1"/>
              </a:solidFill>
              <a:round/>
              <a:headEnd/>
              <a:tailEnd/>
            </a:ln>
            <a:extLst>
              <a:ext uri="{909E8E84-426E-40DD-AFC4-6F175D3DCCD1}">
                <a14:hiddenFill xmlns:a14="http://schemas.microsoft.com/office/drawing/2010/main">
                  <a:noFill/>
                </a14:hiddenFill>
              </a:ext>
            </a:extLst>
          </p:spPr>
        </p:cxnSp>
        <p:cxnSp>
          <p:nvCxnSpPr>
            <p:cNvPr id="107" name="Straight Arrow Connector 211">
              <a:extLst>
                <a:ext uri="{FF2B5EF4-FFF2-40B4-BE49-F238E27FC236}">
                  <a16:creationId xmlns:a16="http://schemas.microsoft.com/office/drawing/2014/main" id="{CB7A1D4D-1561-A147-BBD0-F8721C26A866}"/>
                </a:ext>
              </a:extLst>
            </p:cNvPr>
            <p:cNvCxnSpPr>
              <a:cxnSpLocks noChangeShapeType="1"/>
            </p:cNvCxnSpPr>
            <p:nvPr/>
          </p:nvCxnSpPr>
          <p:spPr bwMode="auto">
            <a:xfrm flipV="1">
              <a:off x="4860032" y="2097192"/>
              <a:ext cx="0" cy="395704"/>
            </a:xfrm>
            <a:prstGeom prst="straightConnector1">
              <a:avLst/>
            </a:prstGeom>
            <a:noFill/>
            <a:ln w="25400" algn="ctr">
              <a:solidFill>
                <a:schemeClr val="accent1"/>
              </a:solidFill>
              <a:round/>
              <a:headEnd/>
              <a:tailEnd type="arrow" w="med" len="med"/>
            </a:ln>
            <a:extLst>
              <a:ext uri="{909E8E84-426E-40DD-AFC4-6F175D3DCCD1}">
                <a14:hiddenFill xmlns:a14="http://schemas.microsoft.com/office/drawing/2010/main">
                  <a:noFill/>
                </a14:hiddenFill>
              </a:ext>
            </a:extLst>
          </p:spPr>
        </p:cxnSp>
      </p:grpSp>
      <p:grpSp>
        <p:nvGrpSpPr>
          <p:cNvPr id="108" name="Group 212">
            <a:extLst>
              <a:ext uri="{FF2B5EF4-FFF2-40B4-BE49-F238E27FC236}">
                <a16:creationId xmlns:a16="http://schemas.microsoft.com/office/drawing/2014/main" id="{4E8DC9C3-A402-9644-9581-2DD433D6656C}"/>
              </a:ext>
            </a:extLst>
          </p:cNvPr>
          <p:cNvGrpSpPr>
            <a:grpSpLocks/>
          </p:cNvGrpSpPr>
          <p:nvPr/>
        </p:nvGrpSpPr>
        <p:grpSpPr bwMode="auto">
          <a:xfrm>
            <a:off x="7908444" y="3098472"/>
            <a:ext cx="2754313" cy="611187"/>
            <a:chOff x="971600" y="2097192"/>
            <a:chExt cx="2988332" cy="611728"/>
          </a:xfrm>
        </p:grpSpPr>
        <p:cxnSp>
          <p:nvCxnSpPr>
            <p:cNvPr id="109" name="Straight Connector 213">
              <a:extLst>
                <a:ext uri="{FF2B5EF4-FFF2-40B4-BE49-F238E27FC236}">
                  <a16:creationId xmlns:a16="http://schemas.microsoft.com/office/drawing/2014/main" id="{FCD560CF-7833-1245-91A5-06399C923543}"/>
                </a:ext>
              </a:extLst>
            </p:cNvPr>
            <p:cNvCxnSpPr>
              <a:cxnSpLocks noChangeShapeType="1"/>
            </p:cNvCxnSpPr>
            <p:nvPr/>
          </p:nvCxnSpPr>
          <p:spPr bwMode="auto">
            <a:xfrm flipV="1">
              <a:off x="971600" y="2276872"/>
              <a:ext cx="0" cy="432048"/>
            </a:xfrm>
            <a:prstGeom prst="line">
              <a:avLst/>
            </a:prstGeom>
            <a:noFill/>
            <a:ln w="25400" algn="ctr">
              <a:solidFill>
                <a:schemeClr val="accent1"/>
              </a:solidFill>
              <a:round/>
              <a:headEnd/>
              <a:tailEnd/>
            </a:ln>
            <a:extLst>
              <a:ext uri="{909E8E84-426E-40DD-AFC4-6F175D3DCCD1}">
                <a14:hiddenFill xmlns:a14="http://schemas.microsoft.com/office/drawing/2010/main">
                  <a:noFill/>
                </a14:hiddenFill>
              </a:ext>
            </a:extLst>
          </p:spPr>
        </p:cxnSp>
        <p:cxnSp>
          <p:nvCxnSpPr>
            <p:cNvPr id="110" name="Straight Connector 214">
              <a:extLst>
                <a:ext uri="{FF2B5EF4-FFF2-40B4-BE49-F238E27FC236}">
                  <a16:creationId xmlns:a16="http://schemas.microsoft.com/office/drawing/2014/main" id="{9CF4858F-BD34-7745-A73A-F505266437F2}"/>
                </a:ext>
              </a:extLst>
            </p:cNvPr>
            <p:cNvCxnSpPr>
              <a:cxnSpLocks noChangeShapeType="1"/>
            </p:cNvCxnSpPr>
            <p:nvPr/>
          </p:nvCxnSpPr>
          <p:spPr bwMode="auto">
            <a:xfrm flipH="1">
              <a:off x="971600" y="2276872"/>
              <a:ext cx="2988332" cy="0"/>
            </a:xfrm>
            <a:prstGeom prst="line">
              <a:avLst/>
            </a:prstGeom>
            <a:noFill/>
            <a:ln w="25400" algn="ctr">
              <a:solidFill>
                <a:schemeClr val="accent1"/>
              </a:solidFill>
              <a:round/>
              <a:headEnd/>
              <a:tailEnd/>
            </a:ln>
            <a:extLst>
              <a:ext uri="{909E8E84-426E-40DD-AFC4-6F175D3DCCD1}">
                <a14:hiddenFill xmlns:a14="http://schemas.microsoft.com/office/drawing/2010/main">
                  <a:noFill/>
                </a14:hiddenFill>
              </a:ext>
            </a:extLst>
          </p:spPr>
        </p:cxnSp>
        <p:cxnSp>
          <p:nvCxnSpPr>
            <p:cNvPr id="111" name="Straight Arrow Connector 215">
              <a:extLst>
                <a:ext uri="{FF2B5EF4-FFF2-40B4-BE49-F238E27FC236}">
                  <a16:creationId xmlns:a16="http://schemas.microsoft.com/office/drawing/2014/main" id="{984F3128-3A88-894E-BF69-9EDAEC2D9005}"/>
                </a:ext>
              </a:extLst>
            </p:cNvPr>
            <p:cNvCxnSpPr>
              <a:cxnSpLocks noChangeShapeType="1"/>
            </p:cNvCxnSpPr>
            <p:nvPr/>
          </p:nvCxnSpPr>
          <p:spPr bwMode="auto">
            <a:xfrm flipV="1">
              <a:off x="3959932" y="2097192"/>
              <a:ext cx="0" cy="179680"/>
            </a:xfrm>
            <a:prstGeom prst="straightConnector1">
              <a:avLst/>
            </a:prstGeom>
            <a:noFill/>
            <a:ln w="25400" algn="ctr">
              <a:solidFill>
                <a:schemeClr val="accent1"/>
              </a:solidFill>
              <a:round/>
              <a:headEnd/>
              <a:tailEnd type="arrow" w="med" len="med"/>
            </a:ln>
            <a:extLst>
              <a:ext uri="{909E8E84-426E-40DD-AFC4-6F175D3DCCD1}">
                <a14:hiddenFill xmlns:a14="http://schemas.microsoft.com/office/drawing/2010/main">
                  <a:noFill/>
                </a14:hiddenFill>
              </a:ext>
            </a:extLst>
          </p:spPr>
        </p:cxnSp>
      </p:grpSp>
      <p:grpSp>
        <p:nvGrpSpPr>
          <p:cNvPr id="112" name="Group 216">
            <a:extLst>
              <a:ext uri="{FF2B5EF4-FFF2-40B4-BE49-F238E27FC236}">
                <a16:creationId xmlns:a16="http://schemas.microsoft.com/office/drawing/2014/main" id="{D2C7A258-B51F-7442-8DCF-17DB5F996BA1}"/>
              </a:ext>
            </a:extLst>
          </p:cNvPr>
          <p:cNvGrpSpPr>
            <a:grpSpLocks/>
          </p:cNvGrpSpPr>
          <p:nvPr/>
        </p:nvGrpSpPr>
        <p:grpSpPr bwMode="auto">
          <a:xfrm>
            <a:off x="10176982" y="3098472"/>
            <a:ext cx="647700" cy="611187"/>
            <a:chOff x="3311860" y="2096852"/>
            <a:chExt cx="972108" cy="612068"/>
          </a:xfrm>
        </p:grpSpPr>
        <p:cxnSp>
          <p:nvCxnSpPr>
            <p:cNvPr id="113" name="Straight Connector 217">
              <a:extLst>
                <a:ext uri="{FF2B5EF4-FFF2-40B4-BE49-F238E27FC236}">
                  <a16:creationId xmlns:a16="http://schemas.microsoft.com/office/drawing/2014/main" id="{F352BF94-E2D6-FF4B-AB92-21DB1A7086AB}"/>
                </a:ext>
              </a:extLst>
            </p:cNvPr>
            <p:cNvCxnSpPr>
              <a:cxnSpLocks noChangeShapeType="1"/>
            </p:cNvCxnSpPr>
            <p:nvPr/>
          </p:nvCxnSpPr>
          <p:spPr bwMode="auto">
            <a:xfrm flipV="1">
              <a:off x="3311860" y="2492896"/>
              <a:ext cx="0" cy="216024"/>
            </a:xfrm>
            <a:prstGeom prst="line">
              <a:avLst/>
            </a:prstGeom>
            <a:noFill/>
            <a:ln w="25400" algn="ctr">
              <a:solidFill>
                <a:schemeClr val="accent1"/>
              </a:solidFill>
              <a:round/>
              <a:headEnd/>
              <a:tailEnd/>
            </a:ln>
            <a:extLst>
              <a:ext uri="{909E8E84-426E-40DD-AFC4-6F175D3DCCD1}">
                <a14:hiddenFill xmlns:a14="http://schemas.microsoft.com/office/drawing/2010/main">
                  <a:noFill/>
                </a14:hiddenFill>
              </a:ext>
            </a:extLst>
          </p:spPr>
        </p:cxnSp>
        <p:cxnSp>
          <p:nvCxnSpPr>
            <p:cNvPr id="114" name="Straight Connector 218">
              <a:extLst>
                <a:ext uri="{FF2B5EF4-FFF2-40B4-BE49-F238E27FC236}">
                  <a16:creationId xmlns:a16="http://schemas.microsoft.com/office/drawing/2014/main" id="{D7F82782-7036-B042-B22B-78EDB19A0FE8}"/>
                </a:ext>
              </a:extLst>
            </p:cNvPr>
            <p:cNvCxnSpPr>
              <a:cxnSpLocks noChangeShapeType="1"/>
            </p:cNvCxnSpPr>
            <p:nvPr/>
          </p:nvCxnSpPr>
          <p:spPr bwMode="auto">
            <a:xfrm flipH="1">
              <a:off x="3311860" y="2492896"/>
              <a:ext cx="972108" cy="0"/>
            </a:xfrm>
            <a:prstGeom prst="line">
              <a:avLst/>
            </a:prstGeom>
            <a:noFill/>
            <a:ln w="25400" algn="ctr">
              <a:solidFill>
                <a:schemeClr val="accent1"/>
              </a:solidFill>
              <a:round/>
              <a:headEnd/>
              <a:tailEnd/>
            </a:ln>
            <a:extLst>
              <a:ext uri="{909E8E84-426E-40DD-AFC4-6F175D3DCCD1}">
                <a14:hiddenFill xmlns:a14="http://schemas.microsoft.com/office/drawing/2010/main">
                  <a:noFill/>
                </a14:hiddenFill>
              </a:ext>
            </a:extLst>
          </p:spPr>
        </p:cxnSp>
        <p:cxnSp>
          <p:nvCxnSpPr>
            <p:cNvPr id="115" name="Straight Arrow Connector 219">
              <a:extLst>
                <a:ext uri="{FF2B5EF4-FFF2-40B4-BE49-F238E27FC236}">
                  <a16:creationId xmlns:a16="http://schemas.microsoft.com/office/drawing/2014/main" id="{AC6D32F5-995F-9B49-9A14-3E65F70831C3}"/>
                </a:ext>
              </a:extLst>
            </p:cNvPr>
            <p:cNvCxnSpPr>
              <a:cxnSpLocks noChangeShapeType="1"/>
            </p:cNvCxnSpPr>
            <p:nvPr/>
          </p:nvCxnSpPr>
          <p:spPr bwMode="auto">
            <a:xfrm flipV="1">
              <a:off x="4283968" y="2096852"/>
              <a:ext cx="0" cy="395704"/>
            </a:xfrm>
            <a:prstGeom prst="straightConnector1">
              <a:avLst/>
            </a:prstGeom>
            <a:noFill/>
            <a:ln w="25400" algn="ctr">
              <a:solidFill>
                <a:schemeClr val="accent1"/>
              </a:solidFill>
              <a:round/>
              <a:headEnd/>
              <a:tailEnd type="arrow" w="med" len="med"/>
            </a:ln>
            <a:extLst>
              <a:ext uri="{909E8E84-426E-40DD-AFC4-6F175D3DCCD1}">
                <a14:hiddenFill xmlns:a14="http://schemas.microsoft.com/office/drawing/2010/main">
                  <a:noFill/>
                </a14:hiddenFill>
              </a:ext>
            </a:extLst>
          </p:spPr>
        </p:cxnSp>
      </p:grpSp>
      <p:grpSp>
        <p:nvGrpSpPr>
          <p:cNvPr id="116" name="Group 245">
            <a:extLst>
              <a:ext uri="{FF2B5EF4-FFF2-40B4-BE49-F238E27FC236}">
                <a16:creationId xmlns:a16="http://schemas.microsoft.com/office/drawing/2014/main" id="{319D865F-C50F-6147-BA6F-2937744E8A02}"/>
              </a:ext>
            </a:extLst>
          </p:cNvPr>
          <p:cNvGrpSpPr>
            <a:grpSpLocks/>
          </p:cNvGrpSpPr>
          <p:nvPr/>
        </p:nvGrpSpPr>
        <p:grpSpPr bwMode="auto">
          <a:xfrm>
            <a:off x="11248544" y="3098472"/>
            <a:ext cx="404813" cy="3492500"/>
            <a:chOff x="4860032" y="2097192"/>
            <a:chExt cx="972108" cy="611728"/>
          </a:xfrm>
        </p:grpSpPr>
        <p:cxnSp>
          <p:nvCxnSpPr>
            <p:cNvPr id="117" name="Straight Connector 246">
              <a:extLst>
                <a:ext uri="{FF2B5EF4-FFF2-40B4-BE49-F238E27FC236}">
                  <a16:creationId xmlns:a16="http://schemas.microsoft.com/office/drawing/2014/main" id="{D3788209-7FB6-EE44-B0CE-2D193AF4E82E}"/>
                </a:ext>
              </a:extLst>
            </p:cNvPr>
            <p:cNvCxnSpPr>
              <a:cxnSpLocks noChangeShapeType="1"/>
            </p:cNvCxnSpPr>
            <p:nvPr/>
          </p:nvCxnSpPr>
          <p:spPr bwMode="auto">
            <a:xfrm flipV="1">
              <a:off x="5832140" y="2492896"/>
              <a:ext cx="0" cy="216024"/>
            </a:xfrm>
            <a:prstGeom prst="line">
              <a:avLst/>
            </a:prstGeom>
            <a:noFill/>
            <a:ln w="25400" algn="ctr">
              <a:solidFill>
                <a:schemeClr val="accent1"/>
              </a:solidFill>
              <a:round/>
              <a:headEnd/>
              <a:tailEnd/>
            </a:ln>
            <a:extLst>
              <a:ext uri="{909E8E84-426E-40DD-AFC4-6F175D3DCCD1}">
                <a14:hiddenFill xmlns:a14="http://schemas.microsoft.com/office/drawing/2010/main">
                  <a:noFill/>
                </a14:hiddenFill>
              </a:ext>
            </a:extLst>
          </p:spPr>
        </p:cxnSp>
        <p:cxnSp>
          <p:nvCxnSpPr>
            <p:cNvPr id="118" name="Straight Connector 247">
              <a:extLst>
                <a:ext uri="{FF2B5EF4-FFF2-40B4-BE49-F238E27FC236}">
                  <a16:creationId xmlns:a16="http://schemas.microsoft.com/office/drawing/2014/main" id="{D31F0F4E-6879-2843-A772-70A980880AA1}"/>
                </a:ext>
              </a:extLst>
            </p:cNvPr>
            <p:cNvCxnSpPr>
              <a:cxnSpLocks noChangeShapeType="1"/>
            </p:cNvCxnSpPr>
            <p:nvPr/>
          </p:nvCxnSpPr>
          <p:spPr bwMode="auto">
            <a:xfrm flipH="1">
              <a:off x="4860032" y="2492896"/>
              <a:ext cx="972108" cy="0"/>
            </a:xfrm>
            <a:prstGeom prst="line">
              <a:avLst/>
            </a:prstGeom>
            <a:noFill/>
            <a:ln w="25400" algn="ctr">
              <a:solidFill>
                <a:schemeClr val="accent1"/>
              </a:solidFill>
              <a:round/>
              <a:headEnd/>
              <a:tailEnd/>
            </a:ln>
            <a:extLst>
              <a:ext uri="{909E8E84-426E-40DD-AFC4-6F175D3DCCD1}">
                <a14:hiddenFill xmlns:a14="http://schemas.microsoft.com/office/drawing/2010/main">
                  <a:noFill/>
                </a14:hiddenFill>
              </a:ext>
            </a:extLst>
          </p:spPr>
        </p:cxnSp>
        <p:cxnSp>
          <p:nvCxnSpPr>
            <p:cNvPr id="119" name="Straight Arrow Connector 248">
              <a:extLst>
                <a:ext uri="{FF2B5EF4-FFF2-40B4-BE49-F238E27FC236}">
                  <a16:creationId xmlns:a16="http://schemas.microsoft.com/office/drawing/2014/main" id="{BAB82E07-58BA-D04B-8132-0DCD002EA1E4}"/>
                </a:ext>
              </a:extLst>
            </p:cNvPr>
            <p:cNvCxnSpPr>
              <a:cxnSpLocks noChangeShapeType="1"/>
            </p:cNvCxnSpPr>
            <p:nvPr/>
          </p:nvCxnSpPr>
          <p:spPr bwMode="auto">
            <a:xfrm flipV="1">
              <a:off x="4860032" y="2097192"/>
              <a:ext cx="0" cy="395704"/>
            </a:xfrm>
            <a:prstGeom prst="straightConnector1">
              <a:avLst/>
            </a:prstGeom>
            <a:noFill/>
            <a:ln w="25400" algn="ctr">
              <a:solidFill>
                <a:schemeClr val="accent1"/>
              </a:solidFill>
              <a:round/>
              <a:headEnd/>
              <a:tailEnd type="arrow" w="med" len="med"/>
            </a:ln>
            <a:extLst>
              <a:ext uri="{909E8E84-426E-40DD-AFC4-6F175D3DCCD1}">
                <a14:hiddenFill xmlns:a14="http://schemas.microsoft.com/office/drawing/2010/main">
                  <a:noFill/>
                </a14:hiddenFill>
              </a:ext>
            </a:extLst>
          </p:spPr>
        </p:cxnSp>
      </p:grpSp>
      <p:grpSp>
        <p:nvGrpSpPr>
          <p:cNvPr id="120" name="Group 257">
            <a:extLst>
              <a:ext uri="{FF2B5EF4-FFF2-40B4-BE49-F238E27FC236}">
                <a16:creationId xmlns:a16="http://schemas.microsoft.com/office/drawing/2014/main" id="{454DD4CF-4E47-F94A-9647-B59F95C8D36B}"/>
              </a:ext>
            </a:extLst>
          </p:cNvPr>
          <p:cNvGrpSpPr>
            <a:grpSpLocks/>
          </p:cNvGrpSpPr>
          <p:nvPr/>
        </p:nvGrpSpPr>
        <p:grpSpPr bwMode="auto">
          <a:xfrm>
            <a:off x="9853132" y="3098472"/>
            <a:ext cx="1260475" cy="3498850"/>
            <a:chOff x="3815916" y="2097193"/>
            <a:chExt cx="1260140" cy="3498194"/>
          </a:xfrm>
        </p:grpSpPr>
        <p:cxnSp>
          <p:nvCxnSpPr>
            <p:cNvPr id="121" name="Straight Connector 258">
              <a:extLst>
                <a:ext uri="{FF2B5EF4-FFF2-40B4-BE49-F238E27FC236}">
                  <a16:creationId xmlns:a16="http://schemas.microsoft.com/office/drawing/2014/main" id="{4526F886-B436-0B4F-8012-314E3EC7AE0E}"/>
                </a:ext>
              </a:extLst>
            </p:cNvPr>
            <p:cNvCxnSpPr>
              <a:cxnSpLocks noChangeShapeType="1"/>
            </p:cNvCxnSpPr>
            <p:nvPr/>
          </p:nvCxnSpPr>
          <p:spPr bwMode="auto">
            <a:xfrm flipV="1">
              <a:off x="3815916" y="5409220"/>
              <a:ext cx="0" cy="186167"/>
            </a:xfrm>
            <a:prstGeom prst="line">
              <a:avLst/>
            </a:prstGeom>
            <a:noFill/>
            <a:ln w="25400" algn="ctr">
              <a:solidFill>
                <a:schemeClr val="accent1"/>
              </a:solidFill>
              <a:round/>
              <a:headEnd/>
              <a:tailEnd/>
            </a:ln>
            <a:extLst>
              <a:ext uri="{909E8E84-426E-40DD-AFC4-6F175D3DCCD1}">
                <a14:hiddenFill xmlns:a14="http://schemas.microsoft.com/office/drawing/2010/main">
                  <a:noFill/>
                </a14:hiddenFill>
              </a:ext>
            </a:extLst>
          </p:spPr>
        </p:cxnSp>
        <p:cxnSp>
          <p:nvCxnSpPr>
            <p:cNvPr id="122" name="Straight Connector 259">
              <a:extLst>
                <a:ext uri="{FF2B5EF4-FFF2-40B4-BE49-F238E27FC236}">
                  <a16:creationId xmlns:a16="http://schemas.microsoft.com/office/drawing/2014/main" id="{95488AE7-F7EE-8B4B-90BE-49E6EB8AFEA8}"/>
                </a:ext>
              </a:extLst>
            </p:cNvPr>
            <p:cNvCxnSpPr>
              <a:cxnSpLocks noChangeShapeType="1"/>
            </p:cNvCxnSpPr>
            <p:nvPr/>
          </p:nvCxnSpPr>
          <p:spPr bwMode="auto">
            <a:xfrm flipH="1">
              <a:off x="3815916" y="5409220"/>
              <a:ext cx="1260140" cy="0"/>
            </a:xfrm>
            <a:prstGeom prst="line">
              <a:avLst/>
            </a:prstGeom>
            <a:noFill/>
            <a:ln w="25400" algn="ctr">
              <a:solidFill>
                <a:schemeClr val="accent1"/>
              </a:solidFill>
              <a:round/>
              <a:headEnd/>
              <a:tailEnd/>
            </a:ln>
            <a:extLst>
              <a:ext uri="{909E8E84-426E-40DD-AFC4-6F175D3DCCD1}">
                <a14:hiddenFill xmlns:a14="http://schemas.microsoft.com/office/drawing/2010/main">
                  <a:noFill/>
                </a14:hiddenFill>
              </a:ext>
            </a:extLst>
          </p:spPr>
        </p:cxnSp>
        <p:cxnSp>
          <p:nvCxnSpPr>
            <p:cNvPr id="123" name="Straight Arrow Connector 260">
              <a:extLst>
                <a:ext uri="{FF2B5EF4-FFF2-40B4-BE49-F238E27FC236}">
                  <a16:creationId xmlns:a16="http://schemas.microsoft.com/office/drawing/2014/main" id="{F4DD3BFA-045C-4F4D-B9CA-A17D856DD7AF}"/>
                </a:ext>
              </a:extLst>
            </p:cNvPr>
            <p:cNvCxnSpPr>
              <a:cxnSpLocks noChangeShapeType="1"/>
            </p:cNvCxnSpPr>
            <p:nvPr/>
          </p:nvCxnSpPr>
          <p:spPr bwMode="auto">
            <a:xfrm flipV="1">
              <a:off x="5076056" y="2097193"/>
              <a:ext cx="0" cy="3312027"/>
            </a:xfrm>
            <a:prstGeom prst="straightConnector1">
              <a:avLst/>
            </a:prstGeom>
            <a:noFill/>
            <a:ln w="25400" algn="ctr">
              <a:solidFill>
                <a:schemeClr val="accent1"/>
              </a:solidFill>
              <a:round/>
              <a:headEnd/>
              <a:tailEnd type="arrow" w="med" len="med"/>
            </a:ln>
            <a:extLst>
              <a:ext uri="{909E8E84-426E-40DD-AFC4-6F175D3DCCD1}">
                <a14:hiddenFill xmlns:a14="http://schemas.microsoft.com/office/drawing/2010/main">
                  <a:noFill/>
                </a14:hiddenFill>
              </a:ext>
            </a:extLst>
          </p:spPr>
        </p:cxnSp>
      </p:grpSp>
      <p:sp>
        <p:nvSpPr>
          <p:cNvPr id="124" name="Rectangle 19">
            <a:extLst>
              <a:ext uri="{FF2B5EF4-FFF2-40B4-BE49-F238E27FC236}">
                <a16:creationId xmlns:a16="http://schemas.microsoft.com/office/drawing/2014/main" id="{BD550F7F-4CD1-064C-95A0-DB50E32C1873}"/>
              </a:ext>
            </a:extLst>
          </p:cNvPr>
          <p:cNvSpPr>
            <a:spLocks noChangeArrowheads="1"/>
          </p:cNvSpPr>
          <p:nvPr/>
        </p:nvSpPr>
        <p:spPr bwMode="auto">
          <a:xfrm>
            <a:off x="7460769" y="2177007"/>
            <a:ext cx="2124075" cy="828432"/>
          </a:xfrm>
          <a:prstGeom prst="rect">
            <a:avLst/>
          </a:prstGeom>
          <a:solidFill>
            <a:schemeClr val="bg2">
              <a:lumMod val="75000"/>
              <a:alpha val="39000"/>
            </a:schemeClr>
          </a:solidFill>
          <a:ln w="9525">
            <a:noFill/>
            <a:miter lim="800000"/>
            <a:headEnd/>
            <a:tailEnd/>
          </a:ln>
          <a:effectLst/>
        </p:spPr>
        <p:txBody>
          <a:bodyPr lIns="90488" tIns="44450" rIns="90488" bIns="44450" anchor="ctr">
            <a:spAutoFit/>
          </a:bodyPr>
          <a:lstStyle/>
          <a:p>
            <a:pPr marL="0" marR="0" lvl="0" indent="0" algn="ctr" defTabSz="812810" rtl="0" eaLnBrk="1" fontAlgn="auto" latinLnBrk="0" hangingPunct="1">
              <a:lnSpc>
                <a:spcPct val="100000"/>
              </a:lnSpc>
              <a:spcBef>
                <a:spcPts val="0"/>
              </a:spcBef>
              <a:spcAft>
                <a:spcPts val="0"/>
              </a:spcAft>
              <a:buClrTx/>
              <a:buSzTx/>
              <a:buFontTx/>
              <a:buNone/>
              <a:tabLst/>
              <a:defRPr/>
            </a:pPr>
            <a:r>
              <a:rPr kumimoji="0" lang="en-US" sz="1600" b="0" i="0" u="none" strike="noStrike" kern="0" cap="none" spc="0" normalizeH="0" baseline="0" noProof="0" dirty="0">
                <a:ln>
                  <a:noFill/>
                </a:ln>
                <a:solidFill>
                  <a:srgbClr val="00274C"/>
                </a:solidFill>
                <a:effectLst/>
                <a:uLnTx/>
                <a:uFillTx/>
                <a:latin typeface="Arial" panose="020B0604020202020204" pitchFamily="34" charset="0"/>
                <a:ea typeface="+mn-ea"/>
                <a:cs typeface="Arial" panose="020B0604020202020204" pitchFamily="34" charset="0"/>
              </a:rPr>
              <a:t>Disposal, redmud from bauxite digestion </a:t>
            </a:r>
          </a:p>
        </p:txBody>
      </p:sp>
      <p:sp>
        <p:nvSpPr>
          <p:cNvPr id="125" name="Rectangle 19">
            <a:extLst>
              <a:ext uri="{FF2B5EF4-FFF2-40B4-BE49-F238E27FC236}">
                <a16:creationId xmlns:a16="http://schemas.microsoft.com/office/drawing/2014/main" id="{CF51A92B-7654-4E47-AC7B-C35069F2794D}"/>
              </a:ext>
            </a:extLst>
          </p:cNvPr>
          <p:cNvSpPr>
            <a:spLocks noChangeArrowheads="1"/>
          </p:cNvSpPr>
          <p:nvPr/>
        </p:nvSpPr>
        <p:spPr bwMode="auto">
          <a:xfrm>
            <a:off x="13086869" y="2148554"/>
            <a:ext cx="1873250" cy="582211"/>
          </a:xfrm>
          <a:prstGeom prst="rect">
            <a:avLst/>
          </a:prstGeom>
          <a:solidFill>
            <a:schemeClr val="bg2">
              <a:lumMod val="75000"/>
              <a:alpha val="39000"/>
            </a:schemeClr>
          </a:solidFill>
          <a:ln w="9525">
            <a:noFill/>
            <a:miter lim="800000"/>
            <a:headEnd/>
            <a:tailEnd/>
          </a:ln>
          <a:effectLst/>
        </p:spPr>
        <p:txBody>
          <a:bodyPr lIns="90488" tIns="44450" rIns="90488" bIns="44450" anchor="ctr">
            <a:spAutoFit/>
          </a:bodyPr>
          <a:lstStyle/>
          <a:p>
            <a:pPr marL="0" marR="0" lvl="0" indent="0" algn="ctr" defTabSz="812810" rtl="0" eaLnBrk="1" fontAlgn="auto" latinLnBrk="0" hangingPunct="1">
              <a:lnSpc>
                <a:spcPct val="100000"/>
              </a:lnSpc>
              <a:spcBef>
                <a:spcPts val="0"/>
              </a:spcBef>
              <a:spcAft>
                <a:spcPts val="0"/>
              </a:spcAft>
              <a:buClrTx/>
              <a:buSzTx/>
              <a:buFontTx/>
              <a:buNone/>
              <a:tabLst/>
              <a:defRPr/>
            </a:pPr>
            <a:r>
              <a:rPr kumimoji="0" lang="en-US" sz="1600" b="0" i="0" u="none" strike="noStrike" kern="0" cap="none" spc="0" normalizeH="0" baseline="0" noProof="0" dirty="0">
                <a:ln>
                  <a:noFill/>
                </a:ln>
                <a:solidFill>
                  <a:srgbClr val="00274C"/>
                </a:solidFill>
                <a:effectLst/>
                <a:uLnTx/>
                <a:uFillTx/>
                <a:latin typeface="Arial" panose="020B0604020202020204" pitchFamily="34" charset="0"/>
                <a:ea typeface="+mn-ea"/>
                <a:cs typeface="Arial" panose="020B0604020202020204" pitchFamily="34" charset="0"/>
              </a:rPr>
              <a:t>Disposal, filter dust Al electrolysis </a:t>
            </a:r>
          </a:p>
        </p:txBody>
      </p:sp>
      <p:grpSp>
        <p:nvGrpSpPr>
          <p:cNvPr id="126" name="Group 99">
            <a:extLst>
              <a:ext uri="{FF2B5EF4-FFF2-40B4-BE49-F238E27FC236}">
                <a16:creationId xmlns:a16="http://schemas.microsoft.com/office/drawing/2014/main" id="{AE476A26-2687-6448-86A1-0F95D34AE664}"/>
              </a:ext>
            </a:extLst>
          </p:cNvPr>
          <p:cNvGrpSpPr>
            <a:grpSpLocks/>
          </p:cNvGrpSpPr>
          <p:nvPr/>
        </p:nvGrpSpPr>
        <p:grpSpPr bwMode="auto">
          <a:xfrm rot="5400000">
            <a:off x="12438375" y="2051516"/>
            <a:ext cx="331787" cy="965200"/>
            <a:chOff x="4860032" y="2097192"/>
            <a:chExt cx="972108" cy="611728"/>
          </a:xfrm>
        </p:grpSpPr>
        <p:cxnSp>
          <p:nvCxnSpPr>
            <p:cNvPr id="127" name="Straight Connector 100">
              <a:extLst>
                <a:ext uri="{FF2B5EF4-FFF2-40B4-BE49-F238E27FC236}">
                  <a16:creationId xmlns:a16="http://schemas.microsoft.com/office/drawing/2014/main" id="{6BDC188C-483B-2B41-BF96-F68939F2B427}"/>
                </a:ext>
              </a:extLst>
            </p:cNvPr>
            <p:cNvCxnSpPr>
              <a:cxnSpLocks noChangeShapeType="1"/>
            </p:cNvCxnSpPr>
            <p:nvPr/>
          </p:nvCxnSpPr>
          <p:spPr bwMode="auto">
            <a:xfrm flipV="1">
              <a:off x="5832140" y="2492896"/>
              <a:ext cx="0" cy="216024"/>
            </a:xfrm>
            <a:prstGeom prst="line">
              <a:avLst/>
            </a:prstGeom>
            <a:noFill/>
            <a:ln w="25400" algn="ctr">
              <a:solidFill>
                <a:schemeClr val="accent1"/>
              </a:solidFill>
              <a:round/>
              <a:headEnd/>
              <a:tailEnd/>
            </a:ln>
            <a:extLst>
              <a:ext uri="{909E8E84-426E-40DD-AFC4-6F175D3DCCD1}">
                <a14:hiddenFill xmlns:a14="http://schemas.microsoft.com/office/drawing/2010/main">
                  <a:noFill/>
                </a14:hiddenFill>
              </a:ext>
            </a:extLst>
          </p:spPr>
        </p:cxnSp>
        <p:cxnSp>
          <p:nvCxnSpPr>
            <p:cNvPr id="128" name="Straight Connector 101">
              <a:extLst>
                <a:ext uri="{FF2B5EF4-FFF2-40B4-BE49-F238E27FC236}">
                  <a16:creationId xmlns:a16="http://schemas.microsoft.com/office/drawing/2014/main" id="{47676297-CC01-5A47-96D1-22760A033365}"/>
                </a:ext>
              </a:extLst>
            </p:cNvPr>
            <p:cNvCxnSpPr>
              <a:cxnSpLocks noChangeShapeType="1"/>
            </p:cNvCxnSpPr>
            <p:nvPr/>
          </p:nvCxnSpPr>
          <p:spPr bwMode="auto">
            <a:xfrm flipH="1">
              <a:off x="4860032" y="2492896"/>
              <a:ext cx="972108" cy="0"/>
            </a:xfrm>
            <a:prstGeom prst="line">
              <a:avLst/>
            </a:prstGeom>
            <a:noFill/>
            <a:ln w="25400" algn="ctr">
              <a:solidFill>
                <a:schemeClr val="accent1"/>
              </a:solidFill>
              <a:round/>
              <a:headEnd/>
              <a:tailEnd/>
            </a:ln>
            <a:extLst>
              <a:ext uri="{909E8E84-426E-40DD-AFC4-6F175D3DCCD1}">
                <a14:hiddenFill xmlns:a14="http://schemas.microsoft.com/office/drawing/2010/main">
                  <a:noFill/>
                </a14:hiddenFill>
              </a:ext>
            </a:extLst>
          </p:spPr>
        </p:cxnSp>
        <p:cxnSp>
          <p:nvCxnSpPr>
            <p:cNvPr id="129" name="Straight Arrow Connector 102">
              <a:extLst>
                <a:ext uri="{FF2B5EF4-FFF2-40B4-BE49-F238E27FC236}">
                  <a16:creationId xmlns:a16="http://schemas.microsoft.com/office/drawing/2014/main" id="{ACB83BF5-DBF5-4046-9838-654312EE4397}"/>
                </a:ext>
              </a:extLst>
            </p:cNvPr>
            <p:cNvCxnSpPr>
              <a:cxnSpLocks noChangeShapeType="1"/>
            </p:cNvCxnSpPr>
            <p:nvPr/>
          </p:nvCxnSpPr>
          <p:spPr bwMode="auto">
            <a:xfrm flipV="1">
              <a:off x="4860032" y="2097192"/>
              <a:ext cx="0" cy="395704"/>
            </a:xfrm>
            <a:prstGeom prst="straightConnector1">
              <a:avLst/>
            </a:prstGeom>
            <a:noFill/>
            <a:ln w="25400" algn="ctr">
              <a:solidFill>
                <a:schemeClr val="accent1"/>
              </a:solidFill>
              <a:round/>
              <a:headEnd/>
              <a:tailEnd type="arrow" w="med" len="med"/>
            </a:ln>
            <a:extLst>
              <a:ext uri="{909E8E84-426E-40DD-AFC4-6F175D3DCCD1}">
                <a14:hiddenFill xmlns:a14="http://schemas.microsoft.com/office/drawing/2010/main">
                  <a:noFill/>
                </a14:hiddenFill>
              </a:ext>
            </a:extLst>
          </p:spPr>
        </p:cxnSp>
      </p:grpSp>
      <p:grpSp>
        <p:nvGrpSpPr>
          <p:cNvPr id="130" name="Group 103">
            <a:extLst>
              <a:ext uri="{FF2B5EF4-FFF2-40B4-BE49-F238E27FC236}">
                <a16:creationId xmlns:a16="http://schemas.microsoft.com/office/drawing/2014/main" id="{5D5B8A0F-5D10-BA45-ABB7-766ED3713AE5}"/>
              </a:ext>
            </a:extLst>
          </p:cNvPr>
          <p:cNvGrpSpPr>
            <a:grpSpLocks/>
          </p:cNvGrpSpPr>
          <p:nvPr/>
        </p:nvGrpSpPr>
        <p:grpSpPr bwMode="auto">
          <a:xfrm rot="5400000" flipV="1">
            <a:off x="9906313" y="2041990"/>
            <a:ext cx="330200" cy="941388"/>
            <a:chOff x="4860032" y="2097192"/>
            <a:chExt cx="972108" cy="611728"/>
          </a:xfrm>
        </p:grpSpPr>
        <p:cxnSp>
          <p:nvCxnSpPr>
            <p:cNvPr id="131" name="Straight Connector 104">
              <a:extLst>
                <a:ext uri="{FF2B5EF4-FFF2-40B4-BE49-F238E27FC236}">
                  <a16:creationId xmlns:a16="http://schemas.microsoft.com/office/drawing/2014/main" id="{21B116A9-E5FD-8241-AFE0-3404537302D0}"/>
                </a:ext>
              </a:extLst>
            </p:cNvPr>
            <p:cNvCxnSpPr>
              <a:cxnSpLocks noChangeShapeType="1"/>
            </p:cNvCxnSpPr>
            <p:nvPr/>
          </p:nvCxnSpPr>
          <p:spPr bwMode="auto">
            <a:xfrm flipV="1">
              <a:off x="5832140" y="2492896"/>
              <a:ext cx="0" cy="216024"/>
            </a:xfrm>
            <a:prstGeom prst="line">
              <a:avLst/>
            </a:prstGeom>
            <a:noFill/>
            <a:ln w="25400" algn="ctr">
              <a:solidFill>
                <a:schemeClr val="accent1"/>
              </a:solidFill>
              <a:round/>
              <a:headEnd/>
              <a:tailEnd/>
            </a:ln>
            <a:extLst>
              <a:ext uri="{909E8E84-426E-40DD-AFC4-6F175D3DCCD1}">
                <a14:hiddenFill xmlns:a14="http://schemas.microsoft.com/office/drawing/2010/main">
                  <a:noFill/>
                </a14:hiddenFill>
              </a:ext>
            </a:extLst>
          </p:spPr>
        </p:cxnSp>
        <p:cxnSp>
          <p:nvCxnSpPr>
            <p:cNvPr id="132" name="Straight Connector 105">
              <a:extLst>
                <a:ext uri="{FF2B5EF4-FFF2-40B4-BE49-F238E27FC236}">
                  <a16:creationId xmlns:a16="http://schemas.microsoft.com/office/drawing/2014/main" id="{2115333B-4C51-144C-A00F-4B28CD089FBD}"/>
                </a:ext>
              </a:extLst>
            </p:cNvPr>
            <p:cNvCxnSpPr>
              <a:cxnSpLocks noChangeShapeType="1"/>
            </p:cNvCxnSpPr>
            <p:nvPr/>
          </p:nvCxnSpPr>
          <p:spPr bwMode="auto">
            <a:xfrm flipH="1">
              <a:off x="4860032" y="2492896"/>
              <a:ext cx="972108" cy="0"/>
            </a:xfrm>
            <a:prstGeom prst="line">
              <a:avLst/>
            </a:prstGeom>
            <a:noFill/>
            <a:ln w="25400" algn="ctr">
              <a:solidFill>
                <a:schemeClr val="accent1"/>
              </a:solidFill>
              <a:round/>
              <a:headEnd/>
              <a:tailEnd/>
            </a:ln>
            <a:extLst>
              <a:ext uri="{909E8E84-426E-40DD-AFC4-6F175D3DCCD1}">
                <a14:hiddenFill xmlns:a14="http://schemas.microsoft.com/office/drawing/2010/main">
                  <a:noFill/>
                </a14:hiddenFill>
              </a:ext>
            </a:extLst>
          </p:spPr>
        </p:cxnSp>
        <p:cxnSp>
          <p:nvCxnSpPr>
            <p:cNvPr id="133" name="Straight Arrow Connector 106">
              <a:extLst>
                <a:ext uri="{FF2B5EF4-FFF2-40B4-BE49-F238E27FC236}">
                  <a16:creationId xmlns:a16="http://schemas.microsoft.com/office/drawing/2014/main" id="{F9D2F5EC-1D3D-7E4A-B856-240C610446C2}"/>
                </a:ext>
              </a:extLst>
            </p:cNvPr>
            <p:cNvCxnSpPr>
              <a:cxnSpLocks noChangeShapeType="1"/>
            </p:cNvCxnSpPr>
            <p:nvPr/>
          </p:nvCxnSpPr>
          <p:spPr bwMode="auto">
            <a:xfrm flipV="1">
              <a:off x="4860032" y="2097192"/>
              <a:ext cx="0" cy="395704"/>
            </a:xfrm>
            <a:prstGeom prst="straightConnector1">
              <a:avLst/>
            </a:prstGeom>
            <a:noFill/>
            <a:ln w="25400" algn="ctr">
              <a:solidFill>
                <a:schemeClr val="accent1"/>
              </a:solidFill>
              <a:round/>
              <a:headEnd/>
              <a:tailEnd type="arrow" w="med" len="med"/>
            </a:ln>
            <a:extLst>
              <a:ext uri="{909E8E84-426E-40DD-AFC4-6F175D3DCCD1}">
                <a14:hiddenFill xmlns:a14="http://schemas.microsoft.com/office/drawing/2010/main">
                  <a:noFill/>
                </a14:hiddenFill>
              </a:ext>
            </a:extLst>
          </p:spPr>
        </p:cxnSp>
      </p:grpSp>
      <p:sp>
        <p:nvSpPr>
          <p:cNvPr id="134" name="TextBox 68">
            <a:extLst>
              <a:ext uri="{FF2B5EF4-FFF2-40B4-BE49-F238E27FC236}">
                <a16:creationId xmlns:a16="http://schemas.microsoft.com/office/drawing/2014/main" id="{BF78A53F-40FD-BD44-90CE-F29CEC5FCF30}"/>
              </a:ext>
            </a:extLst>
          </p:cNvPr>
          <p:cNvSpPr txBox="1">
            <a:spLocks noChangeArrowheads="1"/>
          </p:cNvSpPr>
          <p:nvPr/>
        </p:nvSpPr>
        <p:spPr bwMode="auto">
          <a:xfrm>
            <a:off x="2736509" y="3730218"/>
            <a:ext cx="3531696"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ctr" defTabSz="812810" rtl="0" eaLnBrk="1" fontAlgn="auto" latinLnBrk="0" hangingPunct="1">
              <a:lnSpc>
                <a:spcPct val="100000"/>
              </a:lnSpc>
              <a:spcBef>
                <a:spcPts val="0"/>
              </a:spcBef>
              <a:spcAft>
                <a:spcPts val="0"/>
              </a:spcAft>
              <a:buClrTx/>
              <a:buSzTx/>
              <a:buFontTx/>
              <a:buNone/>
              <a:tabLst/>
              <a:defRPr/>
            </a:pPr>
            <a:r>
              <a:rPr kumimoji="0" lang="en-US" altLang="en-US" sz="2400" b="0" i="0" u="none" strike="noStrike" kern="1200" cap="none" spc="0" normalizeH="0" baseline="0" noProof="0" dirty="0">
                <a:ln>
                  <a:noFill/>
                </a:ln>
                <a:solidFill>
                  <a:srgbClr val="00B2A9"/>
                </a:solidFill>
                <a:effectLst/>
                <a:uLnTx/>
                <a:uFillTx/>
                <a:latin typeface="Arial" panose="020B0604020202020204" pitchFamily="34" charset="0"/>
                <a:ea typeface="+mn-ea"/>
                <a:cs typeface="+mn-cs"/>
              </a:rPr>
              <a:t>1.93 </a:t>
            </a:r>
            <a:r>
              <a:rPr kumimoji="0" lang="en-US" altLang="en-US" sz="2400" b="0" i="0" u="none" strike="noStrike" kern="1200" cap="none" spc="0" normalizeH="0" baseline="0" noProof="0" dirty="0" err="1">
                <a:ln>
                  <a:noFill/>
                </a:ln>
                <a:solidFill>
                  <a:srgbClr val="00B2A9"/>
                </a:solidFill>
                <a:effectLst/>
                <a:uLnTx/>
                <a:uFillTx/>
                <a:latin typeface="Arial" panose="020B0604020202020204" pitchFamily="34" charset="0"/>
                <a:ea typeface="+mn-ea"/>
                <a:cs typeface="+mn-cs"/>
              </a:rPr>
              <a:t>kg</a:t>
            </a:r>
            <a:r>
              <a:rPr kumimoji="0" lang="en-US" altLang="en-US" sz="2400" b="0" i="0" u="none" strike="noStrike" kern="1200" cap="none" spc="0" normalizeH="0" baseline="-25000" noProof="0" dirty="0" err="1">
                <a:ln>
                  <a:noFill/>
                </a:ln>
                <a:solidFill>
                  <a:srgbClr val="00B2A9"/>
                </a:solidFill>
                <a:effectLst/>
                <a:uLnTx/>
                <a:uFillTx/>
                <a:latin typeface="Arial" panose="020B0604020202020204" pitchFamily="34" charset="0"/>
                <a:ea typeface="+mn-ea"/>
                <a:cs typeface="+mn-cs"/>
              </a:rPr>
              <a:t>Al</a:t>
            </a:r>
            <a:r>
              <a:rPr kumimoji="0" lang="en-US" altLang="en-US" sz="2400" b="0" i="0" u="none" strike="noStrike" kern="1200" cap="none" spc="0" normalizeH="0" baseline="-25000" noProof="0" dirty="0">
                <a:ln>
                  <a:noFill/>
                </a:ln>
                <a:solidFill>
                  <a:srgbClr val="00B2A9"/>
                </a:solidFill>
                <a:effectLst/>
                <a:uLnTx/>
                <a:uFillTx/>
                <a:latin typeface="Arial" panose="020B0604020202020204" pitchFamily="34" charset="0"/>
                <a:ea typeface="+mn-ea"/>
                <a:cs typeface="+mn-cs"/>
              </a:rPr>
              <a:t> oxide </a:t>
            </a:r>
            <a:r>
              <a:rPr kumimoji="0" lang="en-US" altLang="en-US" sz="2400" b="0" i="0" u="none" strike="noStrike" kern="1200" cap="none" spc="0" normalizeH="0" baseline="0" noProof="0" dirty="0">
                <a:ln>
                  <a:noFill/>
                </a:ln>
                <a:solidFill>
                  <a:srgbClr val="00B2A9"/>
                </a:solidFill>
                <a:effectLst/>
                <a:uLnTx/>
                <a:uFillTx/>
                <a:latin typeface="Arial" panose="020B0604020202020204" pitchFamily="34" charset="0"/>
                <a:ea typeface="+mn-ea"/>
                <a:cs typeface="+mn-cs"/>
              </a:rPr>
              <a:t>/ </a:t>
            </a:r>
            <a:r>
              <a:rPr kumimoji="0" lang="en-US" altLang="en-US" sz="2400" b="0" i="0" u="none" strike="noStrike" kern="1200" cap="none" spc="0" normalizeH="0" baseline="0" noProof="0" dirty="0" err="1">
                <a:ln>
                  <a:noFill/>
                </a:ln>
                <a:solidFill>
                  <a:srgbClr val="00B2A9"/>
                </a:solidFill>
                <a:effectLst/>
                <a:uLnTx/>
                <a:uFillTx/>
                <a:latin typeface="Arial" panose="020B0604020202020204" pitchFamily="34" charset="0"/>
                <a:ea typeface="+mn-ea"/>
                <a:cs typeface="+mn-cs"/>
              </a:rPr>
              <a:t>kg</a:t>
            </a:r>
            <a:r>
              <a:rPr kumimoji="0" lang="en-US" altLang="en-US" sz="2400" b="0" i="0" u="none" strike="noStrike" kern="1200" cap="none" spc="0" normalizeH="0" baseline="-25000" noProof="0" dirty="0" err="1">
                <a:ln>
                  <a:noFill/>
                </a:ln>
                <a:solidFill>
                  <a:srgbClr val="00B2A9"/>
                </a:solidFill>
                <a:effectLst/>
                <a:uLnTx/>
                <a:uFillTx/>
                <a:latin typeface="Arial" panose="020B0604020202020204" pitchFamily="34" charset="0"/>
                <a:ea typeface="+mn-ea"/>
                <a:cs typeface="+mn-cs"/>
              </a:rPr>
              <a:t>Al</a:t>
            </a:r>
            <a:r>
              <a:rPr kumimoji="0" lang="en-US" altLang="en-US" sz="2400" b="0" i="0" u="none" strike="noStrike" kern="1200" cap="none" spc="0" normalizeH="0" baseline="-25000" noProof="0" dirty="0">
                <a:ln>
                  <a:noFill/>
                </a:ln>
                <a:solidFill>
                  <a:srgbClr val="00B2A9"/>
                </a:solidFill>
                <a:effectLst/>
                <a:uLnTx/>
                <a:uFillTx/>
                <a:latin typeface="Arial" panose="020B0604020202020204" pitchFamily="34" charset="0"/>
                <a:ea typeface="+mn-ea"/>
                <a:cs typeface="+mn-cs"/>
              </a:rPr>
              <a:t> liquid</a:t>
            </a:r>
          </a:p>
        </p:txBody>
      </p:sp>
      <p:sp>
        <p:nvSpPr>
          <p:cNvPr id="135" name="Rectangle 19">
            <a:extLst>
              <a:ext uri="{FF2B5EF4-FFF2-40B4-BE49-F238E27FC236}">
                <a16:creationId xmlns:a16="http://schemas.microsoft.com/office/drawing/2014/main" id="{655F21C3-E3ED-6041-B988-A0C136BD3F85}"/>
              </a:ext>
            </a:extLst>
          </p:cNvPr>
          <p:cNvSpPr>
            <a:spLocks noChangeArrowheads="1"/>
          </p:cNvSpPr>
          <p:nvPr/>
        </p:nvSpPr>
        <p:spPr bwMode="auto">
          <a:xfrm>
            <a:off x="10537344" y="2269919"/>
            <a:ext cx="1584325" cy="828432"/>
          </a:xfrm>
          <a:prstGeom prst="rect">
            <a:avLst/>
          </a:prstGeom>
          <a:solidFill>
            <a:schemeClr val="accent6">
              <a:alpha val="15000"/>
            </a:schemeClr>
          </a:solidFill>
          <a:ln w="9525">
            <a:noFill/>
            <a:miter lim="800000"/>
            <a:headEnd/>
            <a:tailEnd/>
          </a:ln>
          <a:effectLst/>
        </p:spPr>
        <p:txBody>
          <a:bodyPr lIns="90488" tIns="44450" rIns="90488" bIns="44450" anchor="ctr">
            <a:spAutoFit/>
          </a:bodyPr>
          <a:lstStyle/>
          <a:p>
            <a:pPr marL="0" marR="0" lvl="0" indent="0" algn="ctr" defTabSz="812810" rtl="0" eaLnBrk="1" fontAlgn="auto" latinLnBrk="0" hangingPunct="1">
              <a:lnSpc>
                <a:spcPct val="100000"/>
              </a:lnSpc>
              <a:spcBef>
                <a:spcPts val="0"/>
              </a:spcBef>
              <a:spcAft>
                <a:spcPts val="0"/>
              </a:spcAft>
              <a:buClrTx/>
              <a:buSzTx/>
              <a:buFontTx/>
              <a:buNone/>
              <a:tabLst/>
              <a:defRPr/>
            </a:pPr>
            <a:r>
              <a:rPr kumimoji="0" lang="en-US" sz="1600" b="1" i="0" u="none" strike="noStrike" kern="0" cap="none" spc="0" normalizeH="0" baseline="0" noProof="0" dirty="0">
                <a:ln>
                  <a:noFill/>
                </a:ln>
                <a:solidFill>
                  <a:srgbClr val="00B2A9"/>
                </a:solidFill>
                <a:effectLst/>
                <a:uLnTx/>
                <a:uFillTx/>
                <a:latin typeface="Arial" panose="020B0604020202020204" pitchFamily="34" charset="0"/>
                <a:ea typeface="+mn-ea"/>
                <a:cs typeface="Arial" panose="020B0604020202020204" pitchFamily="34" charset="0"/>
              </a:rPr>
              <a:t>Aluminum, primary, liquid</a:t>
            </a:r>
          </a:p>
        </p:txBody>
      </p:sp>
      <p:sp>
        <p:nvSpPr>
          <p:cNvPr id="136" name="Rectangle 19">
            <a:extLst>
              <a:ext uri="{FF2B5EF4-FFF2-40B4-BE49-F238E27FC236}">
                <a16:creationId xmlns:a16="http://schemas.microsoft.com/office/drawing/2014/main" id="{0352A5B1-D422-2941-AEDF-CD3DEFD345E5}"/>
              </a:ext>
            </a:extLst>
          </p:cNvPr>
          <p:cNvSpPr>
            <a:spLocks noChangeArrowheads="1"/>
          </p:cNvSpPr>
          <p:nvPr/>
        </p:nvSpPr>
        <p:spPr bwMode="auto">
          <a:xfrm>
            <a:off x="6349370" y="5114668"/>
            <a:ext cx="1655763" cy="828675"/>
          </a:xfrm>
          <a:prstGeom prst="rect">
            <a:avLst/>
          </a:prstGeom>
          <a:solidFill>
            <a:schemeClr val="accent5">
              <a:alpha val="27000"/>
            </a:schemeClr>
          </a:solidFill>
          <a:ln w="9525">
            <a:noFill/>
            <a:miter lim="800000"/>
            <a:headEnd/>
            <a:tailEnd/>
          </a:ln>
          <a:effectLst/>
        </p:spPr>
        <p:txBody>
          <a:bodyPr lIns="90488" tIns="44450" rIns="90488" bIns="44450">
            <a:spAutoFit/>
          </a:bodyPr>
          <a:lstStyle/>
          <a:p>
            <a:pPr marL="0" marR="0" lvl="0" indent="0" algn="ctr" defTabSz="812810" rtl="0" eaLnBrk="1" fontAlgn="auto" latinLnBrk="0" hangingPunct="1">
              <a:lnSpc>
                <a:spcPct val="100000"/>
              </a:lnSpc>
              <a:spcBef>
                <a:spcPts val="0"/>
              </a:spcBef>
              <a:spcAft>
                <a:spcPts val="0"/>
              </a:spcAft>
              <a:buClrTx/>
              <a:buSzTx/>
              <a:buFontTx/>
              <a:buNone/>
              <a:tabLst/>
              <a:defRPr/>
            </a:pPr>
            <a:r>
              <a:rPr kumimoji="0" lang="en-US" sz="1600" b="0" i="0" u="none" strike="noStrike" kern="0" cap="none" spc="0" normalizeH="0" baseline="0" noProof="0" dirty="0">
                <a:ln>
                  <a:noFill/>
                </a:ln>
                <a:solidFill>
                  <a:srgbClr val="D86018"/>
                </a:solidFill>
                <a:effectLst/>
                <a:uLnTx/>
                <a:uFillTx/>
                <a:latin typeface="Arial" panose="020B0604020202020204" pitchFamily="34" charset="0"/>
                <a:ea typeface="+mn-ea"/>
                <a:cs typeface="Arial" panose="020B0604020202020204" pitchFamily="34" charset="0"/>
              </a:rPr>
              <a:t>Aluminum hydroxide</a:t>
            </a:r>
          </a:p>
          <a:p>
            <a:pPr marL="0" marR="0" lvl="0" indent="0" algn="ctr" defTabSz="812810" rtl="0"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dirty="0">
              <a:ln>
                <a:noFill/>
              </a:ln>
              <a:solidFill>
                <a:srgbClr val="D86018"/>
              </a:solidFill>
              <a:effectLst/>
              <a:uLnTx/>
              <a:uFillTx/>
              <a:latin typeface="Arial" panose="020B0604020202020204" pitchFamily="34" charset="0"/>
              <a:ea typeface="+mn-ea"/>
              <a:cs typeface="Arial" panose="020B0604020202020204" pitchFamily="34" charset="0"/>
            </a:endParaRPr>
          </a:p>
        </p:txBody>
      </p:sp>
      <p:grpSp>
        <p:nvGrpSpPr>
          <p:cNvPr id="137" name="Group 222">
            <a:extLst>
              <a:ext uri="{FF2B5EF4-FFF2-40B4-BE49-F238E27FC236}">
                <a16:creationId xmlns:a16="http://schemas.microsoft.com/office/drawing/2014/main" id="{FDC70A30-A5C3-704A-ABF5-0DDA71C5CFE5}"/>
              </a:ext>
            </a:extLst>
          </p:cNvPr>
          <p:cNvGrpSpPr>
            <a:grpSpLocks/>
          </p:cNvGrpSpPr>
          <p:nvPr/>
        </p:nvGrpSpPr>
        <p:grpSpPr bwMode="auto">
          <a:xfrm>
            <a:off x="7105020" y="4503480"/>
            <a:ext cx="900113" cy="611188"/>
            <a:chOff x="3311860" y="2096852"/>
            <a:chExt cx="972108" cy="612068"/>
          </a:xfrm>
        </p:grpSpPr>
        <p:cxnSp>
          <p:nvCxnSpPr>
            <p:cNvPr id="138" name="Straight Connector 223">
              <a:extLst>
                <a:ext uri="{FF2B5EF4-FFF2-40B4-BE49-F238E27FC236}">
                  <a16:creationId xmlns:a16="http://schemas.microsoft.com/office/drawing/2014/main" id="{58E90CD5-E632-2F40-BBB7-92F1ABA17982}"/>
                </a:ext>
              </a:extLst>
            </p:cNvPr>
            <p:cNvCxnSpPr>
              <a:cxnSpLocks noChangeShapeType="1"/>
            </p:cNvCxnSpPr>
            <p:nvPr/>
          </p:nvCxnSpPr>
          <p:spPr bwMode="auto">
            <a:xfrm flipV="1">
              <a:off x="3311860" y="2492896"/>
              <a:ext cx="0" cy="216024"/>
            </a:xfrm>
            <a:prstGeom prst="line">
              <a:avLst/>
            </a:prstGeom>
            <a:noFill/>
            <a:ln w="25400" algn="ctr">
              <a:solidFill>
                <a:schemeClr val="accent5"/>
              </a:solidFill>
              <a:round/>
              <a:headEnd/>
              <a:tailEnd/>
            </a:ln>
            <a:extLst>
              <a:ext uri="{909E8E84-426E-40DD-AFC4-6F175D3DCCD1}">
                <a14:hiddenFill xmlns:a14="http://schemas.microsoft.com/office/drawing/2010/main">
                  <a:noFill/>
                </a14:hiddenFill>
              </a:ext>
            </a:extLst>
          </p:spPr>
        </p:cxnSp>
        <p:cxnSp>
          <p:nvCxnSpPr>
            <p:cNvPr id="139" name="Straight Connector 224">
              <a:extLst>
                <a:ext uri="{FF2B5EF4-FFF2-40B4-BE49-F238E27FC236}">
                  <a16:creationId xmlns:a16="http://schemas.microsoft.com/office/drawing/2014/main" id="{CC23C801-A6F4-F646-9BF7-8FDD68EADD63}"/>
                </a:ext>
              </a:extLst>
            </p:cNvPr>
            <p:cNvCxnSpPr>
              <a:cxnSpLocks noChangeShapeType="1"/>
            </p:cNvCxnSpPr>
            <p:nvPr/>
          </p:nvCxnSpPr>
          <p:spPr bwMode="auto">
            <a:xfrm flipH="1">
              <a:off x="3311860" y="2492896"/>
              <a:ext cx="972108" cy="0"/>
            </a:xfrm>
            <a:prstGeom prst="line">
              <a:avLst/>
            </a:prstGeom>
            <a:noFill/>
            <a:ln w="25400" algn="ctr">
              <a:solidFill>
                <a:schemeClr val="accent5"/>
              </a:solidFill>
              <a:round/>
              <a:headEnd/>
              <a:tailEnd/>
            </a:ln>
            <a:extLst>
              <a:ext uri="{909E8E84-426E-40DD-AFC4-6F175D3DCCD1}">
                <a14:hiddenFill xmlns:a14="http://schemas.microsoft.com/office/drawing/2010/main">
                  <a:noFill/>
                </a14:hiddenFill>
              </a:ext>
            </a:extLst>
          </p:spPr>
        </p:cxnSp>
        <p:cxnSp>
          <p:nvCxnSpPr>
            <p:cNvPr id="140" name="Straight Arrow Connector 225">
              <a:extLst>
                <a:ext uri="{FF2B5EF4-FFF2-40B4-BE49-F238E27FC236}">
                  <a16:creationId xmlns:a16="http://schemas.microsoft.com/office/drawing/2014/main" id="{4C3C855A-1286-494E-BFA0-CFC34094BECC}"/>
                </a:ext>
              </a:extLst>
            </p:cNvPr>
            <p:cNvCxnSpPr>
              <a:cxnSpLocks noChangeShapeType="1"/>
            </p:cNvCxnSpPr>
            <p:nvPr/>
          </p:nvCxnSpPr>
          <p:spPr bwMode="auto">
            <a:xfrm flipV="1">
              <a:off x="4283968" y="2096852"/>
              <a:ext cx="0" cy="395704"/>
            </a:xfrm>
            <a:prstGeom prst="straightConnector1">
              <a:avLst/>
            </a:prstGeom>
            <a:noFill/>
            <a:ln w="25400" algn="ctr">
              <a:solidFill>
                <a:schemeClr val="accent5"/>
              </a:solidFill>
              <a:round/>
              <a:headEnd/>
              <a:tailEnd type="arrow" w="med" len="med"/>
            </a:ln>
            <a:extLst>
              <a:ext uri="{909E8E84-426E-40DD-AFC4-6F175D3DCCD1}">
                <a14:hiddenFill xmlns:a14="http://schemas.microsoft.com/office/drawing/2010/main">
                  <a:noFill/>
                </a14:hiddenFill>
              </a:ext>
            </a:extLst>
          </p:spPr>
        </p:cxnSp>
      </p:grpSp>
      <p:grpSp>
        <p:nvGrpSpPr>
          <p:cNvPr id="141" name="Group 249">
            <a:extLst>
              <a:ext uri="{FF2B5EF4-FFF2-40B4-BE49-F238E27FC236}">
                <a16:creationId xmlns:a16="http://schemas.microsoft.com/office/drawing/2014/main" id="{F1C6D995-13D5-7D4A-96C7-4895939A9BBF}"/>
              </a:ext>
            </a:extLst>
          </p:cNvPr>
          <p:cNvGrpSpPr>
            <a:grpSpLocks/>
          </p:cNvGrpSpPr>
          <p:nvPr/>
        </p:nvGrpSpPr>
        <p:grpSpPr bwMode="auto">
          <a:xfrm>
            <a:off x="7393945" y="5943343"/>
            <a:ext cx="1206500" cy="611187"/>
            <a:chOff x="1223628" y="4977172"/>
            <a:chExt cx="1476164" cy="611728"/>
          </a:xfrm>
        </p:grpSpPr>
        <p:cxnSp>
          <p:nvCxnSpPr>
            <p:cNvPr id="142" name="Straight Connector 250">
              <a:extLst>
                <a:ext uri="{FF2B5EF4-FFF2-40B4-BE49-F238E27FC236}">
                  <a16:creationId xmlns:a16="http://schemas.microsoft.com/office/drawing/2014/main" id="{AE4AFAD4-8142-5E47-9027-1D41DAA6938A}"/>
                </a:ext>
              </a:extLst>
            </p:cNvPr>
            <p:cNvCxnSpPr>
              <a:cxnSpLocks noChangeShapeType="1"/>
            </p:cNvCxnSpPr>
            <p:nvPr/>
          </p:nvCxnSpPr>
          <p:spPr bwMode="auto">
            <a:xfrm flipV="1">
              <a:off x="2699792" y="5409220"/>
              <a:ext cx="0" cy="179680"/>
            </a:xfrm>
            <a:prstGeom prst="line">
              <a:avLst/>
            </a:prstGeom>
            <a:noFill/>
            <a:ln w="25400" algn="ctr">
              <a:solidFill>
                <a:schemeClr val="accent5"/>
              </a:solidFill>
              <a:round/>
              <a:headEnd/>
              <a:tailEnd/>
            </a:ln>
            <a:extLst>
              <a:ext uri="{909E8E84-426E-40DD-AFC4-6F175D3DCCD1}">
                <a14:hiddenFill xmlns:a14="http://schemas.microsoft.com/office/drawing/2010/main">
                  <a:noFill/>
                </a14:hiddenFill>
              </a:ext>
            </a:extLst>
          </p:spPr>
        </p:cxnSp>
        <p:cxnSp>
          <p:nvCxnSpPr>
            <p:cNvPr id="143" name="Straight Connector 251">
              <a:extLst>
                <a:ext uri="{FF2B5EF4-FFF2-40B4-BE49-F238E27FC236}">
                  <a16:creationId xmlns:a16="http://schemas.microsoft.com/office/drawing/2014/main" id="{C455B6A1-1465-5647-91E3-D68A45E2AF13}"/>
                </a:ext>
              </a:extLst>
            </p:cNvPr>
            <p:cNvCxnSpPr>
              <a:cxnSpLocks noChangeShapeType="1"/>
            </p:cNvCxnSpPr>
            <p:nvPr/>
          </p:nvCxnSpPr>
          <p:spPr bwMode="auto">
            <a:xfrm flipH="1">
              <a:off x="1223628" y="5409220"/>
              <a:ext cx="1476164" cy="0"/>
            </a:xfrm>
            <a:prstGeom prst="line">
              <a:avLst/>
            </a:prstGeom>
            <a:noFill/>
            <a:ln w="25400" algn="ctr">
              <a:solidFill>
                <a:schemeClr val="accent5"/>
              </a:solidFill>
              <a:round/>
              <a:headEnd/>
              <a:tailEnd/>
            </a:ln>
            <a:extLst>
              <a:ext uri="{909E8E84-426E-40DD-AFC4-6F175D3DCCD1}">
                <a14:hiddenFill xmlns:a14="http://schemas.microsoft.com/office/drawing/2010/main">
                  <a:noFill/>
                </a14:hiddenFill>
              </a:ext>
            </a:extLst>
          </p:spPr>
        </p:cxnSp>
        <p:cxnSp>
          <p:nvCxnSpPr>
            <p:cNvPr id="144" name="Straight Arrow Connector 252">
              <a:extLst>
                <a:ext uri="{FF2B5EF4-FFF2-40B4-BE49-F238E27FC236}">
                  <a16:creationId xmlns:a16="http://schemas.microsoft.com/office/drawing/2014/main" id="{F05A7DFF-792B-EF4E-98F9-97CD96715FC5}"/>
                </a:ext>
              </a:extLst>
            </p:cNvPr>
            <p:cNvCxnSpPr>
              <a:cxnSpLocks noChangeShapeType="1"/>
            </p:cNvCxnSpPr>
            <p:nvPr/>
          </p:nvCxnSpPr>
          <p:spPr bwMode="auto">
            <a:xfrm flipV="1">
              <a:off x="1223628" y="4977172"/>
              <a:ext cx="0" cy="432048"/>
            </a:xfrm>
            <a:prstGeom prst="straightConnector1">
              <a:avLst/>
            </a:prstGeom>
            <a:noFill/>
            <a:ln w="25400" algn="ctr">
              <a:solidFill>
                <a:schemeClr val="accent5"/>
              </a:solidFill>
              <a:round/>
              <a:headEnd/>
              <a:tailEnd type="arrow" w="med" len="med"/>
            </a:ln>
            <a:extLst>
              <a:ext uri="{909E8E84-426E-40DD-AFC4-6F175D3DCCD1}">
                <a14:hiddenFill xmlns:a14="http://schemas.microsoft.com/office/drawing/2010/main">
                  <a:noFill/>
                </a14:hiddenFill>
              </a:ext>
            </a:extLst>
          </p:spPr>
        </p:cxnSp>
      </p:grpSp>
      <p:grpSp>
        <p:nvGrpSpPr>
          <p:cNvPr id="145" name="Group 253">
            <a:extLst>
              <a:ext uri="{FF2B5EF4-FFF2-40B4-BE49-F238E27FC236}">
                <a16:creationId xmlns:a16="http://schemas.microsoft.com/office/drawing/2014/main" id="{A59E980D-C2E3-9548-B18C-6866F9C2488A}"/>
              </a:ext>
            </a:extLst>
          </p:cNvPr>
          <p:cNvGrpSpPr>
            <a:grpSpLocks/>
          </p:cNvGrpSpPr>
          <p:nvPr/>
        </p:nvGrpSpPr>
        <p:grpSpPr bwMode="auto">
          <a:xfrm>
            <a:off x="8328983" y="4524745"/>
            <a:ext cx="396875" cy="2052638"/>
            <a:chOff x="4860032" y="2097192"/>
            <a:chExt cx="972108" cy="611728"/>
          </a:xfrm>
        </p:grpSpPr>
        <p:cxnSp>
          <p:nvCxnSpPr>
            <p:cNvPr id="146" name="Straight Connector 254">
              <a:extLst>
                <a:ext uri="{FF2B5EF4-FFF2-40B4-BE49-F238E27FC236}">
                  <a16:creationId xmlns:a16="http://schemas.microsoft.com/office/drawing/2014/main" id="{14461269-28AA-BF43-9954-824836B77453}"/>
                </a:ext>
              </a:extLst>
            </p:cNvPr>
            <p:cNvCxnSpPr>
              <a:cxnSpLocks noChangeShapeType="1"/>
            </p:cNvCxnSpPr>
            <p:nvPr/>
          </p:nvCxnSpPr>
          <p:spPr bwMode="auto">
            <a:xfrm flipV="1">
              <a:off x="5832140" y="2492896"/>
              <a:ext cx="0" cy="216024"/>
            </a:xfrm>
            <a:prstGeom prst="line">
              <a:avLst/>
            </a:prstGeom>
            <a:noFill/>
            <a:ln w="25400" algn="ctr">
              <a:solidFill>
                <a:schemeClr val="accent5"/>
              </a:solidFill>
              <a:round/>
              <a:headEnd/>
              <a:tailEnd/>
            </a:ln>
            <a:extLst>
              <a:ext uri="{909E8E84-426E-40DD-AFC4-6F175D3DCCD1}">
                <a14:hiddenFill xmlns:a14="http://schemas.microsoft.com/office/drawing/2010/main">
                  <a:noFill/>
                </a14:hiddenFill>
              </a:ext>
            </a:extLst>
          </p:spPr>
        </p:cxnSp>
        <p:cxnSp>
          <p:nvCxnSpPr>
            <p:cNvPr id="147" name="Straight Connector 255">
              <a:extLst>
                <a:ext uri="{FF2B5EF4-FFF2-40B4-BE49-F238E27FC236}">
                  <a16:creationId xmlns:a16="http://schemas.microsoft.com/office/drawing/2014/main" id="{FA29676E-83CD-B142-B560-7093F19B2AE3}"/>
                </a:ext>
              </a:extLst>
            </p:cNvPr>
            <p:cNvCxnSpPr>
              <a:cxnSpLocks noChangeShapeType="1"/>
            </p:cNvCxnSpPr>
            <p:nvPr/>
          </p:nvCxnSpPr>
          <p:spPr bwMode="auto">
            <a:xfrm flipH="1">
              <a:off x="4860032" y="2492896"/>
              <a:ext cx="972108" cy="0"/>
            </a:xfrm>
            <a:prstGeom prst="line">
              <a:avLst/>
            </a:prstGeom>
            <a:noFill/>
            <a:ln w="25400" algn="ctr">
              <a:solidFill>
                <a:schemeClr val="accent5"/>
              </a:solidFill>
              <a:round/>
              <a:headEnd/>
              <a:tailEnd/>
            </a:ln>
            <a:extLst>
              <a:ext uri="{909E8E84-426E-40DD-AFC4-6F175D3DCCD1}">
                <a14:hiddenFill xmlns:a14="http://schemas.microsoft.com/office/drawing/2010/main">
                  <a:noFill/>
                </a14:hiddenFill>
              </a:ext>
            </a:extLst>
          </p:spPr>
        </p:cxnSp>
        <p:cxnSp>
          <p:nvCxnSpPr>
            <p:cNvPr id="148" name="Straight Arrow Connector 256">
              <a:extLst>
                <a:ext uri="{FF2B5EF4-FFF2-40B4-BE49-F238E27FC236}">
                  <a16:creationId xmlns:a16="http://schemas.microsoft.com/office/drawing/2014/main" id="{FDE9DABE-37BE-AC49-A912-A3BEEEA5A7D7}"/>
                </a:ext>
              </a:extLst>
            </p:cNvPr>
            <p:cNvCxnSpPr>
              <a:cxnSpLocks noChangeShapeType="1"/>
            </p:cNvCxnSpPr>
            <p:nvPr/>
          </p:nvCxnSpPr>
          <p:spPr bwMode="auto">
            <a:xfrm flipV="1">
              <a:off x="4860032" y="2097192"/>
              <a:ext cx="0" cy="395704"/>
            </a:xfrm>
            <a:prstGeom prst="straightConnector1">
              <a:avLst/>
            </a:prstGeom>
            <a:noFill/>
            <a:ln w="25400" algn="ctr">
              <a:solidFill>
                <a:schemeClr val="accent5"/>
              </a:solidFill>
              <a:round/>
              <a:headEnd/>
              <a:tailEnd type="arrow" w="med" len="med"/>
            </a:ln>
            <a:extLst>
              <a:ext uri="{909E8E84-426E-40DD-AFC4-6F175D3DCCD1}">
                <a14:hiddenFill xmlns:a14="http://schemas.microsoft.com/office/drawing/2010/main">
                  <a:noFill/>
                </a14:hiddenFill>
              </a:ext>
            </a:extLst>
          </p:spPr>
        </p:cxnSp>
      </p:grpSp>
      <p:grpSp>
        <p:nvGrpSpPr>
          <p:cNvPr id="149" name="Group 148">
            <a:extLst>
              <a:ext uri="{FF2B5EF4-FFF2-40B4-BE49-F238E27FC236}">
                <a16:creationId xmlns:a16="http://schemas.microsoft.com/office/drawing/2014/main" id="{00780926-8805-CA4B-8642-AB0B303581E8}"/>
              </a:ext>
            </a:extLst>
          </p:cNvPr>
          <p:cNvGrpSpPr/>
          <p:nvPr/>
        </p:nvGrpSpPr>
        <p:grpSpPr>
          <a:xfrm>
            <a:off x="8876338" y="4503480"/>
            <a:ext cx="647700" cy="2052638"/>
            <a:chOff x="18403110" y="6804590"/>
            <a:chExt cx="647700" cy="2052638"/>
          </a:xfrm>
        </p:grpSpPr>
        <p:cxnSp>
          <p:nvCxnSpPr>
            <p:cNvPr id="150" name="Straight Connector 261">
              <a:extLst>
                <a:ext uri="{FF2B5EF4-FFF2-40B4-BE49-F238E27FC236}">
                  <a16:creationId xmlns:a16="http://schemas.microsoft.com/office/drawing/2014/main" id="{BAEE44C0-F853-1A46-AE7B-1B97A918E85E}"/>
                </a:ext>
              </a:extLst>
            </p:cNvPr>
            <p:cNvCxnSpPr>
              <a:cxnSpLocks noChangeShapeType="1"/>
            </p:cNvCxnSpPr>
            <p:nvPr/>
          </p:nvCxnSpPr>
          <p:spPr bwMode="auto">
            <a:xfrm flipV="1">
              <a:off x="18403110" y="7020490"/>
              <a:ext cx="0" cy="1836738"/>
            </a:xfrm>
            <a:prstGeom prst="line">
              <a:avLst/>
            </a:prstGeom>
            <a:noFill/>
            <a:ln w="25400" algn="ctr">
              <a:solidFill>
                <a:schemeClr val="accent5"/>
              </a:solidFill>
              <a:round/>
              <a:headEnd/>
              <a:tailEnd/>
            </a:ln>
            <a:extLst>
              <a:ext uri="{909E8E84-426E-40DD-AFC4-6F175D3DCCD1}">
                <a14:hiddenFill xmlns:a14="http://schemas.microsoft.com/office/drawing/2010/main">
                  <a:noFill/>
                </a14:hiddenFill>
              </a:ext>
            </a:extLst>
          </p:spPr>
        </p:cxnSp>
        <p:cxnSp>
          <p:nvCxnSpPr>
            <p:cNvPr id="151" name="Straight Connector 262">
              <a:extLst>
                <a:ext uri="{FF2B5EF4-FFF2-40B4-BE49-F238E27FC236}">
                  <a16:creationId xmlns:a16="http://schemas.microsoft.com/office/drawing/2014/main" id="{2439D50C-81ED-2B48-A191-7B2539D08981}"/>
                </a:ext>
              </a:extLst>
            </p:cNvPr>
            <p:cNvCxnSpPr>
              <a:cxnSpLocks noChangeShapeType="1"/>
            </p:cNvCxnSpPr>
            <p:nvPr/>
          </p:nvCxnSpPr>
          <p:spPr bwMode="auto">
            <a:xfrm flipH="1">
              <a:off x="18403110" y="7020490"/>
              <a:ext cx="647700" cy="0"/>
            </a:xfrm>
            <a:prstGeom prst="line">
              <a:avLst/>
            </a:prstGeom>
            <a:noFill/>
            <a:ln w="25400" algn="ctr">
              <a:solidFill>
                <a:schemeClr val="accent5"/>
              </a:solidFill>
              <a:round/>
              <a:headEnd/>
              <a:tailEnd/>
            </a:ln>
            <a:extLst>
              <a:ext uri="{909E8E84-426E-40DD-AFC4-6F175D3DCCD1}">
                <a14:hiddenFill xmlns:a14="http://schemas.microsoft.com/office/drawing/2010/main">
                  <a:noFill/>
                </a14:hiddenFill>
              </a:ext>
            </a:extLst>
          </p:spPr>
        </p:cxnSp>
        <p:cxnSp>
          <p:nvCxnSpPr>
            <p:cNvPr id="152" name="Straight Arrow Connector 263">
              <a:extLst>
                <a:ext uri="{FF2B5EF4-FFF2-40B4-BE49-F238E27FC236}">
                  <a16:creationId xmlns:a16="http://schemas.microsoft.com/office/drawing/2014/main" id="{DB28370D-589C-B146-B32E-5F4EE1ECF1F9}"/>
                </a:ext>
              </a:extLst>
            </p:cNvPr>
            <p:cNvCxnSpPr>
              <a:cxnSpLocks noChangeShapeType="1"/>
            </p:cNvCxnSpPr>
            <p:nvPr/>
          </p:nvCxnSpPr>
          <p:spPr bwMode="auto">
            <a:xfrm flipV="1">
              <a:off x="19050810" y="6804590"/>
              <a:ext cx="0" cy="215900"/>
            </a:xfrm>
            <a:prstGeom prst="straightConnector1">
              <a:avLst/>
            </a:prstGeom>
            <a:noFill/>
            <a:ln w="25400" algn="ctr">
              <a:solidFill>
                <a:schemeClr val="accent5"/>
              </a:solidFill>
              <a:round/>
              <a:headEnd/>
              <a:tailEnd type="arrow" w="med" len="med"/>
            </a:ln>
            <a:extLst>
              <a:ext uri="{909E8E84-426E-40DD-AFC4-6F175D3DCCD1}">
                <a14:hiddenFill xmlns:a14="http://schemas.microsoft.com/office/drawing/2010/main">
                  <a:noFill/>
                </a14:hiddenFill>
              </a:ext>
            </a:extLst>
          </p:spPr>
        </p:cxnSp>
      </p:grpSp>
      <p:sp>
        <p:nvSpPr>
          <p:cNvPr id="153" name="Rectangle 19">
            <a:extLst>
              <a:ext uri="{FF2B5EF4-FFF2-40B4-BE49-F238E27FC236}">
                <a16:creationId xmlns:a16="http://schemas.microsoft.com/office/drawing/2014/main" id="{EF7259D8-6479-8343-B858-1361D446880F}"/>
              </a:ext>
            </a:extLst>
          </p:cNvPr>
          <p:cNvSpPr>
            <a:spLocks noChangeArrowheads="1"/>
          </p:cNvSpPr>
          <p:nvPr/>
        </p:nvSpPr>
        <p:spPr bwMode="auto">
          <a:xfrm>
            <a:off x="9007953" y="5113755"/>
            <a:ext cx="1871662" cy="828432"/>
          </a:xfrm>
          <a:prstGeom prst="rect">
            <a:avLst/>
          </a:prstGeom>
          <a:solidFill>
            <a:schemeClr val="accent5">
              <a:alpha val="27000"/>
            </a:schemeClr>
          </a:solidFill>
          <a:ln w="9525">
            <a:noFill/>
            <a:miter lim="800000"/>
            <a:headEnd/>
            <a:tailEnd/>
          </a:ln>
          <a:effectLst/>
        </p:spPr>
        <p:txBody>
          <a:bodyPr lIns="90488" tIns="44450" rIns="90488" bIns="44450">
            <a:spAutoFit/>
          </a:bodyPr>
          <a:lstStyle/>
          <a:p>
            <a:pPr marL="0" marR="0" lvl="0" indent="0" algn="ctr" defTabSz="812810" rtl="0"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dirty="0">
              <a:ln>
                <a:noFill/>
              </a:ln>
              <a:solidFill>
                <a:srgbClr val="D86018"/>
              </a:solidFill>
              <a:effectLst/>
              <a:uLnTx/>
              <a:uFillTx/>
              <a:latin typeface="Arial" panose="020B0604020202020204" pitchFamily="34" charset="0"/>
              <a:ea typeface="+mn-ea"/>
              <a:cs typeface="Arial" panose="020B0604020202020204" pitchFamily="34" charset="0"/>
            </a:endParaRPr>
          </a:p>
          <a:p>
            <a:pPr marL="0" marR="0" lvl="0" indent="0" algn="ctr" defTabSz="812810" rtl="0" eaLnBrk="1" fontAlgn="auto" latinLnBrk="0" hangingPunct="1">
              <a:lnSpc>
                <a:spcPct val="100000"/>
              </a:lnSpc>
              <a:spcBef>
                <a:spcPts val="0"/>
              </a:spcBef>
              <a:spcAft>
                <a:spcPts val="0"/>
              </a:spcAft>
              <a:buClrTx/>
              <a:buSzTx/>
              <a:buFontTx/>
              <a:buNone/>
              <a:tabLst/>
              <a:defRPr/>
            </a:pPr>
            <a:r>
              <a:rPr kumimoji="0" lang="en-US" sz="1600" b="0" i="0" u="none" strike="noStrike" kern="0" cap="none" spc="0" normalizeH="0" baseline="0" noProof="0" dirty="0">
                <a:ln>
                  <a:noFill/>
                </a:ln>
                <a:solidFill>
                  <a:srgbClr val="D86018"/>
                </a:solidFill>
                <a:effectLst/>
                <a:uLnTx/>
                <a:uFillTx/>
                <a:latin typeface="Arial" panose="020B0604020202020204" pitchFamily="34" charset="0"/>
                <a:ea typeface="+mn-ea"/>
                <a:cs typeface="Arial" panose="020B0604020202020204" pitchFamily="34" charset="0"/>
              </a:rPr>
              <a:t>Petroleum coke</a:t>
            </a:r>
          </a:p>
          <a:p>
            <a:pPr marL="0" marR="0" lvl="0" indent="0" algn="ctr" defTabSz="812810" rtl="0"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dirty="0">
              <a:ln>
                <a:noFill/>
              </a:ln>
              <a:solidFill>
                <a:srgbClr val="D86018"/>
              </a:solidFill>
              <a:effectLst/>
              <a:uLnTx/>
              <a:uFillTx/>
              <a:latin typeface="Arial" panose="020B0604020202020204" pitchFamily="34" charset="0"/>
              <a:ea typeface="+mn-ea"/>
              <a:cs typeface="Arial" panose="020B0604020202020204" pitchFamily="34" charset="0"/>
            </a:endParaRPr>
          </a:p>
        </p:txBody>
      </p:sp>
      <p:grpSp>
        <p:nvGrpSpPr>
          <p:cNvPr id="154" name="Group 241">
            <a:extLst>
              <a:ext uri="{FF2B5EF4-FFF2-40B4-BE49-F238E27FC236}">
                <a16:creationId xmlns:a16="http://schemas.microsoft.com/office/drawing/2014/main" id="{316E7473-1AE0-AC41-A1B0-820E24D8BD50}"/>
              </a:ext>
            </a:extLst>
          </p:cNvPr>
          <p:cNvGrpSpPr>
            <a:grpSpLocks/>
          </p:cNvGrpSpPr>
          <p:nvPr/>
        </p:nvGrpSpPr>
        <p:grpSpPr bwMode="auto">
          <a:xfrm>
            <a:off x="7647150" y="5964608"/>
            <a:ext cx="3779837" cy="612775"/>
            <a:chOff x="1475656" y="4977512"/>
            <a:chExt cx="3600400" cy="611728"/>
          </a:xfrm>
        </p:grpSpPr>
        <p:cxnSp>
          <p:nvCxnSpPr>
            <p:cNvPr id="155" name="Straight Connector 242">
              <a:extLst>
                <a:ext uri="{FF2B5EF4-FFF2-40B4-BE49-F238E27FC236}">
                  <a16:creationId xmlns:a16="http://schemas.microsoft.com/office/drawing/2014/main" id="{7A0A5B77-6108-AD42-B980-4C03871ED95B}"/>
                </a:ext>
              </a:extLst>
            </p:cNvPr>
            <p:cNvCxnSpPr>
              <a:cxnSpLocks noChangeShapeType="1"/>
            </p:cNvCxnSpPr>
            <p:nvPr/>
          </p:nvCxnSpPr>
          <p:spPr bwMode="auto">
            <a:xfrm flipV="1">
              <a:off x="5076056" y="5265204"/>
              <a:ext cx="0" cy="324036"/>
            </a:xfrm>
            <a:prstGeom prst="line">
              <a:avLst/>
            </a:prstGeom>
            <a:noFill/>
            <a:ln w="25400" algn="ctr">
              <a:solidFill>
                <a:schemeClr val="accent5"/>
              </a:solidFill>
              <a:round/>
              <a:headEnd/>
              <a:tailEnd/>
            </a:ln>
            <a:extLst>
              <a:ext uri="{909E8E84-426E-40DD-AFC4-6F175D3DCCD1}">
                <a14:hiddenFill xmlns:a14="http://schemas.microsoft.com/office/drawing/2010/main">
                  <a:noFill/>
                </a14:hiddenFill>
              </a:ext>
            </a:extLst>
          </p:spPr>
        </p:cxnSp>
        <p:cxnSp>
          <p:nvCxnSpPr>
            <p:cNvPr id="156" name="Straight Connector 243">
              <a:extLst>
                <a:ext uri="{FF2B5EF4-FFF2-40B4-BE49-F238E27FC236}">
                  <a16:creationId xmlns:a16="http://schemas.microsoft.com/office/drawing/2014/main" id="{7F3DC0C9-60B8-664A-ABCD-601FA382F322}"/>
                </a:ext>
              </a:extLst>
            </p:cNvPr>
            <p:cNvCxnSpPr>
              <a:cxnSpLocks noChangeShapeType="1"/>
            </p:cNvCxnSpPr>
            <p:nvPr/>
          </p:nvCxnSpPr>
          <p:spPr bwMode="auto">
            <a:xfrm flipH="1">
              <a:off x="1475656" y="5265204"/>
              <a:ext cx="3600400" cy="0"/>
            </a:xfrm>
            <a:prstGeom prst="line">
              <a:avLst/>
            </a:prstGeom>
            <a:noFill/>
            <a:ln w="25400" algn="ctr">
              <a:solidFill>
                <a:schemeClr val="accent5"/>
              </a:solidFill>
              <a:round/>
              <a:headEnd/>
              <a:tailEnd/>
            </a:ln>
            <a:extLst>
              <a:ext uri="{909E8E84-426E-40DD-AFC4-6F175D3DCCD1}">
                <a14:hiddenFill xmlns:a14="http://schemas.microsoft.com/office/drawing/2010/main">
                  <a:noFill/>
                </a14:hiddenFill>
              </a:ext>
            </a:extLst>
          </p:spPr>
        </p:cxnSp>
        <p:cxnSp>
          <p:nvCxnSpPr>
            <p:cNvPr id="157" name="Straight Arrow Connector 244">
              <a:extLst>
                <a:ext uri="{FF2B5EF4-FFF2-40B4-BE49-F238E27FC236}">
                  <a16:creationId xmlns:a16="http://schemas.microsoft.com/office/drawing/2014/main" id="{03F94336-BB8F-5C43-B911-8BDF72238C89}"/>
                </a:ext>
              </a:extLst>
            </p:cNvPr>
            <p:cNvCxnSpPr>
              <a:cxnSpLocks noChangeShapeType="1"/>
            </p:cNvCxnSpPr>
            <p:nvPr/>
          </p:nvCxnSpPr>
          <p:spPr bwMode="auto">
            <a:xfrm flipV="1">
              <a:off x="1475656" y="4977512"/>
              <a:ext cx="0" cy="287692"/>
            </a:xfrm>
            <a:prstGeom prst="straightConnector1">
              <a:avLst/>
            </a:prstGeom>
            <a:noFill/>
            <a:ln w="25400" algn="ctr">
              <a:solidFill>
                <a:schemeClr val="accent5"/>
              </a:solidFill>
              <a:round/>
              <a:headEnd/>
              <a:tailEnd type="arrow" w="med" len="med"/>
            </a:ln>
            <a:extLst>
              <a:ext uri="{909E8E84-426E-40DD-AFC4-6F175D3DCCD1}">
                <a14:hiddenFill xmlns:a14="http://schemas.microsoft.com/office/drawing/2010/main">
                  <a:noFill/>
                </a14:hiddenFill>
              </a:ext>
            </a:extLst>
          </p:spPr>
        </p:cxnSp>
      </p:grpSp>
      <p:cxnSp>
        <p:nvCxnSpPr>
          <p:cNvPr id="158" name="Straight Connector 234">
            <a:extLst>
              <a:ext uri="{FF2B5EF4-FFF2-40B4-BE49-F238E27FC236}">
                <a16:creationId xmlns:a16="http://schemas.microsoft.com/office/drawing/2014/main" id="{E5C21012-A765-714F-AB4C-4F34F2DE7A5C}"/>
              </a:ext>
            </a:extLst>
          </p:cNvPr>
          <p:cNvCxnSpPr>
            <a:cxnSpLocks noChangeShapeType="1"/>
          </p:cNvCxnSpPr>
          <p:nvPr/>
        </p:nvCxnSpPr>
        <p:spPr bwMode="auto">
          <a:xfrm flipV="1">
            <a:off x="13800668" y="6068755"/>
            <a:ext cx="0" cy="492125"/>
          </a:xfrm>
          <a:prstGeom prst="line">
            <a:avLst/>
          </a:prstGeom>
          <a:noFill/>
          <a:ln w="25400" algn="ctr">
            <a:solidFill>
              <a:schemeClr val="accent5"/>
            </a:solidFill>
            <a:round/>
            <a:headEnd/>
            <a:tailEnd/>
          </a:ln>
          <a:extLst>
            <a:ext uri="{909E8E84-426E-40DD-AFC4-6F175D3DCCD1}">
              <a14:hiddenFill xmlns:a14="http://schemas.microsoft.com/office/drawing/2010/main">
                <a:noFill/>
              </a14:hiddenFill>
            </a:ext>
          </a:extLst>
        </p:spPr>
      </p:cxnSp>
      <p:cxnSp>
        <p:nvCxnSpPr>
          <p:cNvPr id="159" name="Straight Connector 235">
            <a:extLst>
              <a:ext uri="{FF2B5EF4-FFF2-40B4-BE49-F238E27FC236}">
                <a16:creationId xmlns:a16="http://schemas.microsoft.com/office/drawing/2014/main" id="{FD41B08F-AB64-EC4E-8A48-9DFA9A542D1D}"/>
              </a:ext>
            </a:extLst>
          </p:cNvPr>
          <p:cNvCxnSpPr>
            <a:cxnSpLocks noChangeShapeType="1"/>
          </p:cNvCxnSpPr>
          <p:nvPr/>
        </p:nvCxnSpPr>
        <p:spPr bwMode="auto">
          <a:xfrm flipH="1">
            <a:off x="7842781" y="6068755"/>
            <a:ext cx="5957887" cy="0"/>
          </a:xfrm>
          <a:prstGeom prst="line">
            <a:avLst/>
          </a:prstGeom>
          <a:noFill/>
          <a:ln w="25400" algn="ctr">
            <a:solidFill>
              <a:schemeClr val="accent5"/>
            </a:solidFill>
            <a:round/>
            <a:headEnd/>
            <a:tailEnd/>
          </a:ln>
          <a:extLst>
            <a:ext uri="{909E8E84-426E-40DD-AFC4-6F175D3DCCD1}">
              <a14:hiddenFill xmlns:a14="http://schemas.microsoft.com/office/drawing/2010/main">
                <a:noFill/>
              </a14:hiddenFill>
            </a:ext>
          </a:extLst>
        </p:spPr>
      </p:cxnSp>
      <p:cxnSp>
        <p:nvCxnSpPr>
          <p:cNvPr id="160" name="Straight Arrow Connector 236">
            <a:extLst>
              <a:ext uri="{FF2B5EF4-FFF2-40B4-BE49-F238E27FC236}">
                <a16:creationId xmlns:a16="http://schemas.microsoft.com/office/drawing/2014/main" id="{77220518-7C51-194B-8677-65F18DF4A893}"/>
              </a:ext>
            </a:extLst>
          </p:cNvPr>
          <p:cNvCxnSpPr>
            <a:cxnSpLocks noChangeShapeType="1"/>
          </p:cNvCxnSpPr>
          <p:nvPr/>
        </p:nvCxnSpPr>
        <p:spPr bwMode="auto">
          <a:xfrm flipV="1">
            <a:off x="7842781" y="5941755"/>
            <a:ext cx="0" cy="127000"/>
          </a:xfrm>
          <a:prstGeom prst="straightConnector1">
            <a:avLst/>
          </a:prstGeom>
          <a:noFill/>
          <a:ln w="25400" algn="ctr">
            <a:solidFill>
              <a:schemeClr val="accent5"/>
            </a:solidFill>
            <a:round/>
            <a:headEnd/>
            <a:tailEnd type="arrow" w="med" len="med"/>
          </a:ln>
          <a:extLst>
            <a:ext uri="{909E8E84-426E-40DD-AFC4-6F175D3DCCD1}">
              <a14:hiddenFill xmlns:a14="http://schemas.microsoft.com/office/drawing/2010/main">
                <a:noFill/>
              </a14:hiddenFill>
            </a:ext>
          </a:extLst>
        </p:spPr>
      </p:cxnSp>
      <p:sp>
        <p:nvSpPr>
          <p:cNvPr id="161" name="Rectangle 19">
            <a:extLst>
              <a:ext uri="{FF2B5EF4-FFF2-40B4-BE49-F238E27FC236}">
                <a16:creationId xmlns:a16="http://schemas.microsoft.com/office/drawing/2014/main" id="{156E2AF3-97AB-1949-970A-D2C170A200BB}"/>
              </a:ext>
            </a:extLst>
          </p:cNvPr>
          <p:cNvSpPr>
            <a:spLocks noChangeArrowheads="1"/>
          </p:cNvSpPr>
          <p:nvPr/>
        </p:nvSpPr>
        <p:spPr bwMode="auto">
          <a:xfrm>
            <a:off x="13422843" y="6554530"/>
            <a:ext cx="1655763" cy="828432"/>
          </a:xfrm>
          <a:prstGeom prst="rect">
            <a:avLst/>
          </a:prstGeom>
          <a:solidFill>
            <a:schemeClr val="accent5">
              <a:alpha val="27000"/>
            </a:schemeClr>
          </a:solidFill>
          <a:ln w="9525">
            <a:noFill/>
            <a:miter lim="800000"/>
            <a:headEnd/>
            <a:tailEnd/>
          </a:ln>
          <a:effectLst/>
        </p:spPr>
        <p:txBody>
          <a:bodyPr lIns="90488" tIns="44450" rIns="90488" bIns="44450">
            <a:spAutoFit/>
          </a:bodyPr>
          <a:lstStyle/>
          <a:p>
            <a:pPr marL="0" marR="0" lvl="0" indent="0" algn="ctr" defTabSz="812810" rtl="0"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dirty="0">
              <a:ln>
                <a:noFill/>
              </a:ln>
              <a:solidFill>
                <a:srgbClr val="D86018"/>
              </a:solidFill>
              <a:effectLst/>
              <a:uLnTx/>
              <a:uFillTx/>
              <a:latin typeface="Arial" panose="020B0604020202020204" pitchFamily="34" charset="0"/>
              <a:ea typeface="+mn-ea"/>
              <a:cs typeface="Arial" panose="020B0604020202020204" pitchFamily="34" charset="0"/>
            </a:endParaRPr>
          </a:p>
          <a:p>
            <a:pPr marL="0" marR="0" lvl="0" indent="0" algn="ctr" defTabSz="812810" rtl="0" eaLnBrk="1" fontAlgn="auto" latinLnBrk="0" hangingPunct="1">
              <a:lnSpc>
                <a:spcPct val="100000"/>
              </a:lnSpc>
              <a:spcBef>
                <a:spcPts val="0"/>
              </a:spcBef>
              <a:spcAft>
                <a:spcPts val="0"/>
              </a:spcAft>
              <a:buClrTx/>
              <a:buSzTx/>
              <a:buFontTx/>
              <a:buNone/>
              <a:tabLst/>
              <a:defRPr/>
            </a:pPr>
            <a:r>
              <a:rPr kumimoji="0" lang="en-US" sz="1600" b="0" i="0" u="none" strike="noStrike" kern="0" cap="none" spc="0" normalizeH="0" baseline="0" noProof="0" dirty="0">
                <a:ln>
                  <a:noFill/>
                </a:ln>
                <a:solidFill>
                  <a:srgbClr val="D86018"/>
                </a:solidFill>
                <a:effectLst/>
                <a:uLnTx/>
                <a:uFillTx/>
                <a:latin typeface="Arial" panose="020B0604020202020204" pitchFamily="34" charset="0"/>
                <a:ea typeface="+mn-ea"/>
                <a:cs typeface="Arial" panose="020B0604020202020204" pitchFamily="34" charset="0"/>
              </a:rPr>
              <a:t>Natural gas</a:t>
            </a:r>
          </a:p>
          <a:p>
            <a:pPr marL="0" marR="0" lvl="0" indent="0" algn="ctr" defTabSz="812810" rtl="0"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dirty="0">
              <a:ln>
                <a:noFill/>
              </a:ln>
              <a:solidFill>
                <a:srgbClr val="D86018"/>
              </a:solidFill>
              <a:effectLst/>
              <a:uLnTx/>
              <a:uFillTx/>
              <a:latin typeface="Arial" panose="020B0604020202020204" pitchFamily="34" charset="0"/>
              <a:ea typeface="+mn-ea"/>
              <a:cs typeface="Arial" panose="020B0604020202020204" pitchFamily="34" charset="0"/>
            </a:endParaRPr>
          </a:p>
        </p:txBody>
      </p:sp>
      <p:cxnSp>
        <p:nvCxnSpPr>
          <p:cNvPr id="162" name="Straight Connector 226">
            <a:extLst>
              <a:ext uri="{FF2B5EF4-FFF2-40B4-BE49-F238E27FC236}">
                <a16:creationId xmlns:a16="http://schemas.microsoft.com/office/drawing/2014/main" id="{681A4996-B28D-4140-9749-7C2956B47B73}"/>
              </a:ext>
            </a:extLst>
          </p:cNvPr>
          <p:cNvCxnSpPr>
            <a:cxnSpLocks noChangeShapeType="1"/>
          </p:cNvCxnSpPr>
          <p:nvPr/>
        </p:nvCxnSpPr>
        <p:spPr bwMode="auto">
          <a:xfrm flipV="1">
            <a:off x="14210450" y="4503480"/>
            <a:ext cx="0" cy="2057400"/>
          </a:xfrm>
          <a:prstGeom prst="line">
            <a:avLst/>
          </a:prstGeom>
          <a:noFill/>
          <a:ln w="25400" algn="ctr">
            <a:solidFill>
              <a:schemeClr val="accent5"/>
            </a:solidFill>
            <a:round/>
            <a:headEnd/>
            <a:tailEnd type="arrow" w="med" len="med"/>
          </a:ln>
          <a:extLst>
            <a:ext uri="{909E8E84-426E-40DD-AFC4-6F175D3DCCD1}">
              <a14:hiddenFill xmlns:a14="http://schemas.microsoft.com/office/drawing/2010/main">
                <a:noFill/>
              </a14:hiddenFill>
            </a:ext>
          </a:extLst>
        </p:spPr>
      </p:cxnSp>
      <p:grpSp>
        <p:nvGrpSpPr>
          <p:cNvPr id="163" name="Group 227">
            <a:extLst>
              <a:ext uri="{FF2B5EF4-FFF2-40B4-BE49-F238E27FC236}">
                <a16:creationId xmlns:a16="http://schemas.microsoft.com/office/drawing/2014/main" id="{64150C17-B887-234F-8C2F-695666B35403}"/>
              </a:ext>
            </a:extLst>
          </p:cNvPr>
          <p:cNvGrpSpPr>
            <a:grpSpLocks/>
          </p:cNvGrpSpPr>
          <p:nvPr/>
        </p:nvGrpSpPr>
        <p:grpSpPr bwMode="auto">
          <a:xfrm>
            <a:off x="10716915" y="4503480"/>
            <a:ext cx="3367088" cy="2058988"/>
            <a:chOff x="4590002" y="3537352"/>
            <a:chExt cx="3366374" cy="2058035"/>
          </a:xfrm>
        </p:grpSpPr>
        <p:cxnSp>
          <p:nvCxnSpPr>
            <p:cNvPr id="164" name="Straight Connector 228">
              <a:extLst>
                <a:ext uri="{FF2B5EF4-FFF2-40B4-BE49-F238E27FC236}">
                  <a16:creationId xmlns:a16="http://schemas.microsoft.com/office/drawing/2014/main" id="{02A197BD-55C4-F848-8955-7DEAE567D9E1}"/>
                </a:ext>
              </a:extLst>
            </p:cNvPr>
            <p:cNvCxnSpPr>
              <a:cxnSpLocks noChangeShapeType="1"/>
            </p:cNvCxnSpPr>
            <p:nvPr/>
          </p:nvCxnSpPr>
          <p:spPr bwMode="auto">
            <a:xfrm flipV="1">
              <a:off x="7956376" y="3753036"/>
              <a:ext cx="0" cy="1842351"/>
            </a:xfrm>
            <a:prstGeom prst="line">
              <a:avLst/>
            </a:prstGeom>
            <a:noFill/>
            <a:ln w="25400" algn="ctr">
              <a:solidFill>
                <a:schemeClr val="accent5"/>
              </a:solidFill>
              <a:round/>
              <a:headEnd/>
              <a:tailEnd/>
            </a:ln>
            <a:extLst>
              <a:ext uri="{909E8E84-426E-40DD-AFC4-6F175D3DCCD1}">
                <a14:hiddenFill xmlns:a14="http://schemas.microsoft.com/office/drawing/2010/main">
                  <a:noFill/>
                </a14:hiddenFill>
              </a:ext>
            </a:extLst>
          </p:spPr>
        </p:cxnSp>
        <p:cxnSp>
          <p:nvCxnSpPr>
            <p:cNvPr id="165" name="Straight Connector 229">
              <a:extLst>
                <a:ext uri="{FF2B5EF4-FFF2-40B4-BE49-F238E27FC236}">
                  <a16:creationId xmlns:a16="http://schemas.microsoft.com/office/drawing/2014/main" id="{49707137-43E4-6F47-A043-4D9B6BE86414}"/>
                </a:ext>
              </a:extLst>
            </p:cNvPr>
            <p:cNvCxnSpPr>
              <a:cxnSpLocks noChangeShapeType="1"/>
            </p:cNvCxnSpPr>
            <p:nvPr/>
          </p:nvCxnSpPr>
          <p:spPr bwMode="auto">
            <a:xfrm flipH="1">
              <a:off x="4590002" y="3753036"/>
              <a:ext cx="3366374" cy="0"/>
            </a:xfrm>
            <a:prstGeom prst="line">
              <a:avLst/>
            </a:prstGeom>
            <a:noFill/>
            <a:ln w="25400" algn="ctr">
              <a:solidFill>
                <a:schemeClr val="accent5"/>
              </a:solidFill>
              <a:round/>
              <a:headEnd/>
              <a:tailEnd/>
            </a:ln>
            <a:extLst>
              <a:ext uri="{909E8E84-426E-40DD-AFC4-6F175D3DCCD1}">
                <a14:hiddenFill xmlns:a14="http://schemas.microsoft.com/office/drawing/2010/main">
                  <a:noFill/>
                </a14:hiddenFill>
              </a:ext>
            </a:extLst>
          </p:spPr>
        </p:cxnSp>
        <p:cxnSp>
          <p:nvCxnSpPr>
            <p:cNvPr id="166" name="Straight Arrow Connector 230">
              <a:extLst>
                <a:ext uri="{FF2B5EF4-FFF2-40B4-BE49-F238E27FC236}">
                  <a16:creationId xmlns:a16="http://schemas.microsoft.com/office/drawing/2014/main" id="{00624C41-86B8-E84C-A18A-36B0CCC09A71}"/>
                </a:ext>
              </a:extLst>
            </p:cNvPr>
            <p:cNvCxnSpPr>
              <a:cxnSpLocks noChangeShapeType="1"/>
            </p:cNvCxnSpPr>
            <p:nvPr/>
          </p:nvCxnSpPr>
          <p:spPr bwMode="auto">
            <a:xfrm flipV="1">
              <a:off x="4590002" y="3537352"/>
              <a:ext cx="0" cy="197513"/>
            </a:xfrm>
            <a:prstGeom prst="straightConnector1">
              <a:avLst/>
            </a:prstGeom>
            <a:noFill/>
            <a:ln w="25400" algn="ctr">
              <a:solidFill>
                <a:schemeClr val="accent5"/>
              </a:solidFill>
              <a:round/>
              <a:headEnd/>
              <a:tailEnd type="arrow" w="med" len="med"/>
            </a:ln>
            <a:extLst>
              <a:ext uri="{909E8E84-426E-40DD-AFC4-6F175D3DCCD1}">
                <a14:hiddenFill xmlns:a14="http://schemas.microsoft.com/office/drawing/2010/main">
                  <a:noFill/>
                </a14:hiddenFill>
              </a:ext>
            </a:extLst>
          </p:spPr>
        </p:cxnSp>
      </p:grpSp>
      <p:cxnSp>
        <p:nvCxnSpPr>
          <p:cNvPr id="167" name="Straight Connector 231">
            <a:extLst>
              <a:ext uri="{FF2B5EF4-FFF2-40B4-BE49-F238E27FC236}">
                <a16:creationId xmlns:a16="http://schemas.microsoft.com/office/drawing/2014/main" id="{FB890763-C4E5-6043-954C-8CA336368F33}"/>
              </a:ext>
            </a:extLst>
          </p:cNvPr>
          <p:cNvCxnSpPr>
            <a:cxnSpLocks noChangeShapeType="1"/>
          </p:cNvCxnSpPr>
          <p:nvPr/>
        </p:nvCxnSpPr>
        <p:spPr bwMode="auto">
          <a:xfrm flipV="1">
            <a:off x="13933359" y="4869782"/>
            <a:ext cx="0" cy="1690688"/>
          </a:xfrm>
          <a:prstGeom prst="line">
            <a:avLst/>
          </a:prstGeom>
          <a:noFill/>
          <a:ln w="25400" algn="ctr">
            <a:solidFill>
              <a:schemeClr val="accent5"/>
            </a:solidFill>
            <a:round/>
            <a:headEnd/>
            <a:tailEnd/>
          </a:ln>
          <a:extLst>
            <a:ext uri="{909E8E84-426E-40DD-AFC4-6F175D3DCCD1}">
              <a14:hiddenFill xmlns:a14="http://schemas.microsoft.com/office/drawing/2010/main">
                <a:noFill/>
              </a14:hiddenFill>
            </a:ext>
          </a:extLst>
        </p:spPr>
      </p:cxnSp>
      <p:cxnSp>
        <p:nvCxnSpPr>
          <p:cNvPr id="168" name="Straight Connector 232">
            <a:extLst>
              <a:ext uri="{FF2B5EF4-FFF2-40B4-BE49-F238E27FC236}">
                <a16:creationId xmlns:a16="http://schemas.microsoft.com/office/drawing/2014/main" id="{10F48A64-3FFF-F342-BFED-10ACBF07AA1A}"/>
              </a:ext>
            </a:extLst>
          </p:cNvPr>
          <p:cNvCxnSpPr>
            <a:cxnSpLocks noChangeShapeType="1"/>
          </p:cNvCxnSpPr>
          <p:nvPr/>
        </p:nvCxnSpPr>
        <p:spPr bwMode="auto">
          <a:xfrm flipH="1" flipV="1">
            <a:off x="8694609" y="4852320"/>
            <a:ext cx="5238750" cy="17462"/>
          </a:xfrm>
          <a:prstGeom prst="line">
            <a:avLst/>
          </a:prstGeom>
          <a:noFill/>
          <a:ln w="25400" algn="ctr">
            <a:solidFill>
              <a:schemeClr val="accent5"/>
            </a:solidFill>
            <a:round/>
            <a:headEnd/>
            <a:tailEnd/>
          </a:ln>
          <a:extLst>
            <a:ext uri="{909E8E84-426E-40DD-AFC4-6F175D3DCCD1}">
              <a14:hiddenFill xmlns:a14="http://schemas.microsoft.com/office/drawing/2010/main">
                <a:noFill/>
              </a14:hiddenFill>
            </a:ext>
          </a:extLst>
        </p:spPr>
      </p:cxnSp>
      <p:cxnSp>
        <p:nvCxnSpPr>
          <p:cNvPr id="169" name="Straight Arrow Connector 233">
            <a:extLst>
              <a:ext uri="{FF2B5EF4-FFF2-40B4-BE49-F238E27FC236}">
                <a16:creationId xmlns:a16="http://schemas.microsoft.com/office/drawing/2014/main" id="{5CCE52FB-376D-D747-AD0E-9D07966F90AB}"/>
              </a:ext>
            </a:extLst>
          </p:cNvPr>
          <p:cNvCxnSpPr>
            <a:cxnSpLocks noChangeShapeType="1"/>
          </p:cNvCxnSpPr>
          <p:nvPr/>
        </p:nvCxnSpPr>
        <p:spPr bwMode="auto">
          <a:xfrm flipV="1">
            <a:off x="8694609" y="4501482"/>
            <a:ext cx="0" cy="350838"/>
          </a:xfrm>
          <a:prstGeom prst="straightConnector1">
            <a:avLst/>
          </a:prstGeom>
          <a:noFill/>
          <a:ln w="25400" algn="ctr">
            <a:solidFill>
              <a:schemeClr val="accent5"/>
            </a:solidFill>
            <a:round/>
            <a:headEnd/>
            <a:tailEnd type="arrow" w="med" len="med"/>
          </a:ln>
          <a:extLst>
            <a:ext uri="{909E8E84-426E-40DD-AFC4-6F175D3DCCD1}">
              <a14:hiddenFill xmlns:a14="http://schemas.microsoft.com/office/drawing/2010/main">
                <a:noFill/>
              </a14:hiddenFill>
            </a:ext>
          </a:extLst>
        </p:spPr>
      </p:cxnSp>
      <p:sp>
        <p:nvSpPr>
          <p:cNvPr id="170" name="Rectangle 19">
            <a:extLst>
              <a:ext uri="{FF2B5EF4-FFF2-40B4-BE49-F238E27FC236}">
                <a16:creationId xmlns:a16="http://schemas.microsoft.com/office/drawing/2014/main" id="{BC2FC8A6-2DCA-664A-AE44-A5008055EE27}"/>
              </a:ext>
            </a:extLst>
          </p:cNvPr>
          <p:cNvSpPr>
            <a:spLocks noChangeArrowheads="1"/>
          </p:cNvSpPr>
          <p:nvPr/>
        </p:nvSpPr>
        <p:spPr bwMode="auto">
          <a:xfrm>
            <a:off x="6353069" y="6590729"/>
            <a:ext cx="1657350" cy="828432"/>
          </a:xfrm>
          <a:prstGeom prst="rect">
            <a:avLst/>
          </a:prstGeom>
          <a:solidFill>
            <a:schemeClr val="accent2">
              <a:alpha val="20000"/>
            </a:schemeClr>
          </a:solidFill>
          <a:ln w="9525">
            <a:noFill/>
            <a:miter lim="800000"/>
            <a:headEnd/>
            <a:tailEnd/>
          </a:ln>
          <a:effectLst/>
        </p:spPr>
        <p:txBody>
          <a:bodyPr wrap="square" lIns="90488" tIns="44450" rIns="90488" bIns="44450">
            <a:spAutoFit/>
          </a:bodyPr>
          <a:lstStyle/>
          <a:p>
            <a:pPr marL="0" marR="0" lvl="0" indent="0" algn="ctr" defTabSz="812810" rtl="0"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imes New Roman" pitchFamily="18" charset="0"/>
              <a:ea typeface="+mn-ea"/>
              <a:cs typeface="+mn-cs"/>
            </a:endParaRPr>
          </a:p>
          <a:p>
            <a:pPr marL="0" marR="0" lvl="0" indent="0" algn="ctr" defTabSz="812810" rtl="0" eaLnBrk="1" fontAlgn="auto" latinLnBrk="0" hangingPunct="1">
              <a:lnSpc>
                <a:spcPct val="100000"/>
              </a:lnSpc>
              <a:spcBef>
                <a:spcPts val="0"/>
              </a:spcBef>
              <a:spcAft>
                <a:spcPts val="0"/>
              </a:spcAft>
              <a:buClrTx/>
              <a:buSzTx/>
              <a:buFontTx/>
              <a:buNone/>
              <a:tabLst/>
              <a:defRPr/>
            </a:pPr>
            <a:r>
              <a:rPr kumimoji="0" lang="en-US" sz="1600" b="0" i="0" u="none" strike="noStrike" kern="0" cap="none" spc="0" normalizeH="0" baseline="0" noProof="0" dirty="0">
                <a:ln>
                  <a:noFill/>
                </a:ln>
                <a:solidFill>
                  <a:srgbClr val="9A3324"/>
                </a:solidFill>
                <a:effectLst/>
                <a:uLnTx/>
                <a:uFillTx/>
                <a:latin typeface="Arial" panose="020B0604020202020204" pitchFamily="34" charset="0"/>
                <a:ea typeface="+mn-ea"/>
                <a:cs typeface="Arial" panose="020B0604020202020204" pitchFamily="34" charset="0"/>
              </a:rPr>
              <a:t>Bauxite</a:t>
            </a:r>
          </a:p>
          <a:p>
            <a:pPr marL="0" marR="0" lvl="0" indent="0" algn="ctr" defTabSz="812810" rtl="0"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imes New Roman" pitchFamily="18" charset="0"/>
              <a:ea typeface="+mn-ea"/>
              <a:cs typeface="+mn-cs"/>
            </a:endParaRPr>
          </a:p>
        </p:txBody>
      </p:sp>
      <p:cxnSp>
        <p:nvCxnSpPr>
          <p:cNvPr id="171" name="Straight Connector 221">
            <a:extLst>
              <a:ext uri="{FF2B5EF4-FFF2-40B4-BE49-F238E27FC236}">
                <a16:creationId xmlns:a16="http://schemas.microsoft.com/office/drawing/2014/main" id="{BFE6AE6E-304C-2E4D-88B2-1BE70E5B59F8}"/>
              </a:ext>
            </a:extLst>
          </p:cNvPr>
          <p:cNvCxnSpPr>
            <a:cxnSpLocks noChangeShapeType="1"/>
          </p:cNvCxnSpPr>
          <p:nvPr/>
        </p:nvCxnSpPr>
        <p:spPr bwMode="auto">
          <a:xfrm flipV="1">
            <a:off x="7204634" y="5977954"/>
            <a:ext cx="0" cy="619125"/>
          </a:xfrm>
          <a:prstGeom prst="line">
            <a:avLst/>
          </a:prstGeom>
          <a:noFill/>
          <a:ln w="25400" algn="ctr">
            <a:solidFill>
              <a:schemeClr val="accent2"/>
            </a:solidFill>
            <a:round/>
            <a:headEnd/>
            <a:tailEnd type="arrow" w="med" len="med"/>
          </a:ln>
          <a:extLst>
            <a:ext uri="{909E8E84-426E-40DD-AFC4-6F175D3DCCD1}">
              <a14:hiddenFill xmlns:a14="http://schemas.microsoft.com/office/drawing/2010/main">
                <a:noFill/>
              </a14:hiddenFill>
            </a:ext>
          </a:extLst>
        </p:spPr>
      </p:cxnSp>
      <p:cxnSp>
        <p:nvCxnSpPr>
          <p:cNvPr id="172" name="Straight Arrow Connector 252">
            <a:extLst>
              <a:ext uri="{FF2B5EF4-FFF2-40B4-BE49-F238E27FC236}">
                <a16:creationId xmlns:a16="http://schemas.microsoft.com/office/drawing/2014/main" id="{D976562F-D575-744C-B2B1-11D2BE524259}"/>
              </a:ext>
            </a:extLst>
          </p:cNvPr>
          <p:cNvCxnSpPr>
            <a:cxnSpLocks noChangeShapeType="1"/>
          </p:cNvCxnSpPr>
          <p:nvPr/>
        </p:nvCxnSpPr>
        <p:spPr bwMode="auto">
          <a:xfrm>
            <a:off x="6741042" y="2580268"/>
            <a:ext cx="672559" cy="0"/>
          </a:xfrm>
          <a:prstGeom prst="straightConnector1">
            <a:avLst/>
          </a:prstGeom>
          <a:noFill/>
          <a:ln w="25400" algn="ctr">
            <a:solidFill>
              <a:schemeClr val="accent2"/>
            </a:solidFill>
            <a:round/>
            <a:headEnd/>
            <a:tailEnd type="arrow" w="med" len="med"/>
          </a:ln>
          <a:extLst>
            <a:ext uri="{909E8E84-426E-40DD-AFC4-6F175D3DCCD1}">
              <a14:hiddenFill xmlns:a14="http://schemas.microsoft.com/office/drawing/2010/main">
                <a:noFill/>
              </a14:hiddenFill>
            </a:ext>
          </a:extLst>
        </p:spPr>
      </p:cxnSp>
      <p:cxnSp>
        <p:nvCxnSpPr>
          <p:cNvPr id="174" name="Straight Connector 231">
            <a:extLst>
              <a:ext uri="{FF2B5EF4-FFF2-40B4-BE49-F238E27FC236}">
                <a16:creationId xmlns:a16="http://schemas.microsoft.com/office/drawing/2014/main" id="{45F6092E-0A7E-A145-B4E6-6EB23DAED43D}"/>
              </a:ext>
            </a:extLst>
          </p:cNvPr>
          <p:cNvCxnSpPr>
            <a:cxnSpLocks noChangeShapeType="1"/>
          </p:cNvCxnSpPr>
          <p:nvPr/>
        </p:nvCxnSpPr>
        <p:spPr bwMode="auto">
          <a:xfrm flipV="1">
            <a:off x="6756382" y="2594415"/>
            <a:ext cx="0" cy="2507148"/>
          </a:xfrm>
          <a:prstGeom prst="line">
            <a:avLst/>
          </a:prstGeom>
          <a:noFill/>
          <a:ln w="25400" algn="ctr">
            <a:solidFill>
              <a:schemeClr val="accent2"/>
            </a:solidFill>
            <a:round/>
            <a:headEnd/>
            <a:tailEnd/>
          </a:ln>
          <a:extLst>
            <a:ext uri="{909E8E84-426E-40DD-AFC4-6F175D3DCCD1}">
              <a14:hiddenFill xmlns:a14="http://schemas.microsoft.com/office/drawing/2010/main">
                <a:noFill/>
              </a14:hiddenFill>
            </a:ext>
          </a:extLst>
        </p:spPr>
      </p:cxnSp>
      <p:sp>
        <p:nvSpPr>
          <p:cNvPr id="86" name="TextBox 1">
            <a:extLst>
              <a:ext uri="{FF2B5EF4-FFF2-40B4-BE49-F238E27FC236}">
                <a16:creationId xmlns:a16="http://schemas.microsoft.com/office/drawing/2014/main" id="{A98A37F1-B075-084D-9F72-DECDF3701773}"/>
              </a:ext>
            </a:extLst>
          </p:cNvPr>
          <p:cNvSpPr txBox="1">
            <a:spLocks noChangeArrowheads="1"/>
          </p:cNvSpPr>
          <p:nvPr/>
        </p:nvSpPr>
        <p:spPr bwMode="auto">
          <a:xfrm>
            <a:off x="1806972" y="2180273"/>
            <a:ext cx="4814474" cy="13849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rgbClr val="FF9900"/>
              </a:buClr>
              <a:buChar char="•"/>
              <a:defRPr sz="3200" b="1">
                <a:solidFill>
                  <a:srgbClr val="01035B"/>
                </a:solidFill>
                <a:latin typeface="Arial" panose="020B0604020202020204" pitchFamily="34" charset="0"/>
              </a:defRPr>
            </a:lvl1pPr>
            <a:lvl2pPr marL="742950" indent="-285750">
              <a:spcBef>
                <a:spcPct val="20000"/>
              </a:spcBef>
              <a:buClr>
                <a:srgbClr val="FF9900"/>
              </a:buClr>
              <a:buChar char="–"/>
              <a:defRPr sz="2800" b="1">
                <a:solidFill>
                  <a:srgbClr val="01035B"/>
                </a:solidFill>
                <a:latin typeface="Arial" panose="020B0604020202020204" pitchFamily="34" charset="0"/>
              </a:defRPr>
            </a:lvl2pPr>
            <a:lvl3pPr marL="1143000" indent="-228600">
              <a:spcBef>
                <a:spcPct val="20000"/>
              </a:spcBef>
              <a:buClr>
                <a:srgbClr val="FF9900"/>
              </a:buClr>
              <a:buChar char="•"/>
              <a:defRPr sz="2400" b="1">
                <a:solidFill>
                  <a:srgbClr val="01035B"/>
                </a:solidFill>
                <a:latin typeface="Arial" panose="020B0604020202020204" pitchFamily="34" charset="0"/>
              </a:defRPr>
            </a:lvl3pPr>
            <a:lvl4pPr marL="1600200" indent="-228600">
              <a:spcBef>
                <a:spcPct val="20000"/>
              </a:spcBef>
              <a:buClr>
                <a:srgbClr val="FF9900"/>
              </a:buClr>
              <a:buChar char="–"/>
              <a:defRPr sz="2000" b="1">
                <a:solidFill>
                  <a:srgbClr val="01035B"/>
                </a:solidFill>
                <a:latin typeface="Arial" panose="020B0604020202020204" pitchFamily="34" charset="0"/>
              </a:defRPr>
            </a:lvl4pPr>
            <a:lvl5pPr marL="2057400" indent="-228600">
              <a:spcBef>
                <a:spcPct val="20000"/>
              </a:spcBef>
              <a:buClr>
                <a:srgbClr val="FF9900"/>
              </a:buClr>
              <a:buChar char="»"/>
              <a:defRPr sz="2000" b="1">
                <a:solidFill>
                  <a:srgbClr val="01035B"/>
                </a:solidFill>
                <a:latin typeface="Arial" panose="020B0604020202020204" pitchFamily="34" charset="0"/>
              </a:defRPr>
            </a:lvl5pPr>
            <a:lvl6pPr marL="25146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6pPr>
            <a:lvl7pPr marL="29718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7pPr>
            <a:lvl8pPr marL="34290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8pPr>
            <a:lvl9pPr marL="38862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9pPr>
          </a:lstStyle>
          <a:p>
            <a:pPr marL="0" marR="0" lvl="0" indent="0" algn="l" defTabSz="812810" rtl="0" eaLnBrk="1" fontAlgn="auto" latinLnBrk="0" hangingPunct="1">
              <a:lnSpc>
                <a:spcPct val="100000"/>
              </a:lnSpc>
              <a:spcBef>
                <a:spcPct val="0"/>
              </a:spcBef>
              <a:spcAft>
                <a:spcPts val="0"/>
              </a:spcAft>
              <a:buClrTx/>
              <a:buSzTx/>
              <a:buFontTx/>
              <a:buNone/>
              <a:tabLst/>
              <a:defRPr/>
            </a:pPr>
            <a:r>
              <a:rPr kumimoji="0" lang="en-US" altLang="en-US" sz="2800" b="0" i="0" u="none" strike="noStrike" kern="1200" cap="none" spc="0" normalizeH="0" baseline="0" noProof="0" dirty="0">
                <a:ln>
                  <a:noFill/>
                </a:ln>
                <a:solidFill>
                  <a:srgbClr val="00274C"/>
                </a:solidFill>
                <a:effectLst/>
                <a:uLnTx/>
                <a:uFillTx/>
                <a:latin typeface="Arial" panose="020B0604020202020204" pitchFamily="34" charset="0"/>
                <a:ea typeface="+mn-ea"/>
                <a:cs typeface="+mn-cs"/>
              </a:rPr>
              <a:t>Use intermediary flows to fill each box with the amount of process used per FU </a:t>
            </a:r>
          </a:p>
        </p:txBody>
      </p:sp>
      <p:sp>
        <p:nvSpPr>
          <p:cNvPr id="87" name="Rectangle 86"/>
          <p:cNvSpPr/>
          <p:nvPr/>
        </p:nvSpPr>
        <p:spPr>
          <a:xfrm>
            <a:off x="1756881" y="1389161"/>
            <a:ext cx="14392275" cy="523220"/>
          </a:xfrm>
          <a:prstGeom prst="rect">
            <a:avLst/>
          </a:prstGeom>
        </p:spPr>
        <p:txBody>
          <a:bodyPr wrap="square">
            <a:spAutoFit/>
          </a:bodyPr>
          <a:lstStyle/>
          <a:p>
            <a:pPr marL="0" marR="0" lvl="0" indent="0" algn="l" defTabSz="812810" rtl="0" eaLnBrk="1" fontAlgn="auto" latinLnBrk="0" hangingPunct="1">
              <a:lnSpc>
                <a:spcPct val="100000"/>
              </a:lnSpc>
              <a:spcBef>
                <a:spcPts val="0"/>
              </a:spcBef>
              <a:spcAft>
                <a:spcPts val="0"/>
              </a:spcAft>
              <a:buClrTx/>
              <a:buSzTx/>
              <a:buFontTx/>
              <a:buNone/>
              <a:tabLst/>
              <a:defRPr/>
            </a:pPr>
            <a:r>
              <a:rPr kumimoji="0" lang="en-US" altLang="en-US" sz="2800" b="0" i="0" u="none" strike="noStrike" kern="1200" cap="none" spc="0" normalizeH="0" baseline="0" noProof="0" dirty="0">
                <a:ln>
                  <a:noFill/>
                </a:ln>
                <a:solidFill>
                  <a:srgbClr val="00274C"/>
                </a:solidFill>
                <a:effectLst/>
                <a:uLnTx/>
                <a:uFillTx/>
                <a:latin typeface="Arial" panose="020B0604020202020204"/>
                <a:ea typeface="+mn-ea"/>
                <a:cs typeface="+mn-cs"/>
              </a:rPr>
              <a:t>Design the process tree of all unit processes involved in the system (“up to database”) </a:t>
            </a:r>
            <a:endParaRPr kumimoji="0" lang="en-US" sz="2800" b="0" i="0" u="none" strike="noStrike" kern="1200" cap="none" spc="0" normalizeH="0" baseline="0" noProof="0" dirty="0">
              <a:ln>
                <a:noFill/>
              </a:ln>
              <a:solidFill>
                <a:srgbClr val="000000"/>
              </a:solidFill>
              <a:effectLst/>
              <a:uLnTx/>
              <a:uFillTx/>
              <a:latin typeface="Arial" panose="020B0604020202020204"/>
              <a:ea typeface="+mn-ea"/>
              <a:cs typeface="+mn-cs"/>
            </a:endParaRPr>
          </a:p>
        </p:txBody>
      </p:sp>
      <p:sp>
        <p:nvSpPr>
          <p:cNvPr id="88" name="Oval 87">
            <a:extLst>
              <a:ext uri="{FF2B5EF4-FFF2-40B4-BE49-F238E27FC236}">
                <a16:creationId xmlns:a16="http://schemas.microsoft.com/office/drawing/2014/main" id="{18991E85-73FD-134B-9322-077E01D16916}"/>
              </a:ext>
            </a:extLst>
          </p:cNvPr>
          <p:cNvSpPr/>
          <p:nvPr/>
        </p:nvSpPr>
        <p:spPr>
          <a:xfrm>
            <a:off x="929547" y="1296547"/>
            <a:ext cx="707629" cy="707629"/>
          </a:xfrm>
          <a:prstGeom prst="ellipse">
            <a:avLst/>
          </a:prstGeom>
          <a:solidFill>
            <a:schemeClr val="accent6"/>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812810" rtl="0" eaLnBrk="1" fontAlgn="auto" latinLnBrk="0" hangingPunct="1">
              <a:lnSpc>
                <a:spcPct val="100000"/>
              </a:lnSpc>
              <a:spcBef>
                <a:spcPts val="0"/>
              </a:spcBef>
              <a:spcAft>
                <a:spcPts val="0"/>
              </a:spcAft>
              <a:buClrTx/>
              <a:buSzTx/>
              <a:buFontTx/>
              <a:buNone/>
              <a:tabLst/>
              <a:defRPr/>
            </a:pPr>
            <a:r>
              <a:rPr kumimoji="0" lang="en-US" sz="3600" b="1" i="0" u="none" strike="noStrike" kern="1200" cap="none" spc="0" normalizeH="0" baseline="0" noProof="0" dirty="0">
                <a:ln>
                  <a:noFill/>
                </a:ln>
                <a:solidFill>
                  <a:prstClr val="white"/>
                </a:solidFill>
                <a:effectLst/>
                <a:uLnTx/>
                <a:uFillTx/>
                <a:latin typeface="Arial" panose="020B0604020202020204"/>
                <a:ea typeface="+mn-ea"/>
                <a:cs typeface="+mn-cs"/>
              </a:rPr>
              <a:t>4</a:t>
            </a:r>
          </a:p>
        </p:txBody>
      </p:sp>
      <p:sp>
        <p:nvSpPr>
          <p:cNvPr id="90" name="Oval 89">
            <a:extLst>
              <a:ext uri="{FF2B5EF4-FFF2-40B4-BE49-F238E27FC236}">
                <a16:creationId xmlns:a16="http://schemas.microsoft.com/office/drawing/2014/main" id="{82C05F2A-5475-1C46-A296-CBC7656A024B}"/>
              </a:ext>
            </a:extLst>
          </p:cNvPr>
          <p:cNvSpPr/>
          <p:nvPr/>
        </p:nvSpPr>
        <p:spPr>
          <a:xfrm>
            <a:off x="929547" y="2358760"/>
            <a:ext cx="707629" cy="707629"/>
          </a:xfrm>
          <a:prstGeom prst="ellipse">
            <a:avLst/>
          </a:prstGeom>
          <a:solidFill>
            <a:schemeClr val="accent6"/>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812810" rtl="0" eaLnBrk="1" fontAlgn="auto" latinLnBrk="0" hangingPunct="1">
              <a:lnSpc>
                <a:spcPct val="100000"/>
              </a:lnSpc>
              <a:spcBef>
                <a:spcPts val="0"/>
              </a:spcBef>
              <a:spcAft>
                <a:spcPts val="0"/>
              </a:spcAft>
              <a:buClrTx/>
              <a:buSzTx/>
              <a:buFontTx/>
              <a:buNone/>
              <a:tabLst/>
              <a:defRPr/>
            </a:pPr>
            <a:r>
              <a:rPr kumimoji="0" lang="en-US" sz="3600" b="1" i="0" u="none" strike="noStrike" kern="1200" cap="none" spc="0" normalizeH="0" baseline="0" noProof="0" dirty="0">
                <a:ln>
                  <a:noFill/>
                </a:ln>
                <a:solidFill>
                  <a:prstClr val="white"/>
                </a:solidFill>
                <a:effectLst/>
                <a:uLnTx/>
                <a:uFillTx/>
                <a:latin typeface="Arial" panose="020B0604020202020204"/>
                <a:ea typeface="+mn-ea"/>
                <a:cs typeface="+mn-cs"/>
              </a:rPr>
              <a:t>5</a:t>
            </a:r>
          </a:p>
        </p:txBody>
      </p:sp>
    </p:spTree>
    <p:extLst>
      <p:ext uri="{BB962C8B-B14F-4D97-AF65-F5344CB8AC3E}">
        <p14:creationId xmlns:p14="http://schemas.microsoft.com/office/powerpoint/2010/main" val="3116279523"/>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5E6749-8E30-E645-93C6-C20513A51F69}"/>
              </a:ext>
            </a:extLst>
          </p:cNvPr>
          <p:cNvSpPr>
            <a:spLocks noGrp="1"/>
          </p:cNvSpPr>
          <p:nvPr>
            <p:ph type="title"/>
          </p:nvPr>
        </p:nvSpPr>
        <p:spPr/>
        <p:txBody>
          <a:bodyPr/>
          <a:lstStyle/>
          <a:p>
            <a:r>
              <a:rPr lang="en-US" altLang="en-US" sz="3400" dirty="0">
                <a:solidFill>
                  <a:schemeClr val="tx2"/>
                </a:solidFill>
              </a:rPr>
              <a:t>Design of process tree: Fill in each box with the process amount per FU</a:t>
            </a:r>
            <a:endParaRPr lang="en-US" sz="3400" dirty="0">
              <a:solidFill>
                <a:schemeClr val="tx2"/>
              </a:solidFill>
            </a:endParaRPr>
          </a:p>
        </p:txBody>
      </p:sp>
      <p:sp>
        <p:nvSpPr>
          <p:cNvPr id="90" name="TextBox 89">
            <a:extLst>
              <a:ext uri="{FF2B5EF4-FFF2-40B4-BE49-F238E27FC236}">
                <a16:creationId xmlns:a16="http://schemas.microsoft.com/office/drawing/2014/main" id="{E4F18241-7AA2-E84F-AA03-CF00437F911F}"/>
              </a:ext>
            </a:extLst>
          </p:cNvPr>
          <p:cNvSpPr txBox="1"/>
          <p:nvPr/>
        </p:nvSpPr>
        <p:spPr>
          <a:xfrm>
            <a:off x="2749691" y="6162913"/>
            <a:ext cx="3300904" cy="461665"/>
          </a:xfrm>
          <a:prstGeom prst="rect">
            <a:avLst/>
          </a:prstGeom>
          <a:noFill/>
        </p:spPr>
        <p:txBody>
          <a:bodyPr wrap="none">
            <a:spAutoFit/>
          </a:bodyPr>
          <a:lstStyle/>
          <a:p>
            <a:pPr marL="0" marR="0" lvl="0" indent="0" algn="l" defTabSz="81281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srgbClr val="9A3324"/>
                </a:solidFill>
                <a:effectLst/>
                <a:uLnTx/>
                <a:uFillTx/>
                <a:latin typeface="Arial" panose="020B0604020202020204"/>
                <a:ea typeface="+mn-ea"/>
                <a:cs typeface="+mn-cs"/>
              </a:rPr>
              <a:t>1.4 </a:t>
            </a:r>
            <a:r>
              <a:rPr kumimoji="0" lang="en-US" sz="2400" b="0" i="0" u="none" strike="noStrike" kern="1200" cap="none" spc="0" normalizeH="0" baseline="0" noProof="0" dirty="0" err="1">
                <a:ln>
                  <a:noFill/>
                </a:ln>
                <a:solidFill>
                  <a:srgbClr val="9A3324"/>
                </a:solidFill>
                <a:effectLst/>
                <a:uLnTx/>
                <a:uFillTx/>
                <a:latin typeface="Arial" panose="020B0604020202020204"/>
                <a:ea typeface="+mn-ea"/>
                <a:cs typeface="+mn-cs"/>
              </a:rPr>
              <a:t>kg</a:t>
            </a:r>
            <a:r>
              <a:rPr kumimoji="0" lang="en-US" sz="2400" b="0" i="0" u="none" strike="noStrike" kern="1200" cap="none" spc="0" normalizeH="0" baseline="-25000" noProof="0" dirty="0" err="1">
                <a:ln>
                  <a:noFill/>
                </a:ln>
                <a:solidFill>
                  <a:srgbClr val="9A3324"/>
                </a:solidFill>
                <a:effectLst/>
                <a:uLnTx/>
                <a:uFillTx/>
                <a:latin typeface="Arial" panose="020B0604020202020204"/>
                <a:ea typeface="+mn-ea"/>
                <a:cs typeface="+mn-cs"/>
              </a:rPr>
              <a:t>Bauxite</a:t>
            </a:r>
            <a:r>
              <a:rPr kumimoji="0" lang="en-US" sz="2400" b="0" i="0" u="none" strike="noStrike" kern="1200" cap="none" spc="0" normalizeH="0" baseline="-25000" noProof="0" dirty="0">
                <a:ln>
                  <a:noFill/>
                </a:ln>
                <a:solidFill>
                  <a:srgbClr val="9A3324"/>
                </a:solidFill>
                <a:effectLst/>
                <a:uLnTx/>
                <a:uFillTx/>
                <a:latin typeface="Arial" panose="020B0604020202020204"/>
                <a:ea typeface="+mn-ea"/>
                <a:cs typeface="+mn-cs"/>
              </a:rPr>
              <a:t> </a:t>
            </a:r>
            <a:r>
              <a:rPr kumimoji="0" lang="en-US" sz="2400" b="0" i="0" u="none" strike="noStrike" kern="1200" cap="none" spc="0" normalizeH="0" baseline="0" noProof="0" dirty="0">
                <a:ln>
                  <a:noFill/>
                </a:ln>
                <a:solidFill>
                  <a:srgbClr val="9A3324"/>
                </a:solidFill>
                <a:effectLst/>
                <a:uLnTx/>
                <a:uFillTx/>
                <a:latin typeface="Arial" panose="020B0604020202020204"/>
                <a:ea typeface="+mn-ea"/>
                <a:cs typeface="+mn-cs"/>
              </a:rPr>
              <a:t>/</a:t>
            </a:r>
            <a:r>
              <a:rPr kumimoji="0" lang="en-US" sz="2400" b="0" i="0" u="none" strike="noStrike" kern="1200" cap="none" spc="0" normalizeH="0" baseline="0" noProof="0" dirty="0" err="1">
                <a:ln>
                  <a:noFill/>
                </a:ln>
                <a:solidFill>
                  <a:srgbClr val="9A3324"/>
                </a:solidFill>
                <a:effectLst/>
                <a:uLnTx/>
                <a:uFillTx/>
                <a:latin typeface="Arial" panose="020B0604020202020204"/>
                <a:ea typeface="+mn-ea"/>
                <a:cs typeface="+mn-cs"/>
              </a:rPr>
              <a:t>kg</a:t>
            </a:r>
            <a:r>
              <a:rPr kumimoji="0" lang="en-US" sz="2400" b="0" i="0" u="none" strike="noStrike" kern="1200" cap="none" spc="0" normalizeH="0" baseline="-25000" noProof="0" dirty="0" err="1">
                <a:ln>
                  <a:noFill/>
                </a:ln>
                <a:solidFill>
                  <a:srgbClr val="9A3324"/>
                </a:solidFill>
                <a:effectLst/>
                <a:uLnTx/>
                <a:uFillTx/>
                <a:latin typeface="Arial" panose="020B0604020202020204"/>
                <a:ea typeface="+mn-ea"/>
                <a:cs typeface="+mn-cs"/>
              </a:rPr>
              <a:t>Al</a:t>
            </a:r>
            <a:r>
              <a:rPr kumimoji="0" lang="en-US" sz="2400" b="0" i="0" u="none" strike="noStrike" kern="1200" cap="none" spc="0" normalizeH="0" baseline="-25000" noProof="0" dirty="0">
                <a:ln>
                  <a:noFill/>
                </a:ln>
                <a:solidFill>
                  <a:srgbClr val="9A3324"/>
                </a:solidFill>
                <a:effectLst/>
                <a:uLnTx/>
                <a:uFillTx/>
                <a:latin typeface="Arial" panose="020B0604020202020204"/>
                <a:ea typeface="+mn-ea"/>
                <a:cs typeface="+mn-cs"/>
              </a:rPr>
              <a:t> hydroxide</a:t>
            </a:r>
          </a:p>
        </p:txBody>
      </p:sp>
      <p:cxnSp>
        <p:nvCxnSpPr>
          <p:cNvPr id="91" name="Straight Connector 220">
            <a:extLst>
              <a:ext uri="{FF2B5EF4-FFF2-40B4-BE49-F238E27FC236}">
                <a16:creationId xmlns:a16="http://schemas.microsoft.com/office/drawing/2014/main" id="{ECE470E3-D25C-AE45-89FB-3AAB8133CADF}"/>
              </a:ext>
            </a:extLst>
          </p:cNvPr>
          <p:cNvCxnSpPr>
            <a:cxnSpLocks noChangeShapeType="1"/>
          </p:cNvCxnSpPr>
          <p:nvPr/>
        </p:nvCxnSpPr>
        <p:spPr bwMode="auto">
          <a:xfrm flipV="1">
            <a:off x="9943784" y="4652325"/>
            <a:ext cx="0" cy="543396"/>
          </a:xfrm>
          <a:prstGeom prst="line">
            <a:avLst/>
          </a:prstGeom>
          <a:noFill/>
          <a:ln w="25400" algn="ctr">
            <a:solidFill>
              <a:schemeClr val="accent5"/>
            </a:solidFill>
            <a:round/>
            <a:headEnd/>
            <a:tailEnd type="arrow" w="med" len="med"/>
          </a:ln>
          <a:extLst>
            <a:ext uri="{909E8E84-426E-40DD-AFC4-6F175D3DCCD1}">
              <a14:hiddenFill xmlns:a14="http://schemas.microsoft.com/office/drawing/2010/main">
                <a:noFill/>
              </a14:hiddenFill>
            </a:ext>
          </a:extLst>
        </p:spPr>
      </p:cxnSp>
      <p:sp>
        <p:nvSpPr>
          <p:cNvPr id="92" name="TextBox 91">
            <a:extLst>
              <a:ext uri="{FF2B5EF4-FFF2-40B4-BE49-F238E27FC236}">
                <a16:creationId xmlns:a16="http://schemas.microsoft.com/office/drawing/2014/main" id="{97B1A30D-78BD-BE47-8661-20A1DDBF0A93}"/>
              </a:ext>
            </a:extLst>
          </p:cNvPr>
          <p:cNvSpPr txBox="1"/>
          <p:nvPr/>
        </p:nvSpPr>
        <p:spPr>
          <a:xfrm>
            <a:off x="2626258" y="4522159"/>
            <a:ext cx="3524962" cy="461665"/>
          </a:xfrm>
          <a:prstGeom prst="rect">
            <a:avLst/>
          </a:prstGeom>
          <a:noFill/>
        </p:spPr>
        <p:txBody>
          <a:bodyPr wrap="square">
            <a:spAutoFit/>
          </a:bodyPr>
          <a:lstStyle/>
          <a:p>
            <a:pPr marL="0" marR="0" lvl="0" indent="0" algn="l" defTabSz="81281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srgbClr val="D86018"/>
                </a:solidFill>
                <a:effectLst/>
                <a:uLnTx/>
                <a:uFillTx/>
                <a:latin typeface="Arial" panose="020B0604020202020204"/>
                <a:ea typeface="+mn-ea"/>
                <a:cs typeface="+mn-cs"/>
              </a:rPr>
              <a:t>1.53 </a:t>
            </a:r>
            <a:r>
              <a:rPr kumimoji="0" lang="en-US" sz="2400" b="0" i="0" u="none" strike="noStrike" kern="1200" cap="none" spc="0" normalizeH="0" baseline="0" noProof="0" dirty="0" err="1">
                <a:ln>
                  <a:noFill/>
                </a:ln>
                <a:solidFill>
                  <a:srgbClr val="D86018"/>
                </a:solidFill>
                <a:effectLst/>
                <a:uLnTx/>
                <a:uFillTx/>
                <a:latin typeface="Arial" panose="020B0604020202020204"/>
                <a:ea typeface="+mn-ea"/>
                <a:cs typeface="+mn-cs"/>
              </a:rPr>
              <a:t>kg</a:t>
            </a:r>
            <a:r>
              <a:rPr kumimoji="0" lang="en-US" sz="2400" b="0" i="0" u="none" strike="noStrike" kern="1200" cap="none" spc="0" normalizeH="0" baseline="-25000" noProof="0" dirty="0" err="1">
                <a:ln>
                  <a:noFill/>
                </a:ln>
                <a:solidFill>
                  <a:srgbClr val="D86018"/>
                </a:solidFill>
                <a:effectLst/>
                <a:uLnTx/>
                <a:uFillTx/>
                <a:latin typeface="Arial" panose="020B0604020202020204"/>
                <a:ea typeface="+mn-ea"/>
                <a:cs typeface="+mn-cs"/>
              </a:rPr>
              <a:t>Al</a:t>
            </a:r>
            <a:r>
              <a:rPr kumimoji="0" lang="en-US" sz="2400" b="0" i="0" u="none" strike="noStrike" kern="1200" cap="none" spc="0" normalizeH="0" baseline="-25000" noProof="0" dirty="0">
                <a:ln>
                  <a:noFill/>
                </a:ln>
                <a:solidFill>
                  <a:srgbClr val="D86018"/>
                </a:solidFill>
                <a:effectLst/>
                <a:uLnTx/>
                <a:uFillTx/>
                <a:latin typeface="Arial" panose="020B0604020202020204"/>
                <a:ea typeface="+mn-ea"/>
                <a:cs typeface="+mn-cs"/>
              </a:rPr>
              <a:t> hydroxide </a:t>
            </a:r>
            <a:r>
              <a:rPr kumimoji="0" lang="en-US" sz="2400" b="0" i="0" u="none" strike="noStrike" kern="1200" cap="none" spc="0" normalizeH="0" baseline="0" noProof="0" dirty="0">
                <a:ln>
                  <a:noFill/>
                </a:ln>
                <a:solidFill>
                  <a:srgbClr val="D86018"/>
                </a:solidFill>
                <a:effectLst/>
                <a:uLnTx/>
                <a:uFillTx/>
                <a:latin typeface="Arial" panose="020B0604020202020204"/>
                <a:ea typeface="+mn-ea"/>
                <a:cs typeface="+mn-cs"/>
              </a:rPr>
              <a:t>/</a:t>
            </a:r>
            <a:r>
              <a:rPr kumimoji="0" lang="en-US" sz="2400" b="0" i="0" u="none" strike="noStrike" kern="1200" cap="none" spc="0" normalizeH="0" baseline="0" noProof="0" dirty="0" err="1">
                <a:ln>
                  <a:noFill/>
                </a:ln>
                <a:solidFill>
                  <a:srgbClr val="D86018"/>
                </a:solidFill>
                <a:effectLst/>
                <a:uLnTx/>
                <a:uFillTx/>
                <a:latin typeface="Arial" panose="020B0604020202020204"/>
                <a:ea typeface="+mn-ea"/>
                <a:cs typeface="+mn-cs"/>
              </a:rPr>
              <a:t>kg</a:t>
            </a:r>
            <a:r>
              <a:rPr kumimoji="0" lang="en-US" sz="2400" b="0" i="0" u="none" strike="noStrike" kern="1200" cap="none" spc="0" normalizeH="0" baseline="-25000" noProof="0" dirty="0" err="1">
                <a:ln>
                  <a:noFill/>
                </a:ln>
                <a:solidFill>
                  <a:srgbClr val="D86018"/>
                </a:solidFill>
                <a:effectLst/>
                <a:uLnTx/>
                <a:uFillTx/>
                <a:latin typeface="Arial" panose="020B0604020202020204"/>
                <a:ea typeface="+mn-ea"/>
                <a:cs typeface="+mn-cs"/>
              </a:rPr>
              <a:t>Al</a:t>
            </a:r>
            <a:r>
              <a:rPr kumimoji="0" lang="en-US" sz="2400" b="0" i="0" u="none" strike="noStrike" kern="1200" cap="none" spc="0" normalizeH="0" baseline="-25000" noProof="0" dirty="0">
                <a:ln>
                  <a:noFill/>
                </a:ln>
                <a:solidFill>
                  <a:srgbClr val="D86018"/>
                </a:solidFill>
                <a:effectLst/>
                <a:uLnTx/>
                <a:uFillTx/>
                <a:latin typeface="Arial" panose="020B0604020202020204"/>
                <a:ea typeface="+mn-ea"/>
                <a:cs typeface="+mn-cs"/>
              </a:rPr>
              <a:t> oxide</a:t>
            </a:r>
          </a:p>
        </p:txBody>
      </p:sp>
      <p:sp>
        <p:nvSpPr>
          <p:cNvPr id="93" name="Rectangle 19">
            <a:extLst>
              <a:ext uri="{FF2B5EF4-FFF2-40B4-BE49-F238E27FC236}">
                <a16:creationId xmlns:a16="http://schemas.microsoft.com/office/drawing/2014/main" id="{95801A3E-2BAC-2B4B-99A9-889BBBC270D4}"/>
              </a:ext>
            </a:extLst>
          </p:cNvPr>
          <p:cNvSpPr>
            <a:spLocks noChangeArrowheads="1"/>
          </p:cNvSpPr>
          <p:nvPr/>
        </p:nvSpPr>
        <p:spPr bwMode="auto">
          <a:xfrm>
            <a:off x="7116282" y="3797588"/>
            <a:ext cx="1657350" cy="828432"/>
          </a:xfrm>
          <a:prstGeom prst="rect">
            <a:avLst/>
          </a:prstGeom>
          <a:solidFill>
            <a:schemeClr val="bg2">
              <a:lumMod val="75000"/>
              <a:alpha val="39000"/>
            </a:schemeClr>
          </a:solidFill>
          <a:ln w="9525">
            <a:noFill/>
            <a:miter lim="800000"/>
            <a:headEnd/>
            <a:tailEnd/>
          </a:ln>
          <a:effectLst/>
        </p:spPr>
        <p:txBody>
          <a:bodyPr lIns="90488" tIns="44450" rIns="90488" bIns="44450" anchor="ctr">
            <a:spAutoFit/>
          </a:bodyPr>
          <a:lstStyle/>
          <a:p>
            <a:pPr marL="0" marR="0" lvl="0" indent="0" algn="ctr" defTabSz="812810" rtl="0" eaLnBrk="1" fontAlgn="auto" latinLnBrk="0" hangingPunct="1">
              <a:lnSpc>
                <a:spcPct val="100000"/>
              </a:lnSpc>
              <a:spcBef>
                <a:spcPts val="0"/>
              </a:spcBef>
              <a:spcAft>
                <a:spcPts val="0"/>
              </a:spcAft>
              <a:buClrTx/>
              <a:buSzTx/>
              <a:buFontTx/>
              <a:buNone/>
              <a:tabLst/>
              <a:defRPr/>
            </a:pPr>
            <a:r>
              <a:rPr kumimoji="0" lang="en-US" sz="1600" b="0" i="0" u="none" strike="noStrike" kern="0" cap="none" spc="0" normalizeH="0" baseline="0" noProof="0" dirty="0">
                <a:ln>
                  <a:noFill/>
                </a:ln>
                <a:solidFill>
                  <a:srgbClr val="00274C"/>
                </a:solidFill>
                <a:effectLst/>
                <a:uLnTx/>
                <a:uFillTx/>
                <a:latin typeface="Arial" panose="020B0604020202020204" pitchFamily="34" charset="0"/>
                <a:ea typeface="+mn-ea"/>
                <a:cs typeface="Arial" panose="020B0604020202020204" pitchFamily="34" charset="0"/>
              </a:rPr>
              <a:t>Aluminum oxide</a:t>
            </a:r>
          </a:p>
          <a:p>
            <a:pPr marL="0" marR="0" lvl="0" indent="0" algn="ctr" defTabSz="812810" rtl="0"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dirty="0">
              <a:ln>
                <a:noFill/>
              </a:ln>
              <a:solidFill>
                <a:srgbClr val="00274C"/>
              </a:solidFill>
              <a:effectLst/>
              <a:uLnTx/>
              <a:uFillTx/>
              <a:latin typeface="Arial" panose="020B0604020202020204" pitchFamily="34" charset="0"/>
              <a:ea typeface="+mn-ea"/>
              <a:cs typeface="Arial" panose="020B0604020202020204" pitchFamily="34" charset="0"/>
            </a:endParaRPr>
          </a:p>
          <a:p>
            <a:pPr marL="0" marR="0" lvl="0" indent="0" algn="ctr" defTabSz="812810" rtl="0" eaLnBrk="1" fontAlgn="auto" latinLnBrk="0" hangingPunct="1">
              <a:lnSpc>
                <a:spcPct val="100000"/>
              </a:lnSpc>
              <a:spcBef>
                <a:spcPts val="0"/>
              </a:spcBef>
              <a:spcAft>
                <a:spcPts val="0"/>
              </a:spcAft>
              <a:buClrTx/>
              <a:buSzTx/>
              <a:buFontTx/>
              <a:buNone/>
              <a:tabLst/>
              <a:defRPr/>
            </a:pPr>
            <a:r>
              <a:rPr kumimoji="0" lang="en-US" sz="1600" b="0" i="0" u="none" strike="noStrike" kern="0" cap="none" spc="0" normalizeH="0" baseline="0" noProof="0" dirty="0">
                <a:ln>
                  <a:noFill/>
                </a:ln>
                <a:solidFill>
                  <a:srgbClr val="00274C"/>
                </a:solidFill>
                <a:effectLst/>
                <a:uLnTx/>
                <a:uFillTx/>
                <a:latin typeface="Arial" panose="020B0604020202020204" pitchFamily="34" charset="0"/>
                <a:ea typeface="+mn-ea"/>
                <a:cs typeface="Arial" panose="020B0604020202020204" pitchFamily="34" charset="0"/>
              </a:rPr>
              <a:t>1.93 kg</a:t>
            </a:r>
          </a:p>
        </p:txBody>
      </p:sp>
      <p:sp>
        <p:nvSpPr>
          <p:cNvPr id="94" name="Rectangle 19">
            <a:extLst>
              <a:ext uri="{FF2B5EF4-FFF2-40B4-BE49-F238E27FC236}">
                <a16:creationId xmlns:a16="http://schemas.microsoft.com/office/drawing/2014/main" id="{8FFDDB33-5239-AF40-BD72-A23B4D53CE32}"/>
              </a:ext>
            </a:extLst>
          </p:cNvPr>
          <p:cNvSpPr>
            <a:spLocks noChangeArrowheads="1"/>
          </p:cNvSpPr>
          <p:nvPr/>
        </p:nvSpPr>
        <p:spPr bwMode="auto">
          <a:xfrm>
            <a:off x="8953019" y="3797588"/>
            <a:ext cx="1871663" cy="828432"/>
          </a:xfrm>
          <a:prstGeom prst="rect">
            <a:avLst/>
          </a:prstGeom>
          <a:solidFill>
            <a:schemeClr val="bg2">
              <a:lumMod val="75000"/>
              <a:alpha val="39000"/>
            </a:schemeClr>
          </a:solidFill>
          <a:ln w="9525">
            <a:noFill/>
            <a:miter lim="800000"/>
            <a:headEnd/>
            <a:tailEnd/>
          </a:ln>
          <a:effectLst/>
        </p:spPr>
        <p:txBody>
          <a:bodyPr lIns="90488" tIns="44450" rIns="90488" bIns="44450" anchor="ctr">
            <a:spAutoFit/>
          </a:bodyPr>
          <a:lstStyle/>
          <a:p>
            <a:pPr marL="0" marR="0" lvl="0" indent="0" algn="ctr" defTabSz="812810" rtl="0" eaLnBrk="1" fontAlgn="auto" latinLnBrk="0" hangingPunct="1">
              <a:lnSpc>
                <a:spcPct val="100000"/>
              </a:lnSpc>
              <a:spcBef>
                <a:spcPts val="0"/>
              </a:spcBef>
              <a:spcAft>
                <a:spcPts val="0"/>
              </a:spcAft>
              <a:buClrTx/>
              <a:buSzTx/>
              <a:buFontTx/>
              <a:buNone/>
              <a:tabLst/>
              <a:defRPr/>
            </a:pPr>
            <a:r>
              <a:rPr kumimoji="0" lang="en-US" sz="1600" b="0" i="0" u="none" strike="noStrike" kern="0" cap="none" spc="0" normalizeH="0" baseline="0" noProof="0" dirty="0">
                <a:ln>
                  <a:noFill/>
                </a:ln>
                <a:solidFill>
                  <a:srgbClr val="00274C"/>
                </a:solidFill>
                <a:effectLst/>
                <a:uLnTx/>
                <a:uFillTx/>
                <a:latin typeface="Arial" panose="020B0604020202020204" pitchFamily="34" charset="0"/>
                <a:ea typeface="+mn-ea"/>
                <a:cs typeface="Arial" panose="020B0604020202020204" pitchFamily="34" charset="0"/>
              </a:rPr>
              <a:t>Anode, aluminum electrolysis</a:t>
            </a:r>
          </a:p>
          <a:p>
            <a:pPr marL="0" marR="0" lvl="0" indent="0" algn="ctr" defTabSz="812810" rtl="0" eaLnBrk="1" fontAlgn="auto" latinLnBrk="0" hangingPunct="1">
              <a:lnSpc>
                <a:spcPct val="100000"/>
              </a:lnSpc>
              <a:spcBef>
                <a:spcPts val="0"/>
              </a:spcBef>
              <a:spcAft>
                <a:spcPts val="0"/>
              </a:spcAft>
              <a:buClrTx/>
              <a:buSzTx/>
              <a:buFontTx/>
              <a:buNone/>
              <a:tabLst/>
              <a:defRPr/>
            </a:pPr>
            <a:r>
              <a:rPr kumimoji="0" lang="en-US" sz="1600" b="0" i="0" u="none" strike="noStrike" kern="0" cap="none" spc="0" normalizeH="0" baseline="0" noProof="0" dirty="0">
                <a:ln>
                  <a:noFill/>
                </a:ln>
                <a:solidFill>
                  <a:srgbClr val="00274C"/>
                </a:solidFill>
                <a:effectLst/>
                <a:uLnTx/>
                <a:uFillTx/>
                <a:latin typeface="Arial" panose="020B0604020202020204" pitchFamily="34" charset="0"/>
                <a:ea typeface="+mn-ea"/>
                <a:cs typeface="Arial" panose="020B0604020202020204" pitchFamily="34" charset="0"/>
              </a:rPr>
              <a:t>0.449 kg</a:t>
            </a:r>
          </a:p>
        </p:txBody>
      </p:sp>
      <p:sp>
        <p:nvSpPr>
          <p:cNvPr id="95" name="Rectangle 19">
            <a:extLst>
              <a:ext uri="{FF2B5EF4-FFF2-40B4-BE49-F238E27FC236}">
                <a16:creationId xmlns:a16="http://schemas.microsoft.com/office/drawing/2014/main" id="{C1BB0779-61F1-FC4F-88B8-6E2C7BD373BA}"/>
              </a:ext>
            </a:extLst>
          </p:cNvPr>
          <p:cNvSpPr>
            <a:spLocks noChangeArrowheads="1"/>
          </p:cNvSpPr>
          <p:nvPr/>
        </p:nvSpPr>
        <p:spPr bwMode="auto">
          <a:xfrm>
            <a:off x="11372370" y="3797588"/>
            <a:ext cx="2052637" cy="828432"/>
          </a:xfrm>
          <a:prstGeom prst="rect">
            <a:avLst/>
          </a:prstGeom>
          <a:solidFill>
            <a:schemeClr val="bg2">
              <a:lumMod val="75000"/>
              <a:alpha val="39000"/>
            </a:schemeClr>
          </a:solidFill>
          <a:ln w="9525">
            <a:noFill/>
            <a:miter lim="800000"/>
            <a:headEnd/>
            <a:tailEnd/>
          </a:ln>
          <a:effectLst/>
        </p:spPr>
        <p:txBody>
          <a:bodyPr wrap="square" lIns="90488" tIns="44450" rIns="90488" bIns="44450" anchor="ctr">
            <a:spAutoFit/>
          </a:bodyPr>
          <a:lstStyle/>
          <a:p>
            <a:pPr marL="0" marR="0" lvl="0" indent="0" algn="ctr" defTabSz="812810" rtl="0" eaLnBrk="1" fontAlgn="auto" latinLnBrk="0" hangingPunct="1">
              <a:lnSpc>
                <a:spcPct val="100000"/>
              </a:lnSpc>
              <a:spcBef>
                <a:spcPts val="0"/>
              </a:spcBef>
              <a:spcAft>
                <a:spcPts val="0"/>
              </a:spcAft>
              <a:buClrTx/>
              <a:buSzTx/>
              <a:buFontTx/>
              <a:buNone/>
              <a:tabLst/>
              <a:defRPr/>
            </a:pPr>
            <a:r>
              <a:rPr kumimoji="0" lang="en-US" sz="1600" b="0" i="0" u="none" strike="noStrike" kern="0" cap="none" spc="0" normalizeH="0" baseline="0" noProof="0" dirty="0">
                <a:ln>
                  <a:noFill/>
                </a:ln>
                <a:solidFill>
                  <a:srgbClr val="00274C"/>
                </a:solidFill>
                <a:effectLst/>
                <a:uLnTx/>
                <a:uFillTx/>
                <a:latin typeface="Arial" panose="020B0604020202020204" pitchFamily="34" charset="0"/>
                <a:ea typeface="+mn-ea"/>
                <a:cs typeface="Arial" panose="020B0604020202020204" pitchFamily="34" charset="0"/>
              </a:rPr>
              <a:t>Cathode, aluminum electrolysis</a:t>
            </a:r>
          </a:p>
          <a:p>
            <a:pPr marL="0" marR="0" lvl="0" indent="0" algn="ctr" defTabSz="812810" rtl="0" eaLnBrk="1" fontAlgn="auto" latinLnBrk="0" hangingPunct="1">
              <a:lnSpc>
                <a:spcPct val="100000"/>
              </a:lnSpc>
              <a:spcBef>
                <a:spcPts val="0"/>
              </a:spcBef>
              <a:spcAft>
                <a:spcPts val="0"/>
              </a:spcAft>
              <a:buClrTx/>
              <a:buSzTx/>
              <a:buFontTx/>
              <a:buNone/>
              <a:tabLst/>
              <a:defRPr/>
            </a:pPr>
            <a:r>
              <a:rPr kumimoji="0" lang="en-US" sz="1600" b="0" i="0" u="none" strike="noStrike" kern="0" cap="none" spc="0" normalizeH="0" baseline="0" noProof="0" dirty="0">
                <a:ln>
                  <a:noFill/>
                </a:ln>
                <a:solidFill>
                  <a:srgbClr val="00274C"/>
                </a:solidFill>
                <a:effectLst/>
                <a:uLnTx/>
                <a:uFillTx/>
                <a:latin typeface="Arial" panose="020B0604020202020204" pitchFamily="34" charset="0"/>
                <a:ea typeface="+mn-ea"/>
                <a:cs typeface="Arial" panose="020B0604020202020204" pitchFamily="34" charset="0"/>
              </a:rPr>
              <a:t>0.0181 kg</a:t>
            </a:r>
          </a:p>
        </p:txBody>
      </p:sp>
      <p:sp>
        <p:nvSpPr>
          <p:cNvPr id="96" name="Rectangle 19">
            <a:extLst>
              <a:ext uri="{FF2B5EF4-FFF2-40B4-BE49-F238E27FC236}">
                <a16:creationId xmlns:a16="http://schemas.microsoft.com/office/drawing/2014/main" id="{CCB90FA9-39EE-F04C-9A26-3C1702750715}"/>
              </a:ext>
            </a:extLst>
          </p:cNvPr>
          <p:cNvSpPr>
            <a:spLocks noChangeArrowheads="1"/>
          </p:cNvSpPr>
          <p:nvPr/>
        </p:nvSpPr>
        <p:spPr bwMode="auto">
          <a:xfrm>
            <a:off x="8413269" y="6685251"/>
            <a:ext cx="1655763" cy="828432"/>
          </a:xfrm>
          <a:prstGeom prst="rect">
            <a:avLst/>
          </a:prstGeom>
          <a:solidFill>
            <a:schemeClr val="bg2">
              <a:lumMod val="75000"/>
              <a:alpha val="39000"/>
            </a:schemeClr>
          </a:solidFill>
          <a:ln w="9525">
            <a:noFill/>
            <a:miter lim="800000"/>
            <a:headEnd/>
            <a:tailEnd/>
          </a:ln>
          <a:effectLst/>
        </p:spPr>
        <p:txBody>
          <a:bodyPr lIns="90488" tIns="44450" rIns="90488" bIns="44450" anchor="ctr">
            <a:spAutoFit/>
          </a:bodyPr>
          <a:lstStyle/>
          <a:p>
            <a:pPr marL="0" marR="0" lvl="0" indent="0" algn="ctr" defTabSz="812810" rtl="0" eaLnBrk="1" fontAlgn="auto" latinLnBrk="0" hangingPunct="1">
              <a:lnSpc>
                <a:spcPct val="100000"/>
              </a:lnSpc>
              <a:spcBef>
                <a:spcPts val="0"/>
              </a:spcBef>
              <a:spcAft>
                <a:spcPts val="0"/>
              </a:spcAft>
              <a:buClrTx/>
              <a:buSzTx/>
              <a:buFontTx/>
              <a:buNone/>
              <a:tabLst/>
              <a:defRPr/>
            </a:pPr>
            <a:r>
              <a:rPr kumimoji="0" lang="en-US" sz="1600" b="0" i="0" u="none" strike="noStrike" kern="0" cap="none" spc="0" normalizeH="0" baseline="0" noProof="0" dirty="0">
                <a:ln>
                  <a:noFill/>
                </a:ln>
                <a:solidFill>
                  <a:srgbClr val="00274C"/>
                </a:solidFill>
                <a:effectLst/>
                <a:uLnTx/>
                <a:uFillTx/>
                <a:latin typeface="Arial" panose="020B0604020202020204" pitchFamily="34" charset="0"/>
                <a:ea typeface="+mn-ea"/>
                <a:cs typeface="Arial" panose="020B0604020202020204" pitchFamily="34" charset="0"/>
              </a:rPr>
              <a:t>Heat, </a:t>
            </a:r>
          </a:p>
          <a:p>
            <a:pPr marL="0" marR="0" lvl="0" indent="0" algn="ctr" defTabSz="812810" rtl="0" eaLnBrk="1" fontAlgn="auto" latinLnBrk="0" hangingPunct="1">
              <a:lnSpc>
                <a:spcPct val="100000"/>
              </a:lnSpc>
              <a:spcBef>
                <a:spcPts val="0"/>
              </a:spcBef>
              <a:spcAft>
                <a:spcPts val="0"/>
              </a:spcAft>
              <a:buClrTx/>
              <a:buSzTx/>
              <a:buFontTx/>
              <a:buNone/>
              <a:tabLst/>
              <a:defRPr/>
            </a:pPr>
            <a:r>
              <a:rPr kumimoji="0" lang="en-US" sz="1600" b="0" i="0" u="none" strike="noStrike" kern="0" cap="none" spc="0" normalizeH="0" baseline="0" noProof="0" dirty="0">
                <a:ln>
                  <a:noFill/>
                </a:ln>
                <a:solidFill>
                  <a:srgbClr val="00274C"/>
                </a:solidFill>
                <a:effectLst/>
                <a:uLnTx/>
                <a:uFillTx/>
                <a:latin typeface="Arial" panose="020B0604020202020204" pitchFamily="34" charset="0"/>
                <a:ea typeface="+mn-ea"/>
                <a:cs typeface="Arial" panose="020B0604020202020204" pitchFamily="34" charset="0"/>
              </a:rPr>
              <a:t>light fuel oil</a:t>
            </a:r>
          </a:p>
          <a:p>
            <a:pPr marL="0" marR="0" lvl="0" indent="0" algn="ctr" defTabSz="812810" rtl="0" eaLnBrk="1" fontAlgn="auto" latinLnBrk="0" hangingPunct="1">
              <a:lnSpc>
                <a:spcPct val="100000"/>
              </a:lnSpc>
              <a:spcBef>
                <a:spcPts val="0"/>
              </a:spcBef>
              <a:spcAft>
                <a:spcPts val="0"/>
              </a:spcAft>
              <a:buClrTx/>
              <a:buSzTx/>
              <a:buFontTx/>
              <a:buNone/>
              <a:tabLst/>
              <a:defRPr/>
            </a:pPr>
            <a:r>
              <a:rPr kumimoji="0" lang="en-US" sz="1600" b="0" i="0" u="none" strike="noStrike" kern="0" cap="none" spc="0" normalizeH="0" baseline="0" noProof="0" dirty="0">
                <a:ln>
                  <a:noFill/>
                </a:ln>
                <a:solidFill>
                  <a:srgbClr val="00274C"/>
                </a:solidFill>
                <a:effectLst/>
                <a:uLnTx/>
                <a:uFillTx/>
                <a:latin typeface="Arial" panose="020B0604020202020204" pitchFamily="34" charset="0"/>
                <a:ea typeface="+mn-ea"/>
                <a:cs typeface="Arial" panose="020B0604020202020204" pitchFamily="34" charset="0"/>
              </a:rPr>
              <a:t>14.9 MJ</a:t>
            </a:r>
          </a:p>
        </p:txBody>
      </p:sp>
      <p:sp>
        <p:nvSpPr>
          <p:cNvPr id="97" name="Rectangle 19">
            <a:extLst>
              <a:ext uri="{FF2B5EF4-FFF2-40B4-BE49-F238E27FC236}">
                <a16:creationId xmlns:a16="http://schemas.microsoft.com/office/drawing/2014/main" id="{3022CB08-C5CE-8E47-A457-A19301EA80A9}"/>
              </a:ext>
            </a:extLst>
          </p:cNvPr>
          <p:cNvSpPr>
            <a:spLocks noChangeArrowheads="1"/>
          </p:cNvSpPr>
          <p:nvPr/>
        </p:nvSpPr>
        <p:spPr bwMode="auto">
          <a:xfrm>
            <a:off x="10716732" y="6685130"/>
            <a:ext cx="2058412" cy="828432"/>
          </a:xfrm>
          <a:prstGeom prst="rect">
            <a:avLst/>
          </a:prstGeom>
          <a:solidFill>
            <a:schemeClr val="bg2">
              <a:lumMod val="75000"/>
              <a:alpha val="39000"/>
            </a:schemeClr>
          </a:solidFill>
          <a:ln w="9525">
            <a:noFill/>
            <a:miter lim="800000"/>
            <a:headEnd/>
            <a:tailEnd/>
          </a:ln>
          <a:effectLst/>
        </p:spPr>
        <p:txBody>
          <a:bodyPr wrap="square" lIns="90488" tIns="44450" rIns="90488" bIns="44450" anchor="ctr">
            <a:spAutoFit/>
          </a:bodyPr>
          <a:lstStyle/>
          <a:p>
            <a:pPr marL="0" marR="0" lvl="0" indent="0" algn="ctr" defTabSz="812810" rtl="0" eaLnBrk="1" fontAlgn="auto" latinLnBrk="0" hangingPunct="1">
              <a:lnSpc>
                <a:spcPct val="100000"/>
              </a:lnSpc>
              <a:spcBef>
                <a:spcPts val="0"/>
              </a:spcBef>
              <a:spcAft>
                <a:spcPts val="0"/>
              </a:spcAft>
              <a:buClrTx/>
              <a:buSzTx/>
              <a:buFontTx/>
              <a:buNone/>
              <a:tabLst/>
              <a:defRPr/>
            </a:pPr>
            <a:r>
              <a:rPr kumimoji="0" lang="en-US" sz="1600" b="0" i="0" u="none" strike="noStrike" kern="0" cap="none" spc="0" normalizeH="0" baseline="0" noProof="0" dirty="0">
                <a:ln>
                  <a:noFill/>
                </a:ln>
                <a:solidFill>
                  <a:srgbClr val="00274C"/>
                </a:solidFill>
                <a:effectLst/>
                <a:uLnTx/>
                <a:uFillTx/>
                <a:latin typeface="Arial" panose="020B0604020202020204" pitchFamily="34" charset="0"/>
                <a:ea typeface="+mn-ea"/>
                <a:cs typeface="Arial" panose="020B0604020202020204" pitchFamily="34" charset="0"/>
              </a:rPr>
              <a:t>Transport, transoceanic freight</a:t>
            </a:r>
          </a:p>
          <a:p>
            <a:pPr marL="0" marR="0" lvl="0" indent="0" algn="ctr" defTabSz="812810" rtl="0" eaLnBrk="1" fontAlgn="auto" latinLnBrk="0" hangingPunct="1">
              <a:lnSpc>
                <a:spcPct val="100000"/>
              </a:lnSpc>
              <a:spcBef>
                <a:spcPts val="0"/>
              </a:spcBef>
              <a:spcAft>
                <a:spcPts val="0"/>
              </a:spcAft>
              <a:buClrTx/>
              <a:buSzTx/>
              <a:buFontTx/>
              <a:buNone/>
              <a:tabLst/>
              <a:defRPr/>
            </a:pPr>
            <a:r>
              <a:rPr kumimoji="0" lang="en-US" sz="1600" b="0" i="0" u="none" strike="noStrike" kern="0" cap="none" spc="0" normalizeH="0" baseline="0" noProof="0" dirty="0">
                <a:ln>
                  <a:noFill/>
                </a:ln>
                <a:solidFill>
                  <a:srgbClr val="00274C"/>
                </a:solidFill>
                <a:effectLst/>
                <a:uLnTx/>
                <a:uFillTx/>
                <a:latin typeface="Arial" panose="020B0604020202020204" pitchFamily="34" charset="0"/>
                <a:ea typeface="+mn-ea"/>
                <a:cs typeface="Arial" panose="020B0604020202020204" pitchFamily="34" charset="0"/>
              </a:rPr>
              <a:t>34.1 </a:t>
            </a:r>
            <a:r>
              <a:rPr kumimoji="0" lang="en-US" sz="1600" b="0" i="0" u="none" strike="noStrike" kern="0" cap="none" spc="0" normalizeH="0" baseline="0" noProof="0" dirty="0" err="1">
                <a:ln>
                  <a:noFill/>
                </a:ln>
                <a:solidFill>
                  <a:srgbClr val="00274C"/>
                </a:solidFill>
                <a:effectLst/>
                <a:uLnTx/>
                <a:uFillTx/>
                <a:latin typeface="Arial" panose="020B0604020202020204" pitchFamily="34" charset="0"/>
                <a:ea typeface="+mn-ea"/>
                <a:cs typeface="Arial" panose="020B0604020202020204" pitchFamily="34" charset="0"/>
              </a:rPr>
              <a:t>tkm</a:t>
            </a:r>
            <a:endParaRPr kumimoji="0" lang="en-US" sz="1600" b="0" i="0" u="none" strike="noStrike" kern="0" cap="none" spc="0" normalizeH="0" baseline="0" noProof="0" dirty="0">
              <a:ln>
                <a:noFill/>
              </a:ln>
              <a:solidFill>
                <a:srgbClr val="00274C"/>
              </a:solidFill>
              <a:effectLst/>
              <a:uLnTx/>
              <a:uFillTx/>
              <a:latin typeface="Arial" panose="020B0604020202020204" pitchFamily="34" charset="0"/>
              <a:ea typeface="+mn-ea"/>
              <a:cs typeface="Arial" panose="020B0604020202020204" pitchFamily="34" charset="0"/>
            </a:endParaRPr>
          </a:p>
        </p:txBody>
      </p:sp>
      <p:sp>
        <p:nvSpPr>
          <p:cNvPr id="98" name="Rectangle 19">
            <a:extLst>
              <a:ext uri="{FF2B5EF4-FFF2-40B4-BE49-F238E27FC236}">
                <a16:creationId xmlns:a16="http://schemas.microsoft.com/office/drawing/2014/main" id="{438B3182-2539-D74D-B126-E193AD2E4FD8}"/>
              </a:ext>
            </a:extLst>
          </p:cNvPr>
          <p:cNvSpPr>
            <a:spLocks noChangeArrowheads="1"/>
          </p:cNvSpPr>
          <p:nvPr/>
        </p:nvSpPr>
        <p:spPr bwMode="auto">
          <a:xfrm>
            <a:off x="13559614" y="3797588"/>
            <a:ext cx="1655763" cy="828432"/>
          </a:xfrm>
          <a:prstGeom prst="rect">
            <a:avLst/>
          </a:prstGeom>
          <a:solidFill>
            <a:schemeClr val="bg2">
              <a:lumMod val="75000"/>
              <a:alpha val="39000"/>
            </a:schemeClr>
          </a:solidFill>
          <a:ln w="9525">
            <a:noFill/>
            <a:miter lim="800000"/>
            <a:headEnd/>
            <a:tailEnd/>
          </a:ln>
          <a:effectLst/>
        </p:spPr>
        <p:txBody>
          <a:bodyPr lIns="90488" tIns="44450" rIns="90488" bIns="44450" anchor="ctr">
            <a:spAutoFit/>
          </a:bodyPr>
          <a:lstStyle/>
          <a:p>
            <a:pPr marL="0" marR="0" lvl="0" indent="0" algn="ctr" defTabSz="812810" rtl="0" eaLnBrk="1" fontAlgn="auto" latinLnBrk="0" hangingPunct="1">
              <a:lnSpc>
                <a:spcPct val="100000"/>
              </a:lnSpc>
              <a:spcBef>
                <a:spcPts val="0"/>
              </a:spcBef>
              <a:spcAft>
                <a:spcPts val="0"/>
              </a:spcAft>
              <a:buClrTx/>
              <a:buSzTx/>
              <a:buFontTx/>
              <a:buNone/>
              <a:tabLst/>
              <a:defRPr/>
            </a:pPr>
            <a:r>
              <a:rPr kumimoji="0" lang="en-US" sz="1600" b="0" i="0" u="none" strike="noStrike" kern="0" cap="none" spc="0" normalizeH="0" baseline="0" noProof="0" dirty="0">
                <a:ln>
                  <a:noFill/>
                </a:ln>
                <a:solidFill>
                  <a:srgbClr val="00274C"/>
                </a:solidFill>
                <a:effectLst/>
                <a:uLnTx/>
                <a:uFillTx/>
                <a:latin typeface="Arial" panose="020B0604020202020204" pitchFamily="34" charset="0"/>
                <a:ea typeface="+mn-ea"/>
                <a:cs typeface="Arial" panose="020B0604020202020204" pitchFamily="34" charset="0"/>
              </a:rPr>
              <a:t>Electricity mix</a:t>
            </a:r>
          </a:p>
          <a:p>
            <a:pPr marL="0" marR="0" lvl="0" indent="0" algn="ctr" defTabSz="812810" rtl="0"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dirty="0">
              <a:ln>
                <a:noFill/>
              </a:ln>
              <a:solidFill>
                <a:srgbClr val="00274C"/>
              </a:solidFill>
              <a:effectLst/>
              <a:uLnTx/>
              <a:uFillTx/>
              <a:latin typeface="Arial" panose="020B0604020202020204" pitchFamily="34" charset="0"/>
              <a:ea typeface="+mn-ea"/>
              <a:cs typeface="Arial" panose="020B0604020202020204" pitchFamily="34" charset="0"/>
            </a:endParaRPr>
          </a:p>
          <a:p>
            <a:pPr marL="0" marR="0" lvl="0" indent="0" algn="ctr" defTabSz="812810" rtl="0" eaLnBrk="1" fontAlgn="auto" latinLnBrk="0" hangingPunct="1">
              <a:lnSpc>
                <a:spcPct val="100000"/>
              </a:lnSpc>
              <a:spcBef>
                <a:spcPts val="0"/>
              </a:spcBef>
              <a:spcAft>
                <a:spcPts val="0"/>
              </a:spcAft>
              <a:buClrTx/>
              <a:buSzTx/>
              <a:buFontTx/>
              <a:buNone/>
              <a:tabLst/>
              <a:defRPr/>
            </a:pPr>
            <a:r>
              <a:rPr kumimoji="0" lang="en-US" sz="1600" b="0" i="0" u="none" strike="noStrike" kern="0" cap="none" spc="0" normalizeH="0" baseline="0" noProof="0" dirty="0">
                <a:ln>
                  <a:noFill/>
                </a:ln>
                <a:solidFill>
                  <a:srgbClr val="00274C"/>
                </a:solidFill>
                <a:effectLst/>
                <a:uLnTx/>
                <a:uFillTx/>
                <a:latin typeface="Arial" panose="020B0604020202020204" pitchFamily="34" charset="0"/>
                <a:ea typeface="+mn-ea"/>
                <a:cs typeface="Arial" panose="020B0604020202020204" pitchFamily="34" charset="0"/>
              </a:rPr>
              <a:t>57.4 MJ</a:t>
            </a:r>
          </a:p>
        </p:txBody>
      </p:sp>
      <p:cxnSp>
        <p:nvCxnSpPr>
          <p:cNvPr id="99" name="Straight Connector 205">
            <a:extLst>
              <a:ext uri="{FF2B5EF4-FFF2-40B4-BE49-F238E27FC236}">
                <a16:creationId xmlns:a16="http://schemas.microsoft.com/office/drawing/2014/main" id="{06D69943-7789-0647-98A1-939020A87596}"/>
              </a:ext>
            </a:extLst>
          </p:cNvPr>
          <p:cNvCxnSpPr>
            <a:cxnSpLocks noChangeShapeType="1"/>
          </p:cNvCxnSpPr>
          <p:nvPr/>
        </p:nvCxnSpPr>
        <p:spPr bwMode="auto">
          <a:xfrm flipV="1">
            <a:off x="14209232" y="3372017"/>
            <a:ext cx="0" cy="433388"/>
          </a:xfrm>
          <a:prstGeom prst="line">
            <a:avLst/>
          </a:prstGeom>
          <a:noFill/>
          <a:ln w="25400" algn="ctr">
            <a:solidFill>
              <a:schemeClr val="accent1"/>
            </a:solidFill>
            <a:round/>
            <a:headEnd/>
            <a:tailEnd/>
          </a:ln>
          <a:extLst>
            <a:ext uri="{909E8E84-426E-40DD-AFC4-6F175D3DCCD1}">
              <a14:hiddenFill xmlns:a14="http://schemas.microsoft.com/office/drawing/2010/main">
                <a:noFill/>
              </a14:hiddenFill>
            </a:ext>
          </a:extLst>
        </p:spPr>
      </p:cxnSp>
      <p:cxnSp>
        <p:nvCxnSpPr>
          <p:cNvPr id="100" name="Straight Connector 206">
            <a:extLst>
              <a:ext uri="{FF2B5EF4-FFF2-40B4-BE49-F238E27FC236}">
                <a16:creationId xmlns:a16="http://schemas.microsoft.com/office/drawing/2014/main" id="{2FEC53C3-F3D7-D94B-B82F-A8BD2573E4DF}"/>
              </a:ext>
            </a:extLst>
          </p:cNvPr>
          <p:cNvCxnSpPr>
            <a:cxnSpLocks noChangeShapeType="1"/>
          </p:cNvCxnSpPr>
          <p:nvPr/>
        </p:nvCxnSpPr>
        <p:spPr bwMode="auto">
          <a:xfrm flipH="1">
            <a:off x="11940694" y="3372017"/>
            <a:ext cx="2268538" cy="0"/>
          </a:xfrm>
          <a:prstGeom prst="line">
            <a:avLst/>
          </a:prstGeom>
          <a:noFill/>
          <a:ln w="25400" algn="ctr">
            <a:solidFill>
              <a:schemeClr val="accent1"/>
            </a:solidFill>
            <a:round/>
            <a:headEnd/>
            <a:tailEnd/>
          </a:ln>
          <a:extLst>
            <a:ext uri="{909E8E84-426E-40DD-AFC4-6F175D3DCCD1}">
              <a14:hiddenFill xmlns:a14="http://schemas.microsoft.com/office/drawing/2010/main">
                <a:noFill/>
              </a14:hiddenFill>
            </a:ext>
          </a:extLst>
        </p:spPr>
      </p:cxnSp>
      <p:cxnSp>
        <p:nvCxnSpPr>
          <p:cNvPr id="101" name="Straight Arrow Connector 207">
            <a:extLst>
              <a:ext uri="{FF2B5EF4-FFF2-40B4-BE49-F238E27FC236}">
                <a16:creationId xmlns:a16="http://schemas.microsoft.com/office/drawing/2014/main" id="{20CA88C2-BC99-C249-B95F-C18CCD27CFD1}"/>
              </a:ext>
            </a:extLst>
          </p:cNvPr>
          <p:cNvCxnSpPr>
            <a:cxnSpLocks noChangeShapeType="1"/>
          </p:cNvCxnSpPr>
          <p:nvPr/>
        </p:nvCxnSpPr>
        <p:spPr bwMode="auto">
          <a:xfrm flipV="1">
            <a:off x="11940694" y="3192630"/>
            <a:ext cx="0" cy="179387"/>
          </a:xfrm>
          <a:prstGeom prst="straightConnector1">
            <a:avLst/>
          </a:prstGeom>
          <a:noFill/>
          <a:ln w="25400" algn="ctr">
            <a:solidFill>
              <a:schemeClr val="accent1"/>
            </a:solidFill>
            <a:round/>
            <a:headEnd/>
            <a:tailEnd type="arrow" w="med" len="med"/>
          </a:ln>
          <a:extLst>
            <a:ext uri="{909E8E84-426E-40DD-AFC4-6F175D3DCCD1}">
              <a14:hiddenFill xmlns:a14="http://schemas.microsoft.com/office/drawing/2010/main">
                <a:noFill/>
              </a14:hiddenFill>
            </a:ext>
          </a:extLst>
        </p:spPr>
      </p:cxnSp>
      <p:grpSp>
        <p:nvGrpSpPr>
          <p:cNvPr id="102" name="Group 208">
            <a:extLst>
              <a:ext uri="{FF2B5EF4-FFF2-40B4-BE49-F238E27FC236}">
                <a16:creationId xmlns:a16="http://schemas.microsoft.com/office/drawing/2014/main" id="{34124118-570F-2741-8B19-AAB13495643F}"/>
              </a:ext>
            </a:extLst>
          </p:cNvPr>
          <p:cNvGrpSpPr>
            <a:grpSpLocks/>
          </p:cNvGrpSpPr>
          <p:nvPr/>
        </p:nvGrpSpPr>
        <p:grpSpPr bwMode="auto">
          <a:xfrm>
            <a:off x="11724794" y="3192630"/>
            <a:ext cx="576263" cy="611187"/>
            <a:chOff x="4860032" y="2097192"/>
            <a:chExt cx="972108" cy="611728"/>
          </a:xfrm>
        </p:grpSpPr>
        <p:cxnSp>
          <p:nvCxnSpPr>
            <p:cNvPr id="103" name="Straight Connector 209">
              <a:extLst>
                <a:ext uri="{FF2B5EF4-FFF2-40B4-BE49-F238E27FC236}">
                  <a16:creationId xmlns:a16="http://schemas.microsoft.com/office/drawing/2014/main" id="{11FC6F00-82EF-A349-9B37-7FBBABC909AD}"/>
                </a:ext>
              </a:extLst>
            </p:cNvPr>
            <p:cNvCxnSpPr>
              <a:cxnSpLocks noChangeShapeType="1"/>
            </p:cNvCxnSpPr>
            <p:nvPr/>
          </p:nvCxnSpPr>
          <p:spPr bwMode="auto">
            <a:xfrm flipV="1">
              <a:off x="5832140" y="2492896"/>
              <a:ext cx="0" cy="216024"/>
            </a:xfrm>
            <a:prstGeom prst="line">
              <a:avLst/>
            </a:prstGeom>
            <a:noFill/>
            <a:ln w="25400" algn="ctr">
              <a:solidFill>
                <a:schemeClr val="accent1"/>
              </a:solidFill>
              <a:round/>
              <a:headEnd/>
              <a:tailEnd/>
            </a:ln>
            <a:extLst>
              <a:ext uri="{909E8E84-426E-40DD-AFC4-6F175D3DCCD1}">
                <a14:hiddenFill xmlns:a14="http://schemas.microsoft.com/office/drawing/2010/main">
                  <a:noFill/>
                </a14:hiddenFill>
              </a:ext>
            </a:extLst>
          </p:spPr>
        </p:cxnSp>
        <p:cxnSp>
          <p:nvCxnSpPr>
            <p:cNvPr id="104" name="Straight Connector 210">
              <a:extLst>
                <a:ext uri="{FF2B5EF4-FFF2-40B4-BE49-F238E27FC236}">
                  <a16:creationId xmlns:a16="http://schemas.microsoft.com/office/drawing/2014/main" id="{7EE9DB23-A6E1-1048-B930-BEB006679FDE}"/>
                </a:ext>
              </a:extLst>
            </p:cNvPr>
            <p:cNvCxnSpPr>
              <a:cxnSpLocks noChangeShapeType="1"/>
            </p:cNvCxnSpPr>
            <p:nvPr/>
          </p:nvCxnSpPr>
          <p:spPr bwMode="auto">
            <a:xfrm flipH="1">
              <a:off x="4860032" y="2492896"/>
              <a:ext cx="972108" cy="0"/>
            </a:xfrm>
            <a:prstGeom prst="line">
              <a:avLst/>
            </a:prstGeom>
            <a:noFill/>
            <a:ln w="25400" algn="ctr">
              <a:solidFill>
                <a:schemeClr val="accent1"/>
              </a:solidFill>
              <a:round/>
              <a:headEnd/>
              <a:tailEnd/>
            </a:ln>
            <a:extLst>
              <a:ext uri="{909E8E84-426E-40DD-AFC4-6F175D3DCCD1}">
                <a14:hiddenFill xmlns:a14="http://schemas.microsoft.com/office/drawing/2010/main">
                  <a:noFill/>
                </a14:hiddenFill>
              </a:ext>
            </a:extLst>
          </p:spPr>
        </p:cxnSp>
        <p:cxnSp>
          <p:nvCxnSpPr>
            <p:cNvPr id="105" name="Straight Arrow Connector 211">
              <a:extLst>
                <a:ext uri="{FF2B5EF4-FFF2-40B4-BE49-F238E27FC236}">
                  <a16:creationId xmlns:a16="http://schemas.microsoft.com/office/drawing/2014/main" id="{029260E1-D65B-5A46-93F9-42BCD61036F6}"/>
                </a:ext>
              </a:extLst>
            </p:cNvPr>
            <p:cNvCxnSpPr>
              <a:cxnSpLocks noChangeShapeType="1"/>
            </p:cNvCxnSpPr>
            <p:nvPr/>
          </p:nvCxnSpPr>
          <p:spPr bwMode="auto">
            <a:xfrm flipV="1">
              <a:off x="4860032" y="2097192"/>
              <a:ext cx="0" cy="395704"/>
            </a:xfrm>
            <a:prstGeom prst="straightConnector1">
              <a:avLst/>
            </a:prstGeom>
            <a:noFill/>
            <a:ln w="25400" algn="ctr">
              <a:solidFill>
                <a:schemeClr val="accent1"/>
              </a:solidFill>
              <a:round/>
              <a:headEnd/>
              <a:tailEnd type="arrow" w="med" len="med"/>
            </a:ln>
            <a:extLst>
              <a:ext uri="{909E8E84-426E-40DD-AFC4-6F175D3DCCD1}">
                <a14:hiddenFill xmlns:a14="http://schemas.microsoft.com/office/drawing/2010/main">
                  <a:noFill/>
                </a14:hiddenFill>
              </a:ext>
            </a:extLst>
          </p:spPr>
        </p:cxnSp>
      </p:grpSp>
      <p:grpSp>
        <p:nvGrpSpPr>
          <p:cNvPr id="106" name="Group 212">
            <a:extLst>
              <a:ext uri="{FF2B5EF4-FFF2-40B4-BE49-F238E27FC236}">
                <a16:creationId xmlns:a16="http://schemas.microsoft.com/office/drawing/2014/main" id="{3C167CEC-C2C0-3F45-9B2B-092E7E583B5D}"/>
              </a:ext>
            </a:extLst>
          </p:cNvPr>
          <p:cNvGrpSpPr>
            <a:grpSpLocks/>
          </p:cNvGrpSpPr>
          <p:nvPr/>
        </p:nvGrpSpPr>
        <p:grpSpPr bwMode="auto">
          <a:xfrm>
            <a:off x="7908444" y="3192630"/>
            <a:ext cx="2754313" cy="611187"/>
            <a:chOff x="971600" y="2097192"/>
            <a:chExt cx="2988332" cy="611728"/>
          </a:xfrm>
        </p:grpSpPr>
        <p:cxnSp>
          <p:nvCxnSpPr>
            <p:cNvPr id="107" name="Straight Connector 213">
              <a:extLst>
                <a:ext uri="{FF2B5EF4-FFF2-40B4-BE49-F238E27FC236}">
                  <a16:creationId xmlns:a16="http://schemas.microsoft.com/office/drawing/2014/main" id="{5A3C90F1-A690-B444-AFD4-E5F38D5DD3B0}"/>
                </a:ext>
              </a:extLst>
            </p:cNvPr>
            <p:cNvCxnSpPr>
              <a:cxnSpLocks noChangeShapeType="1"/>
            </p:cNvCxnSpPr>
            <p:nvPr/>
          </p:nvCxnSpPr>
          <p:spPr bwMode="auto">
            <a:xfrm flipV="1">
              <a:off x="971600" y="2276872"/>
              <a:ext cx="0" cy="432048"/>
            </a:xfrm>
            <a:prstGeom prst="line">
              <a:avLst/>
            </a:prstGeom>
            <a:noFill/>
            <a:ln w="25400" algn="ctr">
              <a:solidFill>
                <a:schemeClr val="accent1"/>
              </a:solidFill>
              <a:round/>
              <a:headEnd/>
              <a:tailEnd/>
            </a:ln>
            <a:extLst>
              <a:ext uri="{909E8E84-426E-40DD-AFC4-6F175D3DCCD1}">
                <a14:hiddenFill xmlns:a14="http://schemas.microsoft.com/office/drawing/2010/main">
                  <a:noFill/>
                </a14:hiddenFill>
              </a:ext>
            </a:extLst>
          </p:spPr>
        </p:cxnSp>
        <p:cxnSp>
          <p:nvCxnSpPr>
            <p:cNvPr id="108" name="Straight Connector 214">
              <a:extLst>
                <a:ext uri="{FF2B5EF4-FFF2-40B4-BE49-F238E27FC236}">
                  <a16:creationId xmlns:a16="http://schemas.microsoft.com/office/drawing/2014/main" id="{97676850-8576-FC4F-96A4-2E718065E697}"/>
                </a:ext>
              </a:extLst>
            </p:cNvPr>
            <p:cNvCxnSpPr>
              <a:cxnSpLocks noChangeShapeType="1"/>
            </p:cNvCxnSpPr>
            <p:nvPr/>
          </p:nvCxnSpPr>
          <p:spPr bwMode="auto">
            <a:xfrm flipH="1">
              <a:off x="971600" y="2276872"/>
              <a:ext cx="2988332" cy="0"/>
            </a:xfrm>
            <a:prstGeom prst="line">
              <a:avLst/>
            </a:prstGeom>
            <a:noFill/>
            <a:ln w="25400" algn="ctr">
              <a:solidFill>
                <a:schemeClr val="accent1"/>
              </a:solidFill>
              <a:round/>
              <a:headEnd/>
              <a:tailEnd/>
            </a:ln>
            <a:extLst>
              <a:ext uri="{909E8E84-426E-40DD-AFC4-6F175D3DCCD1}">
                <a14:hiddenFill xmlns:a14="http://schemas.microsoft.com/office/drawing/2010/main">
                  <a:noFill/>
                </a14:hiddenFill>
              </a:ext>
            </a:extLst>
          </p:spPr>
        </p:cxnSp>
        <p:cxnSp>
          <p:nvCxnSpPr>
            <p:cNvPr id="109" name="Straight Arrow Connector 215">
              <a:extLst>
                <a:ext uri="{FF2B5EF4-FFF2-40B4-BE49-F238E27FC236}">
                  <a16:creationId xmlns:a16="http://schemas.microsoft.com/office/drawing/2014/main" id="{BC643587-F748-1C48-AEFC-31B487538436}"/>
                </a:ext>
              </a:extLst>
            </p:cNvPr>
            <p:cNvCxnSpPr>
              <a:cxnSpLocks noChangeShapeType="1"/>
            </p:cNvCxnSpPr>
            <p:nvPr/>
          </p:nvCxnSpPr>
          <p:spPr bwMode="auto">
            <a:xfrm flipV="1">
              <a:off x="3959932" y="2097192"/>
              <a:ext cx="0" cy="179680"/>
            </a:xfrm>
            <a:prstGeom prst="straightConnector1">
              <a:avLst/>
            </a:prstGeom>
            <a:noFill/>
            <a:ln w="25400" algn="ctr">
              <a:solidFill>
                <a:schemeClr val="accent1"/>
              </a:solidFill>
              <a:round/>
              <a:headEnd/>
              <a:tailEnd type="arrow" w="med" len="med"/>
            </a:ln>
            <a:extLst>
              <a:ext uri="{909E8E84-426E-40DD-AFC4-6F175D3DCCD1}">
                <a14:hiddenFill xmlns:a14="http://schemas.microsoft.com/office/drawing/2010/main">
                  <a:noFill/>
                </a14:hiddenFill>
              </a:ext>
            </a:extLst>
          </p:spPr>
        </p:cxnSp>
      </p:grpSp>
      <p:grpSp>
        <p:nvGrpSpPr>
          <p:cNvPr id="110" name="Group 216">
            <a:extLst>
              <a:ext uri="{FF2B5EF4-FFF2-40B4-BE49-F238E27FC236}">
                <a16:creationId xmlns:a16="http://schemas.microsoft.com/office/drawing/2014/main" id="{9F2CCBB5-75AA-E54F-AD93-E66FCA131CEC}"/>
              </a:ext>
            </a:extLst>
          </p:cNvPr>
          <p:cNvGrpSpPr>
            <a:grpSpLocks/>
          </p:cNvGrpSpPr>
          <p:nvPr/>
        </p:nvGrpSpPr>
        <p:grpSpPr bwMode="auto">
          <a:xfrm>
            <a:off x="10176982" y="3192630"/>
            <a:ext cx="647700" cy="611187"/>
            <a:chOff x="3311860" y="2096852"/>
            <a:chExt cx="972108" cy="612068"/>
          </a:xfrm>
        </p:grpSpPr>
        <p:cxnSp>
          <p:nvCxnSpPr>
            <p:cNvPr id="111" name="Straight Connector 217">
              <a:extLst>
                <a:ext uri="{FF2B5EF4-FFF2-40B4-BE49-F238E27FC236}">
                  <a16:creationId xmlns:a16="http://schemas.microsoft.com/office/drawing/2014/main" id="{370754BD-4B8B-F147-82B1-0F5C40741F4D}"/>
                </a:ext>
              </a:extLst>
            </p:cNvPr>
            <p:cNvCxnSpPr>
              <a:cxnSpLocks noChangeShapeType="1"/>
            </p:cNvCxnSpPr>
            <p:nvPr/>
          </p:nvCxnSpPr>
          <p:spPr bwMode="auto">
            <a:xfrm flipV="1">
              <a:off x="3311860" y="2492896"/>
              <a:ext cx="0" cy="216024"/>
            </a:xfrm>
            <a:prstGeom prst="line">
              <a:avLst/>
            </a:prstGeom>
            <a:noFill/>
            <a:ln w="25400" algn="ctr">
              <a:solidFill>
                <a:schemeClr val="accent1"/>
              </a:solidFill>
              <a:round/>
              <a:headEnd/>
              <a:tailEnd/>
            </a:ln>
            <a:extLst>
              <a:ext uri="{909E8E84-426E-40DD-AFC4-6F175D3DCCD1}">
                <a14:hiddenFill xmlns:a14="http://schemas.microsoft.com/office/drawing/2010/main">
                  <a:noFill/>
                </a14:hiddenFill>
              </a:ext>
            </a:extLst>
          </p:spPr>
        </p:cxnSp>
        <p:cxnSp>
          <p:nvCxnSpPr>
            <p:cNvPr id="112" name="Straight Connector 218">
              <a:extLst>
                <a:ext uri="{FF2B5EF4-FFF2-40B4-BE49-F238E27FC236}">
                  <a16:creationId xmlns:a16="http://schemas.microsoft.com/office/drawing/2014/main" id="{A99B2FCC-4D4C-9E43-B170-BF64A40FF763}"/>
                </a:ext>
              </a:extLst>
            </p:cNvPr>
            <p:cNvCxnSpPr>
              <a:cxnSpLocks noChangeShapeType="1"/>
            </p:cNvCxnSpPr>
            <p:nvPr/>
          </p:nvCxnSpPr>
          <p:spPr bwMode="auto">
            <a:xfrm flipH="1">
              <a:off x="3311860" y="2492896"/>
              <a:ext cx="972108" cy="0"/>
            </a:xfrm>
            <a:prstGeom prst="line">
              <a:avLst/>
            </a:prstGeom>
            <a:noFill/>
            <a:ln w="25400" algn="ctr">
              <a:solidFill>
                <a:schemeClr val="accent1"/>
              </a:solidFill>
              <a:round/>
              <a:headEnd/>
              <a:tailEnd/>
            </a:ln>
            <a:extLst>
              <a:ext uri="{909E8E84-426E-40DD-AFC4-6F175D3DCCD1}">
                <a14:hiddenFill xmlns:a14="http://schemas.microsoft.com/office/drawing/2010/main">
                  <a:noFill/>
                </a14:hiddenFill>
              </a:ext>
            </a:extLst>
          </p:spPr>
        </p:cxnSp>
        <p:cxnSp>
          <p:nvCxnSpPr>
            <p:cNvPr id="113" name="Straight Arrow Connector 219">
              <a:extLst>
                <a:ext uri="{FF2B5EF4-FFF2-40B4-BE49-F238E27FC236}">
                  <a16:creationId xmlns:a16="http://schemas.microsoft.com/office/drawing/2014/main" id="{F06F79AB-ECAC-6D46-A726-F28D02795A4B}"/>
                </a:ext>
              </a:extLst>
            </p:cNvPr>
            <p:cNvCxnSpPr>
              <a:cxnSpLocks noChangeShapeType="1"/>
            </p:cNvCxnSpPr>
            <p:nvPr/>
          </p:nvCxnSpPr>
          <p:spPr bwMode="auto">
            <a:xfrm flipV="1">
              <a:off x="4283968" y="2096852"/>
              <a:ext cx="0" cy="395704"/>
            </a:xfrm>
            <a:prstGeom prst="straightConnector1">
              <a:avLst/>
            </a:prstGeom>
            <a:noFill/>
            <a:ln w="25400" algn="ctr">
              <a:solidFill>
                <a:schemeClr val="accent1"/>
              </a:solidFill>
              <a:round/>
              <a:headEnd/>
              <a:tailEnd type="arrow" w="med" len="med"/>
            </a:ln>
            <a:extLst>
              <a:ext uri="{909E8E84-426E-40DD-AFC4-6F175D3DCCD1}">
                <a14:hiddenFill xmlns:a14="http://schemas.microsoft.com/office/drawing/2010/main">
                  <a:noFill/>
                </a14:hiddenFill>
              </a:ext>
            </a:extLst>
          </p:spPr>
        </p:cxnSp>
      </p:grpSp>
      <p:grpSp>
        <p:nvGrpSpPr>
          <p:cNvPr id="114" name="Group 245">
            <a:extLst>
              <a:ext uri="{FF2B5EF4-FFF2-40B4-BE49-F238E27FC236}">
                <a16:creationId xmlns:a16="http://schemas.microsoft.com/office/drawing/2014/main" id="{25293F2B-A6BE-0D43-86F6-9ECAB390F8BA}"/>
              </a:ext>
            </a:extLst>
          </p:cNvPr>
          <p:cNvGrpSpPr>
            <a:grpSpLocks/>
          </p:cNvGrpSpPr>
          <p:nvPr/>
        </p:nvGrpSpPr>
        <p:grpSpPr bwMode="auto">
          <a:xfrm>
            <a:off x="11248544" y="3192630"/>
            <a:ext cx="404813" cy="3492500"/>
            <a:chOff x="4860032" y="2097192"/>
            <a:chExt cx="972108" cy="611728"/>
          </a:xfrm>
        </p:grpSpPr>
        <p:cxnSp>
          <p:nvCxnSpPr>
            <p:cNvPr id="115" name="Straight Connector 246">
              <a:extLst>
                <a:ext uri="{FF2B5EF4-FFF2-40B4-BE49-F238E27FC236}">
                  <a16:creationId xmlns:a16="http://schemas.microsoft.com/office/drawing/2014/main" id="{DB7D1F3D-664B-1147-A081-D23246C244E9}"/>
                </a:ext>
              </a:extLst>
            </p:cNvPr>
            <p:cNvCxnSpPr>
              <a:cxnSpLocks noChangeShapeType="1"/>
            </p:cNvCxnSpPr>
            <p:nvPr/>
          </p:nvCxnSpPr>
          <p:spPr bwMode="auto">
            <a:xfrm flipV="1">
              <a:off x="5832140" y="2492896"/>
              <a:ext cx="0" cy="216024"/>
            </a:xfrm>
            <a:prstGeom prst="line">
              <a:avLst/>
            </a:prstGeom>
            <a:noFill/>
            <a:ln w="25400" algn="ctr">
              <a:solidFill>
                <a:schemeClr val="accent1"/>
              </a:solidFill>
              <a:round/>
              <a:headEnd/>
              <a:tailEnd/>
            </a:ln>
            <a:extLst>
              <a:ext uri="{909E8E84-426E-40DD-AFC4-6F175D3DCCD1}">
                <a14:hiddenFill xmlns:a14="http://schemas.microsoft.com/office/drawing/2010/main">
                  <a:noFill/>
                </a14:hiddenFill>
              </a:ext>
            </a:extLst>
          </p:spPr>
        </p:cxnSp>
        <p:cxnSp>
          <p:nvCxnSpPr>
            <p:cNvPr id="116" name="Straight Connector 247">
              <a:extLst>
                <a:ext uri="{FF2B5EF4-FFF2-40B4-BE49-F238E27FC236}">
                  <a16:creationId xmlns:a16="http://schemas.microsoft.com/office/drawing/2014/main" id="{6CCFD916-9AFF-2B48-B3CE-3BB80BD5FE7D}"/>
                </a:ext>
              </a:extLst>
            </p:cNvPr>
            <p:cNvCxnSpPr>
              <a:cxnSpLocks noChangeShapeType="1"/>
            </p:cNvCxnSpPr>
            <p:nvPr/>
          </p:nvCxnSpPr>
          <p:spPr bwMode="auto">
            <a:xfrm flipH="1">
              <a:off x="4860032" y="2492896"/>
              <a:ext cx="972108" cy="0"/>
            </a:xfrm>
            <a:prstGeom prst="line">
              <a:avLst/>
            </a:prstGeom>
            <a:noFill/>
            <a:ln w="25400" algn="ctr">
              <a:solidFill>
                <a:schemeClr val="accent1"/>
              </a:solidFill>
              <a:round/>
              <a:headEnd/>
              <a:tailEnd/>
            </a:ln>
            <a:extLst>
              <a:ext uri="{909E8E84-426E-40DD-AFC4-6F175D3DCCD1}">
                <a14:hiddenFill xmlns:a14="http://schemas.microsoft.com/office/drawing/2010/main">
                  <a:noFill/>
                </a14:hiddenFill>
              </a:ext>
            </a:extLst>
          </p:spPr>
        </p:cxnSp>
        <p:cxnSp>
          <p:nvCxnSpPr>
            <p:cNvPr id="117" name="Straight Arrow Connector 248">
              <a:extLst>
                <a:ext uri="{FF2B5EF4-FFF2-40B4-BE49-F238E27FC236}">
                  <a16:creationId xmlns:a16="http://schemas.microsoft.com/office/drawing/2014/main" id="{8E260161-858B-254F-AC8B-D0CA35FC3523}"/>
                </a:ext>
              </a:extLst>
            </p:cNvPr>
            <p:cNvCxnSpPr>
              <a:cxnSpLocks noChangeShapeType="1"/>
            </p:cNvCxnSpPr>
            <p:nvPr/>
          </p:nvCxnSpPr>
          <p:spPr bwMode="auto">
            <a:xfrm flipV="1">
              <a:off x="4860032" y="2097192"/>
              <a:ext cx="0" cy="395704"/>
            </a:xfrm>
            <a:prstGeom prst="straightConnector1">
              <a:avLst/>
            </a:prstGeom>
            <a:noFill/>
            <a:ln w="25400" algn="ctr">
              <a:solidFill>
                <a:schemeClr val="accent1"/>
              </a:solidFill>
              <a:round/>
              <a:headEnd/>
              <a:tailEnd type="arrow" w="med" len="med"/>
            </a:ln>
            <a:extLst>
              <a:ext uri="{909E8E84-426E-40DD-AFC4-6F175D3DCCD1}">
                <a14:hiddenFill xmlns:a14="http://schemas.microsoft.com/office/drawing/2010/main">
                  <a:noFill/>
                </a14:hiddenFill>
              </a:ext>
            </a:extLst>
          </p:spPr>
        </p:cxnSp>
      </p:grpSp>
      <p:grpSp>
        <p:nvGrpSpPr>
          <p:cNvPr id="118" name="Group 257">
            <a:extLst>
              <a:ext uri="{FF2B5EF4-FFF2-40B4-BE49-F238E27FC236}">
                <a16:creationId xmlns:a16="http://schemas.microsoft.com/office/drawing/2014/main" id="{A2A0490C-F5E8-C042-9BF0-4CAC2B974201}"/>
              </a:ext>
            </a:extLst>
          </p:cNvPr>
          <p:cNvGrpSpPr>
            <a:grpSpLocks/>
          </p:cNvGrpSpPr>
          <p:nvPr/>
        </p:nvGrpSpPr>
        <p:grpSpPr bwMode="auto">
          <a:xfrm>
            <a:off x="9853132" y="3192630"/>
            <a:ext cx="1260475" cy="3498850"/>
            <a:chOff x="3815916" y="2097193"/>
            <a:chExt cx="1260140" cy="3498194"/>
          </a:xfrm>
        </p:grpSpPr>
        <p:cxnSp>
          <p:nvCxnSpPr>
            <p:cNvPr id="119" name="Straight Connector 258">
              <a:extLst>
                <a:ext uri="{FF2B5EF4-FFF2-40B4-BE49-F238E27FC236}">
                  <a16:creationId xmlns:a16="http://schemas.microsoft.com/office/drawing/2014/main" id="{88B38334-B778-3444-93B1-68DBC779BD97}"/>
                </a:ext>
              </a:extLst>
            </p:cNvPr>
            <p:cNvCxnSpPr>
              <a:cxnSpLocks noChangeShapeType="1"/>
            </p:cNvCxnSpPr>
            <p:nvPr/>
          </p:nvCxnSpPr>
          <p:spPr bwMode="auto">
            <a:xfrm flipV="1">
              <a:off x="3815916" y="5409220"/>
              <a:ext cx="0" cy="186167"/>
            </a:xfrm>
            <a:prstGeom prst="line">
              <a:avLst/>
            </a:prstGeom>
            <a:noFill/>
            <a:ln w="25400" algn="ctr">
              <a:solidFill>
                <a:schemeClr val="accent1"/>
              </a:solidFill>
              <a:round/>
              <a:headEnd/>
              <a:tailEnd/>
            </a:ln>
            <a:extLst>
              <a:ext uri="{909E8E84-426E-40DD-AFC4-6F175D3DCCD1}">
                <a14:hiddenFill xmlns:a14="http://schemas.microsoft.com/office/drawing/2010/main">
                  <a:noFill/>
                </a14:hiddenFill>
              </a:ext>
            </a:extLst>
          </p:spPr>
        </p:cxnSp>
        <p:cxnSp>
          <p:nvCxnSpPr>
            <p:cNvPr id="120" name="Straight Connector 259">
              <a:extLst>
                <a:ext uri="{FF2B5EF4-FFF2-40B4-BE49-F238E27FC236}">
                  <a16:creationId xmlns:a16="http://schemas.microsoft.com/office/drawing/2014/main" id="{543E06D0-248B-D44D-A9FC-DE0F49EB787E}"/>
                </a:ext>
              </a:extLst>
            </p:cNvPr>
            <p:cNvCxnSpPr>
              <a:cxnSpLocks noChangeShapeType="1"/>
            </p:cNvCxnSpPr>
            <p:nvPr/>
          </p:nvCxnSpPr>
          <p:spPr bwMode="auto">
            <a:xfrm flipH="1">
              <a:off x="3815916" y="5409220"/>
              <a:ext cx="1260140" cy="0"/>
            </a:xfrm>
            <a:prstGeom prst="line">
              <a:avLst/>
            </a:prstGeom>
            <a:noFill/>
            <a:ln w="25400" algn="ctr">
              <a:solidFill>
                <a:schemeClr val="accent1"/>
              </a:solidFill>
              <a:round/>
              <a:headEnd/>
              <a:tailEnd/>
            </a:ln>
            <a:extLst>
              <a:ext uri="{909E8E84-426E-40DD-AFC4-6F175D3DCCD1}">
                <a14:hiddenFill xmlns:a14="http://schemas.microsoft.com/office/drawing/2010/main">
                  <a:noFill/>
                </a14:hiddenFill>
              </a:ext>
            </a:extLst>
          </p:spPr>
        </p:cxnSp>
        <p:cxnSp>
          <p:nvCxnSpPr>
            <p:cNvPr id="121" name="Straight Arrow Connector 260">
              <a:extLst>
                <a:ext uri="{FF2B5EF4-FFF2-40B4-BE49-F238E27FC236}">
                  <a16:creationId xmlns:a16="http://schemas.microsoft.com/office/drawing/2014/main" id="{D62A0FE2-A804-C044-BDAA-1A4390A436CB}"/>
                </a:ext>
              </a:extLst>
            </p:cNvPr>
            <p:cNvCxnSpPr>
              <a:cxnSpLocks noChangeShapeType="1"/>
            </p:cNvCxnSpPr>
            <p:nvPr/>
          </p:nvCxnSpPr>
          <p:spPr bwMode="auto">
            <a:xfrm flipV="1">
              <a:off x="5076056" y="2097193"/>
              <a:ext cx="0" cy="3312027"/>
            </a:xfrm>
            <a:prstGeom prst="straightConnector1">
              <a:avLst/>
            </a:prstGeom>
            <a:noFill/>
            <a:ln w="25400" algn="ctr">
              <a:solidFill>
                <a:schemeClr val="accent1"/>
              </a:solidFill>
              <a:round/>
              <a:headEnd/>
              <a:tailEnd type="arrow" w="med" len="med"/>
            </a:ln>
            <a:extLst>
              <a:ext uri="{909E8E84-426E-40DD-AFC4-6F175D3DCCD1}">
                <a14:hiddenFill xmlns:a14="http://schemas.microsoft.com/office/drawing/2010/main">
                  <a:noFill/>
                </a14:hiddenFill>
              </a:ext>
            </a:extLst>
          </p:spPr>
        </p:cxnSp>
      </p:grpSp>
      <p:sp>
        <p:nvSpPr>
          <p:cNvPr id="122" name="Rectangle 19">
            <a:extLst>
              <a:ext uri="{FF2B5EF4-FFF2-40B4-BE49-F238E27FC236}">
                <a16:creationId xmlns:a16="http://schemas.microsoft.com/office/drawing/2014/main" id="{DD357F4E-22D2-4646-BFA0-B45798534DF5}"/>
              </a:ext>
            </a:extLst>
          </p:cNvPr>
          <p:cNvSpPr>
            <a:spLocks noChangeArrowheads="1"/>
          </p:cNvSpPr>
          <p:nvPr/>
        </p:nvSpPr>
        <p:spPr bwMode="auto">
          <a:xfrm>
            <a:off x="7389329" y="2271165"/>
            <a:ext cx="2205678" cy="828432"/>
          </a:xfrm>
          <a:prstGeom prst="rect">
            <a:avLst/>
          </a:prstGeom>
          <a:solidFill>
            <a:schemeClr val="bg2">
              <a:lumMod val="75000"/>
              <a:alpha val="39000"/>
            </a:schemeClr>
          </a:solidFill>
          <a:ln w="9525">
            <a:noFill/>
            <a:miter lim="800000"/>
            <a:headEnd/>
            <a:tailEnd/>
          </a:ln>
          <a:effectLst/>
        </p:spPr>
        <p:txBody>
          <a:bodyPr wrap="square" lIns="90488" tIns="44450" rIns="90488" bIns="44450" anchor="ctr">
            <a:spAutoFit/>
          </a:bodyPr>
          <a:lstStyle/>
          <a:p>
            <a:pPr marL="0" marR="0" lvl="0" indent="0" algn="ctr" defTabSz="812810" rtl="0" eaLnBrk="1" fontAlgn="auto" latinLnBrk="0" hangingPunct="1">
              <a:lnSpc>
                <a:spcPct val="100000"/>
              </a:lnSpc>
              <a:spcBef>
                <a:spcPts val="0"/>
              </a:spcBef>
              <a:spcAft>
                <a:spcPts val="0"/>
              </a:spcAft>
              <a:buClrTx/>
              <a:buSzTx/>
              <a:buFontTx/>
              <a:buNone/>
              <a:tabLst/>
              <a:defRPr/>
            </a:pPr>
            <a:r>
              <a:rPr kumimoji="0" lang="en-US" sz="1600" b="0" i="0" u="none" strike="noStrike" kern="0" cap="none" spc="0" normalizeH="0" baseline="0" noProof="0" dirty="0">
                <a:ln>
                  <a:noFill/>
                </a:ln>
                <a:solidFill>
                  <a:srgbClr val="00274C"/>
                </a:solidFill>
                <a:effectLst/>
                <a:uLnTx/>
                <a:uFillTx/>
                <a:latin typeface="Arial" panose="020B0604020202020204" pitchFamily="34" charset="0"/>
                <a:ea typeface="+mn-ea"/>
                <a:cs typeface="Arial" panose="020B0604020202020204" pitchFamily="34" charset="0"/>
              </a:rPr>
              <a:t>Disposal, redmud from bauxite digestion</a:t>
            </a:r>
          </a:p>
          <a:p>
            <a:pPr marL="0" marR="0" lvl="0" indent="0" algn="ctr" defTabSz="812810" rtl="0" eaLnBrk="1" fontAlgn="auto" latinLnBrk="0" hangingPunct="1">
              <a:lnSpc>
                <a:spcPct val="100000"/>
              </a:lnSpc>
              <a:spcBef>
                <a:spcPts val="0"/>
              </a:spcBef>
              <a:spcAft>
                <a:spcPts val="0"/>
              </a:spcAft>
              <a:buClrTx/>
              <a:buSzTx/>
              <a:buFontTx/>
              <a:buNone/>
              <a:tabLst/>
              <a:defRPr/>
            </a:pPr>
            <a:r>
              <a:rPr kumimoji="0" lang="en-US" sz="1600" b="0" i="0" u="none" strike="noStrike" kern="0" cap="none" spc="0" normalizeH="0" baseline="0" noProof="0" dirty="0">
                <a:ln>
                  <a:noFill/>
                </a:ln>
                <a:solidFill>
                  <a:srgbClr val="00274C"/>
                </a:solidFill>
                <a:effectLst/>
                <a:uLnTx/>
                <a:uFillTx/>
                <a:latin typeface="Arial" panose="020B0604020202020204" pitchFamily="34" charset="0"/>
                <a:ea typeface="+mn-ea"/>
                <a:cs typeface="Arial" panose="020B0604020202020204" pitchFamily="34" charset="0"/>
              </a:rPr>
              <a:t>1.36 kg </a:t>
            </a:r>
          </a:p>
        </p:txBody>
      </p:sp>
      <p:sp>
        <p:nvSpPr>
          <p:cNvPr id="123" name="Rectangle 19">
            <a:extLst>
              <a:ext uri="{FF2B5EF4-FFF2-40B4-BE49-F238E27FC236}">
                <a16:creationId xmlns:a16="http://schemas.microsoft.com/office/drawing/2014/main" id="{C4002B92-6FA2-B049-BDC1-DB1F64F6EAB1}"/>
              </a:ext>
            </a:extLst>
          </p:cNvPr>
          <p:cNvSpPr>
            <a:spLocks noChangeArrowheads="1"/>
          </p:cNvSpPr>
          <p:nvPr/>
        </p:nvSpPr>
        <p:spPr bwMode="auto">
          <a:xfrm>
            <a:off x="13086869" y="2119602"/>
            <a:ext cx="1873250" cy="828432"/>
          </a:xfrm>
          <a:prstGeom prst="rect">
            <a:avLst/>
          </a:prstGeom>
          <a:solidFill>
            <a:schemeClr val="bg2">
              <a:lumMod val="75000"/>
              <a:alpha val="39000"/>
            </a:schemeClr>
          </a:solidFill>
          <a:ln w="9525">
            <a:noFill/>
            <a:miter lim="800000"/>
            <a:headEnd/>
            <a:tailEnd/>
          </a:ln>
          <a:effectLst/>
        </p:spPr>
        <p:txBody>
          <a:bodyPr lIns="90488" tIns="44450" rIns="90488" bIns="44450" anchor="ctr">
            <a:spAutoFit/>
          </a:bodyPr>
          <a:lstStyle/>
          <a:p>
            <a:pPr marL="0" marR="0" lvl="0" indent="0" algn="ctr" defTabSz="812810" rtl="0" eaLnBrk="1" fontAlgn="auto" latinLnBrk="0" hangingPunct="1">
              <a:lnSpc>
                <a:spcPct val="100000"/>
              </a:lnSpc>
              <a:spcBef>
                <a:spcPts val="0"/>
              </a:spcBef>
              <a:spcAft>
                <a:spcPts val="0"/>
              </a:spcAft>
              <a:buClrTx/>
              <a:buSzTx/>
              <a:buFontTx/>
              <a:buNone/>
              <a:tabLst/>
              <a:defRPr/>
            </a:pPr>
            <a:r>
              <a:rPr kumimoji="0" lang="en-US" sz="1600" b="0" i="0" u="none" strike="noStrike" kern="0" cap="none" spc="0" normalizeH="0" baseline="0" noProof="0" dirty="0">
                <a:ln>
                  <a:noFill/>
                </a:ln>
                <a:solidFill>
                  <a:srgbClr val="00274C"/>
                </a:solidFill>
                <a:effectLst/>
                <a:uLnTx/>
                <a:uFillTx/>
                <a:latin typeface="Arial" panose="020B0604020202020204" pitchFamily="34" charset="0"/>
                <a:ea typeface="+mn-ea"/>
                <a:cs typeface="Arial" panose="020B0604020202020204" pitchFamily="34" charset="0"/>
              </a:rPr>
              <a:t>Disposal, filter dust Al electrolysis</a:t>
            </a:r>
          </a:p>
          <a:p>
            <a:pPr marL="0" marR="0" lvl="0" indent="0" algn="ctr" defTabSz="812810" rtl="0" eaLnBrk="1" fontAlgn="auto" latinLnBrk="0" hangingPunct="1">
              <a:lnSpc>
                <a:spcPct val="100000"/>
              </a:lnSpc>
              <a:spcBef>
                <a:spcPts val="0"/>
              </a:spcBef>
              <a:spcAft>
                <a:spcPts val="0"/>
              </a:spcAft>
              <a:buClrTx/>
              <a:buSzTx/>
              <a:buFontTx/>
              <a:buNone/>
              <a:tabLst/>
              <a:defRPr/>
            </a:pPr>
            <a:r>
              <a:rPr kumimoji="0" lang="en-US" sz="1600" b="0" i="0" u="none" strike="noStrike" kern="0" cap="none" spc="0" normalizeH="0" baseline="0" noProof="0" dirty="0">
                <a:ln>
                  <a:noFill/>
                </a:ln>
                <a:solidFill>
                  <a:srgbClr val="00274C"/>
                </a:solidFill>
                <a:effectLst/>
                <a:uLnTx/>
                <a:uFillTx/>
                <a:latin typeface="Arial" panose="020B0604020202020204" pitchFamily="34" charset="0"/>
                <a:ea typeface="+mn-ea"/>
                <a:cs typeface="Arial" panose="020B0604020202020204" pitchFamily="34" charset="0"/>
              </a:rPr>
              <a:t>2.00 g </a:t>
            </a:r>
          </a:p>
        </p:txBody>
      </p:sp>
      <p:grpSp>
        <p:nvGrpSpPr>
          <p:cNvPr id="124" name="Group 99">
            <a:extLst>
              <a:ext uri="{FF2B5EF4-FFF2-40B4-BE49-F238E27FC236}">
                <a16:creationId xmlns:a16="http://schemas.microsoft.com/office/drawing/2014/main" id="{BE07B18F-DAA1-7446-B587-3CAC12D39FF8}"/>
              </a:ext>
            </a:extLst>
          </p:cNvPr>
          <p:cNvGrpSpPr>
            <a:grpSpLocks/>
          </p:cNvGrpSpPr>
          <p:nvPr/>
        </p:nvGrpSpPr>
        <p:grpSpPr bwMode="auto">
          <a:xfrm rot="5400000">
            <a:off x="12438375" y="2145674"/>
            <a:ext cx="331787" cy="965200"/>
            <a:chOff x="4860032" y="2097192"/>
            <a:chExt cx="972108" cy="611728"/>
          </a:xfrm>
        </p:grpSpPr>
        <p:cxnSp>
          <p:nvCxnSpPr>
            <p:cNvPr id="125" name="Straight Connector 100">
              <a:extLst>
                <a:ext uri="{FF2B5EF4-FFF2-40B4-BE49-F238E27FC236}">
                  <a16:creationId xmlns:a16="http://schemas.microsoft.com/office/drawing/2014/main" id="{6724C86E-F544-CB4B-B203-08D24B38481A}"/>
                </a:ext>
              </a:extLst>
            </p:cNvPr>
            <p:cNvCxnSpPr>
              <a:cxnSpLocks noChangeShapeType="1"/>
            </p:cNvCxnSpPr>
            <p:nvPr/>
          </p:nvCxnSpPr>
          <p:spPr bwMode="auto">
            <a:xfrm flipV="1">
              <a:off x="5832140" y="2492896"/>
              <a:ext cx="0" cy="216024"/>
            </a:xfrm>
            <a:prstGeom prst="line">
              <a:avLst/>
            </a:prstGeom>
            <a:noFill/>
            <a:ln w="25400" algn="ctr">
              <a:solidFill>
                <a:schemeClr val="accent1"/>
              </a:solidFill>
              <a:round/>
              <a:headEnd/>
              <a:tailEnd/>
            </a:ln>
            <a:extLst>
              <a:ext uri="{909E8E84-426E-40DD-AFC4-6F175D3DCCD1}">
                <a14:hiddenFill xmlns:a14="http://schemas.microsoft.com/office/drawing/2010/main">
                  <a:noFill/>
                </a14:hiddenFill>
              </a:ext>
            </a:extLst>
          </p:spPr>
        </p:cxnSp>
        <p:cxnSp>
          <p:nvCxnSpPr>
            <p:cNvPr id="126" name="Straight Connector 101">
              <a:extLst>
                <a:ext uri="{FF2B5EF4-FFF2-40B4-BE49-F238E27FC236}">
                  <a16:creationId xmlns:a16="http://schemas.microsoft.com/office/drawing/2014/main" id="{404A5E07-1F1E-4D47-8FD4-8E3465EA5E3D}"/>
                </a:ext>
              </a:extLst>
            </p:cNvPr>
            <p:cNvCxnSpPr>
              <a:cxnSpLocks noChangeShapeType="1"/>
            </p:cNvCxnSpPr>
            <p:nvPr/>
          </p:nvCxnSpPr>
          <p:spPr bwMode="auto">
            <a:xfrm flipH="1">
              <a:off x="4860032" y="2492896"/>
              <a:ext cx="972108" cy="0"/>
            </a:xfrm>
            <a:prstGeom prst="line">
              <a:avLst/>
            </a:prstGeom>
            <a:noFill/>
            <a:ln w="25400" algn="ctr">
              <a:solidFill>
                <a:schemeClr val="accent1"/>
              </a:solidFill>
              <a:round/>
              <a:headEnd/>
              <a:tailEnd/>
            </a:ln>
            <a:extLst>
              <a:ext uri="{909E8E84-426E-40DD-AFC4-6F175D3DCCD1}">
                <a14:hiddenFill xmlns:a14="http://schemas.microsoft.com/office/drawing/2010/main">
                  <a:noFill/>
                </a14:hiddenFill>
              </a:ext>
            </a:extLst>
          </p:spPr>
        </p:cxnSp>
        <p:cxnSp>
          <p:nvCxnSpPr>
            <p:cNvPr id="127" name="Straight Arrow Connector 102">
              <a:extLst>
                <a:ext uri="{FF2B5EF4-FFF2-40B4-BE49-F238E27FC236}">
                  <a16:creationId xmlns:a16="http://schemas.microsoft.com/office/drawing/2014/main" id="{28F7ECDC-CEF6-6547-9B33-122C5322074A}"/>
                </a:ext>
              </a:extLst>
            </p:cNvPr>
            <p:cNvCxnSpPr>
              <a:cxnSpLocks noChangeShapeType="1"/>
            </p:cNvCxnSpPr>
            <p:nvPr/>
          </p:nvCxnSpPr>
          <p:spPr bwMode="auto">
            <a:xfrm flipV="1">
              <a:off x="4860032" y="2097192"/>
              <a:ext cx="0" cy="395704"/>
            </a:xfrm>
            <a:prstGeom prst="straightConnector1">
              <a:avLst/>
            </a:prstGeom>
            <a:noFill/>
            <a:ln w="25400" algn="ctr">
              <a:solidFill>
                <a:schemeClr val="accent1"/>
              </a:solidFill>
              <a:round/>
              <a:headEnd/>
              <a:tailEnd type="arrow" w="med" len="med"/>
            </a:ln>
            <a:extLst>
              <a:ext uri="{909E8E84-426E-40DD-AFC4-6F175D3DCCD1}">
                <a14:hiddenFill xmlns:a14="http://schemas.microsoft.com/office/drawing/2010/main">
                  <a:noFill/>
                </a14:hiddenFill>
              </a:ext>
            </a:extLst>
          </p:spPr>
        </p:cxnSp>
      </p:grpSp>
      <p:grpSp>
        <p:nvGrpSpPr>
          <p:cNvPr id="128" name="Group 103">
            <a:extLst>
              <a:ext uri="{FF2B5EF4-FFF2-40B4-BE49-F238E27FC236}">
                <a16:creationId xmlns:a16="http://schemas.microsoft.com/office/drawing/2014/main" id="{652778BD-4D46-874D-959D-06D7E93DBD61}"/>
              </a:ext>
            </a:extLst>
          </p:cNvPr>
          <p:cNvGrpSpPr>
            <a:grpSpLocks/>
          </p:cNvGrpSpPr>
          <p:nvPr/>
        </p:nvGrpSpPr>
        <p:grpSpPr bwMode="auto">
          <a:xfrm rot="5400000" flipV="1">
            <a:off x="9906313" y="2136148"/>
            <a:ext cx="330200" cy="941388"/>
            <a:chOff x="4860032" y="2097192"/>
            <a:chExt cx="972108" cy="611728"/>
          </a:xfrm>
        </p:grpSpPr>
        <p:cxnSp>
          <p:nvCxnSpPr>
            <p:cNvPr id="129" name="Straight Connector 104">
              <a:extLst>
                <a:ext uri="{FF2B5EF4-FFF2-40B4-BE49-F238E27FC236}">
                  <a16:creationId xmlns:a16="http://schemas.microsoft.com/office/drawing/2014/main" id="{80B53CB7-E411-9144-8BF2-97372D5B8366}"/>
                </a:ext>
              </a:extLst>
            </p:cNvPr>
            <p:cNvCxnSpPr>
              <a:cxnSpLocks noChangeShapeType="1"/>
            </p:cNvCxnSpPr>
            <p:nvPr/>
          </p:nvCxnSpPr>
          <p:spPr bwMode="auto">
            <a:xfrm flipV="1">
              <a:off x="5832140" y="2492896"/>
              <a:ext cx="0" cy="216024"/>
            </a:xfrm>
            <a:prstGeom prst="line">
              <a:avLst/>
            </a:prstGeom>
            <a:noFill/>
            <a:ln w="25400" algn="ctr">
              <a:solidFill>
                <a:schemeClr val="accent1"/>
              </a:solidFill>
              <a:round/>
              <a:headEnd/>
              <a:tailEnd/>
            </a:ln>
            <a:extLst>
              <a:ext uri="{909E8E84-426E-40DD-AFC4-6F175D3DCCD1}">
                <a14:hiddenFill xmlns:a14="http://schemas.microsoft.com/office/drawing/2010/main">
                  <a:noFill/>
                </a14:hiddenFill>
              </a:ext>
            </a:extLst>
          </p:spPr>
        </p:cxnSp>
        <p:cxnSp>
          <p:nvCxnSpPr>
            <p:cNvPr id="130" name="Straight Connector 105">
              <a:extLst>
                <a:ext uri="{FF2B5EF4-FFF2-40B4-BE49-F238E27FC236}">
                  <a16:creationId xmlns:a16="http://schemas.microsoft.com/office/drawing/2014/main" id="{24DE60CB-CBA4-0B4C-9E1C-5C40E699454F}"/>
                </a:ext>
              </a:extLst>
            </p:cNvPr>
            <p:cNvCxnSpPr>
              <a:cxnSpLocks noChangeShapeType="1"/>
            </p:cNvCxnSpPr>
            <p:nvPr/>
          </p:nvCxnSpPr>
          <p:spPr bwMode="auto">
            <a:xfrm flipH="1">
              <a:off x="4860032" y="2492896"/>
              <a:ext cx="972108" cy="0"/>
            </a:xfrm>
            <a:prstGeom prst="line">
              <a:avLst/>
            </a:prstGeom>
            <a:noFill/>
            <a:ln w="25400" algn="ctr">
              <a:solidFill>
                <a:schemeClr val="accent1"/>
              </a:solidFill>
              <a:round/>
              <a:headEnd/>
              <a:tailEnd/>
            </a:ln>
            <a:extLst>
              <a:ext uri="{909E8E84-426E-40DD-AFC4-6F175D3DCCD1}">
                <a14:hiddenFill xmlns:a14="http://schemas.microsoft.com/office/drawing/2010/main">
                  <a:noFill/>
                </a14:hiddenFill>
              </a:ext>
            </a:extLst>
          </p:spPr>
        </p:cxnSp>
        <p:cxnSp>
          <p:nvCxnSpPr>
            <p:cNvPr id="131" name="Straight Arrow Connector 106">
              <a:extLst>
                <a:ext uri="{FF2B5EF4-FFF2-40B4-BE49-F238E27FC236}">
                  <a16:creationId xmlns:a16="http://schemas.microsoft.com/office/drawing/2014/main" id="{DD8B9F05-1C02-3742-B4F3-E102669552C0}"/>
                </a:ext>
              </a:extLst>
            </p:cNvPr>
            <p:cNvCxnSpPr>
              <a:cxnSpLocks noChangeShapeType="1"/>
            </p:cNvCxnSpPr>
            <p:nvPr/>
          </p:nvCxnSpPr>
          <p:spPr bwMode="auto">
            <a:xfrm flipV="1">
              <a:off x="4860032" y="2097192"/>
              <a:ext cx="0" cy="395704"/>
            </a:xfrm>
            <a:prstGeom prst="straightConnector1">
              <a:avLst/>
            </a:prstGeom>
            <a:noFill/>
            <a:ln w="25400" algn="ctr">
              <a:solidFill>
                <a:schemeClr val="accent1"/>
              </a:solidFill>
              <a:round/>
              <a:headEnd/>
              <a:tailEnd type="arrow" w="med" len="med"/>
            </a:ln>
            <a:extLst>
              <a:ext uri="{909E8E84-426E-40DD-AFC4-6F175D3DCCD1}">
                <a14:hiddenFill xmlns:a14="http://schemas.microsoft.com/office/drawing/2010/main">
                  <a:noFill/>
                </a14:hiddenFill>
              </a:ext>
            </a:extLst>
          </p:spPr>
        </p:cxnSp>
      </p:grpSp>
      <p:sp>
        <p:nvSpPr>
          <p:cNvPr id="132" name="TextBox 68">
            <a:extLst>
              <a:ext uri="{FF2B5EF4-FFF2-40B4-BE49-F238E27FC236}">
                <a16:creationId xmlns:a16="http://schemas.microsoft.com/office/drawing/2014/main" id="{464F923C-3B40-4C43-9A54-77B0FC108EB2}"/>
              </a:ext>
            </a:extLst>
          </p:cNvPr>
          <p:cNvSpPr txBox="1">
            <a:spLocks noChangeArrowheads="1"/>
          </p:cNvSpPr>
          <p:nvPr/>
        </p:nvSpPr>
        <p:spPr bwMode="auto">
          <a:xfrm>
            <a:off x="2411626" y="3480482"/>
            <a:ext cx="3531696"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ctr" defTabSz="812810" rtl="0" eaLnBrk="1" fontAlgn="auto" latinLnBrk="0" hangingPunct="1">
              <a:lnSpc>
                <a:spcPct val="100000"/>
              </a:lnSpc>
              <a:spcBef>
                <a:spcPts val="0"/>
              </a:spcBef>
              <a:spcAft>
                <a:spcPts val="0"/>
              </a:spcAft>
              <a:buClrTx/>
              <a:buSzTx/>
              <a:buFontTx/>
              <a:buNone/>
              <a:tabLst/>
              <a:defRPr/>
            </a:pPr>
            <a:r>
              <a:rPr kumimoji="0" lang="en-US" altLang="en-US" sz="2400" b="0" i="0" u="none" strike="noStrike" kern="1200" cap="none" spc="0" normalizeH="0" baseline="0" noProof="0" dirty="0">
                <a:ln>
                  <a:noFill/>
                </a:ln>
                <a:solidFill>
                  <a:srgbClr val="00B2A9"/>
                </a:solidFill>
                <a:effectLst/>
                <a:uLnTx/>
                <a:uFillTx/>
                <a:latin typeface="Arial" panose="020B0604020202020204" pitchFamily="34" charset="0"/>
                <a:ea typeface="+mn-ea"/>
                <a:cs typeface="+mn-cs"/>
              </a:rPr>
              <a:t>1.93 </a:t>
            </a:r>
            <a:r>
              <a:rPr kumimoji="0" lang="en-US" altLang="en-US" sz="2400" b="0" i="0" u="none" strike="noStrike" kern="1200" cap="none" spc="0" normalizeH="0" baseline="0" noProof="0" dirty="0" err="1">
                <a:ln>
                  <a:noFill/>
                </a:ln>
                <a:solidFill>
                  <a:srgbClr val="00B2A9"/>
                </a:solidFill>
                <a:effectLst/>
                <a:uLnTx/>
                <a:uFillTx/>
                <a:latin typeface="Arial" panose="020B0604020202020204" pitchFamily="34" charset="0"/>
                <a:ea typeface="+mn-ea"/>
                <a:cs typeface="+mn-cs"/>
              </a:rPr>
              <a:t>kg</a:t>
            </a:r>
            <a:r>
              <a:rPr kumimoji="0" lang="en-US" altLang="en-US" sz="2400" b="0" i="0" u="none" strike="noStrike" kern="1200" cap="none" spc="0" normalizeH="0" baseline="-25000" noProof="0" dirty="0" err="1">
                <a:ln>
                  <a:noFill/>
                </a:ln>
                <a:solidFill>
                  <a:srgbClr val="00B2A9"/>
                </a:solidFill>
                <a:effectLst/>
                <a:uLnTx/>
                <a:uFillTx/>
                <a:latin typeface="Arial" panose="020B0604020202020204" pitchFamily="34" charset="0"/>
                <a:ea typeface="+mn-ea"/>
                <a:cs typeface="+mn-cs"/>
              </a:rPr>
              <a:t>Al</a:t>
            </a:r>
            <a:r>
              <a:rPr kumimoji="0" lang="en-US" altLang="en-US" sz="2400" b="0" i="0" u="none" strike="noStrike" kern="1200" cap="none" spc="0" normalizeH="0" baseline="-25000" noProof="0" dirty="0">
                <a:ln>
                  <a:noFill/>
                </a:ln>
                <a:solidFill>
                  <a:srgbClr val="00B2A9"/>
                </a:solidFill>
                <a:effectLst/>
                <a:uLnTx/>
                <a:uFillTx/>
                <a:latin typeface="Arial" panose="020B0604020202020204" pitchFamily="34" charset="0"/>
                <a:ea typeface="+mn-ea"/>
                <a:cs typeface="+mn-cs"/>
              </a:rPr>
              <a:t> oxide </a:t>
            </a:r>
            <a:r>
              <a:rPr kumimoji="0" lang="en-US" altLang="en-US" sz="2400" b="0" i="0" u="none" strike="noStrike" kern="1200" cap="none" spc="0" normalizeH="0" baseline="0" noProof="0" dirty="0">
                <a:ln>
                  <a:noFill/>
                </a:ln>
                <a:solidFill>
                  <a:srgbClr val="00B2A9"/>
                </a:solidFill>
                <a:effectLst/>
                <a:uLnTx/>
                <a:uFillTx/>
                <a:latin typeface="Arial" panose="020B0604020202020204" pitchFamily="34" charset="0"/>
                <a:ea typeface="+mn-ea"/>
                <a:cs typeface="+mn-cs"/>
              </a:rPr>
              <a:t>/ </a:t>
            </a:r>
            <a:r>
              <a:rPr kumimoji="0" lang="en-US" altLang="en-US" sz="2400" b="0" i="0" u="none" strike="noStrike" kern="1200" cap="none" spc="0" normalizeH="0" baseline="0" noProof="0" dirty="0" err="1">
                <a:ln>
                  <a:noFill/>
                </a:ln>
                <a:solidFill>
                  <a:srgbClr val="00B2A9"/>
                </a:solidFill>
                <a:effectLst/>
                <a:uLnTx/>
                <a:uFillTx/>
                <a:latin typeface="Arial" panose="020B0604020202020204" pitchFamily="34" charset="0"/>
                <a:ea typeface="+mn-ea"/>
                <a:cs typeface="+mn-cs"/>
              </a:rPr>
              <a:t>kg</a:t>
            </a:r>
            <a:r>
              <a:rPr kumimoji="0" lang="en-US" altLang="en-US" sz="2400" b="0" i="0" u="none" strike="noStrike" kern="1200" cap="none" spc="0" normalizeH="0" baseline="-25000" noProof="0" dirty="0" err="1">
                <a:ln>
                  <a:noFill/>
                </a:ln>
                <a:solidFill>
                  <a:srgbClr val="00B2A9"/>
                </a:solidFill>
                <a:effectLst/>
                <a:uLnTx/>
                <a:uFillTx/>
                <a:latin typeface="Arial" panose="020B0604020202020204" pitchFamily="34" charset="0"/>
                <a:ea typeface="+mn-ea"/>
                <a:cs typeface="+mn-cs"/>
              </a:rPr>
              <a:t>Al</a:t>
            </a:r>
            <a:r>
              <a:rPr kumimoji="0" lang="en-US" altLang="en-US" sz="2400" b="0" i="0" u="none" strike="noStrike" kern="1200" cap="none" spc="0" normalizeH="0" baseline="-25000" noProof="0" dirty="0">
                <a:ln>
                  <a:noFill/>
                </a:ln>
                <a:solidFill>
                  <a:srgbClr val="00B2A9"/>
                </a:solidFill>
                <a:effectLst/>
                <a:uLnTx/>
                <a:uFillTx/>
                <a:latin typeface="Arial" panose="020B0604020202020204" pitchFamily="34" charset="0"/>
                <a:ea typeface="+mn-ea"/>
                <a:cs typeface="+mn-cs"/>
              </a:rPr>
              <a:t> liquid</a:t>
            </a:r>
          </a:p>
        </p:txBody>
      </p:sp>
      <p:sp>
        <p:nvSpPr>
          <p:cNvPr id="133" name="Rectangle 19">
            <a:extLst>
              <a:ext uri="{FF2B5EF4-FFF2-40B4-BE49-F238E27FC236}">
                <a16:creationId xmlns:a16="http://schemas.microsoft.com/office/drawing/2014/main" id="{5F6B774C-6F44-244E-8A58-454D1CDEBB40}"/>
              </a:ext>
            </a:extLst>
          </p:cNvPr>
          <p:cNvSpPr>
            <a:spLocks noChangeArrowheads="1"/>
          </p:cNvSpPr>
          <p:nvPr/>
        </p:nvSpPr>
        <p:spPr bwMode="auto">
          <a:xfrm>
            <a:off x="10537344" y="2364077"/>
            <a:ext cx="1584325" cy="828432"/>
          </a:xfrm>
          <a:prstGeom prst="rect">
            <a:avLst/>
          </a:prstGeom>
          <a:solidFill>
            <a:schemeClr val="accent6">
              <a:alpha val="15000"/>
            </a:schemeClr>
          </a:solidFill>
          <a:ln w="9525">
            <a:noFill/>
            <a:miter lim="800000"/>
            <a:headEnd/>
            <a:tailEnd/>
          </a:ln>
          <a:effectLst/>
        </p:spPr>
        <p:txBody>
          <a:bodyPr lIns="90488" tIns="44450" rIns="90488" bIns="44450" anchor="ctr">
            <a:spAutoFit/>
          </a:bodyPr>
          <a:lstStyle/>
          <a:p>
            <a:pPr marL="0" marR="0" lvl="0" indent="0" algn="ctr" defTabSz="812810" rtl="0" eaLnBrk="1" fontAlgn="auto" latinLnBrk="0" hangingPunct="1">
              <a:lnSpc>
                <a:spcPct val="100000"/>
              </a:lnSpc>
              <a:spcBef>
                <a:spcPts val="0"/>
              </a:spcBef>
              <a:spcAft>
                <a:spcPts val="0"/>
              </a:spcAft>
              <a:buClrTx/>
              <a:buSzTx/>
              <a:buFontTx/>
              <a:buNone/>
              <a:tabLst/>
              <a:defRPr/>
            </a:pPr>
            <a:r>
              <a:rPr kumimoji="0" lang="en-US" sz="1600" b="1" i="0" u="none" strike="noStrike" kern="0" cap="none" spc="0" normalizeH="0" baseline="0" noProof="0" dirty="0">
                <a:ln>
                  <a:noFill/>
                </a:ln>
                <a:solidFill>
                  <a:srgbClr val="00B2A9"/>
                </a:solidFill>
                <a:effectLst/>
                <a:uLnTx/>
                <a:uFillTx/>
                <a:latin typeface="Arial" panose="020B0604020202020204" pitchFamily="34" charset="0"/>
                <a:ea typeface="+mn-ea"/>
                <a:cs typeface="Arial" panose="020B0604020202020204" pitchFamily="34" charset="0"/>
              </a:rPr>
              <a:t>Aluminum, </a:t>
            </a:r>
            <a:r>
              <a:rPr kumimoji="0" lang="en-US" sz="1600" b="1" i="0" u="none" strike="noStrike" kern="0" cap="none" spc="0" normalizeH="0" baseline="0" noProof="0" dirty="0" err="1">
                <a:ln>
                  <a:noFill/>
                </a:ln>
                <a:solidFill>
                  <a:srgbClr val="00B2A9"/>
                </a:solidFill>
                <a:effectLst/>
                <a:uLnTx/>
                <a:uFillTx/>
                <a:latin typeface="Arial" panose="020B0604020202020204" pitchFamily="34" charset="0"/>
                <a:ea typeface="+mn-ea"/>
                <a:cs typeface="Arial" panose="020B0604020202020204" pitchFamily="34" charset="0"/>
              </a:rPr>
              <a:t>primary,liquid</a:t>
            </a:r>
            <a:endParaRPr kumimoji="0" lang="en-US" sz="1600" b="1" i="0" u="none" strike="noStrike" kern="0" cap="none" spc="0" normalizeH="0" baseline="0" noProof="0" dirty="0">
              <a:ln>
                <a:noFill/>
              </a:ln>
              <a:solidFill>
                <a:srgbClr val="00B2A9"/>
              </a:solidFill>
              <a:effectLst/>
              <a:uLnTx/>
              <a:uFillTx/>
              <a:latin typeface="Arial" panose="020B0604020202020204" pitchFamily="34" charset="0"/>
              <a:ea typeface="+mn-ea"/>
              <a:cs typeface="Arial" panose="020B0604020202020204" pitchFamily="34" charset="0"/>
            </a:endParaRPr>
          </a:p>
          <a:p>
            <a:pPr marL="0" marR="0" lvl="0" indent="0" algn="ctr" defTabSz="812810" rtl="0" eaLnBrk="1" fontAlgn="auto" latinLnBrk="0" hangingPunct="1">
              <a:lnSpc>
                <a:spcPct val="100000"/>
              </a:lnSpc>
              <a:spcBef>
                <a:spcPts val="0"/>
              </a:spcBef>
              <a:spcAft>
                <a:spcPts val="0"/>
              </a:spcAft>
              <a:buClrTx/>
              <a:buSzTx/>
              <a:buFontTx/>
              <a:buNone/>
              <a:tabLst/>
              <a:defRPr/>
            </a:pPr>
            <a:r>
              <a:rPr kumimoji="0" lang="en-US" sz="1600" b="0" i="0" u="none" strike="noStrike" kern="0" cap="none" spc="0" normalizeH="0" baseline="0" noProof="0" dirty="0">
                <a:ln>
                  <a:noFill/>
                </a:ln>
                <a:solidFill>
                  <a:srgbClr val="00274C"/>
                </a:solidFill>
                <a:effectLst/>
                <a:uLnTx/>
                <a:uFillTx/>
                <a:latin typeface="Arial" panose="020B0604020202020204" pitchFamily="34" charset="0"/>
                <a:ea typeface="+mn-ea"/>
                <a:cs typeface="Arial" panose="020B0604020202020204" pitchFamily="34" charset="0"/>
              </a:rPr>
              <a:t>1 kg</a:t>
            </a:r>
          </a:p>
        </p:txBody>
      </p:sp>
      <p:sp>
        <p:nvSpPr>
          <p:cNvPr id="134" name="Rectangle 19">
            <a:extLst>
              <a:ext uri="{FF2B5EF4-FFF2-40B4-BE49-F238E27FC236}">
                <a16:creationId xmlns:a16="http://schemas.microsoft.com/office/drawing/2014/main" id="{5026C708-C8AA-4547-A023-4C03E667BD0E}"/>
              </a:ext>
            </a:extLst>
          </p:cNvPr>
          <p:cNvSpPr>
            <a:spLocks noChangeArrowheads="1"/>
          </p:cNvSpPr>
          <p:nvPr/>
        </p:nvSpPr>
        <p:spPr bwMode="auto">
          <a:xfrm>
            <a:off x="6349370" y="5208826"/>
            <a:ext cx="1655763" cy="828432"/>
          </a:xfrm>
          <a:prstGeom prst="rect">
            <a:avLst/>
          </a:prstGeom>
          <a:solidFill>
            <a:schemeClr val="accent5">
              <a:alpha val="27000"/>
            </a:schemeClr>
          </a:solidFill>
          <a:ln w="9525">
            <a:noFill/>
            <a:miter lim="800000"/>
            <a:headEnd/>
            <a:tailEnd/>
          </a:ln>
          <a:effectLst/>
        </p:spPr>
        <p:txBody>
          <a:bodyPr lIns="90488" tIns="44450" rIns="90488" bIns="44450">
            <a:spAutoFit/>
          </a:bodyPr>
          <a:lstStyle/>
          <a:p>
            <a:pPr marL="0" marR="0" lvl="0" indent="0" algn="ctr" defTabSz="812810" rtl="0" eaLnBrk="1" fontAlgn="auto" latinLnBrk="0" hangingPunct="1">
              <a:lnSpc>
                <a:spcPct val="100000"/>
              </a:lnSpc>
              <a:spcBef>
                <a:spcPts val="0"/>
              </a:spcBef>
              <a:spcAft>
                <a:spcPts val="0"/>
              </a:spcAft>
              <a:buClrTx/>
              <a:buSzTx/>
              <a:buFontTx/>
              <a:buNone/>
              <a:tabLst/>
              <a:defRPr/>
            </a:pPr>
            <a:r>
              <a:rPr kumimoji="0" lang="en-US" sz="1600" b="0" i="0" u="none" strike="noStrike" kern="0" cap="none" spc="0" normalizeH="0" baseline="0" noProof="0" dirty="0">
                <a:ln>
                  <a:noFill/>
                </a:ln>
                <a:solidFill>
                  <a:srgbClr val="D86018"/>
                </a:solidFill>
                <a:effectLst/>
                <a:uLnTx/>
                <a:uFillTx/>
                <a:latin typeface="Arial" panose="020B0604020202020204" pitchFamily="34" charset="0"/>
                <a:ea typeface="+mn-ea"/>
                <a:cs typeface="Arial" panose="020B0604020202020204" pitchFamily="34" charset="0"/>
              </a:rPr>
              <a:t>Aluminum hydroxide</a:t>
            </a:r>
          </a:p>
          <a:p>
            <a:pPr marL="0" marR="0" lvl="0" indent="0" algn="ctr" defTabSz="812810" rtl="0" eaLnBrk="1" fontAlgn="auto" latinLnBrk="0" hangingPunct="1">
              <a:lnSpc>
                <a:spcPct val="100000"/>
              </a:lnSpc>
              <a:spcBef>
                <a:spcPts val="0"/>
              </a:spcBef>
              <a:spcAft>
                <a:spcPts val="0"/>
              </a:spcAft>
              <a:buClrTx/>
              <a:buSzTx/>
              <a:buFontTx/>
              <a:buNone/>
              <a:tabLst/>
              <a:defRPr/>
            </a:pPr>
            <a:r>
              <a:rPr kumimoji="0" lang="en-US" sz="1600" b="0" i="0" u="none" strike="noStrike" kern="0" cap="none" spc="0" normalizeH="0" baseline="0" noProof="0" dirty="0">
                <a:ln>
                  <a:noFill/>
                </a:ln>
                <a:solidFill>
                  <a:srgbClr val="00274C"/>
                </a:solidFill>
                <a:effectLst/>
                <a:uLnTx/>
                <a:uFillTx/>
                <a:latin typeface="Arial" panose="020B0604020202020204" pitchFamily="34" charset="0"/>
                <a:ea typeface="+mn-ea"/>
                <a:cs typeface="Arial" panose="020B0604020202020204" pitchFamily="34" charset="0"/>
              </a:rPr>
              <a:t>2.96 kg</a:t>
            </a:r>
          </a:p>
        </p:txBody>
      </p:sp>
      <p:grpSp>
        <p:nvGrpSpPr>
          <p:cNvPr id="135" name="Group 222">
            <a:extLst>
              <a:ext uri="{FF2B5EF4-FFF2-40B4-BE49-F238E27FC236}">
                <a16:creationId xmlns:a16="http://schemas.microsoft.com/office/drawing/2014/main" id="{94B673DE-0ABA-5A49-B193-4941BA924682}"/>
              </a:ext>
            </a:extLst>
          </p:cNvPr>
          <p:cNvGrpSpPr>
            <a:grpSpLocks/>
          </p:cNvGrpSpPr>
          <p:nvPr/>
        </p:nvGrpSpPr>
        <p:grpSpPr bwMode="auto">
          <a:xfrm>
            <a:off x="7105020" y="4597638"/>
            <a:ext cx="900113" cy="611188"/>
            <a:chOff x="3311860" y="2096852"/>
            <a:chExt cx="972108" cy="612068"/>
          </a:xfrm>
        </p:grpSpPr>
        <p:cxnSp>
          <p:nvCxnSpPr>
            <p:cNvPr id="136" name="Straight Connector 223">
              <a:extLst>
                <a:ext uri="{FF2B5EF4-FFF2-40B4-BE49-F238E27FC236}">
                  <a16:creationId xmlns:a16="http://schemas.microsoft.com/office/drawing/2014/main" id="{7F7FC5F5-5FE0-2D42-8E65-B2F2D7973210}"/>
                </a:ext>
              </a:extLst>
            </p:cNvPr>
            <p:cNvCxnSpPr>
              <a:cxnSpLocks noChangeShapeType="1"/>
            </p:cNvCxnSpPr>
            <p:nvPr/>
          </p:nvCxnSpPr>
          <p:spPr bwMode="auto">
            <a:xfrm flipV="1">
              <a:off x="3311860" y="2492896"/>
              <a:ext cx="0" cy="216024"/>
            </a:xfrm>
            <a:prstGeom prst="line">
              <a:avLst/>
            </a:prstGeom>
            <a:noFill/>
            <a:ln w="25400" algn="ctr">
              <a:solidFill>
                <a:schemeClr val="accent5"/>
              </a:solidFill>
              <a:round/>
              <a:headEnd/>
              <a:tailEnd/>
            </a:ln>
            <a:extLst>
              <a:ext uri="{909E8E84-426E-40DD-AFC4-6F175D3DCCD1}">
                <a14:hiddenFill xmlns:a14="http://schemas.microsoft.com/office/drawing/2010/main">
                  <a:noFill/>
                </a14:hiddenFill>
              </a:ext>
            </a:extLst>
          </p:spPr>
        </p:cxnSp>
        <p:cxnSp>
          <p:nvCxnSpPr>
            <p:cNvPr id="137" name="Straight Connector 224">
              <a:extLst>
                <a:ext uri="{FF2B5EF4-FFF2-40B4-BE49-F238E27FC236}">
                  <a16:creationId xmlns:a16="http://schemas.microsoft.com/office/drawing/2014/main" id="{722AD473-7889-5347-AAC7-14C20E9F53EB}"/>
                </a:ext>
              </a:extLst>
            </p:cNvPr>
            <p:cNvCxnSpPr>
              <a:cxnSpLocks noChangeShapeType="1"/>
            </p:cNvCxnSpPr>
            <p:nvPr/>
          </p:nvCxnSpPr>
          <p:spPr bwMode="auto">
            <a:xfrm flipH="1">
              <a:off x="3311860" y="2492896"/>
              <a:ext cx="972108" cy="0"/>
            </a:xfrm>
            <a:prstGeom prst="line">
              <a:avLst/>
            </a:prstGeom>
            <a:noFill/>
            <a:ln w="25400" algn="ctr">
              <a:solidFill>
                <a:schemeClr val="accent5"/>
              </a:solidFill>
              <a:round/>
              <a:headEnd/>
              <a:tailEnd/>
            </a:ln>
            <a:extLst>
              <a:ext uri="{909E8E84-426E-40DD-AFC4-6F175D3DCCD1}">
                <a14:hiddenFill xmlns:a14="http://schemas.microsoft.com/office/drawing/2010/main">
                  <a:noFill/>
                </a14:hiddenFill>
              </a:ext>
            </a:extLst>
          </p:spPr>
        </p:cxnSp>
        <p:cxnSp>
          <p:nvCxnSpPr>
            <p:cNvPr id="138" name="Straight Arrow Connector 225">
              <a:extLst>
                <a:ext uri="{FF2B5EF4-FFF2-40B4-BE49-F238E27FC236}">
                  <a16:creationId xmlns:a16="http://schemas.microsoft.com/office/drawing/2014/main" id="{845A677A-0AFE-4940-A65F-FADEFB590378}"/>
                </a:ext>
              </a:extLst>
            </p:cNvPr>
            <p:cNvCxnSpPr>
              <a:cxnSpLocks noChangeShapeType="1"/>
            </p:cNvCxnSpPr>
            <p:nvPr/>
          </p:nvCxnSpPr>
          <p:spPr bwMode="auto">
            <a:xfrm flipV="1">
              <a:off x="4283968" y="2096852"/>
              <a:ext cx="0" cy="395704"/>
            </a:xfrm>
            <a:prstGeom prst="straightConnector1">
              <a:avLst/>
            </a:prstGeom>
            <a:noFill/>
            <a:ln w="25400" algn="ctr">
              <a:solidFill>
                <a:schemeClr val="accent5"/>
              </a:solidFill>
              <a:round/>
              <a:headEnd/>
              <a:tailEnd type="arrow" w="med" len="med"/>
            </a:ln>
            <a:extLst>
              <a:ext uri="{909E8E84-426E-40DD-AFC4-6F175D3DCCD1}">
                <a14:hiddenFill xmlns:a14="http://schemas.microsoft.com/office/drawing/2010/main">
                  <a:noFill/>
                </a14:hiddenFill>
              </a:ext>
            </a:extLst>
          </p:spPr>
        </p:cxnSp>
      </p:grpSp>
      <p:grpSp>
        <p:nvGrpSpPr>
          <p:cNvPr id="139" name="Group 249">
            <a:extLst>
              <a:ext uri="{FF2B5EF4-FFF2-40B4-BE49-F238E27FC236}">
                <a16:creationId xmlns:a16="http://schemas.microsoft.com/office/drawing/2014/main" id="{690AEE6A-8DCA-DF4F-A648-180865D57129}"/>
              </a:ext>
            </a:extLst>
          </p:cNvPr>
          <p:cNvGrpSpPr>
            <a:grpSpLocks/>
          </p:cNvGrpSpPr>
          <p:nvPr/>
        </p:nvGrpSpPr>
        <p:grpSpPr bwMode="auto">
          <a:xfrm>
            <a:off x="7393945" y="6037501"/>
            <a:ext cx="1206500" cy="611187"/>
            <a:chOff x="1223628" y="4977172"/>
            <a:chExt cx="1476164" cy="611728"/>
          </a:xfrm>
        </p:grpSpPr>
        <p:cxnSp>
          <p:nvCxnSpPr>
            <p:cNvPr id="140" name="Straight Connector 250">
              <a:extLst>
                <a:ext uri="{FF2B5EF4-FFF2-40B4-BE49-F238E27FC236}">
                  <a16:creationId xmlns:a16="http://schemas.microsoft.com/office/drawing/2014/main" id="{F620DC78-0E16-DB45-A3F7-00BE6DEF11B6}"/>
                </a:ext>
              </a:extLst>
            </p:cNvPr>
            <p:cNvCxnSpPr>
              <a:cxnSpLocks noChangeShapeType="1"/>
            </p:cNvCxnSpPr>
            <p:nvPr/>
          </p:nvCxnSpPr>
          <p:spPr bwMode="auto">
            <a:xfrm flipV="1">
              <a:off x="2699792" y="5409220"/>
              <a:ext cx="0" cy="179680"/>
            </a:xfrm>
            <a:prstGeom prst="line">
              <a:avLst/>
            </a:prstGeom>
            <a:noFill/>
            <a:ln w="25400" algn="ctr">
              <a:solidFill>
                <a:schemeClr val="accent5"/>
              </a:solidFill>
              <a:round/>
              <a:headEnd/>
              <a:tailEnd/>
            </a:ln>
            <a:extLst>
              <a:ext uri="{909E8E84-426E-40DD-AFC4-6F175D3DCCD1}">
                <a14:hiddenFill xmlns:a14="http://schemas.microsoft.com/office/drawing/2010/main">
                  <a:noFill/>
                </a14:hiddenFill>
              </a:ext>
            </a:extLst>
          </p:spPr>
        </p:cxnSp>
        <p:cxnSp>
          <p:nvCxnSpPr>
            <p:cNvPr id="141" name="Straight Connector 251">
              <a:extLst>
                <a:ext uri="{FF2B5EF4-FFF2-40B4-BE49-F238E27FC236}">
                  <a16:creationId xmlns:a16="http://schemas.microsoft.com/office/drawing/2014/main" id="{BF73BE41-C78F-2149-946A-7F19E31CC433}"/>
                </a:ext>
              </a:extLst>
            </p:cNvPr>
            <p:cNvCxnSpPr>
              <a:cxnSpLocks noChangeShapeType="1"/>
            </p:cNvCxnSpPr>
            <p:nvPr/>
          </p:nvCxnSpPr>
          <p:spPr bwMode="auto">
            <a:xfrm flipH="1">
              <a:off x="1223628" y="5409220"/>
              <a:ext cx="1476164" cy="0"/>
            </a:xfrm>
            <a:prstGeom prst="line">
              <a:avLst/>
            </a:prstGeom>
            <a:noFill/>
            <a:ln w="25400" algn="ctr">
              <a:solidFill>
                <a:schemeClr val="accent5"/>
              </a:solidFill>
              <a:round/>
              <a:headEnd/>
              <a:tailEnd/>
            </a:ln>
            <a:extLst>
              <a:ext uri="{909E8E84-426E-40DD-AFC4-6F175D3DCCD1}">
                <a14:hiddenFill xmlns:a14="http://schemas.microsoft.com/office/drawing/2010/main">
                  <a:noFill/>
                </a14:hiddenFill>
              </a:ext>
            </a:extLst>
          </p:spPr>
        </p:cxnSp>
        <p:cxnSp>
          <p:nvCxnSpPr>
            <p:cNvPr id="142" name="Straight Arrow Connector 252">
              <a:extLst>
                <a:ext uri="{FF2B5EF4-FFF2-40B4-BE49-F238E27FC236}">
                  <a16:creationId xmlns:a16="http://schemas.microsoft.com/office/drawing/2014/main" id="{459B9F96-85DA-C64E-9316-4D64C3F96CEF}"/>
                </a:ext>
              </a:extLst>
            </p:cNvPr>
            <p:cNvCxnSpPr>
              <a:cxnSpLocks noChangeShapeType="1"/>
            </p:cNvCxnSpPr>
            <p:nvPr/>
          </p:nvCxnSpPr>
          <p:spPr bwMode="auto">
            <a:xfrm flipV="1">
              <a:off x="1223628" y="4977172"/>
              <a:ext cx="0" cy="432048"/>
            </a:xfrm>
            <a:prstGeom prst="straightConnector1">
              <a:avLst/>
            </a:prstGeom>
            <a:noFill/>
            <a:ln w="25400" algn="ctr">
              <a:solidFill>
                <a:schemeClr val="accent5"/>
              </a:solidFill>
              <a:round/>
              <a:headEnd/>
              <a:tailEnd type="arrow" w="med" len="med"/>
            </a:ln>
            <a:extLst>
              <a:ext uri="{909E8E84-426E-40DD-AFC4-6F175D3DCCD1}">
                <a14:hiddenFill xmlns:a14="http://schemas.microsoft.com/office/drawing/2010/main">
                  <a:noFill/>
                </a14:hiddenFill>
              </a:ext>
            </a:extLst>
          </p:spPr>
        </p:cxnSp>
      </p:grpSp>
      <p:grpSp>
        <p:nvGrpSpPr>
          <p:cNvPr id="143" name="Group 253">
            <a:extLst>
              <a:ext uri="{FF2B5EF4-FFF2-40B4-BE49-F238E27FC236}">
                <a16:creationId xmlns:a16="http://schemas.microsoft.com/office/drawing/2014/main" id="{0D643083-71EC-EC44-B142-D9D94FFD5518}"/>
              </a:ext>
            </a:extLst>
          </p:cNvPr>
          <p:cNvGrpSpPr>
            <a:grpSpLocks/>
          </p:cNvGrpSpPr>
          <p:nvPr/>
        </p:nvGrpSpPr>
        <p:grpSpPr bwMode="auto">
          <a:xfrm>
            <a:off x="8328983" y="4618903"/>
            <a:ext cx="396875" cy="2052638"/>
            <a:chOff x="4860032" y="2097192"/>
            <a:chExt cx="972108" cy="611728"/>
          </a:xfrm>
        </p:grpSpPr>
        <p:cxnSp>
          <p:nvCxnSpPr>
            <p:cNvPr id="144" name="Straight Connector 254">
              <a:extLst>
                <a:ext uri="{FF2B5EF4-FFF2-40B4-BE49-F238E27FC236}">
                  <a16:creationId xmlns:a16="http://schemas.microsoft.com/office/drawing/2014/main" id="{A07BF6AC-4913-F04D-91E2-261A93AB9517}"/>
                </a:ext>
              </a:extLst>
            </p:cNvPr>
            <p:cNvCxnSpPr>
              <a:cxnSpLocks noChangeShapeType="1"/>
            </p:cNvCxnSpPr>
            <p:nvPr/>
          </p:nvCxnSpPr>
          <p:spPr bwMode="auto">
            <a:xfrm flipV="1">
              <a:off x="5832140" y="2492896"/>
              <a:ext cx="0" cy="216024"/>
            </a:xfrm>
            <a:prstGeom prst="line">
              <a:avLst/>
            </a:prstGeom>
            <a:noFill/>
            <a:ln w="25400" algn="ctr">
              <a:solidFill>
                <a:schemeClr val="accent5"/>
              </a:solidFill>
              <a:round/>
              <a:headEnd/>
              <a:tailEnd/>
            </a:ln>
            <a:extLst>
              <a:ext uri="{909E8E84-426E-40DD-AFC4-6F175D3DCCD1}">
                <a14:hiddenFill xmlns:a14="http://schemas.microsoft.com/office/drawing/2010/main">
                  <a:noFill/>
                </a14:hiddenFill>
              </a:ext>
            </a:extLst>
          </p:spPr>
        </p:cxnSp>
        <p:cxnSp>
          <p:nvCxnSpPr>
            <p:cNvPr id="145" name="Straight Connector 255">
              <a:extLst>
                <a:ext uri="{FF2B5EF4-FFF2-40B4-BE49-F238E27FC236}">
                  <a16:creationId xmlns:a16="http://schemas.microsoft.com/office/drawing/2014/main" id="{487959D6-B774-B146-83FD-72C868623A59}"/>
                </a:ext>
              </a:extLst>
            </p:cNvPr>
            <p:cNvCxnSpPr>
              <a:cxnSpLocks noChangeShapeType="1"/>
            </p:cNvCxnSpPr>
            <p:nvPr/>
          </p:nvCxnSpPr>
          <p:spPr bwMode="auto">
            <a:xfrm flipH="1">
              <a:off x="4860032" y="2492896"/>
              <a:ext cx="972108" cy="0"/>
            </a:xfrm>
            <a:prstGeom prst="line">
              <a:avLst/>
            </a:prstGeom>
            <a:noFill/>
            <a:ln w="25400" algn="ctr">
              <a:solidFill>
                <a:schemeClr val="accent5"/>
              </a:solidFill>
              <a:round/>
              <a:headEnd/>
              <a:tailEnd/>
            </a:ln>
            <a:extLst>
              <a:ext uri="{909E8E84-426E-40DD-AFC4-6F175D3DCCD1}">
                <a14:hiddenFill xmlns:a14="http://schemas.microsoft.com/office/drawing/2010/main">
                  <a:noFill/>
                </a14:hiddenFill>
              </a:ext>
            </a:extLst>
          </p:spPr>
        </p:cxnSp>
        <p:cxnSp>
          <p:nvCxnSpPr>
            <p:cNvPr id="146" name="Straight Arrow Connector 256">
              <a:extLst>
                <a:ext uri="{FF2B5EF4-FFF2-40B4-BE49-F238E27FC236}">
                  <a16:creationId xmlns:a16="http://schemas.microsoft.com/office/drawing/2014/main" id="{383F7207-9E47-6544-ADB1-02022AB93FA2}"/>
                </a:ext>
              </a:extLst>
            </p:cNvPr>
            <p:cNvCxnSpPr>
              <a:cxnSpLocks noChangeShapeType="1"/>
            </p:cNvCxnSpPr>
            <p:nvPr/>
          </p:nvCxnSpPr>
          <p:spPr bwMode="auto">
            <a:xfrm flipV="1">
              <a:off x="4860032" y="2097192"/>
              <a:ext cx="0" cy="395704"/>
            </a:xfrm>
            <a:prstGeom prst="straightConnector1">
              <a:avLst/>
            </a:prstGeom>
            <a:noFill/>
            <a:ln w="25400" algn="ctr">
              <a:solidFill>
                <a:schemeClr val="accent5"/>
              </a:solidFill>
              <a:round/>
              <a:headEnd/>
              <a:tailEnd type="arrow" w="med" len="med"/>
            </a:ln>
            <a:extLst>
              <a:ext uri="{909E8E84-426E-40DD-AFC4-6F175D3DCCD1}">
                <a14:hiddenFill xmlns:a14="http://schemas.microsoft.com/office/drawing/2010/main">
                  <a:noFill/>
                </a14:hiddenFill>
              </a:ext>
            </a:extLst>
          </p:spPr>
        </p:cxnSp>
      </p:grpSp>
      <p:grpSp>
        <p:nvGrpSpPr>
          <p:cNvPr id="147" name="Group 146">
            <a:extLst>
              <a:ext uri="{FF2B5EF4-FFF2-40B4-BE49-F238E27FC236}">
                <a16:creationId xmlns:a16="http://schemas.microsoft.com/office/drawing/2014/main" id="{DE350947-1B70-4343-B6D6-9CEF42E55DAA}"/>
              </a:ext>
            </a:extLst>
          </p:cNvPr>
          <p:cNvGrpSpPr/>
          <p:nvPr/>
        </p:nvGrpSpPr>
        <p:grpSpPr>
          <a:xfrm>
            <a:off x="8876338" y="4597638"/>
            <a:ext cx="647700" cy="2052638"/>
            <a:chOff x="18403110" y="6804590"/>
            <a:chExt cx="647700" cy="2052638"/>
          </a:xfrm>
        </p:grpSpPr>
        <p:cxnSp>
          <p:nvCxnSpPr>
            <p:cNvPr id="148" name="Straight Connector 261">
              <a:extLst>
                <a:ext uri="{FF2B5EF4-FFF2-40B4-BE49-F238E27FC236}">
                  <a16:creationId xmlns:a16="http://schemas.microsoft.com/office/drawing/2014/main" id="{DB1775EA-BEB7-6348-A96C-E0EA876760A1}"/>
                </a:ext>
              </a:extLst>
            </p:cNvPr>
            <p:cNvCxnSpPr>
              <a:cxnSpLocks noChangeShapeType="1"/>
            </p:cNvCxnSpPr>
            <p:nvPr/>
          </p:nvCxnSpPr>
          <p:spPr bwMode="auto">
            <a:xfrm flipV="1">
              <a:off x="18403110" y="7020490"/>
              <a:ext cx="0" cy="1836738"/>
            </a:xfrm>
            <a:prstGeom prst="line">
              <a:avLst/>
            </a:prstGeom>
            <a:noFill/>
            <a:ln w="25400" algn="ctr">
              <a:solidFill>
                <a:schemeClr val="accent5"/>
              </a:solidFill>
              <a:round/>
              <a:headEnd/>
              <a:tailEnd/>
            </a:ln>
            <a:extLst>
              <a:ext uri="{909E8E84-426E-40DD-AFC4-6F175D3DCCD1}">
                <a14:hiddenFill xmlns:a14="http://schemas.microsoft.com/office/drawing/2010/main">
                  <a:noFill/>
                </a14:hiddenFill>
              </a:ext>
            </a:extLst>
          </p:spPr>
        </p:cxnSp>
        <p:cxnSp>
          <p:nvCxnSpPr>
            <p:cNvPr id="149" name="Straight Connector 262">
              <a:extLst>
                <a:ext uri="{FF2B5EF4-FFF2-40B4-BE49-F238E27FC236}">
                  <a16:creationId xmlns:a16="http://schemas.microsoft.com/office/drawing/2014/main" id="{F8BBF1F4-624B-004D-881E-9E422C36354A}"/>
                </a:ext>
              </a:extLst>
            </p:cNvPr>
            <p:cNvCxnSpPr>
              <a:cxnSpLocks noChangeShapeType="1"/>
            </p:cNvCxnSpPr>
            <p:nvPr/>
          </p:nvCxnSpPr>
          <p:spPr bwMode="auto">
            <a:xfrm flipH="1">
              <a:off x="18403110" y="7020490"/>
              <a:ext cx="647700" cy="0"/>
            </a:xfrm>
            <a:prstGeom prst="line">
              <a:avLst/>
            </a:prstGeom>
            <a:noFill/>
            <a:ln w="25400" algn="ctr">
              <a:solidFill>
                <a:schemeClr val="accent5"/>
              </a:solidFill>
              <a:round/>
              <a:headEnd/>
              <a:tailEnd/>
            </a:ln>
            <a:extLst>
              <a:ext uri="{909E8E84-426E-40DD-AFC4-6F175D3DCCD1}">
                <a14:hiddenFill xmlns:a14="http://schemas.microsoft.com/office/drawing/2010/main">
                  <a:noFill/>
                </a14:hiddenFill>
              </a:ext>
            </a:extLst>
          </p:spPr>
        </p:cxnSp>
        <p:cxnSp>
          <p:nvCxnSpPr>
            <p:cNvPr id="150" name="Straight Arrow Connector 263">
              <a:extLst>
                <a:ext uri="{FF2B5EF4-FFF2-40B4-BE49-F238E27FC236}">
                  <a16:creationId xmlns:a16="http://schemas.microsoft.com/office/drawing/2014/main" id="{EDD65DE6-DF07-084D-B627-4E82E27B1D7D}"/>
                </a:ext>
              </a:extLst>
            </p:cNvPr>
            <p:cNvCxnSpPr>
              <a:cxnSpLocks noChangeShapeType="1"/>
            </p:cNvCxnSpPr>
            <p:nvPr/>
          </p:nvCxnSpPr>
          <p:spPr bwMode="auto">
            <a:xfrm flipV="1">
              <a:off x="19050810" y="6804590"/>
              <a:ext cx="0" cy="215900"/>
            </a:xfrm>
            <a:prstGeom prst="straightConnector1">
              <a:avLst/>
            </a:prstGeom>
            <a:noFill/>
            <a:ln w="25400" algn="ctr">
              <a:solidFill>
                <a:schemeClr val="accent5"/>
              </a:solidFill>
              <a:round/>
              <a:headEnd/>
              <a:tailEnd type="arrow" w="med" len="med"/>
            </a:ln>
            <a:extLst>
              <a:ext uri="{909E8E84-426E-40DD-AFC4-6F175D3DCCD1}">
                <a14:hiddenFill xmlns:a14="http://schemas.microsoft.com/office/drawing/2010/main">
                  <a:noFill/>
                </a14:hiddenFill>
              </a:ext>
            </a:extLst>
          </p:spPr>
        </p:cxnSp>
      </p:grpSp>
      <p:sp>
        <p:nvSpPr>
          <p:cNvPr id="151" name="Rectangle 19">
            <a:extLst>
              <a:ext uri="{FF2B5EF4-FFF2-40B4-BE49-F238E27FC236}">
                <a16:creationId xmlns:a16="http://schemas.microsoft.com/office/drawing/2014/main" id="{5364C3C4-FC9B-2949-8DFD-D3F7AABC403D}"/>
              </a:ext>
            </a:extLst>
          </p:cNvPr>
          <p:cNvSpPr>
            <a:spLocks noChangeArrowheads="1"/>
          </p:cNvSpPr>
          <p:nvPr/>
        </p:nvSpPr>
        <p:spPr bwMode="auto">
          <a:xfrm>
            <a:off x="9007953" y="5207913"/>
            <a:ext cx="1871662" cy="828432"/>
          </a:xfrm>
          <a:prstGeom prst="rect">
            <a:avLst/>
          </a:prstGeom>
          <a:solidFill>
            <a:schemeClr val="accent5">
              <a:alpha val="27000"/>
            </a:schemeClr>
          </a:solidFill>
          <a:ln w="9525">
            <a:noFill/>
            <a:miter lim="800000"/>
            <a:headEnd/>
            <a:tailEnd/>
          </a:ln>
          <a:effectLst/>
        </p:spPr>
        <p:txBody>
          <a:bodyPr lIns="90488" tIns="44450" rIns="90488" bIns="44450">
            <a:spAutoFit/>
          </a:bodyPr>
          <a:lstStyle/>
          <a:p>
            <a:pPr marL="0" marR="0" lvl="0" indent="0" algn="ctr" defTabSz="812810" rtl="0" eaLnBrk="1" fontAlgn="auto" latinLnBrk="0" hangingPunct="1">
              <a:lnSpc>
                <a:spcPct val="100000"/>
              </a:lnSpc>
              <a:spcBef>
                <a:spcPts val="0"/>
              </a:spcBef>
              <a:spcAft>
                <a:spcPts val="0"/>
              </a:spcAft>
              <a:buClrTx/>
              <a:buSzTx/>
              <a:buFontTx/>
              <a:buNone/>
              <a:tabLst/>
              <a:defRPr/>
            </a:pPr>
            <a:r>
              <a:rPr kumimoji="0" lang="en-US" sz="1600" b="0" i="0" u="none" strike="noStrike" kern="0" cap="none" spc="0" normalizeH="0" baseline="0" noProof="0" dirty="0">
                <a:ln>
                  <a:noFill/>
                </a:ln>
                <a:solidFill>
                  <a:srgbClr val="D86018"/>
                </a:solidFill>
                <a:effectLst/>
                <a:uLnTx/>
                <a:uFillTx/>
                <a:latin typeface="Arial" panose="020B0604020202020204" pitchFamily="34" charset="0"/>
                <a:ea typeface="+mn-ea"/>
                <a:cs typeface="Arial" panose="020B0604020202020204" pitchFamily="34" charset="0"/>
              </a:rPr>
              <a:t>Petroleum coke</a:t>
            </a:r>
          </a:p>
          <a:p>
            <a:pPr marL="0" marR="0" lvl="0" indent="0" algn="ctr" defTabSz="812810" rtl="0"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dirty="0">
              <a:ln>
                <a:noFill/>
              </a:ln>
              <a:solidFill>
                <a:srgbClr val="D86018"/>
              </a:solidFill>
              <a:effectLst/>
              <a:uLnTx/>
              <a:uFillTx/>
              <a:latin typeface="Arial" panose="020B0604020202020204" pitchFamily="34" charset="0"/>
              <a:ea typeface="+mn-ea"/>
              <a:cs typeface="Arial" panose="020B0604020202020204" pitchFamily="34" charset="0"/>
            </a:endParaRPr>
          </a:p>
          <a:p>
            <a:pPr marL="0" marR="0" lvl="0" indent="0" algn="ctr" defTabSz="812810" rtl="0" eaLnBrk="1" fontAlgn="auto" latinLnBrk="0" hangingPunct="1">
              <a:lnSpc>
                <a:spcPct val="100000"/>
              </a:lnSpc>
              <a:spcBef>
                <a:spcPts val="0"/>
              </a:spcBef>
              <a:spcAft>
                <a:spcPts val="0"/>
              </a:spcAft>
              <a:buClrTx/>
              <a:buSzTx/>
              <a:buFontTx/>
              <a:buNone/>
              <a:tabLst/>
              <a:defRPr/>
            </a:pPr>
            <a:r>
              <a:rPr kumimoji="0" lang="en-US" sz="1600" b="0" i="0" u="none" strike="noStrike" kern="0" cap="none" spc="0" normalizeH="0" baseline="0" noProof="0" dirty="0">
                <a:ln>
                  <a:noFill/>
                </a:ln>
                <a:solidFill>
                  <a:srgbClr val="00274C"/>
                </a:solidFill>
                <a:effectLst/>
                <a:uLnTx/>
                <a:uFillTx/>
                <a:latin typeface="Arial" panose="020B0604020202020204" pitchFamily="34" charset="0"/>
                <a:ea typeface="+mn-ea"/>
                <a:cs typeface="Arial" panose="020B0604020202020204" pitchFamily="34" charset="0"/>
              </a:rPr>
              <a:t>0.292 kg</a:t>
            </a:r>
          </a:p>
        </p:txBody>
      </p:sp>
      <p:grpSp>
        <p:nvGrpSpPr>
          <p:cNvPr id="152" name="Group 241">
            <a:extLst>
              <a:ext uri="{FF2B5EF4-FFF2-40B4-BE49-F238E27FC236}">
                <a16:creationId xmlns:a16="http://schemas.microsoft.com/office/drawing/2014/main" id="{6619EBCB-8E2C-0846-949B-7A67C14E533A}"/>
              </a:ext>
            </a:extLst>
          </p:cNvPr>
          <p:cNvGrpSpPr>
            <a:grpSpLocks/>
          </p:cNvGrpSpPr>
          <p:nvPr/>
        </p:nvGrpSpPr>
        <p:grpSpPr bwMode="auto">
          <a:xfrm>
            <a:off x="7647150" y="6058766"/>
            <a:ext cx="3779837" cy="612775"/>
            <a:chOff x="1475656" y="4977512"/>
            <a:chExt cx="3600400" cy="611728"/>
          </a:xfrm>
        </p:grpSpPr>
        <p:cxnSp>
          <p:nvCxnSpPr>
            <p:cNvPr id="153" name="Straight Connector 242">
              <a:extLst>
                <a:ext uri="{FF2B5EF4-FFF2-40B4-BE49-F238E27FC236}">
                  <a16:creationId xmlns:a16="http://schemas.microsoft.com/office/drawing/2014/main" id="{003BF269-4C03-2448-8925-4810772128D9}"/>
                </a:ext>
              </a:extLst>
            </p:cNvPr>
            <p:cNvCxnSpPr>
              <a:cxnSpLocks noChangeShapeType="1"/>
            </p:cNvCxnSpPr>
            <p:nvPr/>
          </p:nvCxnSpPr>
          <p:spPr bwMode="auto">
            <a:xfrm flipV="1">
              <a:off x="5076056" y="5265204"/>
              <a:ext cx="0" cy="324036"/>
            </a:xfrm>
            <a:prstGeom prst="line">
              <a:avLst/>
            </a:prstGeom>
            <a:noFill/>
            <a:ln w="25400" algn="ctr">
              <a:solidFill>
                <a:schemeClr val="accent5"/>
              </a:solidFill>
              <a:round/>
              <a:headEnd/>
              <a:tailEnd/>
            </a:ln>
            <a:extLst>
              <a:ext uri="{909E8E84-426E-40DD-AFC4-6F175D3DCCD1}">
                <a14:hiddenFill xmlns:a14="http://schemas.microsoft.com/office/drawing/2010/main">
                  <a:noFill/>
                </a14:hiddenFill>
              </a:ext>
            </a:extLst>
          </p:spPr>
        </p:cxnSp>
        <p:cxnSp>
          <p:nvCxnSpPr>
            <p:cNvPr id="154" name="Straight Connector 243">
              <a:extLst>
                <a:ext uri="{FF2B5EF4-FFF2-40B4-BE49-F238E27FC236}">
                  <a16:creationId xmlns:a16="http://schemas.microsoft.com/office/drawing/2014/main" id="{B163FFB9-E523-B546-A2D7-C5C6D1D6B399}"/>
                </a:ext>
              </a:extLst>
            </p:cNvPr>
            <p:cNvCxnSpPr>
              <a:cxnSpLocks noChangeShapeType="1"/>
            </p:cNvCxnSpPr>
            <p:nvPr/>
          </p:nvCxnSpPr>
          <p:spPr bwMode="auto">
            <a:xfrm flipH="1">
              <a:off x="1475656" y="5265204"/>
              <a:ext cx="3600400" cy="0"/>
            </a:xfrm>
            <a:prstGeom prst="line">
              <a:avLst/>
            </a:prstGeom>
            <a:noFill/>
            <a:ln w="25400" algn="ctr">
              <a:solidFill>
                <a:schemeClr val="accent5"/>
              </a:solidFill>
              <a:round/>
              <a:headEnd/>
              <a:tailEnd/>
            </a:ln>
            <a:extLst>
              <a:ext uri="{909E8E84-426E-40DD-AFC4-6F175D3DCCD1}">
                <a14:hiddenFill xmlns:a14="http://schemas.microsoft.com/office/drawing/2010/main">
                  <a:noFill/>
                </a14:hiddenFill>
              </a:ext>
            </a:extLst>
          </p:spPr>
        </p:cxnSp>
        <p:cxnSp>
          <p:nvCxnSpPr>
            <p:cNvPr id="155" name="Straight Arrow Connector 244">
              <a:extLst>
                <a:ext uri="{FF2B5EF4-FFF2-40B4-BE49-F238E27FC236}">
                  <a16:creationId xmlns:a16="http://schemas.microsoft.com/office/drawing/2014/main" id="{E8A30771-3E6C-BA4E-B758-2121FD37CBBB}"/>
                </a:ext>
              </a:extLst>
            </p:cNvPr>
            <p:cNvCxnSpPr>
              <a:cxnSpLocks noChangeShapeType="1"/>
            </p:cNvCxnSpPr>
            <p:nvPr/>
          </p:nvCxnSpPr>
          <p:spPr bwMode="auto">
            <a:xfrm flipV="1">
              <a:off x="1475656" y="4977512"/>
              <a:ext cx="0" cy="287692"/>
            </a:xfrm>
            <a:prstGeom prst="straightConnector1">
              <a:avLst/>
            </a:prstGeom>
            <a:noFill/>
            <a:ln w="25400" algn="ctr">
              <a:solidFill>
                <a:schemeClr val="accent5"/>
              </a:solidFill>
              <a:round/>
              <a:headEnd/>
              <a:tailEnd type="arrow" w="med" len="med"/>
            </a:ln>
            <a:extLst>
              <a:ext uri="{909E8E84-426E-40DD-AFC4-6F175D3DCCD1}">
                <a14:hiddenFill xmlns:a14="http://schemas.microsoft.com/office/drawing/2010/main">
                  <a:noFill/>
                </a14:hiddenFill>
              </a:ext>
            </a:extLst>
          </p:spPr>
        </p:cxnSp>
      </p:grpSp>
      <p:cxnSp>
        <p:nvCxnSpPr>
          <p:cNvPr id="156" name="Straight Connector 234">
            <a:extLst>
              <a:ext uri="{FF2B5EF4-FFF2-40B4-BE49-F238E27FC236}">
                <a16:creationId xmlns:a16="http://schemas.microsoft.com/office/drawing/2014/main" id="{CCE6BB87-3A7E-7B46-A489-7D2A54FBD307}"/>
              </a:ext>
            </a:extLst>
          </p:cNvPr>
          <p:cNvCxnSpPr>
            <a:cxnSpLocks noChangeShapeType="1"/>
          </p:cNvCxnSpPr>
          <p:nvPr/>
        </p:nvCxnSpPr>
        <p:spPr bwMode="auto">
          <a:xfrm flipV="1">
            <a:off x="13800668" y="6162913"/>
            <a:ext cx="0" cy="492125"/>
          </a:xfrm>
          <a:prstGeom prst="line">
            <a:avLst/>
          </a:prstGeom>
          <a:noFill/>
          <a:ln w="25400" algn="ctr">
            <a:solidFill>
              <a:schemeClr val="accent5"/>
            </a:solidFill>
            <a:round/>
            <a:headEnd/>
            <a:tailEnd/>
          </a:ln>
          <a:extLst>
            <a:ext uri="{909E8E84-426E-40DD-AFC4-6F175D3DCCD1}">
              <a14:hiddenFill xmlns:a14="http://schemas.microsoft.com/office/drawing/2010/main">
                <a:noFill/>
              </a14:hiddenFill>
            </a:ext>
          </a:extLst>
        </p:spPr>
      </p:cxnSp>
      <p:cxnSp>
        <p:nvCxnSpPr>
          <p:cNvPr id="157" name="Straight Connector 235">
            <a:extLst>
              <a:ext uri="{FF2B5EF4-FFF2-40B4-BE49-F238E27FC236}">
                <a16:creationId xmlns:a16="http://schemas.microsoft.com/office/drawing/2014/main" id="{68D9750A-3829-3F40-816B-F6135695C95B}"/>
              </a:ext>
            </a:extLst>
          </p:cNvPr>
          <p:cNvCxnSpPr>
            <a:cxnSpLocks noChangeShapeType="1"/>
          </p:cNvCxnSpPr>
          <p:nvPr/>
        </p:nvCxnSpPr>
        <p:spPr bwMode="auto">
          <a:xfrm flipH="1">
            <a:off x="7842781" y="6162913"/>
            <a:ext cx="5957887" cy="0"/>
          </a:xfrm>
          <a:prstGeom prst="line">
            <a:avLst/>
          </a:prstGeom>
          <a:noFill/>
          <a:ln w="25400" algn="ctr">
            <a:solidFill>
              <a:schemeClr val="accent5"/>
            </a:solidFill>
            <a:round/>
            <a:headEnd/>
            <a:tailEnd/>
          </a:ln>
          <a:extLst>
            <a:ext uri="{909E8E84-426E-40DD-AFC4-6F175D3DCCD1}">
              <a14:hiddenFill xmlns:a14="http://schemas.microsoft.com/office/drawing/2010/main">
                <a:noFill/>
              </a14:hiddenFill>
            </a:ext>
          </a:extLst>
        </p:spPr>
      </p:cxnSp>
      <p:cxnSp>
        <p:nvCxnSpPr>
          <p:cNvPr id="158" name="Straight Arrow Connector 236">
            <a:extLst>
              <a:ext uri="{FF2B5EF4-FFF2-40B4-BE49-F238E27FC236}">
                <a16:creationId xmlns:a16="http://schemas.microsoft.com/office/drawing/2014/main" id="{2E83AB13-A204-8247-89E8-00DAA98654A8}"/>
              </a:ext>
            </a:extLst>
          </p:cNvPr>
          <p:cNvCxnSpPr>
            <a:cxnSpLocks noChangeShapeType="1"/>
          </p:cNvCxnSpPr>
          <p:nvPr/>
        </p:nvCxnSpPr>
        <p:spPr bwMode="auto">
          <a:xfrm flipV="1">
            <a:off x="7842781" y="6035913"/>
            <a:ext cx="0" cy="127000"/>
          </a:xfrm>
          <a:prstGeom prst="straightConnector1">
            <a:avLst/>
          </a:prstGeom>
          <a:noFill/>
          <a:ln w="25400" algn="ctr">
            <a:solidFill>
              <a:schemeClr val="accent5"/>
            </a:solidFill>
            <a:round/>
            <a:headEnd/>
            <a:tailEnd type="arrow" w="med" len="med"/>
          </a:ln>
          <a:extLst>
            <a:ext uri="{909E8E84-426E-40DD-AFC4-6F175D3DCCD1}">
              <a14:hiddenFill xmlns:a14="http://schemas.microsoft.com/office/drawing/2010/main">
                <a:noFill/>
              </a14:hiddenFill>
            </a:ext>
          </a:extLst>
        </p:spPr>
      </p:cxnSp>
      <p:sp>
        <p:nvSpPr>
          <p:cNvPr id="159" name="Rectangle 19">
            <a:extLst>
              <a:ext uri="{FF2B5EF4-FFF2-40B4-BE49-F238E27FC236}">
                <a16:creationId xmlns:a16="http://schemas.microsoft.com/office/drawing/2014/main" id="{8FDCD0F6-FAA2-3549-95A8-721E60D38E3A}"/>
              </a:ext>
            </a:extLst>
          </p:cNvPr>
          <p:cNvSpPr>
            <a:spLocks noChangeArrowheads="1"/>
          </p:cNvSpPr>
          <p:nvPr/>
        </p:nvSpPr>
        <p:spPr bwMode="auto">
          <a:xfrm>
            <a:off x="13422843" y="6648688"/>
            <a:ext cx="1655763" cy="828432"/>
          </a:xfrm>
          <a:prstGeom prst="rect">
            <a:avLst/>
          </a:prstGeom>
          <a:solidFill>
            <a:schemeClr val="accent5">
              <a:alpha val="27000"/>
            </a:schemeClr>
          </a:solidFill>
          <a:ln w="9525">
            <a:noFill/>
            <a:miter lim="800000"/>
            <a:headEnd/>
            <a:tailEnd/>
          </a:ln>
          <a:effectLst/>
        </p:spPr>
        <p:txBody>
          <a:bodyPr lIns="90488" tIns="44450" rIns="90488" bIns="44450">
            <a:spAutoFit/>
          </a:bodyPr>
          <a:lstStyle/>
          <a:p>
            <a:pPr marL="0" marR="0" lvl="0" indent="0" algn="ctr" defTabSz="812810" rtl="0" eaLnBrk="1" fontAlgn="auto" latinLnBrk="0" hangingPunct="1">
              <a:lnSpc>
                <a:spcPct val="100000"/>
              </a:lnSpc>
              <a:spcBef>
                <a:spcPts val="0"/>
              </a:spcBef>
              <a:spcAft>
                <a:spcPts val="0"/>
              </a:spcAft>
              <a:buClrTx/>
              <a:buSzTx/>
              <a:buFontTx/>
              <a:buNone/>
              <a:tabLst/>
              <a:defRPr/>
            </a:pPr>
            <a:r>
              <a:rPr kumimoji="0" lang="en-US" sz="1600" b="0" i="0" u="none" strike="noStrike" kern="0" cap="none" spc="0" normalizeH="0" baseline="0" noProof="0" dirty="0">
                <a:ln>
                  <a:noFill/>
                </a:ln>
                <a:solidFill>
                  <a:srgbClr val="D86018"/>
                </a:solidFill>
                <a:effectLst/>
                <a:uLnTx/>
                <a:uFillTx/>
                <a:latin typeface="Arial" panose="020B0604020202020204" pitchFamily="34" charset="0"/>
                <a:ea typeface="+mn-ea"/>
                <a:cs typeface="Arial" panose="020B0604020202020204" pitchFamily="34" charset="0"/>
              </a:rPr>
              <a:t>Natural gas</a:t>
            </a:r>
          </a:p>
          <a:p>
            <a:pPr marL="0" marR="0" lvl="0" indent="0" algn="ctr" defTabSz="812810" rtl="0"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imes New Roman" pitchFamily="18" charset="0"/>
              <a:ea typeface="+mn-ea"/>
              <a:cs typeface="+mn-cs"/>
            </a:endParaRPr>
          </a:p>
          <a:p>
            <a:pPr marL="0" marR="0" lvl="0" indent="0" algn="ctr" defTabSz="812810" rtl="0" eaLnBrk="1" fontAlgn="auto" latinLnBrk="0" hangingPunct="1">
              <a:lnSpc>
                <a:spcPct val="100000"/>
              </a:lnSpc>
              <a:spcBef>
                <a:spcPts val="0"/>
              </a:spcBef>
              <a:spcAft>
                <a:spcPts val="0"/>
              </a:spcAft>
              <a:buClrTx/>
              <a:buSzTx/>
              <a:buFontTx/>
              <a:buNone/>
              <a:tabLst/>
              <a:defRPr/>
            </a:pPr>
            <a:r>
              <a:rPr kumimoji="0" lang="en-US" sz="1600" b="0" i="0" u="none" strike="noStrike" kern="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rPr>
              <a:t>3.19 MJ</a:t>
            </a:r>
          </a:p>
        </p:txBody>
      </p:sp>
      <p:cxnSp>
        <p:nvCxnSpPr>
          <p:cNvPr id="160" name="Straight Connector 226">
            <a:extLst>
              <a:ext uri="{FF2B5EF4-FFF2-40B4-BE49-F238E27FC236}">
                <a16:creationId xmlns:a16="http://schemas.microsoft.com/office/drawing/2014/main" id="{F5F20D6B-84DC-B745-94A4-4AFDC68345CB}"/>
              </a:ext>
            </a:extLst>
          </p:cNvPr>
          <p:cNvCxnSpPr>
            <a:cxnSpLocks noChangeShapeType="1"/>
          </p:cNvCxnSpPr>
          <p:nvPr/>
        </p:nvCxnSpPr>
        <p:spPr bwMode="auto">
          <a:xfrm flipV="1">
            <a:off x="14210450" y="4597638"/>
            <a:ext cx="0" cy="2057400"/>
          </a:xfrm>
          <a:prstGeom prst="line">
            <a:avLst/>
          </a:prstGeom>
          <a:noFill/>
          <a:ln w="25400" algn="ctr">
            <a:solidFill>
              <a:schemeClr val="accent5"/>
            </a:solidFill>
            <a:round/>
            <a:headEnd/>
            <a:tailEnd type="arrow" w="med" len="med"/>
          </a:ln>
          <a:extLst>
            <a:ext uri="{909E8E84-426E-40DD-AFC4-6F175D3DCCD1}">
              <a14:hiddenFill xmlns:a14="http://schemas.microsoft.com/office/drawing/2010/main">
                <a:noFill/>
              </a14:hiddenFill>
            </a:ext>
          </a:extLst>
        </p:spPr>
      </p:cxnSp>
      <p:grpSp>
        <p:nvGrpSpPr>
          <p:cNvPr id="161" name="Group 227">
            <a:extLst>
              <a:ext uri="{FF2B5EF4-FFF2-40B4-BE49-F238E27FC236}">
                <a16:creationId xmlns:a16="http://schemas.microsoft.com/office/drawing/2014/main" id="{F0AECD71-BCD7-5240-9FE5-DCE022DD6768}"/>
              </a:ext>
            </a:extLst>
          </p:cNvPr>
          <p:cNvGrpSpPr>
            <a:grpSpLocks/>
          </p:cNvGrpSpPr>
          <p:nvPr/>
        </p:nvGrpSpPr>
        <p:grpSpPr bwMode="auto">
          <a:xfrm>
            <a:off x="10716915" y="4597638"/>
            <a:ext cx="3367088" cy="2058988"/>
            <a:chOff x="4590002" y="3537352"/>
            <a:chExt cx="3366374" cy="2058035"/>
          </a:xfrm>
        </p:grpSpPr>
        <p:cxnSp>
          <p:nvCxnSpPr>
            <p:cNvPr id="162" name="Straight Connector 228">
              <a:extLst>
                <a:ext uri="{FF2B5EF4-FFF2-40B4-BE49-F238E27FC236}">
                  <a16:creationId xmlns:a16="http://schemas.microsoft.com/office/drawing/2014/main" id="{943A4CDA-20AA-DB4C-9C8F-8729966E0E00}"/>
                </a:ext>
              </a:extLst>
            </p:cNvPr>
            <p:cNvCxnSpPr>
              <a:cxnSpLocks noChangeShapeType="1"/>
            </p:cNvCxnSpPr>
            <p:nvPr/>
          </p:nvCxnSpPr>
          <p:spPr bwMode="auto">
            <a:xfrm flipV="1">
              <a:off x="7956376" y="3753036"/>
              <a:ext cx="0" cy="1842351"/>
            </a:xfrm>
            <a:prstGeom prst="line">
              <a:avLst/>
            </a:prstGeom>
            <a:noFill/>
            <a:ln w="25400" algn="ctr">
              <a:solidFill>
                <a:schemeClr val="accent5"/>
              </a:solidFill>
              <a:round/>
              <a:headEnd/>
              <a:tailEnd/>
            </a:ln>
            <a:extLst>
              <a:ext uri="{909E8E84-426E-40DD-AFC4-6F175D3DCCD1}">
                <a14:hiddenFill xmlns:a14="http://schemas.microsoft.com/office/drawing/2010/main">
                  <a:noFill/>
                </a14:hiddenFill>
              </a:ext>
            </a:extLst>
          </p:spPr>
        </p:cxnSp>
        <p:cxnSp>
          <p:nvCxnSpPr>
            <p:cNvPr id="163" name="Straight Connector 229">
              <a:extLst>
                <a:ext uri="{FF2B5EF4-FFF2-40B4-BE49-F238E27FC236}">
                  <a16:creationId xmlns:a16="http://schemas.microsoft.com/office/drawing/2014/main" id="{4B1038D8-37A3-2C47-9782-22B2519778C1}"/>
                </a:ext>
              </a:extLst>
            </p:cNvPr>
            <p:cNvCxnSpPr>
              <a:cxnSpLocks noChangeShapeType="1"/>
            </p:cNvCxnSpPr>
            <p:nvPr/>
          </p:nvCxnSpPr>
          <p:spPr bwMode="auto">
            <a:xfrm flipH="1">
              <a:off x="4590002" y="3753036"/>
              <a:ext cx="3366374" cy="0"/>
            </a:xfrm>
            <a:prstGeom prst="line">
              <a:avLst/>
            </a:prstGeom>
            <a:noFill/>
            <a:ln w="25400" algn="ctr">
              <a:solidFill>
                <a:schemeClr val="accent5"/>
              </a:solidFill>
              <a:round/>
              <a:headEnd/>
              <a:tailEnd/>
            </a:ln>
            <a:extLst>
              <a:ext uri="{909E8E84-426E-40DD-AFC4-6F175D3DCCD1}">
                <a14:hiddenFill xmlns:a14="http://schemas.microsoft.com/office/drawing/2010/main">
                  <a:noFill/>
                </a14:hiddenFill>
              </a:ext>
            </a:extLst>
          </p:spPr>
        </p:cxnSp>
        <p:cxnSp>
          <p:nvCxnSpPr>
            <p:cNvPr id="164" name="Straight Arrow Connector 230">
              <a:extLst>
                <a:ext uri="{FF2B5EF4-FFF2-40B4-BE49-F238E27FC236}">
                  <a16:creationId xmlns:a16="http://schemas.microsoft.com/office/drawing/2014/main" id="{0F4E0B2D-BD08-9E40-91B3-E01F882D29F9}"/>
                </a:ext>
              </a:extLst>
            </p:cNvPr>
            <p:cNvCxnSpPr>
              <a:cxnSpLocks noChangeShapeType="1"/>
            </p:cNvCxnSpPr>
            <p:nvPr/>
          </p:nvCxnSpPr>
          <p:spPr bwMode="auto">
            <a:xfrm flipV="1">
              <a:off x="4590002" y="3537352"/>
              <a:ext cx="0" cy="197513"/>
            </a:xfrm>
            <a:prstGeom prst="straightConnector1">
              <a:avLst/>
            </a:prstGeom>
            <a:noFill/>
            <a:ln w="25400" algn="ctr">
              <a:solidFill>
                <a:schemeClr val="accent5"/>
              </a:solidFill>
              <a:round/>
              <a:headEnd/>
              <a:tailEnd type="arrow" w="med" len="med"/>
            </a:ln>
            <a:extLst>
              <a:ext uri="{909E8E84-426E-40DD-AFC4-6F175D3DCCD1}">
                <a14:hiddenFill xmlns:a14="http://schemas.microsoft.com/office/drawing/2010/main">
                  <a:noFill/>
                </a14:hiddenFill>
              </a:ext>
            </a:extLst>
          </p:spPr>
        </p:cxnSp>
      </p:grpSp>
      <p:cxnSp>
        <p:nvCxnSpPr>
          <p:cNvPr id="165" name="Straight Connector 231">
            <a:extLst>
              <a:ext uri="{FF2B5EF4-FFF2-40B4-BE49-F238E27FC236}">
                <a16:creationId xmlns:a16="http://schemas.microsoft.com/office/drawing/2014/main" id="{59FD13AB-7C8C-324F-94D1-32E27B25F1D3}"/>
              </a:ext>
            </a:extLst>
          </p:cNvPr>
          <p:cNvCxnSpPr>
            <a:cxnSpLocks noChangeShapeType="1"/>
          </p:cNvCxnSpPr>
          <p:nvPr/>
        </p:nvCxnSpPr>
        <p:spPr bwMode="auto">
          <a:xfrm flipV="1">
            <a:off x="13933359" y="4963940"/>
            <a:ext cx="0" cy="1690688"/>
          </a:xfrm>
          <a:prstGeom prst="line">
            <a:avLst/>
          </a:prstGeom>
          <a:noFill/>
          <a:ln w="25400" algn="ctr">
            <a:solidFill>
              <a:schemeClr val="accent5"/>
            </a:solidFill>
            <a:round/>
            <a:headEnd/>
            <a:tailEnd/>
          </a:ln>
          <a:extLst>
            <a:ext uri="{909E8E84-426E-40DD-AFC4-6F175D3DCCD1}">
              <a14:hiddenFill xmlns:a14="http://schemas.microsoft.com/office/drawing/2010/main">
                <a:noFill/>
              </a14:hiddenFill>
            </a:ext>
          </a:extLst>
        </p:spPr>
      </p:cxnSp>
      <p:cxnSp>
        <p:nvCxnSpPr>
          <p:cNvPr id="166" name="Straight Connector 232">
            <a:extLst>
              <a:ext uri="{FF2B5EF4-FFF2-40B4-BE49-F238E27FC236}">
                <a16:creationId xmlns:a16="http://schemas.microsoft.com/office/drawing/2014/main" id="{E8337F15-8A6E-EE42-B0AC-DBEDA300DE5D}"/>
              </a:ext>
            </a:extLst>
          </p:cNvPr>
          <p:cNvCxnSpPr>
            <a:cxnSpLocks noChangeShapeType="1"/>
          </p:cNvCxnSpPr>
          <p:nvPr/>
        </p:nvCxnSpPr>
        <p:spPr bwMode="auto">
          <a:xfrm flipH="1" flipV="1">
            <a:off x="8694609" y="4946478"/>
            <a:ext cx="5238750" cy="17462"/>
          </a:xfrm>
          <a:prstGeom prst="line">
            <a:avLst/>
          </a:prstGeom>
          <a:noFill/>
          <a:ln w="25400" algn="ctr">
            <a:solidFill>
              <a:schemeClr val="accent5"/>
            </a:solidFill>
            <a:round/>
            <a:headEnd/>
            <a:tailEnd/>
          </a:ln>
          <a:extLst>
            <a:ext uri="{909E8E84-426E-40DD-AFC4-6F175D3DCCD1}">
              <a14:hiddenFill xmlns:a14="http://schemas.microsoft.com/office/drawing/2010/main">
                <a:noFill/>
              </a14:hiddenFill>
            </a:ext>
          </a:extLst>
        </p:spPr>
      </p:cxnSp>
      <p:cxnSp>
        <p:nvCxnSpPr>
          <p:cNvPr id="167" name="Straight Arrow Connector 233">
            <a:extLst>
              <a:ext uri="{FF2B5EF4-FFF2-40B4-BE49-F238E27FC236}">
                <a16:creationId xmlns:a16="http://schemas.microsoft.com/office/drawing/2014/main" id="{15976CCF-1458-5345-8E57-F2B6154B038F}"/>
              </a:ext>
            </a:extLst>
          </p:cNvPr>
          <p:cNvCxnSpPr>
            <a:cxnSpLocks noChangeShapeType="1"/>
          </p:cNvCxnSpPr>
          <p:nvPr/>
        </p:nvCxnSpPr>
        <p:spPr bwMode="auto">
          <a:xfrm flipV="1">
            <a:off x="8694609" y="4595640"/>
            <a:ext cx="0" cy="350838"/>
          </a:xfrm>
          <a:prstGeom prst="straightConnector1">
            <a:avLst/>
          </a:prstGeom>
          <a:noFill/>
          <a:ln w="25400" algn="ctr">
            <a:solidFill>
              <a:schemeClr val="accent5"/>
            </a:solidFill>
            <a:round/>
            <a:headEnd/>
            <a:tailEnd type="arrow" w="med" len="med"/>
          </a:ln>
          <a:extLst>
            <a:ext uri="{909E8E84-426E-40DD-AFC4-6F175D3DCCD1}">
              <a14:hiddenFill xmlns:a14="http://schemas.microsoft.com/office/drawing/2010/main">
                <a:noFill/>
              </a14:hiddenFill>
            </a:ext>
          </a:extLst>
        </p:spPr>
      </p:cxnSp>
      <p:sp>
        <p:nvSpPr>
          <p:cNvPr id="168" name="Rectangle 19">
            <a:extLst>
              <a:ext uri="{FF2B5EF4-FFF2-40B4-BE49-F238E27FC236}">
                <a16:creationId xmlns:a16="http://schemas.microsoft.com/office/drawing/2014/main" id="{B278718F-2F6A-8A46-8CFA-EDC6DAF4D412}"/>
              </a:ext>
            </a:extLst>
          </p:cNvPr>
          <p:cNvSpPr>
            <a:spLocks noChangeArrowheads="1"/>
          </p:cNvSpPr>
          <p:nvPr/>
        </p:nvSpPr>
        <p:spPr bwMode="auto">
          <a:xfrm>
            <a:off x="6353069" y="6684887"/>
            <a:ext cx="1657350" cy="828432"/>
          </a:xfrm>
          <a:prstGeom prst="rect">
            <a:avLst/>
          </a:prstGeom>
          <a:solidFill>
            <a:schemeClr val="accent2">
              <a:alpha val="20000"/>
            </a:schemeClr>
          </a:solidFill>
          <a:ln w="9525">
            <a:noFill/>
            <a:miter lim="800000"/>
            <a:headEnd/>
            <a:tailEnd/>
          </a:ln>
          <a:effectLst/>
        </p:spPr>
        <p:txBody>
          <a:bodyPr wrap="square" lIns="90488" tIns="44450" rIns="90488" bIns="44450">
            <a:spAutoFit/>
          </a:bodyPr>
          <a:lstStyle/>
          <a:p>
            <a:pPr marL="0" marR="0" lvl="0" indent="0" algn="ctr" defTabSz="812810" rtl="0" eaLnBrk="1" fontAlgn="auto" latinLnBrk="0" hangingPunct="1">
              <a:lnSpc>
                <a:spcPct val="100000"/>
              </a:lnSpc>
              <a:spcBef>
                <a:spcPts val="0"/>
              </a:spcBef>
              <a:spcAft>
                <a:spcPts val="0"/>
              </a:spcAft>
              <a:buClrTx/>
              <a:buSzTx/>
              <a:buFontTx/>
              <a:buNone/>
              <a:tabLst/>
              <a:defRPr/>
            </a:pPr>
            <a:r>
              <a:rPr kumimoji="0" lang="en-US" sz="1600" b="0" i="0" u="none" strike="noStrike" kern="0" cap="none" spc="0" normalizeH="0" baseline="0" noProof="0" dirty="0">
                <a:ln>
                  <a:noFill/>
                </a:ln>
                <a:solidFill>
                  <a:srgbClr val="9A3324"/>
                </a:solidFill>
                <a:effectLst/>
                <a:uLnTx/>
                <a:uFillTx/>
                <a:latin typeface="Arial" panose="020B0604020202020204" pitchFamily="34" charset="0"/>
                <a:ea typeface="+mn-ea"/>
                <a:cs typeface="Arial" panose="020B0604020202020204" pitchFamily="34" charset="0"/>
              </a:rPr>
              <a:t>Bauxite</a:t>
            </a:r>
          </a:p>
          <a:p>
            <a:pPr marL="0" marR="0" lvl="0" indent="0" algn="ctr" defTabSz="812810" rtl="0"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dirty="0">
              <a:ln>
                <a:noFill/>
              </a:ln>
              <a:solidFill>
                <a:srgbClr val="9A3324"/>
              </a:solidFill>
              <a:effectLst/>
              <a:uLnTx/>
              <a:uFillTx/>
              <a:latin typeface="Times New Roman" pitchFamily="18" charset="0"/>
              <a:ea typeface="+mn-ea"/>
              <a:cs typeface="+mn-cs"/>
            </a:endParaRPr>
          </a:p>
          <a:p>
            <a:pPr marL="0" marR="0" lvl="0" indent="0" algn="ctr" defTabSz="812810" rtl="0" eaLnBrk="1" fontAlgn="auto" latinLnBrk="0" hangingPunct="1">
              <a:lnSpc>
                <a:spcPct val="100000"/>
              </a:lnSpc>
              <a:spcBef>
                <a:spcPts val="0"/>
              </a:spcBef>
              <a:spcAft>
                <a:spcPts val="0"/>
              </a:spcAft>
              <a:buClrTx/>
              <a:buSzTx/>
              <a:buFontTx/>
              <a:buNone/>
              <a:tabLst/>
              <a:defRPr/>
            </a:pPr>
            <a:r>
              <a:rPr kumimoji="0" lang="en-US" sz="1600" b="0" i="0" u="none" strike="noStrike" kern="0" cap="none" spc="0" normalizeH="0" baseline="0" noProof="0" dirty="0">
                <a:ln>
                  <a:noFill/>
                </a:ln>
                <a:solidFill>
                  <a:srgbClr val="00274C"/>
                </a:solidFill>
                <a:effectLst/>
                <a:uLnTx/>
                <a:uFillTx/>
                <a:latin typeface="Arial" panose="020B0604020202020204" pitchFamily="34" charset="0"/>
                <a:ea typeface="+mn-ea"/>
                <a:cs typeface="Arial" panose="020B0604020202020204" pitchFamily="34" charset="0"/>
              </a:rPr>
              <a:t>4.14 kg</a:t>
            </a:r>
          </a:p>
        </p:txBody>
      </p:sp>
      <p:cxnSp>
        <p:nvCxnSpPr>
          <p:cNvPr id="169" name="Straight Connector 221">
            <a:extLst>
              <a:ext uri="{FF2B5EF4-FFF2-40B4-BE49-F238E27FC236}">
                <a16:creationId xmlns:a16="http://schemas.microsoft.com/office/drawing/2014/main" id="{D919100D-9ACE-CA44-8EB7-218DEDE7EF3D}"/>
              </a:ext>
            </a:extLst>
          </p:cNvPr>
          <p:cNvCxnSpPr>
            <a:cxnSpLocks noChangeShapeType="1"/>
          </p:cNvCxnSpPr>
          <p:nvPr/>
        </p:nvCxnSpPr>
        <p:spPr bwMode="auto">
          <a:xfrm flipV="1">
            <a:off x="7204634" y="6072112"/>
            <a:ext cx="0" cy="619125"/>
          </a:xfrm>
          <a:prstGeom prst="line">
            <a:avLst/>
          </a:prstGeom>
          <a:noFill/>
          <a:ln w="25400" algn="ctr">
            <a:solidFill>
              <a:schemeClr val="accent2"/>
            </a:solidFill>
            <a:round/>
            <a:headEnd/>
            <a:tailEnd type="arrow" w="med" len="med"/>
          </a:ln>
          <a:extLst>
            <a:ext uri="{909E8E84-426E-40DD-AFC4-6F175D3DCCD1}">
              <a14:hiddenFill xmlns:a14="http://schemas.microsoft.com/office/drawing/2010/main">
                <a:noFill/>
              </a14:hiddenFill>
            </a:ext>
          </a:extLst>
        </p:spPr>
      </p:cxnSp>
      <p:cxnSp>
        <p:nvCxnSpPr>
          <p:cNvPr id="170" name="Straight Arrow Connector 252">
            <a:extLst>
              <a:ext uri="{FF2B5EF4-FFF2-40B4-BE49-F238E27FC236}">
                <a16:creationId xmlns:a16="http://schemas.microsoft.com/office/drawing/2014/main" id="{4A4DFFA4-6BE3-864C-A42F-417B84B4B5AE}"/>
              </a:ext>
            </a:extLst>
          </p:cNvPr>
          <p:cNvCxnSpPr>
            <a:cxnSpLocks noChangeShapeType="1"/>
          </p:cNvCxnSpPr>
          <p:nvPr/>
        </p:nvCxnSpPr>
        <p:spPr bwMode="auto">
          <a:xfrm>
            <a:off x="6669602" y="2674426"/>
            <a:ext cx="672559" cy="0"/>
          </a:xfrm>
          <a:prstGeom prst="straightConnector1">
            <a:avLst/>
          </a:prstGeom>
          <a:noFill/>
          <a:ln w="25400" algn="ctr">
            <a:solidFill>
              <a:schemeClr val="accent2"/>
            </a:solidFill>
            <a:round/>
            <a:headEnd/>
            <a:tailEnd type="arrow" w="med" len="med"/>
          </a:ln>
          <a:extLst>
            <a:ext uri="{909E8E84-426E-40DD-AFC4-6F175D3DCCD1}">
              <a14:hiddenFill xmlns:a14="http://schemas.microsoft.com/office/drawing/2010/main">
                <a:noFill/>
              </a14:hiddenFill>
            </a:ext>
          </a:extLst>
        </p:spPr>
      </p:cxnSp>
      <p:cxnSp>
        <p:nvCxnSpPr>
          <p:cNvPr id="171" name="Straight Connector 231">
            <a:extLst>
              <a:ext uri="{FF2B5EF4-FFF2-40B4-BE49-F238E27FC236}">
                <a16:creationId xmlns:a16="http://schemas.microsoft.com/office/drawing/2014/main" id="{8815929B-14E5-784D-B44C-3319F3508FA6}"/>
              </a:ext>
            </a:extLst>
          </p:cNvPr>
          <p:cNvCxnSpPr>
            <a:cxnSpLocks noChangeShapeType="1"/>
          </p:cNvCxnSpPr>
          <p:nvPr/>
        </p:nvCxnSpPr>
        <p:spPr bwMode="auto">
          <a:xfrm flipV="1">
            <a:off x="6684942" y="2688573"/>
            <a:ext cx="0" cy="2507148"/>
          </a:xfrm>
          <a:prstGeom prst="line">
            <a:avLst/>
          </a:prstGeom>
          <a:noFill/>
          <a:ln w="25400" algn="ctr">
            <a:solidFill>
              <a:schemeClr val="accent2"/>
            </a:solidFill>
            <a:round/>
            <a:headEnd/>
            <a:tailEnd/>
          </a:ln>
          <a:extLst>
            <a:ext uri="{909E8E84-426E-40DD-AFC4-6F175D3DCCD1}">
              <a14:hiddenFill xmlns:a14="http://schemas.microsoft.com/office/drawing/2010/main">
                <a:noFill/>
              </a14:hiddenFill>
            </a:ext>
          </a:extLst>
        </p:spPr>
      </p:cxnSp>
      <p:sp>
        <p:nvSpPr>
          <p:cNvPr id="85" name="TextBox 84">
            <a:extLst>
              <a:ext uri="{FF2B5EF4-FFF2-40B4-BE49-F238E27FC236}">
                <a16:creationId xmlns:a16="http://schemas.microsoft.com/office/drawing/2014/main" id="{7DE9135A-736E-3F48-9EE7-C1A65C49E24C}"/>
              </a:ext>
            </a:extLst>
          </p:cNvPr>
          <p:cNvSpPr txBox="1"/>
          <p:nvPr/>
        </p:nvSpPr>
        <p:spPr>
          <a:xfrm>
            <a:off x="4733611" y="5147186"/>
            <a:ext cx="1505391" cy="400110"/>
          </a:xfrm>
          <a:prstGeom prst="rect">
            <a:avLst/>
          </a:prstGeom>
          <a:noFill/>
        </p:spPr>
        <p:txBody>
          <a:bodyPr wrap="square">
            <a:spAutoFit/>
          </a:bodyPr>
          <a:lstStyle/>
          <a:p>
            <a:pPr marL="0" marR="0" lvl="0" indent="0" algn="l" defTabSz="81281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err="1">
                <a:ln>
                  <a:noFill/>
                </a:ln>
                <a:solidFill>
                  <a:srgbClr val="D86018"/>
                </a:solidFill>
                <a:effectLst/>
                <a:uLnTx/>
                <a:uFillTx/>
                <a:latin typeface="Arial" panose="020B0604020202020204"/>
                <a:ea typeface="+mn-ea"/>
                <a:cs typeface="+mn-cs"/>
              </a:rPr>
              <a:t>kg</a:t>
            </a:r>
            <a:r>
              <a:rPr kumimoji="0" lang="en-US" sz="2000" b="0" i="0" u="none" strike="noStrike" kern="1200" cap="none" spc="0" normalizeH="0" baseline="-25000" noProof="0" dirty="0" err="1">
                <a:ln>
                  <a:noFill/>
                </a:ln>
                <a:solidFill>
                  <a:srgbClr val="D86018"/>
                </a:solidFill>
                <a:effectLst/>
                <a:uLnTx/>
                <a:uFillTx/>
                <a:latin typeface="Arial" panose="020B0604020202020204"/>
                <a:ea typeface="+mn-ea"/>
                <a:cs typeface="+mn-cs"/>
              </a:rPr>
              <a:t>Al</a:t>
            </a:r>
            <a:r>
              <a:rPr kumimoji="0" lang="en-US" sz="2000" b="0" i="0" u="none" strike="noStrike" kern="1200" cap="none" spc="0" normalizeH="0" baseline="-25000" noProof="0" dirty="0">
                <a:ln>
                  <a:noFill/>
                </a:ln>
                <a:solidFill>
                  <a:srgbClr val="D86018"/>
                </a:solidFill>
                <a:effectLst/>
                <a:uLnTx/>
                <a:uFillTx/>
                <a:latin typeface="Arial" panose="020B0604020202020204"/>
                <a:ea typeface="+mn-ea"/>
                <a:cs typeface="+mn-cs"/>
              </a:rPr>
              <a:t> hydroxide</a:t>
            </a:r>
          </a:p>
        </p:txBody>
      </p:sp>
      <p:sp>
        <p:nvSpPr>
          <p:cNvPr id="86" name="TextBox 85">
            <a:extLst>
              <a:ext uri="{FF2B5EF4-FFF2-40B4-BE49-F238E27FC236}">
                <a16:creationId xmlns:a16="http://schemas.microsoft.com/office/drawing/2014/main" id="{1E666B1D-8298-514A-973D-2AF32CDB43C9}"/>
              </a:ext>
            </a:extLst>
          </p:cNvPr>
          <p:cNvSpPr txBox="1"/>
          <p:nvPr/>
        </p:nvSpPr>
        <p:spPr>
          <a:xfrm>
            <a:off x="2511626" y="5386694"/>
            <a:ext cx="2454874" cy="400110"/>
          </a:xfrm>
          <a:prstGeom prst="rect">
            <a:avLst/>
          </a:prstGeom>
          <a:noFill/>
        </p:spPr>
        <p:txBody>
          <a:bodyPr wrap="square">
            <a:spAutoFit/>
          </a:bodyPr>
          <a:lstStyle/>
          <a:p>
            <a:pPr marL="0" marR="0" lvl="0" indent="0" algn="l" defTabSz="81281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srgbClr val="00B2A9"/>
                </a:solidFill>
                <a:effectLst/>
                <a:uLnTx/>
                <a:uFillTx/>
                <a:latin typeface="Arial" panose="020B0604020202020204"/>
                <a:ea typeface="+mn-ea"/>
                <a:cs typeface="+mn-cs"/>
              </a:rPr>
              <a:t>1.93</a:t>
            </a:r>
            <a:r>
              <a:rPr kumimoji="0" lang="en-US" sz="2000" b="0" i="0" u="none" strike="noStrike" kern="1200" cap="none" spc="0" normalizeH="0" baseline="0" noProof="0" dirty="0">
                <a:ln>
                  <a:noFill/>
                </a:ln>
                <a:solidFill>
                  <a:srgbClr val="D86018"/>
                </a:solidFill>
                <a:effectLst/>
                <a:uLnTx/>
                <a:uFillTx/>
                <a:latin typeface="Arial" panose="020B0604020202020204"/>
                <a:ea typeface="+mn-ea"/>
                <a:cs typeface="+mn-cs"/>
              </a:rPr>
              <a:t> </a:t>
            </a:r>
            <a:r>
              <a:rPr kumimoji="0" lang="en-US" sz="2000" b="0" i="0" u="none" strike="noStrike" kern="1200" cap="none" spc="0" normalizeH="0" baseline="0" noProof="0" dirty="0">
                <a:ln>
                  <a:noFill/>
                </a:ln>
                <a:solidFill>
                  <a:srgbClr val="00274C"/>
                </a:solidFill>
                <a:effectLst/>
                <a:uLnTx/>
                <a:uFillTx/>
                <a:latin typeface="Arial" panose="020B0604020202020204"/>
                <a:ea typeface="+mn-ea"/>
                <a:cs typeface="+mn-cs"/>
              </a:rPr>
              <a:t>x</a:t>
            </a:r>
            <a:r>
              <a:rPr kumimoji="0" lang="en-US" sz="2000" b="0" i="0" u="none" strike="noStrike" kern="1200" cap="none" spc="0" normalizeH="0" baseline="0" noProof="0" dirty="0">
                <a:ln>
                  <a:noFill/>
                </a:ln>
                <a:solidFill>
                  <a:srgbClr val="D86018"/>
                </a:solidFill>
                <a:effectLst/>
                <a:uLnTx/>
                <a:uFillTx/>
                <a:latin typeface="Arial" panose="020B0604020202020204"/>
                <a:ea typeface="+mn-ea"/>
                <a:cs typeface="+mn-cs"/>
              </a:rPr>
              <a:t> 1.53 </a:t>
            </a:r>
            <a:r>
              <a:rPr kumimoji="0" lang="en-US" sz="2000" b="0" i="0" u="none" strike="noStrike" kern="1200" cap="none" spc="0" normalizeH="0" baseline="0" noProof="0" dirty="0">
                <a:ln>
                  <a:noFill/>
                </a:ln>
                <a:solidFill>
                  <a:srgbClr val="00274C"/>
                </a:solidFill>
                <a:effectLst/>
                <a:uLnTx/>
                <a:uFillTx/>
                <a:latin typeface="Arial" panose="020B0604020202020204"/>
                <a:ea typeface="+mn-ea"/>
                <a:cs typeface="+mn-cs"/>
              </a:rPr>
              <a:t>= 2.96</a:t>
            </a:r>
            <a:endParaRPr kumimoji="0" lang="en-US" sz="2000" b="0" i="0" u="none" strike="noStrike" kern="1200" cap="none" spc="0" normalizeH="0" baseline="-25000" noProof="0" dirty="0">
              <a:ln>
                <a:noFill/>
              </a:ln>
              <a:solidFill>
                <a:srgbClr val="D86018"/>
              </a:solidFill>
              <a:effectLst/>
              <a:uLnTx/>
              <a:uFillTx/>
              <a:latin typeface="Arial" panose="020B0604020202020204"/>
              <a:ea typeface="+mn-ea"/>
              <a:cs typeface="+mn-cs"/>
            </a:endParaRPr>
          </a:p>
        </p:txBody>
      </p:sp>
      <p:sp>
        <p:nvSpPr>
          <p:cNvPr id="3" name="Rectangle 2">
            <a:extLst>
              <a:ext uri="{FF2B5EF4-FFF2-40B4-BE49-F238E27FC236}">
                <a16:creationId xmlns:a16="http://schemas.microsoft.com/office/drawing/2014/main" id="{B53E7A09-CF35-6F40-9C5F-9056CB9306CE}"/>
              </a:ext>
            </a:extLst>
          </p:cNvPr>
          <p:cNvSpPr/>
          <p:nvPr/>
        </p:nvSpPr>
        <p:spPr>
          <a:xfrm>
            <a:off x="4748329" y="5550056"/>
            <a:ext cx="1055097" cy="400110"/>
          </a:xfrm>
          <a:prstGeom prst="rect">
            <a:avLst/>
          </a:prstGeom>
        </p:spPr>
        <p:txBody>
          <a:bodyPr wrap="none">
            <a:spAutoFit/>
          </a:bodyPr>
          <a:lstStyle/>
          <a:p>
            <a:pPr marL="0" marR="0" lvl="0" indent="0" algn="l" defTabSz="812810" rtl="0" eaLnBrk="1" fontAlgn="auto" latinLnBrk="0" hangingPunct="1">
              <a:lnSpc>
                <a:spcPct val="100000"/>
              </a:lnSpc>
              <a:spcBef>
                <a:spcPts val="0"/>
              </a:spcBef>
              <a:spcAft>
                <a:spcPts val="0"/>
              </a:spcAft>
              <a:buClrTx/>
              <a:buSzTx/>
              <a:buFontTx/>
              <a:buNone/>
              <a:tabLst/>
              <a:defRPr/>
            </a:pPr>
            <a:r>
              <a:rPr kumimoji="0" lang="en-US" altLang="en-US" sz="2000" b="0" i="0" u="none" strike="noStrike" kern="1200" cap="none" spc="0" normalizeH="0" baseline="0" noProof="0" dirty="0" err="1">
                <a:ln>
                  <a:noFill/>
                </a:ln>
                <a:solidFill>
                  <a:srgbClr val="00B2A9"/>
                </a:solidFill>
                <a:effectLst/>
                <a:uLnTx/>
                <a:uFillTx/>
                <a:latin typeface="Arial" panose="020B0604020202020204"/>
                <a:ea typeface="+mn-ea"/>
                <a:cs typeface="+mn-cs"/>
              </a:rPr>
              <a:t>kg</a:t>
            </a:r>
            <a:r>
              <a:rPr kumimoji="0" lang="en-US" altLang="en-US" sz="2000" b="0" i="0" u="none" strike="noStrike" kern="1200" cap="none" spc="0" normalizeH="0" baseline="-25000" noProof="0" dirty="0" err="1">
                <a:ln>
                  <a:noFill/>
                </a:ln>
                <a:solidFill>
                  <a:srgbClr val="00B2A9"/>
                </a:solidFill>
                <a:effectLst/>
                <a:uLnTx/>
                <a:uFillTx/>
                <a:latin typeface="Arial" panose="020B0604020202020204"/>
                <a:ea typeface="+mn-ea"/>
                <a:cs typeface="+mn-cs"/>
              </a:rPr>
              <a:t>Al</a:t>
            </a:r>
            <a:r>
              <a:rPr kumimoji="0" lang="en-US" altLang="en-US" sz="2000" b="0" i="0" u="none" strike="noStrike" kern="1200" cap="none" spc="0" normalizeH="0" baseline="-25000" noProof="0" dirty="0">
                <a:ln>
                  <a:noFill/>
                </a:ln>
                <a:solidFill>
                  <a:srgbClr val="00B2A9"/>
                </a:solidFill>
                <a:effectLst/>
                <a:uLnTx/>
                <a:uFillTx/>
                <a:latin typeface="Arial" panose="020B0604020202020204"/>
                <a:ea typeface="+mn-ea"/>
                <a:cs typeface="+mn-cs"/>
              </a:rPr>
              <a:t> liquid</a:t>
            </a:r>
            <a:endParaRPr kumimoji="0" lang="en-US" sz="2000" b="0" i="0" u="none" strike="noStrike" kern="1200" cap="none" spc="0" normalizeH="0" baseline="0" noProof="0" dirty="0">
              <a:ln>
                <a:noFill/>
              </a:ln>
              <a:solidFill>
                <a:srgbClr val="000000"/>
              </a:solidFill>
              <a:effectLst/>
              <a:uLnTx/>
              <a:uFillTx/>
              <a:latin typeface="Arial" panose="020B0604020202020204"/>
              <a:ea typeface="+mn-ea"/>
              <a:cs typeface="+mn-cs"/>
            </a:endParaRPr>
          </a:p>
        </p:txBody>
      </p:sp>
      <p:cxnSp>
        <p:nvCxnSpPr>
          <p:cNvPr id="5" name="Straight Connector 4">
            <a:extLst>
              <a:ext uri="{FF2B5EF4-FFF2-40B4-BE49-F238E27FC236}">
                <a16:creationId xmlns:a16="http://schemas.microsoft.com/office/drawing/2014/main" id="{9FF6EB98-411A-E445-988B-690F17C3E7BA}"/>
              </a:ext>
            </a:extLst>
          </p:cNvPr>
          <p:cNvCxnSpPr/>
          <p:nvPr/>
        </p:nvCxnSpPr>
        <p:spPr>
          <a:xfrm>
            <a:off x="4748329" y="5604494"/>
            <a:ext cx="1302266" cy="0"/>
          </a:xfrm>
          <a:prstGeom prst="line">
            <a:avLst/>
          </a:prstGeom>
          <a:ln w="19050">
            <a:solidFill>
              <a:schemeClr val="tx2"/>
            </a:solidFill>
          </a:ln>
          <a:effectLst/>
        </p:spPr>
        <p:style>
          <a:lnRef idx="2">
            <a:schemeClr val="accent1"/>
          </a:lnRef>
          <a:fillRef idx="0">
            <a:schemeClr val="accent1"/>
          </a:fillRef>
          <a:effectRef idx="1">
            <a:schemeClr val="accent1"/>
          </a:effectRef>
          <a:fontRef idx="minor">
            <a:schemeClr val="tx1"/>
          </a:fontRef>
        </p:style>
      </p:cxnSp>
      <p:sp>
        <p:nvSpPr>
          <p:cNvPr id="6" name="Rectangle 5">
            <a:extLst>
              <a:ext uri="{FF2B5EF4-FFF2-40B4-BE49-F238E27FC236}">
                <a16:creationId xmlns:a16="http://schemas.microsoft.com/office/drawing/2014/main" id="{B7237B30-18D4-1B4D-943A-F4058CE54F52}"/>
              </a:ext>
            </a:extLst>
          </p:cNvPr>
          <p:cNvSpPr/>
          <p:nvPr/>
        </p:nvSpPr>
        <p:spPr>
          <a:xfrm>
            <a:off x="2411626" y="5147186"/>
            <a:ext cx="3722380" cy="873074"/>
          </a:xfrm>
          <a:prstGeom prst="rect">
            <a:avLst/>
          </a:prstGeom>
          <a:noFill/>
          <a:ln w="19050">
            <a:solidFill>
              <a:schemeClr val="tx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812810" rtl="0" eaLnBrk="1" fontAlgn="auto" latinLnBrk="0" hangingPunct="1">
              <a:lnSpc>
                <a:spcPct val="100000"/>
              </a:lnSpc>
              <a:spcBef>
                <a:spcPts val="0"/>
              </a:spcBef>
              <a:spcAft>
                <a:spcPts val="0"/>
              </a:spcAft>
              <a:buClrTx/>
              <a:buSzTx/>
              <a:buFontTx/>
              <a:buNone/>
              <a:tabLst/>
              <a:defRPr/>
            </a:pPr>
            <a:endParaRPr kumimoji="0" lang="en-US" sz="3200" b="0" i="0" u="none" strike="noStrike" kern="1200" cap="none" spc="0" normalizeH="0" baseline="0" noProof="0">
              <a:ln>
                <a:noFill/>
              </a:ln>
              <a:solidFill>
                <a:prstClr val="white"/>
              </a:solidFill>
              <a:effectLst/>
              <a:uLnTx/>
              <a:uFillTx/>
              <a:latin typeface="Arial" panose="020B0604020202020204"/>
              <a:ea typeface="+mn-ea"/>
              <a:cs typeface="+mn-cs"/>
            </a:endParaRPr>
          </a:p>
        </p:txBody>
      </p:sp>
      <p:sp>
        <p:nvSpPr>
          <p:cNvPr id="172" name="TextBox 1">
            <a:extLst>
              <a:ext uri="{FF2B5EF4-FFF2-40B4-BE49-F238E27FC236}">
                <a16:creationId xmlns:a16="http://schemas.microsoft.com/office/drawing/2014/main" id="{A98A37F1-B075-084D-9F72-DECDF3701773}"/>
              </a:ext>
            </a:extLst>
          </p:cNvPr>
          <p:cNvSpPr txBox="1">
            <a:spLocks noChangeArrowheads="1"/>
          </p:cNvSpPr>
          <p:nvPr/>
        </p:nvSpPr>
        <p:spPr bwMode="auto">
          <a:xfrm>
            <a:off x="1806972" y="1410736"/>
            <a:ext cx="13271634"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rgbClr val="FF9900"/>
              </a:buClr>
              <a:buChar char="•"/>
              <a:defRPr sz="3200" b="1">
                <a:solidFill>
                  <a:srgbClr val="01035B"/>
                </a:solidFill>
                <a:latin typeface="Arial" panose="020B0604020202020204" pitchFamily="34" charset="0"/>
              </a:defRPr>
            </a:lvl1pPr>
            <a:lvl2pPr marL="742950" indent="-285750">
              <a:spcBef>
                <a:spcPct val="20000"/>
              </a:spcBef>
              <a:buClr>
                <a:srgbClr val="FF9900"/>
              </a:buClr>
              <a:buChar char="–"/>
              <a:defRPr sz="2800" b="1">
                <a:solidFill>
                  <a:srgbClr val="01035B"/>
                </a:solidFill>
                <a:latin typeface="Arial" panose="020B0604020202020204" pitchFamily="34" charset="0"/>
              </a:defRPr>
            </a:lvl2pPr>
            <a:lvl3pPr marL="1143000" indent="-228600">
              <a:spcBef>
                <a:spcPct val="20000"/>
              </a:spcBef>
              <a:buClr>
                <a:srgbClr val="FF9900"/>
              </a:buClr>
              <a:buChar char="•"/>
              <a:defRPr sz="2400" b="1">
                <a:solidFill>
                  <a:srgbClr val="01035B"/>
                </a:solidFill>
                <a:latin typeface="Arial" panose="020B0604020202020204" pitchFamily="34" charset="0"/>
              </a:defRPr>
            </a:lvl3pPr>
            <a:lvl4pPr marL="1600200" indent="-228600">
              <a:spcBef>
                <a:spcPct val="20000"/>
              </a:spcBef>
              <a:buClr>
                <a:srgbClr val="FF9900"/>
              </a:buClr>
              <a:buChar char="–"/>
              <a:defRPr sz="2000" b="1">
                <a:solidFill>
                  <a:srgbClr val="01035B"/>
                </a:solidFill>
                <a:latin typeface="Arial" panose="020B0604020202020204" pitchFamily="34" charset="0"/>
              </a:defRPr>
            </a:lvl4pPr>
            <a:lvl5pPr marL="2057400" indent="-228600">
              <a:spcBef>
                <a:spcPct val="20000"/>
              </a:spcBef>
              <a:buClr>
                <a:srgbClr val="FF9900"/>
              </a:buClr>
              <a:buChar char="»"/>
              <a:defRPr sz="2000" b="1">
                <a:solidFill>
                  <a:srgbClr val="01035B"/>
                </a:solidFill>
                <a:latin typeface="Arial" panose="020B0604020202020204" pitchFamily="34" charset="0"/>
              </a:defRPr>
            </a:lvl5pPr>
            <a:lvl6pPr marL="25146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6pPr>
            <a:lvl7pPr marL="29718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7pPr>
            <a:lvl8pPr marL="34290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8pPr>
            <a:lvl9pPr marL="38862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9pPr>
          </a:lstStyle>
          <a:p>
            <a:pPr marL="0" marR="0" lvl="0" indent="0" algn="l" defTabSz="812810" rtl="0" eaLnBrk="1" fontAlgn="auto" latinLnBrk="0" hangingPunct="1">
              <a:lnSpc>
                <a:spcPct val="100000"/>
              </a:lnSpc>
              <a:spcBef>
                <a:spcPct val="0"/>
              </a:spcBef>
              <a:spcAft>
                <a:spcPts val="0"/>
              </a:spcAft>
              <a:buClrTx/>
              <a:buSzTx/>
              <a:buFontTx/>
              <a:buNone/>
              <a:tabLst/>
              <a:defRPr/>
            </a:pPr>
            <a:r>
              <a:rPr kumimoji="0" lang="en-US" altLang="en-US" sz="2800" b="0" i="0" u="none" strike="noStrike" kern="1200" cap="none" spc="0" normalizeH="0" baseline="0" noProof="0" dirty="0">
                <a:ln>
                  <a:noFill/>
                </a:ln>
                <a:solidFill>
                  <a:srgbClr val="00274C"/>
                </a:solidFill>
                <a:effectLst/>
                <a:uLnTx/>
                <a:uFillTx/>
                <a:latin typeface="Arial" panose="020B0604020202020204" pitchFamily="34" charset="0"/>
                <a:ea typeface="+mn-ea"/>
                <a:cs typeface="+mn-cs"/>
              </a:rPr>
              <a:t>Use intermediary flows to fill each box with the amount of process used per FU </a:t>
            </a:r>
          </a:p>
        </p:txBody>
      </p:sp>
      <p:sp>
        <p:nvSpPr>
          <p:cNvPr id="174" name="Oval 173">
            <a:extLst>
              <a:ext uri="{FF2B5EF4-FFF2-40B4-BE49-F238E27FC236}">
                <a16:creationId xmlns:a16="http://schemas.microsoft.com/office/drawing/2014/main" id="{AEB56D2E-B0FA-2B4E-8184-349053C23458}"/>
              </a:ext>
            </a:extLst>
          </p:cNvPr>
          <p:cNvSpPr/>
          <p:nvPr/>
        </p:nvSpPr>
        <p:spPr>
          <a:xfrm>
            <a:off x="984738" y="1332689"/>
            <a:ext cx="707629" cy="707629"/>
          </a:xfrm>
          <a:prstGeom prst="ellipse">
            <a:avLst/>
          </a:prstGeom>
          <a:solidFill>
            <a:schemeClr val="accent6"/>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812810" rtl="0" eaLnBrk="1" fontAlgn="auto" latinLnBrk="0" hangingPunct="1">
              <a:lnSpc>
                <a:spcPct val="100000"/>
              </a:lnSpc>
              <a:spcBef>
                <a:spcPts val="0"/>
              </a:spcBef>
              <a:spcAft>
                <a:spcPts val="0"/>
              </a:spcAft>
              <a:buClrTx/>
              <a:buSzTx/>
              <a:buFontTx/>
              <a:buNone/>
              <a:tabLst/>
              <a:defRPr/>
            </a:pPr>
            <a:r>
              <a:rPr kumimoji="0" lang="en-US" sz="3600" b="1" i="0" u="none" strike="noStrike" kern="1200" cap="none" spc="0" normalizeH="0" baseline="0" noProof="0" dirty="0">
                <a:ln>
                  <a:noFill/>
                </a:ln>
                <a:solidFill>
                  <a:prstClr val="white"/>
                </a:solidFill>
                <a:effectLst/>
                <a:uLnTx/>
                <a:uFillTx/>
                <a:latin typeface="Arial" panose="020B0604020202020204"/>
                <a:ea typeface="+mn-ea"/>
                <a:cs typeface="+mn-cs"/>
              </a:rPr>
              <a:t>5</a:t>
            </a:r>
          </a:p>
        </p:txBody>
      </p:sp>
    </p:spTree>
    <p:extLst>
      <p:ext uri="{BB962C8B-B14F-4D97-AF65-F5344CB8AC3E}">
        <p14:creationId xmlns:p14="http://schemas.microsoft.com/office/powerpoint/2010/main" val="2305015113"/>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5E6749-8E30-E645-93C6-C20513A51F69}"/>
              </a:ext>
            </a:extLst>
          </p:cNvPr>
          <p:cNvSpPr>
            <a:spLocks noGrp="1"/>
          </p:cNvSpPr>
          <p:nvPr>
            <p:ph type="title"/>
          </p:nvPr>
        </p:nvSpPr>
        <p:spPr/>
        <p:txBody>
          <a:bodyPr/>
          <a:lstStyle/>
          <a:p>
            <a:r>
              <a:rPr lang="en-US" altLang="en-US" sz="3400" dirty="0">
                <a:solidFill>
                  <a:schemeClr val="tx2"/>
                </a:solidFill>
              </a:rPr>
              <a:t>Design of process tree: Fill in each box with the process amount per FU</a:t>
            </a:r>
            <a:endParaRPr lang="en-US" sz="3400" dirty="0">
              <a:solidFill>
                <a:schemeClr val="tx2"/>
              </a:solidFill>
            </a:endParaRPr>
          </a:p>
        </p:txBody>
      </p:sp>
      <p:sp>
        <p:nvSpPr>
          <p:cNvPr id="90" name="TextBox 89">
            <a:extLst>
              <a:ext uri="{FF2B5EF4-FFF2-40B4-BE49-F238E27FC236}">
                <a16:creationId xmlns:a16="http://schemas.microsoft.com/office/drawing/2014/main" id="{E4F18241-7AA2-E84F-AA03-CF00437F911F}"/>
              </a:ext>
            </a:extLst>
          </p:cNvPr>
          <p:cNvSpPr txBox="1"/>
          <p:nvPr/>
        </p:nvSpPr>
        <p:spPr>
          <a:xfrm>
            <a:off x="2749691" y="6182791"/>
            <a:ext cx="3300904" cy="461665"/>
          </a:xfrm>
          <a:prstGeom prst="rect">
            <a:avLst/>
          </a:prstGeom>
          <a:noFill/>
        </p:spPr>
        <p:txBody>
          <a:bodyPr wrap="none">
            <a:spAutoFit/>
          </a:bodyPr>
          <a:lstStyle/>
          <a:p>
            <a:pPr marL="0" marR="0" lvl="0" indent="0" algn="l" defTabSz="81281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srgbClr val="9A3324"/>
                </a:solidFill>
                <a:effectLst/>
                <a:uLnTx/>
                <a:uFillTx/>
                <a:latin typeface="Arial" panose="020B0604020202020204"/>
                <a:ea typeface="+mn-ea"/>
                <a:cs typeface="+mn-cs"/>
              </a:rPr>
              <a:t>1.4 </a:t>
            </a:r>
            <a:r>
              <a:rPr kumimoji="0" lang="en-US" sz="2400" b="0" i="0" u="none" strike="noStrike" kern="1200" cap="none" spc="0" normalizeH="0" baseline="0" noProof="0" dirty="0" err="1">
                <a:ln>
                  <a:noFill/>
                </a:ln>
                <a:solidFill>
                  <a:srgbClr val="9A3324"/>
                </a:solidFill>
                <a:effectLst/>
                <a:uLnTx/>
                <a:uFillTx/>
                <a:latin typeface="Arial" panose="020B0604020202020204"/>
                <a:ea typeface="+mn-ea"/>
                <a:cs typeface="+mn-cs"/>
              </a:rPr>
              <a:t>kg</a:t>
            </a:r>
            <a:r>
              <a:rPr kumimoji="0" lang="en-US" sz="2400" b="0" i="0" u="none" strike="noStrike" kern="1200" cap="none" spc="0" normalizeH="0" baseline="-25000" noProof="0" dirty="0" err="1">
                <a:ln>
                  <a:noFill/>
                </a:ln>
                <a:solidFill>
                  <a:srgbClr val="9A3324"/>
                </a:solidFill>
                <a:effectLst/>
                <a:uLnTx/>
                <a:uFillTx/>
                <a:latin typeface="Arial" panose="020B0604020202020204"/>
                <a:ea typeface="+mn-ea"/>
                <a:cs typeface="+mn-cs"/>
              </a:rPr>
              <a:t>Bauxite</a:t>
            </a:r>
            <a:r>
              <a:rPr kumimoji="0" lang="en-US" sz="2400" b="0" i="0" u="none" strike="noStrike" kern="1200" cap="none" spc="0" normalizeH="0" baseline="-25000" noProof="0" dirty="0">
                <a:ln>
                  <a:noFill/>
                </a:ln>
                <a:solidFill>
                  <a:srgbClr val="9A3324"/>
                </a:solidFill>
                <a:effectLst/>
                <a:uLnTx/>
                <a:uFillTx/>
                <a:latin typeface="Arial" panose="020B0604020202020204"/>
                <a:ea typeface="+mn-ea"/>
                <a:cs typeface="+mn-cs"/>
              </a:rPr>
              <a:t> </a:t>
            </a:r>
            <a:r>
              <a:rPr kumimoji="0" lang="en-US" sz="2400" b="0" i="0" u="none" strike="noStrike" kern="1200" cap="none" spc="0" normalizeH="0" baseline="0" noProof="0" dirty="0">
                <a:ln>
                  <a:noFill/>
                </a:ln>
                <a:solidFill>
                  <a:srgbClr val="9A3324"/>
                </a:solidFill>
                <a:effectLst/>
                <a:uLnTx/>
                <a:uFillTx/>
                <a:latin typeface="Arial" panose="020B0604020202020204"/>
                <a:ea typeface="+mn-ea"/>
                <a:cs typeface="+mn-cs"/>
              </a:rPr>
              <a:t>/</a:t>
            </a:r>
            <a:r>
              <a:rPr kumimoji="0" lang="en-US" sz="2400" b="0" i="0" u="none" strike="noStrike" kern="1200" cap="none" spc="0" normalizeH="0" baseline="0" noProof="0" dirty="0" err="1">
                <a:ln>
                  <a:noFill/>
                </a:ln>
                <a:solidFill>
                  <a:srgbClr val="9A3324"/>
                </a:solidFill>
                <a:effectLst/>
                <a:uLnTx/>
                <a:uFillTx/>
                <a:latin typeface="Arial" panose="020B0604020202020204"/>
                <a:ea typeface="+mn-ea"/>
                <a:cs typeface="+mn-cs"/>
              </a:rPr>
              <a:t>kg</a:t>
            </a:r>
            <a:r>
              <a:rPr kumimoji="0" lang="en-US" sz="2400" b="0" i="0" u="none" strike="noStrike" kern="1200" cap="none" spc="0" normalizeH="0" baseline="-25000" noProof="0" dirty="0" err="1">
                <a:ln>
                  <a:noFill/>
                </a:ln>
                <a:solidFill>
                  <a:srgbClr val="9A3324"/>
                </a:solidFill>
                <a:effectLst/>
                <a:uLnTx/>
                <a:uFillTx/>
                <a:latin typeface="Arial" panose="020B0604020202020204"/>
                <a:ea typeface="+mn-ea"/>
                <a:cs typeface="+mn-cs"/>
              </a:rPr>
              <a:t>Al</a:t>
            </a:r>
            <a:r>
              <a:rPr kumimoji="0" lang="en-US" sz="2400" b="0" i="0" u="none" strike="noStrike" kern="1200" cap="none" spc="0" normalizeH="0" baseline="-25000" noProof="0" dirty="0">
                <a:ln>
                  <a:noFill/>
                </a:ln>
                <a:solidFill>
                  <a:srgbClr val="9A3324"/>
                </a:solidFill>
                <a:effectLst/>
                <a:uLnTx/>
                <a:uFillTx/>
                <a:latin typeface="Arial" panose="020B0604020202020204"/>
                <a:ea typeface="+mn-ea"/>
                <a:cs typeface="+mn-cs"/>
              </a:rPr>
              <a:t> hydroxide</a:t>
            </a:r>
          </a:p>
        </p:txBody>
      </p:sp>
      <p:cxnSp>
        <p:nvCxnSpPr>
          <p:cNvPr id="91" name="Straight Connector 220">
            <a:extLst>
              <a:ext uri="{FF2B5EF4-FFF2-40B4-BE49-F238E27FC236}">
                <a16:creationId xmlns:a16="http://schemas.microsoft.com/office/drawing/2014/main" id="{ECE470E3-D25C-AE45-89FB-3AAB8133CADF}"/>
              </a:ext>
            </a:extLst>
          </p:cNvPr>
          <p:cNvCxnSpPr>
            <a:cxnSpLocks noChangeShapeType="1"/>
          </p:cNvCxnSpPr>
          <p:nvPr/>
        </p:nvCxnSpPr>
        <p:spPr bwMode="auto">
          <a:xfrm flipV="1">
            <a:off x="9943784" y="4672203"/>
            <a:ext cx="0" cy="543396"/>
          </a:xfrm>
          <a:prstGeom prst="line">
            <a:avLst/>
          </a:prstGeom>
          <a:noFill/>
          <a:ln w="25400" algn="ctr">
            <a:solidFill>
              <a:schemeClr val="accent5"/>
            </a:solidFill>
            <a:round/>
            <a:headEnd/>
            <a:tailEnd type="arrow" w="med" len="med"/>
          </a:ln>
          <a:extLst>
            <a:ext uri="{909E8E84-426E-40DD-AFC4-6F175D3DCCD1}">
              <a14:hiddenFill xmlns:a14="http://schemas.microsoft.com/office/drawing/2010/main">
                <a:noFill/>
              </a14:hiddenFill>
            </a:ext>
          </a:extLst>
        </p:spPr>
      </p:cxnSp>
      <p:sp>
        <p:nvSpPr>
          <p:cNvPr id="92" name="TextBox 91">
            <a:extLst>
              <a:ext uri="{FF2B5EF4-FFF2-40B4-BE49-F238E27FC236}">
                <a16:creationId xmlns:a16="http://schemas.microsoft.com/office/drawing/2014/main" id="{97B1A30D-78BD-BE47-8661-20A1DDBF0A93}"/>
              </a:ext>
            </a:extLst>
          </p:cNvPr>
          <p:cNvSpPr txBox="1"/>
          <p:nvPr/>
        </p:nvSpPr>
        <p:spPr>
          <a:xfrm>
            <a:off x="2626258" y="4542037"/>
            <a:ext cx="3524962" cy="461665"/>
          </a:xfrm>
          <a:prstGeom prst="rect">
            <a:avLst/>
          </a:prstGeom>
          <a:noFill/>
        </p:spPr>
        <p:txBody>
          <a:bodyPr wrap="square">
            <a:spAutoFit/>
          </a:bodyPr>
          <a:lstStyle/>
          <a:p>
            <a:pPr marL="0" marR="0" lvl="0" indent="0" algn="l" defTabSz="81281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srgbClr val="D86018"/>
                </a:solidFill>
                <a:effectLst/>
                <a:uLnTx/>
                <a:uFillTx/>
                <a:latin typeface="Arial" panose="020B0604020202020204"/>
                <a:ea typeface="+mn-ea"/>
                <a:cs typeface="+mn-cs"/>
              </a:rPr>
              <a:t>1.53 </a:t>
            </a:r>
            <a:r>
              <a:rPr kumimoji="0" lang="en-US" sz="2400" b="0" i="0" u="none" strike="noStrike" kern="1200" cap="none" spc="0" normalizeH="0" baseline="0" noProof="0" dirty="0" err="1">
                <a:ln>
                  <a:noFill/>
                </a:ln>
                <a:solidFill>
                  <a:srgbClr val="D86018"/>
                </a:solidFill>
                <a:effectLst/>
                <a:uLnTx/>
                <a:uFillTx/>
                <a:latin typeface="Arial" panose="020B0604020202020204"/>
                <a:ea typeface="+mn-ea"/>
                <a:cs typeface="+mn-cs"/>
              </a:rPr>
              <a:t>kg</a:t>
            </a:r>
            <a:r>
              <a:rPr kumimoji="0" lang="en-US" sz="2400" b="0" i="0" u="none" strike="noStrike" kern="1200" cap="none" spc="0" normalizeH="0" baseline="-25000" noProof="0" dirty="0" err="1">
                <a:ln>
                  <a:noFill/>
                </a:ln>
                <a:solidFill>
                  <a:srgbClr val="D86018"/>
                </a:solidFill>
                <a:effectLst/>
                <a:uLnTx/>
                <a:uFillTx/>
                <a:latin typeface="Arial" panose="020B0604020202020204"/>
                <a:ea typeface="+mn-ea"/>
                <a:cs typeface="+mn-cs"/>
              </a:rPr>
              <a:t>Al</a:t>
            </a:r>
            <a:r>
              <a:rPr kumimoji="0" lang="en-US" sz="2400" b="0" i="0" u="none" strike="noStrike" kern="1200" cap="none" spc="0" normalizeH="0" baseline="-25000" noProof="0" dirty="0">
                <a:ln>
                  <a:noFill/>
                </a:ln>
                <a:solidFill>
                  <a:srgbClr val="D86018"/>
                </a:solidFill>
                <a:effectLst/>
                <a:uLnTx/>
                <a:uFillTx/>
                <a:latin typeface="Arial" panose="020B0604020202020204"/>
                <a:ea typeface="+mn-ea"/>
                <a:cs typeface="+mn-cs"/>
              </a:rPr>
              <a:t> hydroxide </a:t>
            </a:r>
            <a:r>
              <a:rPr kumimoji="0" lang="en-US" sz="2400" b="0" i="0" u="none" strike="noStrike" kern="1200" cap="none" spc="0" normalizeH="0" baseline="0" noProof="0" dirty="0">
                <a:ln>
                  <a:noFill/>
                </a:ln>
                <a:solidFill>
                  <a:srgbClr val="D86018"/>
                </a:solidFill>
                <a:effectLst/>
                <a:uLnTx/>
                <a:uFillTx/>
                <a:latin typeface="Arial" panose="020B0604020202020204"/>
                <a:ea typeface="+mn-ea"/>
                <a:cs typeface="+mn-cs"/>
              </a:rPr>
              <a:t>/</a:t>
            </a:r>
            <a:r>
              <a:rPr kumimoji="0" lang="en-US" sz="2400" b="0" i="0" u="none" strike="noStrike" kern="1200" cap="none" spc="0" normalizeH="0" baseline="0" noProof="0" dirty="0" err="1">
                <a:ln>
                  <a:noFill/>
                </a:ln>
                <a:solidFill>
                  <a:srgbClr val="D86018"/>
                </a:solidFill>
                <a:effectLst/>
                <a:uLnTx/>
                <a:uFillTx/>
                <a:latin typeface="Arial" panose="020B0604020202020204"/>
                <a:ea typeface="+mn-ea"/>
                <a:cs typeface="+mn-cs"/>
              </a:rPr>
              <a:t>kg</a:t>
            </a:r>
            <a:r>
              <a:rPr kumimoji="0" lang="en-US" sz="2400" b="0" i="0" u="none" strike="noStrike" kern="1200" cap="none" spc="0" normalizeH="0" baseline="-25000" noProof="0" dirty="0" err="1">
                <a:ln>
                  <a:noFill/>
                </a:ln>
                <a:solidFill>
                  <a:srgbClr val="D86018"/>
                </a:solidFill>
                <a:effectLst/>
                <a:uLnTx/>
                <a:uFillTx/>
                <a:latin typeface="Arial" panose="020B0604020202020204"/>
                <a:ea typeface="+mn-ea"/>
                <a:cs typeface="+mn-cs"/>
              </a:rPr>
              <a:t>Al</a:t>
            </a:r>
            <a:r>
              <a:rPr kumimoji="0" lang="en-US" sz="2400" b="0" i="0" u="none" strike="noStrike" kern="1200" cap="none" spc="0" normalizeH="0" baseline="-25000" noProof="0" dirty="0">
                <a:ln>
                  <a:noFill/>
                </a:ln>
                <a:solidFill>
                  <a:srgbClr val="D86018"/>
                </a:solidFill>
                <a:effectLst/>
                <a:uLnTx/>
                <a:uFillTx/>
                <a:latin typeface="Arial" panose="020B0604020202020204"/>
                <a:ea typeface="+mn-ea"/>
                <a:cs typeface="+mn-cs"/>
              </a:rPr>
              <a:t> oxide</a:t>
            </a:r>
          </a:p>
        </p:txBody>
      </p:sp>
      <p:sp>
        <p:nvSpPr>
          <p:cNvPr id="93" name="Rectangle 19">
            <a:extLst>
              <a:ext uri="{FF2B5EF4-FFF2-40B4-BE49-F238E27FC236}">
                <a16:creationId xmlns:a16="http://schemas.microsoft.com/office/drawing/2014/main" id="{95801A3E-2BAC-2B4B-99A9-889BBBC270D4}"/>
              </a:ext>
            </a:extLst>
          </p:cNvPr>
          <p:cNvSpPr>
            <a:spLocks noChangeArrowheads="1"/>
          </p:cNvSpPr>
          <p:nvPr/>
        </p:nvSpPr>
        <p:spPr bwMode="auto">
          <a:xfrm>
            <a:off x="7116282" y="3817466"/>
            <a:ext cx="1657350" cy="828432"/>
          </a:xfrm>
          <a:prstGeom prst="rect">
            <a:avLst/>
          </a:prstGeom>
          <a:solidFill>
            <a:schemeClr val="bg2">
              <a:lumMod val="75000"/>
              <a:alpha val="39000"/>
            </a:schemeClr>
          </a:solidFill>
          <a:ln w="9525">
            <a:noFill/>
            <a:miter lim="800000"/>
            <a:headEnd/>
            <a:tailEnd/>
          </a:ln>
          <a:effectLst/>
        </p:spPr>
        <p:txBody>
          <a:bodyPr lIns="90488" tIns="44450" rIns="90488" bIns="44450" anchor="ctr">
            <a:spAutoFit/>
          </a:bodyPr>
          <a:lstStyle/>
          <a:p>
            <a:pPr marL="0" marR="0" lvl="0" indent="0" algn="ctr" defTabSz="812810" rtl="0" eaLnBrk="1" fontAlgn="auto" latinLnBrk="0" hangingPunct="1">
              <a:lnSpc>
                <a:spcPct val="100000"/>
              </a:lnSpc>
              <a:spcBef>
                <a:spcPts val="0"/>
              </a:spcBef>
              <a:spcAft>
                <a:spcPts val="0"/>
              </a:spcAft>
              <a:buClrTx/>
              <a:buSzTx/>
              <a:buFontTx/>
              <a:buNone/>
              <a:tabLst/>
              <a:defRPr/>
            </a:pPr>
            <a:r>
              <a:rPr kumimoji="0" lang="en-US" sz="1600" b="0" i="0" u="none" strike="noStrike" kern="0" cap="none" spc="0" normalizeH="0" baseline="0" noProof="0" dirty="0">
                <a:ln>
                  <a:noFill/>
                </a:ln>
                <a:solidFill>
                  <a:srgbClr val="00274C"/>
                </a:solidFill>
                <a:effectLst/>
                <a:uLnTx/>
                <a:uFillTx/>
                <a:latin typeface="Arial" panose="020B0604020202020204" pitchFamily="34" charset="0"/>
                <a:ea typeface="+mn-ea"/>
                <a:cs typeface="Arial" panose="020B0604020202020204" pitchFamily="34" charset="0"/>
              </a:rPr>
              <a:t>Aluminum oxide</a:t>
            </a:r>
          </a:p>
          <a:p>
            <a:pPr marL="0" marR="0" lvl="0" indent="0" algn="ctr" defTabSz="812810" rtl="0"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dirty="0">
              <a:ln>
                <a:noFill/>
              </a:ln>
              <a:solidFill>
                <a:srgbClr val="00274C"/>
              </a:solidFill>
              <a:effectLst/>
              <a:uLnTx/>
              <a:uFillTx/>
              <a:latin typeface="Arial" panose="020B0604020202020204" pitchFamily="34" charset="0"/>
              <a:ea typeface="+mn-ea"/>
              <a:cs typeface="Arial" panose="020B0604020202020204" pitchFamily="34" charset="0"/>
            </a:endParaRPr>
          </a:p>
          <a:p>
            <a:pPr marL="0" marR="0" lvl="0" indent="0" algn="ctr" defTabSz="812810" rtl="0" eaLnBrk="1" fontAlgn="auto" latinLnBrk="0" hangingPunct="1">
              <a:lnSpc>
                <a:spcPct val="100000"/>
              </a:lnSpc>
              <a:spcBef>
                <a:spcPts val="0"/>
              </a:spcBef>
              <a:spcAft>
                <a:spcPts val="0"/>
              </a:spcAft>
              <a:buClrTx/>
              <a:buSzTx/>
              <a:buFontTx/>
              <a:buNone/>
              <a:tabLst/>
              <a:defRPr/>
            </a:pPr>
            <a:r>
              <a:rPr kumimoji="0" lang="en-US" sz="1600" b="0" i="0" u="none" strike="noStrike" kern="0" cap="none" spc="0" normalizeH="0" baseline="0" noProof="0" dirty="0">
                <a:ln>
                  <a:noFill/>
                </a:ln>
                <a:solidFill>
                  <a:srgbClr val="00274C"/>
                </a:solidFill>
                <a:effectLst/>
                <a:uLnTx/>
                <a:uFillTx/>
                <a:latin typeface="Arial" panose="020B0604020202020204" pitchFamily="34" charset="0"/>
                <a:ea typeface="+mn-ea"/>
                <a:cs typeface="Arial" panose="020B0604020202020204" pitchFamily="34" charset="0"/>
              </a:rPr>
              <a:t>1.93 kg</a:t>
            </a:r>
          </a:p>
        </p:txBody>
      </p:sp>
      <p:sp>
        <p:nvSpPr>
          <p:cNvPr id="94" name="Rectangle 19">
            <a:extLst>
              <a:ext uri="{FF2B5EF4-FFF2-40B4-BE49-F238E27FC236}">
                <a16:creationId xmlns:a16="http://schemas.microsoft.com/office/drawing/2014/main" id="{8FFDDB33-5239-AF40-BD72-A23B4D53CE32}"/>
              </a:ext>
            </a:extLst>
          </p:cNvPr>
          <p:cNvSpPr>
            <a:spLocks noChangeArrowheads="1"/>
          </p:cNvSpPr>
          <p:nvPr/>
        </p:nvSpPr>
        <p:spPr bwMode="auto">
          <a:xfrm>
            <a:off x="8953019" y="3817466"/>
            <a:ext cx="1871663" cy="828432"/>
          </a:xfrm>
          <a:prstGeom prst="rect">
            <a:avLst/>
          </a:prstGeom>
          <a:solidFill>
            <a:schemeClr val="bg2">
              <a:lumMod val="75000"/>
              <a:alpha val="39000"/>
            </a:schemeClr>
          </a:solidFill>
          <a:ln w="9525">
            <a:noFill/>
            <a:miter lim="800000"/>
            <a:headEnd/>
            <a:tailEnd/>
          </a:ln>
          <a:effectLst/>
        </p:spPr>
        <p:txBody>
          <a:bodyPr lIns="90488" tIns="44450" rIns="90488" bIns="44450" anchor="ctr">
            <a:spAutoFit/>
          </a:bodyPr>
          <a:lstStyle/>
          <a:p>
            <a:pPr marL="0" marR="0" lvl="0" indent="0" algn="ctr" defTabSz="812810" rtl="0" eaLnBrk="1" fontAlgn="auto" latinLnBrk="0" hangingPunct="1">
              <a:lnSpc>
                <a:spcPct val="100000"/>
              </a:lnSpc>
              <a:spcBef>
                <a:spcPts val="0"/>
              </a:spcBef>
              <a:spcAft>
                <a:spcPts val="0"/>
              </a:spcAft>
              <a:buClrTx/>
              <a:buSzTx/>
              <a:buFontTx/>
              <a:buNone/>
              <a:tabLst/>
              <a:defRPr/>
            </a:pPr>
            <a:r>
              <a:rPr kumimoji="0" lang="en-US" sz="1600" b="0" i="0" u="none" strike="noStrike" kern="0" cap="none" spc="0" normalizeH="0" baseline="0" noProof="0" dirty="0">
                <a:ln>
                  <a:noFill/>
                </a:ln>
                <a:solidFill>
                  <a:srgbClr val="00274C"/>
                </a:solidFill>
                <a:effectLst/>
                <a:uLnTx/>
                <a:uFillTx/>
                <a:latin typeface="Arial" panose="020B0604020202020204" pitchFamily="34" charset="0"/>
                <a:ea typeface="+mn-ea"/>
                <a:cs typeface="Arial" panose="020B0604020202020204" pitchFamily="34" charset="0"/>
              </a:rPr>
              <a:t>Anode, aluminum electrolysis</a:t>
            </a:r>
          </a:p>
          <a:p>
            <a:pPr marL="0" marR="0" lvl="0" indent="0" algn="ctr" defTabSz="812810" rtl="0" eaLnBrk="1" fontAlgn="auto" latinLnBrk="0" hangingPunct="1">
              <a:lnSpc>
                <a:spcPct val="100000"/>
              </a:lnSpc>
              <a:spcBef>
                <a:spcPts val="0"/>
              </a:spcBef>
              <a:spcAft>
                <a:spcPts val="0"/>
              </a:spcAft>
              <a:buClrTx/>
              <a:buSzTx/>
              <a:buFontTx/>
              <a:buNone/>
              <a:tabLst/>
              <a:defRPr/>
            </a:pPr>
            <a:r>
              <a:rPr kumimoji="0" lang="en-US" sz="1600" b="0" i="0" u="none" strike="noStrike" kern="0" cap="none" spc="0" normalizeH="0" baseline="0" noProof="0" dirty="0">
                <a:ln>
                  <a:noFill/>
                </a:ln>
                <a:solidFill>
                  <a:srgbClr val="00274C"/>
                </a:solidFill>
                <a:effectLst/>
                <a:uLnTx/>
                <a:uFillTx/>
                <a:latin typeface="Arial" panose="020B0604020202020204" pitchFamily="34" charset="0"/>
                <a:ea typeface="+mn-ea"/>
                <a:cs typeface="Arial" panose="020B0604020202020204" pitchFamily="34" charset="0"/>
              </a:rPr>
              <a:t>0.449 kg</a:t>
            </a:r>
          </a:p>
        </p:txBody>
      </p:sp>
      <p:sp>
        <p:nvSpPr>
          <p:cNvPr id="95" name="Rectangle 19">
            <a:extLst>
              <a:ext uri="{FF2B5EF4-FFF2-40B4-BE49-F238E27FC236}">
                <a16:creationId xmlns:a16="http://schemas.microsoft.com/office/drawing/2014/main" id="{C1BB0779-61F1-FC4F-88B8-6E2C7BD373BA}"/>
              </a:ext>
            </a:extLst>
          </p:cNvPr>
          <p:cNvSpPr>
            <a:spLocks noChangeArrowheads="1"/>
          </p:cNvSpPr>
          <p:nvPr/>
        </p:nvSpPr>
        <p:spPr bwMode="auto">
          <a:xfrm>
            <a:off x="11372370" y="3817466"/>
            <a:ext cx="2052637" cy="828432"/>
          </a:xfrm>
          <a:prstGeom prst="rect">
            <a:avLst/>
          </a:prstGeom>
          <a:solidFill>
            <a:schemeClr val="bg2">
              <a:lumMod val="75000"/>
              <a:alpha val="39000"/>
            </a:schemeClr>
          </a:solidFill>
          <a:ln w="9525">
            <a:noFill/>
            <a:miter lim="800000"/>
            <a:headEnd/>
            <a:tailEnd/>
          </a:ln>
          <a:effectLst/>
        </p:spPr>
        <p:txBody>
          <a:bodyPr wrap="square" lIns="90488" tIns="44450" rIns="90488" bIns="44450" anchor="ctr">
            <a:spAutoFit/>
          </a:bodyPr>
          <a:lstStyle/>
          <a:p>
            <a:pPr marL="0" marR="0" lvl="0" indent="0" algn="ctr" defTabSz="812810" rtl="0" eaLnBrk="1" fontAlgn="auto" latinLnBrk="0" hangingPunct="1">
              <a:lnSpc>
                <a:spcPct val="100000"/>
              </a:lnSpc>
              <a:spcBef>
                <a:spcPts val="0"/>
              </a:spcBef>
              <a:spcAft>
                <a:spcPts val="0"/>
              </a:spcAft>
              <a:buClrTx/>
              <a:buSzTx/>
              <a:buFontTx/>
              <a:buNone/>
              <a:tabLst/>
              <a:defRPr/>
            </a:pPr>
            <a:r>
              <a:rPr kumimoji="0" lang="en-US" sz="1600" b="0" i="0" u="none" strike="noStrike" kern="0" cap="none" spc="0" normalizeH="0" baseline="0" noProof="0" dirty="0">
                <a:ln>
                  <a:noFill/>
                </a:ln>
                <a:solidFill>
                  <a:srgbClr val="00274C"/>
                </a:solidFill>
                <a:effectLst/>
                <a:uLnTx/>
                <a:uFillTx/>
                <a:latin typeface="Arial" panose="020B0604020202020204" pitchFamily="34" charset="0"/>
                <a:ea typeface="+mn-ea"/>
                <a:cs typeface="Arial" panose="020B0604020202020204" pitchFamily="34" charset="0"/>
              </a:rPr>
              <a:t>Cathode, aluminum electrolysis</a:t>
            </a:r>
          </a:p>
          <a:p>
            <a:pPr marL="0" marR="0" lvl="0" indent="0" algn="ctr" defTabSz="812810" rtl="0" eaLnBrk="1" fontAlgn="auto" latinLnBrk="0" hangingPunct="1">
              <a:lnSpc>
                <a:spcPct val="100000"/>
              </a:lnSpc>
              <a:spcBef>
                <a:spcPts val="0"/>
              </a:spcBef>
              <a:spcAft>
                <a:spcPts val="0"/>
              </a:spcAft>
              <a:buClrTx/>
              <a:buSzTx/>
              <a:buFontTx/>
              <a:buNone/>
              <a:tabLst/>
              <a:defRPr/>
            </a:pPr>
            <a:r>
              <a:rPr kumimoji="0" lang="en-US" sz="1600" b="0" i="0" u="none" strike="noStrike" kern="0" cap="none" spc="0" normalizeH="0" baseline="0" noProof="0" dirty="0">
                <a:ln>
                  <a:noFill/>
                </a:ln>
                <a:solidFill>
                  <a:srgbClr val="00274C"/>
                </a:solidFill>
                <a:effectLst/>
                <a:uLnTx/>
                <a:uFillTx/>
                <a:latin typeface="Arial" panose="020B0604020202020204" pitchFamily="34" charset="0"/>
                <a:ea typeface="+mn-ea"/>
                <a:cs typeface="Arial" panose="020B0604020202020204" pitchFamily="34" charset="0"/>
              </a:rPr>
              <a:t>0.0181 kg</a:t>
            </a:r>
          </a:p>
        </p:txBody>
      </p:sp>
      <p:sp>
        <p:nvSpPr>
          <p:cNvPr id="96" name="Rectangle 19">
            <a:extLst>
              <a:ext uri="{FF2B5EF4-FFF2-40B4-BE49-F238E27FC236}">
                <a16:creationId xmlns:a16="http://schemas.microsoft.com/office/drawing/2014/main" id="{CCB90FA9-39EE-F04C-9A26-3C1702750715}"/>
              </a:ext>
            </a:extLst>
          </p:cNvPr>
          <p:cNvSpPr>
            <a:spLocks noChangeArrowheads="1"/>
          </p:cNvSpPr>
          <p:nvPr/>
        </p:nvSpPr>
        <p:spPr bwMode="auto">
          <a:xfrm>
            <a:off x="8413269" y="6705129"/>
            <a:ext cx="1655763" cy="828432"/>
          </a:xfrm>
          <a:prstGeom prst="rect">
            <a:avLst/>
          </a:prstGeom>
          <a:solidFill>
            <a:schemeClr val="bg2">
              <a:lumMod val="75000"/>
              <a:alpha val="39000"/>
            </a:schemeClr>
          </a:solidFill>
          <a:ln w="9525">
            <a:noFill/>
            <a:miter lim="800000"/>
            <a:headEnd/>
            <a:tailEnd/>
          </a:ln>
          <a:effectLst/>
        </p:spPr>
        <p:txBody>
          <a:bodyPr lIns="90488" tIns="44450" rIns="90488" bIns="44450" anchor="ctr">
            <a:spAutoFit/>
          </a:bodyPr>
          <a:lstStyle/>
          <a:p>
            <a:pPr marL="0" marR="0" lvl="0" indent="0" algn="ctr" defTabSz="812810" rtl="0" eaLnBrk="1" fontAlgn="auto" latinLnBrk="0" hangingPunct="1">
              <a:lnSpc>
                <a:spcPct val="100000"/>
              </a:lnSpc>
              <a:spcBef>
                <a:spcPts val="0"/>
              </a:spcBef>
              <a:spcAft>
                <a:spcPts val="0"/>
              </a:spcAft>
              <a:buClrTx/>
              <a:buSzTx/>
              <a:buFontTx/>
              <a:buNone/>
              <a:tabLst/>
              <a:defRPr/>
            </a:pPr>
            <a:r>
              <a:rPr kumimoji="0" lang="en-US" sz="1600" b="0" i="0" u="none" strike="noStrike" kern="0" cap="none" spc="0" normalizeH="0" baseline="0" noProof="0" dirty="0">
                <a:ln>
                  <a:noFill/>
                </a:ln>
                <a:solidFill>
                  <a:srgbClr val="00274C"/>
                </a:solidFill>
                <a:effectLst/>
                <a:uLnTx/>
                <a:uFillTx/>
                <a:latin typeface="Arial" panose="020B0604020202020204" pitchFamily="34" charset="0"/>
                <a:ea typeface="+mn-ea"/>
                <a:cs typeface="Arial" panose="020B0604020202020204" pitchFamily="34" charset="0"/>
              </a:rPr>
              <a:t>Heat, </a:t>
            </a:r>
          </a:p>
          <a:p>
            <a:pPr marL="0" marR="0" lvl="0" indent="0" algn="ctr" defTabSz="812810" rtl="0" eaLnBrk="1" fontAlgn="auto" latinLnBrk="0" hangingPunct="1">
              <a:lnSpc>
                <a:spcPct val="100000"/>
              </a:lnSpc>
              <a:spcBef>
                <a:spcPts val="0"/>
              </a:spcBef>
              <a:spcAft>
                <a:spcPts val="0"/>
              </a:spcAft>
              <a:buClrTx/>
              <a:buSzTx/>
              <a:buFontTx/>
              <a:buNone/>
              <a:tabLst/>
              <a:defRPr/>
            </a:pPr>
            <a:r>
              <a:rPr kumimoji="0" lang="en-US" sz="1600" b="0" i="0" u="none" strike="noStrike" kern="0" cap="none" spc="0" normalizeH="0" baseline="0" noProof="0" dirty="0">
                <a:ln>
                  <a:noFill/>
                </a:ln>
                <a:solidFill>
                  <a:srgbClr val="00274C"/>
                </a:solidFill>
                <a:effectLst/>
                <a:uLnTx/>
                <a:uFillTx/>
                <a:latin typeface="Arial" panose="020B0604020202020204" pitchFamily="34" charset="0"/>
                <a:ea typeface="+mn-ea"/>
                <a:cs typeface="Arial" panose="020B0604020202020204" pitchFamily="34" charset="0"/>
              </a:rPr>
              <a:t>light fuel oil</a:t>
            </a:r>
          </a:p>
          <a:p>
            <a:pPr marL="0" marR="0" lvl="0" indent="0" algn="ctr" defTabSz="812810" rtl="0" eaLnBrk="1" fontAlgn="auto" latinLnBrk="0" hangingPunct="1">
              <a:lnSpc>
                <a:spcPct val="100000"/>
              </a:lnSpc>
              <a:spcBef>
                <a:spcPts val="0"/>
              </a:spcBef>
              <a:spcAft>
                <a:spcPts val="0"/>
              </a:spcAft>
              <a:buClrTx/>
              <a:buSzTx/>
              <a:buFontTx/>
              <a:buNone/>
              <a:tabLst/>
              <a:defRPr/>
            </a:pPr>
            <a:r>
              <a:rPr kumimoji="0" lang="en-US" sz="1600" b="0" i="0" u="none" strike="noStrike" kern="0" cap="none" spc="0" normalizeH="0" baseline="0" noProof="0" dirty="0">
                <a:ln>
                  <a:noFill/>
                </a:ln>
                <a:solidFill>
                  <a:srgbClr val="00274C"/>
                </a:solidFill>
                <a:effectLst/>
                <a:uLnTx/>
                <a:uFillTx/>
                <a:latin typeface="Arial" panose="020B0604020202020204" pitchFamily="34" charset="0"/>
                <a:ea typeface="+mn-ea"/>
                <a:cs typeface="Arial" panose="020B0604020202020204" pitchFamily="34" charset="0"/>
              </a:rPr>
              <a:t>14.9 MJ</a:t>
            </a:r>
          </a:p>
        </p:txBody>
      </p:sp>
      <p:sp>
        <p:nvSpPr>
          <p:cNvPr id="97" name="Rectangle 19">
            <a:extLst>
              <a:ext uri="{FF2B5EF4-FFF2-40B4-BE49-F238E27FC236}">
                <a16:creationId xmlns:a16="http://schemas.microsoft.com/office/drawing/2014/main" id="{3022CB08-C5CE-8E47-A457-A19301EA80A9}"/>
              </a:ext>
            </a:extLst>
          </p:cNvPr>
          <p:cNvSpPr>
            <a:spLocks noChangeArrowheads="1"/>
          </p:cNvSpPr>
          <p:nvPr/>
        </p:nvSpPr>
        <p:spPr bwMode="auto">
          <a:xfrm>
            <a:off x="10716732" y="6705008"/>
            <a:ext cx="2058412" cy="828432"/>
          </a:xfrm>
          <a:prstGeom prst="rect">
            <a:avLst/>
          </a:prstGeom>
          <a:solidFill>
            <a:schemeClr val="bg2">
              <a:lumMod val="75000"/>
              <a:alpha val="39000"/>
            </a:schemeClr>
          </a:solidFill>
          <a:ln w="9525">
            <a:noFill/>
            <a:miter lim="800000"/>
            <a:headEnd/>
            <a:tailEnd/>
          </a:ln>
          <a:effectLst/>
        </p:spPr>
        <p:txBody>
          <a:bodyPr wrap="square" lIns="90488" tIns="44450" rIns="90488" bIns="44450" anchor="ctr">
            <a:spAutoFit/>
          </a:bodyPr>
          <a:lstStyle/>
          <a:p>
            <a:pPr marL="0" marR="0" lvl="0" indent="0" algn="ctr" defTabSz="812810" rtl="0" eaLnBrk="1" fontAlgn="auto" latinLnBrk="0" hangingPunct="1">
              <a:lnSpc>
                <a:spcPct val="100000"/>
              </a:lnSpc>
              <a:spcBef>
                <a:spcPts val="0"/>
              </a:spcBef>
              <a:spcAft>
                <a:spcPts val="0"/>
              </a:spcAft>
              <a:buClrTx/>
              <a:buSzTx/>
              <a:buFontTx/>
              <a:buNone/>
              <a:tabLst/>
              <a:defRPr/>
            </a:pPr>
            <a:r>
              <a:rPr kumimoji="0" lang="en-US" sz="1600" b="0" i="0" u="none" strike="noStrike" kern="0" cap="none" spc="0" normalizeH="0" baseline="0" noProof="0" dirty="0">
                <a:ln>
                  <a:noFill/>
                </a:ln>
                <a:solidFill>
                  <a:srgbClr val="00274C"/>
                </a:solidFill>
                <a:effectLst/>
                <a:uLnTx/>
                <a:uFillTx/>
                <a:latin typeface="Arial" panose="020B0604020202020204" pitchFamily="34" charset="0"/>
                <a:ea typeface="+mn-ea"/>
                <a:cs typeface="Arial" panose="020B0604020202020204" pitchFamily="34" charset="0"/>
              </a:rPr>
              <a:t>Transport, transoceanic freight</a:t>
            </a:r>
          </a:p>
          <a:p>
            <a:pPr marL="0" marR="0" lvl="0" indent="0" algn="ctr" defTabSz="812810" rtl="0" eaLnBrk="1" fontAlgn="auto" latinLnBrk="0" hangingPunct="1">
              <a:lnSpc>
                <a:spcPct val="100000"/>
              </a:lnSpc>
              <a:spcBef>
                <a:spcPts val="0"/>
              </a:spcBef>
              <a:spcAft>
                <a:spcPts val="0"/>
              </a:spcAft>
              <a:buClrTx/>
              <a:buSzTx/>
              <a:buFontTx/>
              <a:buNone/>
              <a:tabLst/>
              <a:defRPr/>
            </a:pPr>
            <a:r>
              <a:rPr kumimoji="0" lang="en-US" sz="1600" b="0" i="0" u="none" strike="noStrike" kern="0" cap="none" spc="0" normalizeH="0" baseline="0" noProof="0" dirty="0">
                <a:ln>
                  <a:noFill/>
                </a:ln>
                <a:solidFill>
                  <a:srgbClr val="00274C"/>
                </a:solidFill>
                <a:effectLst/>
                <a:uLnTx/>
                <a:uFillTx/>
                <a:latin typeface="Arial" panose="020B0604020202020204" pitchFamily="34" charset="0"/>
                <a:ea typeface="+mn-ea"/>
                <a:cs typeface="Arial" panose="020B0604020202020204" pitchFamily="34" charset="0"/>
              </a:rPr>
              <a:t>34.1 </a:t>
            </a:r>
            <a:r>
              <a:rPr kumimoji="0" lang="en-US" sz="1600" b="0" i="0" u="none" strike="noStrike" kern="0" cap="none" spc="0" normalizeH="0" baseline="0" noProof="0" dirty="0" err="1">
                <a:ln>
                  <a:noFill/>
                </a:ln>
                <a:solidFill>
                  <a:srgbClr val="00274C"/>
                </a:solidFill>
                <a:effectLst/>
                <a:uLnTx/>
                <a:uFillTx/>
                <a:latin typeface="Arial" panose="020B0604020202020204" pitchFamily="34" charset="0"/>
                <a:ea typeface="+mn-ea"/>
                <a:cs typeface="Arial" panose="020B0604020202020204" pitchFamily="34" charset="0"/>
              </a:rPr>
              <a:t>tkm</a:t>
            </a:r>
            <a:endParaRPr kumimoji="0" lang="en-US" sz="1600" b="0" i="0" u="none" strike="noStrike" kern="0" cap="none" spc="0" normalizeH="0" baseline="0" noProof="0" dirty="0">
              <a:ln>
                <a:noFill/>
              </a:ln>
              <a:solidFill>
                <a:srgbClr val="00274C"/>
              </a:solidFill>
              <a:effectLst/>
              <a:uLnTx/>
              <a:uFillTx/>
              <a:latin typeface="Arial" panose="020B0604020202020204" pitchFamily="34" charset="0"/>
              <a:ea typeface="+mn-ea"/>
              <a:cs typeface="Arial" panose="020B0604020202020204" pitchFamily="34" charset="0"/>
            </a:endParaRPr>
          </a:p>
        </p:txBody>
      </p:sp>
      <p:sp>
        <p:nvSpPr>
          <p:cNvPr id="98" name="Rectangle 19">
            <a:extLst>
              <a:ext uri="{FF2B5EF4-FFF2-40B4-BE49-F238E27FC236}">
                <a16:creationId xmlns:a16="http://schemas.microsoft.com/office/drawing/2014/main" id="{438B3182-2539-D74D-B126-E193AD2E4FD8}"/>
              </a:ext>
            </a:extLst>
          </p:cNvPr>
          <p:cNvSpPr>
            <a:spLocks noChangeArrowheads="1"/>
          </p:cNvSpPr>
          <p:nvPr/>
        </p:nvSpPr>
        <p:spPr bwMode="auto">
          <a:xfrm>
            <a:off x="13559614" y="3817466"/>
            <a:ext cx="1655763" cy="828432"/>
          </a:xfrm>
          <a:prstGeom prst="rect">
            <a:avLst/>
          </a:prstGeom>
          <a:solidFill>
            <a:schemeClr val="bg2">
              <a:lumMod val="75000"/>
              <a:alpha val="39000"/>
            </a:schemeClr>
          </a:solidFill>
          <a:ln w="9525">
            <a:noFill/>
            <a:miter lim="800000"/>
            <a:headEnd/>
            <a:tailEnd/>
          </a:ln>
          <a:effectLst/>
        </p:spPr>
        <p:txBody>
          <a:bodyPr lIns="90488" tIns="44450" rIns="90488" bIns="44450" anchor="ctr">
            <a:spAutoFit/>
          </a:bodyPr>
          <a:lstStyle/>
          <a:p>
            <a:pPr marL="0" marR="0" lvl="0" indent="0" algn="ctr" defTabSz="812810" rtl="0" eaLnBrk="1" fontAlgn="auto" latinLnBrk="0" hangingPunct="1">
              <a:lnSpc>
                <a:spcPct val="100000"/>
              </a:lnSpc>
              <a:spcBef>
                <a:spcPts val="0"/>
              </a:spcBef>
              <a:spcAft>
                <a:spcPts val="0"/>
              </a:spcAft>
              <a:buClrTx/>
              <a:buSzTx/>
              <a:buFontTx/>
              <a:buNone/>
              <a:tabLst/>
              <a:defRPr/>
            </a:pPr>
            <a:r>
              <a:rPr kumimoji="0" lang="en-US" sz="1600" b="0" i="0" u="none" strike="noStrike" kern="0" cap="none" spc="0" normalizeH="0" baseline="0" noProof="0" dirty="0">
                <a:ln>
                  <a:noFill/>
                </a:ln>
                <a:solidFill>
                  <a:srgbClr val="00274C"/>
                </a:solidFill>
                <a:effectLst/>
                <a:uLnTx/>
                <a:uFillTx/>
                <a:latin typeface="Arial" panose="020B0604020202020204" pitchFamily="34" charset="0"/>
                <a:ea typeface="+mn-ea"/>
                <a:cs typeface="Arial" panose="020B0604020202020204" pitchFamily="34" charset="0"/>
              </a:rPr>
              <a:t>Electricity mix</a:t>
            </a:r>
          </a:p>
          <a:p>
            <a:pPr marL="0" marR="0" lvl="0" indent="0" algn="ctr" defTabSz="812810" rtl="0"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dirty="0">
              <a:ln>
                <a:noFill/>
              </a:ln>
              <a:solidFill>
                <a:srgbClr val="00274C"/>
              </a:solidFill>
              <a:effectLst/>
              <a:uLnTx/>
              <a:uFillTx/>
              <a:latin typeface="Arial" panose="020B0604020202020204" pitchFamily="34" charset="0"/>
              <a:ea typeface="+mn-ea"/>
              <a:cs typeface="Arial" panose="020B0604020202020204" pitchFamily="34" charset="0"/>
            </a:endParaRPr>
          </a:p>
          <a:p>
            <a:pPr marL="0" marR="0" lvl="0" indent="0" algn="ctr" defTabSz="812810" rtl="0" eaLnBrk="1" fontAlgn="auto" latinLnBrk="0" hangingPunct="1">
              <a:lnSpc>
                <a:spcPct val="100000"/>
              </a:lnSpc>
              <a:spcBef>
                <a:spcPts val="0"/>
              </a:spcBef>
              <a:spcAft>
                <a:spcPts val="0"/>
              </a:spcAft>
              <a:buClrTx/>
              <a:buSzTx/>
              <a:buFontTx/>
              <a:buNone/>
              <a:tabLst/>
              <a:defRPr/>
            </a:pPr>
            <a:r>
              <a:rPr kumimoji="0" lang="en-US" sz="1600" b="0" i="0" u="none" strike="noStrike" kern="0" cap="none" spc="0" normalizeH="0" baseline="0" noProof="0" dirty="0">
                <a:ln>
                  <a:noFill/>
                </a:ln>
                <a:solidFill>
                  <a:srgbClr val="00274C"/>
                </a:solidFill>
                <a:effectLst/>
                <a:uLnTx/>
                <a:uFillTx/>
                <a:latin typeface="Arial" panose="020B0604020202020204" pitchFamily="34" charset="0"/>
                <a:ea typeface="+mn-ea"/>
                <a:cs typeface="Arial" panose="020B0604020202020204" pitchFamily="34" charset="0"/>
              </a:rPr>
              <a:t>57.4 MJ</a:t>
            </a:r>
          </a:p>
        </p:txBody>
      </p:sp>
      <p:cxnSp>
        <p:nvCxnSpPr>
          <p:cNvPr id="99" name="Straight Connector 205">
            <a:extLst>
              <a:ext uri="{FF2B5EF4-FFF2-40B4-BE49-F238E27FC236}">
                <a16:creationId xmlns:a16="http://schemas.microsoft.com/office/drawing/2014/main" id="{06D69943-7789-0647-98A1-939020A87596}"/>
              </a:ext>
            </a:extLst>
          </p:cNvPr>
          <p:cNvCxnSpPr>
            <a:cxnSpLocks noChangeShapeType="1"/>
          </p:cNvCxnSpPr>
          <p:nvPr/>
        </p:nvCxnSpPr>
        <p:spPr bwMode="auto">
          <a:xfrm flipV="1">
            <a:off x="14209232" y="3391895"/>
            <a:ext cx="0" cy="433388"/>
          </a:xfrm>
          <a:prstGeom prst="line">
            <a:avLst/>
          </a:prstGeom>
          <a:noFill/>
          <a:ln w="25400" algn="ctr">
            <a:solidFill>
              <a:schemeClr val="accent1"/>
            </a:solidFill>
            <a:round/>
            <a:headEnd/>
            <a:tailEnd/>
          </a:ln>
          <a:extLst>
            <a:ext uri="{909E8E84-426E-40DD-AFC4-6F175D3DCCD1}">
              <a14:hiddenFill xmlns:a14="http://schemas.microsoft.com/office/drawing/2010/main">
                <a:noFill/>
              </a14:hiddenFill>
            </a:ext>
          </a:extLst>
        </p:spPr>
      </p:cxnSp>
      <p:cxnSp>
        <p:nvCxnSpPr>
          <p:cNvPr id="100" name="Straight Connector 206">
            <a:extLst>
              <a:ext uri="{FF2B5EF4-FFF2-40B4-BE49-F238E27FC236}">
                <a16:creationId xmlns:a16="http://schemas.microsoft.com/office/drawing/2014/main" id="{2FEC53C3-F3D7-D94B-B82F-A8BD2573E4DF}"/>
              </a:ext>
            </a:extLst>
          </p:cNvPr>
          <p:cNvCxnSpPr>
            <a:cxnSpLocks noChangeShapeType="1"/>
          </p:cNvCxnSpPr>
          <p:nvPr/>
        </p:nvCxnSpPr>
        <p:spPr bwMode="auto">
          <a:xfrm flipH="1">
            <a:off x="11940694" y="3391895"/>
            <a:ext cx="2268538" cy="0"/>
          </a:xfrm>
          <a:prstGeom prst="line">
            <a:avLst/>
          </a:prstGeom>
          <a:noFill/>
          <a:ln w="25400" algn="ctr">
            <a:solidFill>
              <a:schemeClr val="accent1"/>
            </a:solidFill>
            <a:round/>
            <a:headEnd/>
            <a:tailEnd/>
          </a:ln>
          <a:extLst>
            <a:ext uri="{909E8E84-426E-40DD-AFC4-6F175D3DCCD1}">
              <a14:hiddenFill xmlns:a14="http://schemas.microsoft.com/office/drawing/2010/main">
                <a:noFill/>
              </a14:hiddenFill>
            </a:ext>
          </a:extLst>
        </p:spPr>
      </p:cxnSp>
      <p:cxnSp>
        <p:nvCxnSpPr>
          <p:cNvPr id="101" name="Straight Arrow Connector 207">
            <a:extLst>
              <a:ext uri="{FF2B5EF4-FFF2-40B4-BE49-F238E27FC236}">
                <a16:creationId xmlns:a16="http://schemas.microsoft.com/office/drawing/2014/main" id="{20CA88C2-BC99-C249-B95F-C18CCD27CFD1}"/>
              </a:ext>
            </a:extLst>
          </p:cNvPr>
          <p:cNvCxnSpPr>
            <a:cxnSpLocks noChangeShapeType="1"/>
          </p:cNvCxnSpPr>
          <p:nvPr/>
        </p:nvCxnSpPr>
        <p:spPr bwMode="auto">
          <a:xfrm flipV="1">
            <a:off x="11940694" y="3212508"/>
            <a:ext cx="0" cy="179387"/>
          </a:xfrm>
          <a:prstGeom prst="straightConnector1">
            <a:avLst/>
          </a:prstGeom>
          <a:noFill/>
          <a:ln w="25400" algn="ctr">
            <a:solidFill>
              <a:schemeClr val="accent1"/>
            </a:solidFill>
            <a:round/>
            <a:headEnd/>
            <a:tailEnd type="arrow" w="med" len="med"/>
          </a:ln>
          <a:extLst>
            <a:ext uri="{909E8E84-426E-40DD-AFC4-6F175D3DCCD1}">
              <a14:hiddenFill xmlns:a14="http://schemas.microsoft.com/office/drawing/2010/main">
                <a:noFill/>
              </a14:hiddenFill>
            </a:ext>
          </a:extLst>
        </p:spPr>
      </p:cxnSp>
      <p:grpSp>
        <p:nvGrpSpPr>
          <p:cNvPr id="102" name="Group 208">
            <a:extLst>
              <a:ext uri="{FF2B5EF4-FFF2-40B4-BE49-F238E27FC236}">
                <a16:creationId xmlns:a16="http://schemas.microsoft.com/office/drawing/2014/main" id="{34124118-570F-2741-8B19-AAB13495643F}"/>
              </a:ext>
            </a:extLst>
          </p:cNvPr>
          <p:cNvGrpSpPr>
            <a:grpSpLocks/>
          </p:cNvGrpSpPr>
          <p:nvPr/>
        </p:nvGrpSpPr>
        <p:grpSpPr bwMode="auto">
          <a:xfrm>
            <a:off x="11724794" y="3212508"/>
            <a:ext cx="576263" cy="611187"/>
            <a:chOff x="4860032" y="2097192"/>
            <a:chExt cx="972108" cy="611728"/>
          </a:xfrm>
        </p:grpSpPr>
        <p:cxnSp>
          <p:nvCxnSpPr>
            <p:cNvPr id="103" name="Straight Connector 209">
              <a:extLst>
                <a:ext uri="{FF2B5EF4-FFF2-40B4-BE49-F238E27FC236}">
                  <a16:creationId xmlns:a16="http://schemas.microsoft.com/office/drawing/2014/main" id="{11FC6F00-82EF-A349-9B37-7FBBABC909AD}"/>
                </a:ext>
              </a:extLst>
            </p:cNvPr>
            <p:cNvCxnSpPr>
              <a:cxnSpLocks noChangeShapeType="1"/>
            </p:cNvCxnSpPr>
            <p:nvPr/>
          </p:nvCxnSpPr>
          <p:spPr bwMode="auto">
            <a:xfrm flipV="1">
              <a:off x="5832140" y="2492896"/>
              <a:ext cx="0" cy="216024"/>
            </a:xfrm>
            <a:prstGeom prst="line">
              <a:avLst/>
            </a:prstGeom>
            <a:noFill/>
            <a:ln w="25400" algn="ctr">
              <a:solidFill>
                <a:schemeClr val="accent1"/>
              </a:solidFill>
              <a:round/>
              <a:headEnd/>
              <a:tailEnd/>
            </a:ln>
            <a:extLst>
              <a:ext uri="{909E8E84-426E-40DD-AFC4-6F175D3DCCD1}">
                <a14:hiddenFill xmlns:a14="http://schemas.microsoft.com/office/drawing/2010/main">
                  <a:noFill/>
                </a14:hiddenFill>
              </a:ext>
            </a:extLst>
          </p:spPr>
        </p:cxnSp>
        <p:cxnSp>
          <p:nvCxnSpPr>
            <p:cNvPr id="104" name="Straight Connector 210">
              <a:extLst>
                <a:ext uri="{FF2B5EF4-FFF2-40B4-BE49-F238E27FC236}">
                  <a16:creationId xmlns:a16="http://schemas.microsoft.com/office/drawing/2014/main" id="{7EE9DB23-A6E1-1048-B930-BEB006679FDE}"/>
                </a:ext>
              </a:extLst>
            </p:cNvPr>
            <p:cNvCxnSpPr>
              <a:cxnSpLocks noChangeShapeType="1"/>
            </p:cNvCxnSpPr>
            <p:nvPr/>
          </p:nvCxnSpPr>
          <p:spPr bwMode="auto">
            <a:xfrm flipH="1">
              <a:off x="4860032" y="2492896"/>
              <a:ext cx="972108" cy="0"/>
            </a:xfrm>
            <a:prstGeom prst="line">
              <a:avLst/>
            </a:prstGeom>
            <a:noFill/>
            <a:ln w="25400" algn="ctr">
              <a:solidFill>
                <a:schemeClr val="accent1"/>
              </a:solidFill>
              <a:round/>
              <a:headEnd/>
              <a:tailEnd/>
            </a:ln>
            <a:extLst>
              <a:ext uri="{909E8E84-426E-40DD-AFC4-6F175D3DCCD1}">
                <a14:hiddenFill xmlns:a14="http://schemas.microsoft.com/office/drawing/2010/main">
                  <a:noFill/>
                </a14:hiddenFill>
              </a:ext>
            </a:extLst>
          </p:spPr>
        </p:cxnSp>
        <p:cxnSp>
          <p:nvCxnSpPr>
            <p:cNvPr id="105" name="Straight Arrow Connector 211">
              <a:extLst>
                <a:ext uri="{FF2B5EF4-FFF2-40B4-BE49-F238E27FC236}">
                  <a16:creationId xmlns:a16="http://schemas.microsoft.com/office/drawing/2014/main" id="{029260E1-D65B-5A46-93F9-42BCD61036F6}"/>
                </a:ext>
              </a:extLst>
            </p:cNvPr>
            <p:cNvCxnSpPr>
              <a:cxnSpLocks noChangeShapeType="1"/>
            </p:cNvCxnSpPr>
            <p:nvPr/>
          </p:nvCxnSpPr>
          <p:spPr bwMode="auto">
            <a:xfrm flipV="1">
              <a:off x="4860032" y="2097192"/>
              <a:ext cx="0" cy="395704"/>
            </a:xfrm>
            <a:prstGeom prst="straightConnector1">
              <a:avLst/>
            </a:prstGeom>
            <a:noFill/>
            <a:ln w="25400" algn="ctr">
              <a:solidFill>
                <a:schemeClr val="accent1"/>
              </a:solidFill>
              <a:round/>
              <a:headEnd/>
              <a:tailEnd type="arrow" w="med" len="med"/>
            </a:ln>
            <a:extLst>
              <a:ext uri="{909E8E84-426E-40DD-AFC4-6F175D3DCCD1}">
                <a14:hiddenFill xmlns:a14="http://schemas.microsoft.com/office/drawing/2010/main">
                  <a:noFill/>
                </a14:hiddenFill>
              </a:ext>
            </a:extLst>
          </p:spPr>
        </p:cxnSp>
      </p:grpSp>
      <p:grpSp>
        <p:nvGrpSpPr>
          <p:cNvPr id="106" name="Group 212">
            <a:extLst>
              <a:ext uri="{FF2B5EF4-FFF2-40B4-BE49-F238E27FC236}">
                <a16:creationId xmlns:a16="http://schemas.microsoft.com/office/drawing/2014/main" id="{3C167CEC-C2C0-3F45-9B2B-092E7E583B5D}"/>
              </a:ext>
            </a:extLst>
          </p:cNvPr>
          <p:cNvGrpSpPr>
            <a:grpSpLocks/>
          </p:cNvGrpSpPr>
          <p:nvPr/>
        </p:nvGrpSpPr>
        <p:grpSpPr bwMode="auto">
          <a:xfrm>
            <a:off x="7908444" y="3212508"/>
            <a:ext cx="2754313" cy="611187"/>
            <a:chOff x="971600" y="2097192"/>
            <a:chExt cx="2988332" cy="611728"/>
          </a:xfrm>
        </p:grpSpPr>
        <p:cxnSp>
          <p:nvCxnSpPr>
            <p:cNvPr id="107" name="Straight Connector 213">
              <a:extLst>
                <a:ext uri="{FF2B5EF4-FFF2-40B4-BE49-F238E27FC236}">
                  <a16:creationId xmlns:a16="http://schemas.microsoft.com/office/drawing/2014/main" id="{5A3C90F1-A690-B444-AFD4-E5F38D5DD3B0}"/>
                </a:ext>
              </a:extLst>
            </p:cNvPr>
            <p:cNvCxnSpPr>
              <a:cxnSpLocks noChangeShapeType="1"/>
            </p:cNvCxnSpPr>
            <p:nvPr/>
          </p:nvCxnSpPr>
          <p:spPr bwMode="auto">
            <a:xfrm flipV="1">
              <a:off x="971600" y="2276872"/>
              <a:ext cx="0" cy="432048"/>
            </a:xfrm>
            <a:prstGeom prst="line">
              <a:avLst/>
            </a:prstGeom>
            <a:noFill/>
            <a:ln w="25400" algn="ctr">
              <a:solidFill>
                <a:schemeClr val="accent1"/>
              </a:solidFill>
              <a:round/>
              <a:headEnd/>
              <a:tailEnd/>
            </a:ln>
            <a:extLst>
              <a:ext uri="{909E8E84-426E-40DD-AFC4-6F175D3DCCD1}">
                <a14:hiddenFill xmlns:a14="http://schemas.microsoft.com/office/drawing/2010/main">
                  <a:noFill/>
                </a14:hiddenFill>
              </a:ext>
            </a:extLst>
          </p:spPr>
        </p:cxnSp>
        <p:cxnSp>
          <p:nvCxnSpPr>
            <p:cNvPr id="108" name="Straight Connector 214">
              <a:extLst>
                <a:ext uri="{FF2B5EF4-FFF2-40B4-BE49-F238E27FC236}">
                  <a16:creationId xmlns:a16="http://schemas.microsoft.com/office/drawing/2014/main" id="{97676850-8576-FC4F-96A4-2E718065E697}"/>
                </a:ext>
              </a:extLst>
            </p:cNvPr>
            <p:cNvCxnSpPr>
              <a:cxnSpLocks noChangeShapeType="1"/>
            </p:cNvCxnSpPr>
            <p:nvPr/>
          </p:nvCxnSpPr>
          <p:spPr bwMode="auto">
            <a:xfrm flipH="1">
              <a:off x="971600" y="2276872"/>
              <a:ext cx="2988332" cy="0"/>
            </a:xfrm>
            <a:prstGeom prst="line">
              <a:avLst/>
            </a:prstGeom>
            <a:noFill/>
            <a:ln w="25400" algn="ctr">
              <a:solidFill>
                <a:schemeClr val="accent1"/>
              </a:solidFill>
              <a:round/>
              <a:headEnd/>
              <a:tailEnd/>
            </a:ln>
            <a:extLst>
              <a:ext uri="{909E8E84-426E-40DD-AFC4-6F175D3DCCD1}">
                <a14:hiddenFill xmlns:a14="http://schemas.microsoft.com/office/drawing/2010/main">
                  <a:noFill/>
                </a14:hiddenFill>
              </a:ext>
            </a:extLst>
          </p:spPr>
        </p:cxnSp>
        <p:cxnSp>
          <p:nvCxnSpPr>
            <p:cNvPr id="109" name="Straight Arrow Connector 215">
              <a:extLst>
                <a:ext uri="{FF2B5EF4-FFF2-40B4-BE49-F238E27FC236}">
                  <a16:creationId xmlns:a16="http://schemas.microsoft.com/office/drawing/2014/main" id="{BC643587-F748-1C48-AEFC-31B487538436}"/>
                </a:ext>
              </a:extLst>
            </p:cNvPr>
            <p:cNvCxnSpPr>
              <a:cxnSpLocks noChangeShapeType="1"/>
            </p:cNvCxnSpPr>
            <p:nvPr/>
          </p:nvCxnSpPr>
          <p:spPr bwMode="auto">
            <a:xfrm flipV="1">
              <a:off x="3959932" y="2097192"/>
              <a:ext cx="0" cy="179680"/>
            </a:xfrm>
            <a:prstGeom prst="straightConnector1">
              <a:avLst/>
            </a:prstGeom>
            <a:noFill/>
            <a:ln w="25400" algn="ctr">
              <a:solidFill>
                <a:schemeClr val="accent1"/>
              </a:solidFill>
              <a:round/>
              <a:headEnd/>
              <a:tailEnd type="arrow" w="med" len="med"/>
            </a:ln>
            <a:extLst>
              <a:ext uri="{909E8E84-426E-40DD-AFC4-6F175D3DCCD1}">
                <a14:hiddenFill xmlns:a14="http://schemas.microsoft.com/office/drawing/2010/main">
                  <a:noFill/>
                </a14:hiddenFill>
              </a:ext>
            </a:extLst>
          </p:spPr>
        </p:cxnSp>
      </p:grpSp>
      <p:grpSp>
        <p:nvGrpSpPr>
          <p:cNvPr id="110" name="Group 216">
            <a:extLst>
              <a:ext uri="{FF2B5EF4-FFF2-40B4-BE49-F238E27FC236}">
                <a16:creationId xmlns:a16="http://schemas.microsoft.com/office/drawing/2014/main" id="{9F2CCBB5-75AA-E54F-AD93-E66FCA131CEC}"/>
              </a:ext>
            </a:extLst>
          </p:cNvPr>
          <p:cNvGrpSpPr>
            <a:grpSpLocks/>
          </p:cNvGrpSpPr>
          <p:nvPr/>
        </p:nvGrpSpPr>
        <p:grpSpPr bwMode="auto">
          <a:xfrm>
            <a:off x="10176982" y="3212508"/>
            <a:ext cx="647700" cy="611187"/>
            <a:chOff x="3311860" y="2096852"/>
            <a:chExt cx="972108" cy="612068"/>
          </a:xfrm>
        </p:grpSpPr>
        <p:cxnSp>
          <p:nvCxnSpPr>
            <p:cNvPr id="111" name="Straight Connector 217">
              <a:extLst>
                <a:ext uri="{FF2B5EF4-FFF2-40B4-BE49-F238E27FC236}">
                  <a16:creationId xmlns:a16="http://schemas.microsoft.com/office/drawing/2014/main" id="{370754BD-4B8B-F147-82B1-0F5C40741F4D}"/>
                </a:ext>
              </a:extLst>
            </p:cNvPr>
            <p:cNvCxnSpPr>
              <a:cxnSpLocks noChangeShapeType="1"/>
            </p:cNvCxnSpPr>
            <p:nvPr/>
          </p:nvCxnSpPr>
          <p:spPr bwMode="auto">
            <a:xfrm flipV="1">
              <a:off x="3311860" y="2492896"/>
              <a:ext cx="0" cy="216024"/>
            </a:xfrm>
            <a:prstGeom prst="line">
              <a:avLst/>
            </a:prstGeom>
            <a:noFill/>
            <a:ln w="25400" algn="ctr">
              <a:solidFill>
                <a:schemeClr val="accent1"/>
              </a:solidFill>
              <a:round/>
              <a:headEnd/>
              <a:tailEnd/>
            </a:ln>
            <a:extLst>
              <a:ext uri="{909E8E84-426E-40DD-AFC4-6F175D3DCCD1}">
                <a14:hiddenFill xmlns:a14="http://schemas.microsoft.com/office/drawing/2010/main">
                  <a:noFill/>
                </a14:hiddenFill>
              </a:ext>
            </a:extLst>
          </p:spPr>
        </p:cxnSp>
        <p:cxnSp>
          <p:nvCxnSpPr>
            <p:cNvPr id="112" name="Straight Connector 218">
              <a:extLst>
                <a:ext uri="{FF2B5EF4-FFF2-40B4-BE49-F238E27FC236}">
                  <a16:creationId xmlns:a16="http://schemas.microsoft.com/office/drawing/2014/main" id="{A99B2FCC-4D4C-9E43-B170-BF64A40FF763}"/>
                </a:ext>
              </a:extLst>
            </p:cNvPr>
            <p:cNvCxnSpPr>
              <a:cxnSpLocks noChangeShapeType="1"/>
            </p:cNvCxnSpPr>
            <p:nvPr/>
          </p:nvCxnSpPr>
          <p:spPr bwMode="auto">
            <a:xfrm flipH="1">
              <a:off x="3311860" y="2492896"/>
              <a:ext cx="972108" cy="0"/>
            </a:xfrm>
            <a:prstGeom prst="line">
              <a:avLst/>
            </a:prstGeom>
            <a:noFill/>
            <a:ln w="25400" algn="ctr">
              <a:solidFill>
                <a:schemeClr val="accent1"/>
              </a:solidFill>
              <a:round/>
              <a:headEnd/>
              <a:tailEnd/>
            </a:ln>
            <a:extLst>
              <a:ext uri="{909E8E84-426E-40DD-AFC4-6F175D3DCCD1}">
                <a14:hiddenFill xmlns:a14="http://schemas.microsoft.com/office/drawing/2010/main">
                  <a:noFill/>
                </a14:hiddenFill>
              </a:ext>
            </a:extLst>
          </p:spPr>
        </p:cxnSp>
        <p:cxnSp>
          <p:nvCxnSpPr>
            <p:cNvPr id="113" name="Straight Arrow Connector 219">
              <a:extLst>
                <a:ext uri="{FF2B5EF4-FFF2-40B4-BE49-F238E27FC236}">
                  <a16:creationId xmlns:a16="http://schemas.microsoft.com/office/drawing/2014/main" id="{F06F79AB-ECAC-6D46-A726-F28D02795A4B}"/>
                </a:ext>
              </a:extLst>
            </p:cNvPr>
            <p:cNvCxnSpPr>
              <a:cxnSpLocks noChangeShapeType="1"/>
            </p:cNvCxnSpPr>
            <p:nvPr/>
          </p:nvCxnSpPr>
          <p:spPr bwMode="auto">
            <a:xfrm flipV="1">
              <a:off x="4283968" y="2096852"/>
              <a:ext cx="0" cy="395704"/>
            </a:xfrm>
            <a:prstGeom prst="straightConnector1">
              <a:avLst/>
            </a:prstGeom>
            <a:noFill/>
            <a:ln w="25400" algn="ctr">
              <a:solidFill>
                <a:schemeClr val="accent1"/>
              </a:solidFill>
              <a:round/>
              <a:headEnd/>
              <a:tailEnd type="arrow" w="med" len="med"/>
            </a:ln>
            <a:extLst>
              <a:ext uri="{909E8E84-426E-40DD-AFC4-6F175D3DCCD1}">
                <a14:hiddenFill xmlns:a14="http://schemas.microsoft.com/office/drawing/2010/main">
                  <a:noFill/>
                </a14:hiddenFill>
              </a:ext>
            </a:extLst>
          </p:spPr>
        </p:cxnSp>
      </p:grpSp>
      <p:grpSp>
        <p:nvGrpSpPr>
          <p:cNvPr id="114" name="Group 245">
            <a:extLst>
              <a:ext uri="{FF2B5EF4-FFF2-40B4-BE49-F238E27FC236}">
                <a16:creationId xmlns:a16="http://schemas.microsoft.com/office/drawing/2014/main" id="{25293F2B-A6BE-0D43-86F6-9ECAB390F8BA}"/>
              </a:ext>
            </a:extLst>
          </p:cNvPr>
          <p:cNvGrpSpPr>
            <a:grpSpLocks/>
          </p:cNvGrpSpPr>
          <p:nvPr/>
        </p:nvGrpSpPr>
        <p:grpSpPr bwMode="auto">
          <a:xfrm>
            <a:off x="11248544" y="3212508"/>
            <a:ext cx="404813" cy="3492500"/>
            <a:chOff x="4860032" y="2097192"/>
            <a:chExt cx="972108" cy="611728"/>
          </a:xfrm>
        </p:grpSpPr>
        <p:cxnSp>
          <p:nvCxnSpPr>
            <p:cNvPr id="115" name="Straight Connector 246">
              <a:extLst>
                <a:ext uri="{FF2B5EF4-FFF2-40B4-BE49-F238E27FC236}">
                  <a16:creationId xmlns:a16="http://schemas.microsoft.com/office/drawing/2014/main" id="{DB7D1F3D-664B-1147-A081-D23246C244E9}"/>
                </a:ext>
              </a:extLst>
            </p:cNvPr>
            <p:cNvCxnSpPr>
              <a:cxnSpLocks noChangeShapeType="1"/>
            </p:cNvCxnSpPr>
            <p:nvPr/>
          </p:nvCxnSpPr>
          <p:spPr bwMode="auto">
            <a:xfrm flipV="1">
              <a:off x="5832140" y="2492896"/>
              <a:ext cx="0" cy="216024"/>
            </a:xfrm>
            <a:prstGeom prst="line">
              <a:avLst/>
            </a:prstGeom>
            <a:noFill/>
            <a:ln w="25400" algn="ctr">
              <a:solidFill>
                <a:schemeClr val="accent1"/>
              </a:solidFill>
              <a:round/>
              <a:headEnd/>
              <a:tailEnd/>
            </a:ln>
            <a:extLst>
              <a:ext uri="{909E8E84-426E-40DD-AFC4-6F175D3DCCD1}">
                <a14:hiddenFill xmlns:a14="http://schemas.microsoft.com/office/drawing/2010/main">
                  <a:noFill/>
                </a14:hiddenFill>
              </a:ext>
            </a:extLst>
          </p:spPr>
        </p:cxnSp>
        <p:cxnSp>
          <p:nvCxnSpPr>
            <p:cNvPr id="116" name="Straight Connector 247">
              <a:extLst>
                <a:ext uri="{FF2B5EF4-FFF2-40B4-BE49-F238E27FC236}">
                  <a16:creationId xmlns:a16="http://schemas.microsoft.com/office/drawing/2014/main" id="{6CCFD916-9AFF-2B48-B3CE-3BB80BD5FE7D}"/>
                </a:ext>
              </a:extLst>
            </p:cNvPr>
            <p:cNvCxnSpPr>
              <a:cxnSpLocks noChangeShapeType="1"/>
            </p:cNvCxnSpPr>
            <p:nvPr/>
          </p:nvCxnSpPr>
          <p:spPr bwMode="auto">
            <a:xfrm flipH="1">
              <a:off x="4860032" y="2492896"/>
              <a:ext cx="972108" cy="0"/>
            </a:xfrm>
            <a:prstGeom prst="line">
              <a:avLst/>
            </a:prstGeom>
            <a:noFill/>
            <a:ln w="25400" algn="ctr">
              <a:solidFill>
                <a:schemeClr val="accent1"/>
              </a:solidFill>
              <a:round/>
              <a:headEnd/>
              <a:tailEnd/>
            </a:ln>
            <a:extLst>
              <a:ext uri="{909E8E84-426E-40DD-AFC4-6F175D3DCCD1}">
                <a14:hiddenFill xmlns:a14="http://schemas.microsoft.com/office/drawing/2010/main">
                  <a:noFill/>
                </a14:hiddenFill>
              </a:ext>
            </a:extLst>
          </p:spPr>
        </p:cxnSp>
        <p:cxnSp>
          <p:nvCxnSpPr>
            <p:cNvPr id="117" name="Straight Arrow Connector 248">
              <a:extLst>
                <a:ext uri="{FF2B5EF4-FFF2-40B4-BE49-F238E27FC236}">
                  <a16:creationId xmlns:a16="http://schemas.microsoft.com/office/drawing/2014/main" id="{8E260161-858B-254F-AC8B-D0CA35FC3523}"/>
                </a:ext>
              </a:extLst>
            </p:cNvPr>
            <p:cNvCxnSpPr>
              <a:cxnSpLocks noChangeShapeType="1"/>
            </p:cNvCxnSpPr>
            <p:nvPr/>
          </p:nvCxnSpPr>
          <p:spPr bwMode="auto">
            <a:xfrm flipV="1">
              <a:off x="4860032" y="2097192"/>
              <a:ext cx="0" cy="395704"/>
            </a:xfrm>
            <a:prstGeom prst="straightConnector1">
              <a:avLst/>
            </a:prstGeom>
            <a:noFill/>
            <a:ln w="25400" algn="ctr">
              <a:solidFill>
                <a:schemeClr val="accent1"/>
              </a:solidFill>
              <a:round/>
              <a:headEnd/>
              <a:tailEnd type="arrow" w="med" len="med"/>
            </a:ln>
            <a:extLst>
              <a:ext uri="{909E8E84-426E-40DD-AFC4-6F175D3DCCD1}">
                <a14:hiddenFill xmlns:a14="http://schemas.microsoft.com/office/drawing/2010/main">
                  <a:noFill/>
                </a14:hiddenFill>
              </a:ext>
            </a:extLst>
          </p:spPr>
        </p:cxnSp>
      </p:grpSp>
      <p:grpSp>
        <p:nvGrpSpPr>
          <p:cNvPr id="118" name="Group 257">
            <a:extLst>
              <a:ext uri="{FF2B5EF4-FFF2-40B4-BE49-F238E27FC236}">
                <a16:creationId xmlns:a16="http://schemas.microsoft.com/office/drawing/2014/main" id="{A2A0490C-F5E8-C042-9BF0-4CAC2B974201}"/>
              </a:ext>
            </a:extLst>
          </p:cNvPr>
          <p:cNvGrpSpPr>
            <a:grpSpLocks/>
          </p:cNvGrpSpPr>
          <p:nvPr/>
        </p:nvGrpSpPr>
        <p:grpSpPr bwMode="auto">
          <a:xfrm>
            <a:off x="9853132" y="3212508"/>
            <a:ext cx="1260475" cy="3498850"/>
            <a:chOff x="3815916" y="2097193"/>
            <a:chExt cx="1260140" cy="3498194"/>
          </a:xfrm>
        </p:grpSpPr>
        <p:cxnSp>
          <p:nvCxnSpPr>
            <p:cNvPr id="119" name="Straight Connector 258">
              <a:extLst>
                <a:ext uri="{FF2B5EF4-FFF2-40B4-BE49-F238E27FC236}">
                  <a16:creationId xmlns:a16="http://schemas.microsoft.com/office/drawing/2014/main" id="{88B38334-B778-3444-93B1-68DBC779BD97}"/>
                </a:ext>
              </a:extLst>
            </p:cNvPr>
            <p:cNvCxnSpPr>
              <a:cxnSpLocks noChangeShapeType="1"/>
            </p:cNvCxnSpPr>
            <p:nvPr/>
          </p:nvCxnSpPr>
          <p:spPr bwMode="auto">
            <a:xfrm flipV="1">
              <a:off x="3815916" y="5409220"/>
              <a:ext cx="0" cy="186167"/>
            </a:xfrm>
            <a:prstGeom prst="line">
              <a:avLst/>
            </a:prstGeom>
            <a:noFill/>
            <a:ln w="25400" algn="ctr">
              <a:solidFill>
                <a:schemeClr val="accent1"/>
              </a:solidFill>
              <a:round/>
              <a:headEnd/>
              <a:tailEnd/>
            </a:ln>
            <a:extLst>
              <a:ext uri="{909E8E84-426E-40DD-AFC4-6F175D3DCCD1}">
                <a14:hiddenFill xmlns:a14="http://schemas.microsoft.com/office/drawing/2010/main">
                  <a:noFill/>
                </a14:hiddenFill>
              </a:ext>
            </a:extLst>
          </p:spPr>
        </p:cxnSp>
        <p:cxnSp>
          <p:nvCxnSpPr>
            <p:cNvPr id="120" name="Straight Connector 259">
              <a:extLst>
                <a:ext uri="{FF2B5EF4-FFF2-40B4-BE49-F238E27FC236}">
                  <a16:creationId xmlns:a16="http://schemas.microsoft.com/office/drawing/2014/main" id="{543E06D0-248B-D44D-A9FC-DE0F49EB787E}"/>
                </a:ext>
              </a:extLst>
            </p:cNvPr>
            <p:cNvCxnSpPr>
              <a:cxnSpLocks noChangeShapeType="1"/>
            </p:cNvCxnSpPr>
            <p:nvPr/>
          </p:nvCxnSpPr>
          <p:spPr bwMode="auto">
            <a:xfrm flipH="1">
              <a:off x="3815916" y="5409220"/>
              <a:ext cx="1260140" cy="0"/>
            </a:xfrm>
            <a:prstGeom prst="line">
              <a:avLst/>
            </a:prstGeom>
            <a:noFill/>
            <a:ln w="25400" algn="ctr">
              <a:solidFill>
                <a:schemeClr val="accent1"/>
              </a:solidFill>
              <a:round/>
              <a:headEnd/>
              <a:tailEnd/>
            </a:ln>
            <a:extLst>
              <a:ext uri="{909E8E84-426E-40DD-AFC4-6F175D3DCCD1}">
                <a14:hiddenFill xmlns:a14="http://schemas.microsoft.com/office/drawing/2010/main">
                  <a:noFill/>
                </a14:hiddenFill>
              </a:ext>
            </a:extLst>
          </p:spPr>
        </p:cxnSp>
        <p:cxnSp>
          <p:nvCxnSpPr>
            <p:cNvPr id="121" name="Straight Arrow Connector 260">
              <a:extLst>
                <a:ext uri="{FF2B5EF4-FFF2-40B4-BE49-F238E27FC236}">
                  <a16:creationId xmlns:a16="http://schemas.microsoft.com/office/drawing/2014/main" id="{D62A0FE2-A804-C044-BDAA-1A4390A436CB}"/>
                </a:ext>
              </a:extLst>
            </p:cNvPr>
            <p:cNvCxnSpPr>
              <a:cxnSpLocks noChangeShapeType="1"/>
            </p:cNvCxnSpPr>
            <p:nvPr/>
          </p:nvCxnSpPr>
          <p:spPr bwMode="auto">
            <a:xfrm flipV="1">
              <a:off x="5076056" y="2097193"/>
              <a:ext cx="0" cy="3312027"/>
            </a:xfrm>
            <a:prstGeom prst="straightConnector1">
              <a:avLst/>
            </a:prstGeom>
            <a:noFill/>
            <a:ln w="25400" algn="ctr">
              <a:solidFill>
                <a:schemeClr val="accent1"/>
              </a:solidFill>
              <a:round/>
              <a:headEnd/>
              <a:tailEnd type="arrow" w="med" len="med"/>
            </a:ln>
            <a:extLst>
              <a:ext uri="{909E8E84-426E-40DD-AFC4-6F175D3DCCD1}">
                <a14:hiddenFill xmlns:a14="http://schemas.microsoft.com/office/drawing/2010/main">
                  <a:noFill/>
                </a14:hiddenFill>
              </a:ext>
            </a:extLst>
          </p:spPr>
        </p:cxnSp>
      </p:grpSp>
      <p:sp>
        <p:nvSpPr>
          <p:cNvPr id="122" name="Rectangle 19">
            <a:extLst>
              <a:ext uri="{FF2B5EF4-FFF2-40B4-BE49-F238E27FC236}">
                <a16:creationId xmlns:a16="http://schemas.microsoft.com/office/drawing/2014/main" id="{DD357F4E-22D2-4646-BFA0-B45798534DF5}"/>
              </a:ext>
            </a:extLst>
          </p:cNvPr>
          <p:cNvSpPr>
            <a:spLocks noChangeArrowheads="1"/>
          </p:cNvSpPr>
          <p:nvPr/>
        </p:nvSpPr>
        <p:spPr bwMode="auto">
          <a:xfrm>
            <a:off x="7389329" y="2291043"/>
            <a:ext cx="2205678" cy="828432"/>
          </a:xfrm>
          <a:prstGeom prst="rect">
            <a:avLst/>
          </a:prstGeom>
          <a:solidFill>
            <a:schemeClr val="bg2">
              <a:lumMod val="75000"/>
              <a:alpha val="39000"/>
            </a:schemeClr>
          </a:solidFill>
          <a:ln w="9525">
            <a:noFill/>
            <a:miter lim="800000"/>
            <a:headEnd/>
            <a:tailEnd/>
          </a:ln>
          <a:effectLst/>
        </p:spPr>
        <p:txBody>
          <a:bodyPr wrap="square" lIns="90488" tIns="44450" rIns="90488" bIns="44450" anchor="ctr">
            <a:spAutoFit/>
          </a:bodyPr>
          <a:lstStyle/>
          <a:p>
            <a:pPr marL="0" marR="0" lvl="0" indent="0" algn="ctr" defTabSz="812810" rtl="0" eaLnBrk="1" fontAlgn="auto" latinLnBrk="0" hangingPunct="1">
              <a:lnSpc>
                <a:spcPct val="100000"/>
              </a:lnSpc>
              <a:spcBef>
                <a:spcPts val="0"/>
              </a:spcBef>
              <a:spcAft>
                <a:spcPts val="0"/>
              </a:spcAft>
              <a:buClrTx/>
              <a:buSzTx/>
              <a:buFontTx/>
              <a:buNone/>
              <a:tabLst/>
              <a:defRPr/>
            </a:pPr>
            <a:r>
              <a:rPr kumimoji="0" lang="en-US" sz="1600" b="0" i="0" u="none" strike="noStrike" kern="0" cap="none" spc="0" normalizeH="0" baseline="0" noProof="0" dirty="0">
                <a:ln>
                  <a:noFill/>
                </a:ln>
                <a:solidFill>
                  <a:srgbClr val="00274C"/>
                </a:solidFill>
                <a:effectLst/>
                <a:uLnTx/>
                <a:uFillTx/>
                <a:latin typeface="Arial" panose="020B0604020202020204" pitchFamily="34" charset="0"/>
                <a:ea typeface="+mn-ea"/>
                <a:cs typeface="Arial" panose="020B0604020202020204" pitchFamily="34" charset="0"/>
              </a:rPr>
              <a:t>Disposal, redmud from bauxite digestion</a:t>
            </a:r>
          </a:p>
          <a:p>
            <a:pPr marL="0" marR="0" lvl="0" indent="0" algn="ctr" defTabSz="812810" rtl="0" eaLnBrk="1" fontAlgn="auto" latinLnBrk="0" hangingPunct="1">
              <a:lnSpc>
                <a:spcPct val="100000"/>
              </a:lnSpc>
              <a:spcBef>
                <a:spcPts val="0"/>
              </a:spcBef>
              <a:spcAft>
                <a:spcPts val="0"/>
              </a:spcAft>
              <a:buClrTx/>
              <a:buSzTx/>
              <a:buFontTx/>
              <a:buNone/>
              <a:tabLst/>
              <a:defRPr/>
            </a:pPr>
            <a:r>
              <a:rPr kumimoji="0" lang="en-US" sz="1600" b="0" i="0" u="none" strike="noStrike" kern="0" cap="none" spc="0" normalizeH="0" baseline="0" noProof="0" dirty="0">
                <a:ln>
                  <a:noFill/>
                </a:ln>
                <a:solidFill>
                  <a:srgbClr val="00274C"/>
                </a:solidFill>
                <a:effectLst/>
                <a:uLnTx/>
                <a:uFillTx/>
                <a:latin typeface="Arial" panose="020B0604020202020204" pitchFamily="34" charset="0"/>
                <a:ea typeface="+mn-ea"/>
                <a:cs typeface="Arial" panose="020B0604020202020204" pitchFamily="34" charset="0"/>
              </a:rPr>
              <a:t>1.36 kg </a:t>
            </a:r>
          </a:p>
        </p:txBody>
      </p:sp>
      <p:sp>
        <p:nvSpPr>
          <p:cNvPr id="123" name="Rectangle 19">
            <a:extLst>
              <a:ext uri="{FF2B5EF4-FFF2-40B4-BE49-F238E27FC236}">
                <a16:creationId xmlns:a16="http://schemas.microsoft.com/office/drawing/2014/main" id="{C4002B92-6FA2-B049-BDC1-DB1F64F6EAB1}"/>
              </a:ext>
            </a:extLst>
          </p:cNvPr>
          <p:cNvSpPr>
            <a:spLocks noChangeArrowheads="1"/>
          </p:cNvSpPr>
          <p:nvPr/>
        </p:nvSpPr>
        <p:spPr bwMode="auto">
          <a:xfrm>
            <a:off x="13086869" y="2139480"/>
            <a:ext cx="1873250" cy="828432"/>
          </a:xfrm>
          <a:prstGeom prst="rect">
            <a:avLst/>
          </a:prstGeom>
          <a:solidFill>
            <a:schemeClr val="bg2">
              <a:lumMod val="75000"/>
              <a:alpha val="39000"/>
            </a:schemeClr>
          </a:solidFill>
          <a:ln w="9525">
            <a:noFill/>
            <a:miter lim="800000"/>
            <a:headEnd/>
            <a:tailEnd/>
          </a:ln>
          <a:effectLst/>
        </p:spPr>
        <p:txBody>
          <a:bodyPr lIns="90488" tIns="44450" rIns="90488" bIns="44450" anchor="ctr">
            <a:spAutoFit/>
          </a:bodyPr>
          <a:lstStyle/>
          <a:p>
            <a:pPr marL="0" marR="0" lvl="0" indent="0" algn="ctr" defTabSz="812810" rtl="0" eaLnBrk="1" fontAlgn="auto" latinLnBrk="0" hangingPunct="1">
              <a:lnSpc>
                <a:spcPct val="100000"/>
              </a:lnSpc>
              <a:spcBef>
                <a:spcPts val="0"/>
              </a:spcBef>
              <a:spcAft>
                <a:spcPts val="0"/>
              </a:spcAft>
              <a:buClrTx/>
              <a:buSzTx/>
              <a:buFontTx/>
              <a:buNone/>
              <a:tabLst/>
              <a:defRPr/>
            </a:pPr>
            <a:r>
              <a:rPr kumimoji="0" lang="en-US" sz="1600" b="0" i="0" u="none" strike="noStrike" kern="0" cap="none" spc="0" normalizeH="0" baseline="0" noProof="0" dirty="0">
                <a:ln>
                  <a:noFill/>
                </a:ln>
                <a:solidFill>
                  <a:srgbClr val="00274C"/>
                </a:solidFill>
                <a:effectLst/>
                <a:uLnTx/>
                <a:uFillTx/>
                <a:latin typeface="Arial" panose="020B0604020202020204" pitchFamily="34" charset="0"/>
                <a:ea typeface="+mn-ea"/>
                <a:cs typeface="Arial" panose="020B0604020202020204" pitchFamily="34" charset="0"/>
              </a:rPr>
              <a:t>Disposal, filter dust Al electrolysis</a:t>
            </a:r>
          </a:p>
          <a:p>
            <a:pPr marL="0" marR="0" lvl="0" indent="0" algn="ctr" defTabSz="812810" rtl="0" eaLnBrk="1" fontAlgn="auto" latinLnBrk="0" hangingPunct="1">
              <a:lnSpc>
                <a:spcPct val="100000"/>
              </a:lnSpc>
              <a:spcBef>
                <a:spcPts val="0"/>
              </a:spcBef>
              <a:spcAft>
                <a:spcPts val="0"/>
              </a:spcAft>
              <a:buClrTx/>
              <a:buSzTx/>
              <a:buFontTx/>
              <a:buNone/>
              <a:tabLst/>
              <a:defRPr/>
            </a:pPr>
            <a:r>
              <a:rPr kumimoji="0" lang="en-US" sz="1600" b="0" i="0" u="none" strike="noStrike" kern="0" cap="none" spc="0" normalizeH="0" baseline="0" noProof="0" dirty="0">
                <a:ln>
                  <a:noFill/>
                </a:ln>
                <a:solidFill>
                  <a:srgbClr val="00274C"/>
                </a:solidFill>
                <a:effectLst/>
                <a:uLnTx/>
                <a:uFillTx/>
                <a:latin typeface="Arial" panose="020B0604020202020204" pitchFamily="34" charset="0"/>
                <a:ea typeface="+mn-ea"/>
                <a:cs typeface="Arial" panose="020B0604020202020204" pitchFamily="34" charset="0"/>
              </a:rPr>
              <a:t>2.00 g </a:t>
            </a:r>
          </a:p>
        </p:txBody>
      </p:sp>
      <p:grpSp>
        <p:nvGrpSpPr>
          <p:cNvPr id="124" name="Group 99">
            <a:extLst>
              <a:ext uri="{FF2B5EF4-FFF2-40B4-BE49-F238E27FC236}">
                <a16:creationId xmlns:a16="http://schemas.microsoft.com/office/drawing/2014/main" id="{BE07B18F-DAA1-7446-B587-3CAC12D39FF8}"/>
              </a:ext>
            </a:extLst>
          </p:cNvPr>
          <p:cNvGrpSpPr>
            <a:grpSpLocks/>
          </p:cNvGrpSpPr>
          <p:nvPr/>
        </p:nvGrpSpPr>
        <p:grpSpPr bwMode="auto">
          <a:xfrm rot="5400000">
            <a:off x="12438375" y="2165552"/>
            <a:ext cx="331787" cy="965200"/>
            <a:chOff x="4860032" y="2097192"/>
            <a:chExt cx="972108" cy="611728"/>
          </a:xfrm>
        </p:grpSpPr>
        <p:cxnSp>
          <p:nvCxnSpPr>
            <p:cNvPr id="125" name="Straight Connector 100">
              <a:extLst>
                <a:ext uri="{FF2B5EF4-FFF2-40B4-BE49-F238E27FC236}">
                  <a16:creationId xmlns:a16="http://schemas.microsoft.com/office/drawing/2014/main" id="{6724C86E-F544-CB4B-B203-08D24B38481A}"/>
                </a:ext>
              </a:extLst>
            </p:cNvPr>
            <p:cNvCxnSpPr>
              <a:cxnSpLocks noChangeShapeType="1"/>
            </p:cNvCxnSpPr>
            <p:nvPr/>
          </p:nvCxnSpPr>
          <p:spPr bwMode="auto">
            <a:xfrm flipV="1">
              <a:off x="5832140" y="2492896"/>
              <a:ext cx="0" cy="216024"/>
            </a:xfrm>
            <a:prstGeom prst="line">
              <a:avLst/>
            </a:prstGeom>
            <a:noFill/>
            <a:ln w="25400" algn="ctr">
              <a:solidFill>
                <a:schemeClr val="accent1"/>
              </a:solidFill>
              <a:round/>
              <a:headEnd/>
              <a:tailEnd/>
            </a:ln>
            <a:extLst>
              <a:ext uri="{909E8E84-426E-40DD-AFC4-6F175D3DCCD1}">
                <a14:hiddenFill xmlns:a14="http://schemas.microsoft.com/office/drawing/2010/main">
                  <a:noFill/>
                </a14:hiddenFill>
              </a:ext>
            </a:extLst>
          </p:spPr>
        </p:cxnSp>
        <p:cxnSp>
          <p:nvCxnSpPr>
            <p:cNvPr id="126" name="Straight Connector 101">
              <a:extLst>
                <a:ext uri="{FF2B5EF4-FFF2-40B4-BE49-F238E27FC236}">
                  <a16:creationId xmlns:a16="http://schemas.microsoft.com/office/drawing/2014/main" id="{404A5E07-1F1E-4D47-8FD4-8E3465EA5E3D}"/>
                </a:ext>
              </a:extLst>
            </p:cNvPr>
            <p:cNvCxnSpPr>
              <a:cxnSpLocks noChangeShapeType="1"/>
            </p:cNvCxnSpPr>
            <p:nvPr/>
          </p:nvCxnSpPr>
          <p:spPr bwMode="auto">
            <a:xfrm flipH="1">
              <a:off x="4860032" y="2492896"/>
              <a:ext cx="972108" cy="0"/>
            </a:xfrm>
            <a:prstGeom prst="line">
              <a:avLst/>
            </a:prstGeom>
            <a:noFill/>
            <a:ln w="25400" algn="ctr">
              <a:solidFill>
                <a:schemeClr val="accent1"/>
              </a:solidFill>
              <a:round/>
              <a:headEnd/>
              <a:tailEnd/>
            </a:ln>
            <a:extLst>
              <a:ext uri="{909E8E84-426E-40DD-AFC4-6F175D3DCCD1}">
                <a14:hiddenFill xmlns:a14="http://schemas.microsoft.com/office/drawing/2010/main">
                  <a:noFill/>
                </a14:hiddenFill>
              </a:ext>
            </a:extLst>
          </p:spPr>
        </p:cxnSp>
        <p:cxnSp>
          <p:nvCxnSpPr>
            <p:cNvPr id="127" name="Straight Arrow Connector 102">
              <a:extLst>
                <a:ext uri="{FF2B5EF4-FFF2-40B4-BE49-F238E27FC236}">
                  <a16:creationId xmlns:a16="http://schemas.microsoft.com/office/drawing/2014/main" id="{28F7ECDC-CEF6-6547-9B33-122C5322074A}"/>
                </a:ext>
              </a:extLst>
            </p:cNvPr>
            <p:cNvCxnSpPr>
              <a:cxnSpLocks noChangeShapeType="1"/>
            </p:cNvCxnSpPr>
            <p:nvPr/>
          </p:nvCxnSpPr>
          <p:spPr bwMode="auto">
            <a:xfrm flipV="1">
              <a:off x="4860032" y="2097192"/>
              <a:ext cx="0" cy="395704"/>
            </a:xfrm>
            <a:prstGeom prst="straightConnector1">
              <a:avLst/>
            </a:prstGeom>
            <a:noFill/>
            <a:ln w="25400" algn="ctr">
              <a:solidFill>
                <a:schemeClr val="accent1"/>
              </a:solidFill>
              <a:round/>
              <a:headEnd/>
              <a:tailEnd type="arrow" w="med" len="med"/>
            </a:ln>
            <a:extLst>
              <a:ext uri="{909E8E84-426E-40DD-AFC4-6F175D3DCCD1}">
                <a14:hiddenFill xmlns:a14="http://schemas.microsoft.com/office/drawing/2010/main">
                  <a:noFill/>
                </a14:hiddenFill>
              </a:ext>
            </a:extLst>
          </p:spPr>
        </p:cxnSp>
      </p:grpSp>
      <p:grpSp>
        <p:nvGrpSpPr>
          <p:cNvPr id="128" name="Group 103">
            <a:extLst>
              <a:ext uri="{FF2B5EF4-FFF2-40B4-BE49-F238E27FC236}">
                <a16:creationId xmlns:a16="http://schemas.microsoft.com/office/drawing/2014/main" id="{652778BD-4D46-874D-959D-06D7E93DBD61}"/>
              </a:ext>
            </a:extLst>
          </p:cNvPr>
          <p:cNvGrpSpPr>
            <a:grpSpLocks/>
          </p:cNvGrpSpPr>
          <p:nvPr/>
        </p:nvGrpSpPr>
        <p:grpSpPr bwMode="auto">
          <a:xfrm rot="5400000" flipV="1">
            <a:off x="9906313" y="2156026"/>
            <a:ext cx="330200" cy="941388"/>
            <a:chOff x="4860032" y="2097192"/>
            <a:chExt cx="972108" cy="611728"/>
          </a:xfrm>
        </p:grpSpPr>
        <p:cxnSp>
          <p:nvCxnSpPr>
            <p:cNvPr id="129" name="Straight Connector 104">
              <a:extLst>
                <a:ext uri="{FF2B5EF4-FFF2-40B4-BE49-F238E27FC236}">
                  <a16:creationId xmlns:a16="http://schemas.microsoft.com/office/drawing/2014/main" id="{80B53CB7-E411-9144-8BF2-97372D5B8366}"/>
                </a:ext>
              </a:extLst>
            </p:cNvPr>
            <p:cNvCxnSpPr>
              <a:cxnSpLocks noChangeShapeType="1"/>
            </p:cNvCxnSpPr>
            <p:nvPr/>
          </p:nvCxnSpPr>
          <p:spPr bwMode="auto">
            <a:xfrm flipV="1">
              <a:off x="5832140" y="2492896"/>
              <a:ext cx="0" cy="216024"/>
            </a:xfrm>
            <a:prstGeom prst="line">
              <a:avLst/>
            </a:prstGeom>
            <a:noFill/>
            <a:ln w="25400" algn="ctr">
              <a:solidFill>
                <a:schemeClr val="accent1"/>
              </a:solidFill>
              <a:round/>
              <a:headEnd/>
              <a:tailEnd/>
            </a:ln>
            <a:extLst>
              <a:ext uri="{909E8E84-426E-40DD-AFC4-6F175D3DCCD1}">
                <a14:hiddenFill xmlns:a14="http://schemas.microsoft.com/office/drawing/2010/main">
                  <a:noFill/>
                </a14:hiddenFill>
              </a:ext>
            </a:extLst>
          </p:spPr>
        </p:cxnSp>
        <p:cxnSp>
          <p:nvCxnSpPr>
            <p:cNvPr id="130" name="Straight Connector 105">
              <a:extLst>
                <a:ext uri="{FF2B5EF4-FFF2-40B4-BE49-F238E27FC236}">
                  <a16:creationId xmlns:a16="http://schemas.microsoft.com/office/drawing/2014/main" id="{24DE60CB-CBA4-0B4C-9E1C-5C40E699454F}"/>
                </a:ext>
              </a:extLst>
            </p:cNvPr>
            <p:cNvCxnSpPr>
              <a:cxnSpLocks noChangeShapeType="1"/>
            </p:cNvCxnSpPr>
            <p:nvPr/>
          </p:nvCxnSpPr>
          <p:spPr bwMode="auto">
            <a:xfrm flipH="1">
              <a:off x="4860032" y="2492896"/>
              <a:ext cx="972108" cy="0"/>
            </a:xfrm>
            <a:prstGeom prst="line">
              <a:avLst/>
            </a:prstGeom>
            <a:noFill/>
            <a:ln w="25400" algn="ctr">
              <a:solidFill>
                <a:schemeClr val="accent1"/>
              </a:solidFill>
              <a:round/>
              <a:headEnd/>
              <a:tailEnd/>
            </a:ln>
            <a:extLst>
              <a:ext uri="{909E8E84-426E-40DD-AFC4-6F175D3DCCD1}">
                <a14:hiddenFill xmlns:a14="http://schemas.microsoft.com/office/drawing/2010/main">
                  <a:noFill/>
                </a14:hiddenFill>
              </a:ext>
            </a:extLst>
          </p:spPr>
        </p:cxnSp>
        <p:cxnSp>
          <p:nvCxnSpPr>
            <p:cNvPr id="131" name="Straight Arrow Connector 106">
              <a:extLst>
                <a:ext uri="{FF2B5EF4-FFF2-40B4-BE49-F238E27FC236}">
                  <a16:creationId xmlns:a16="http://schemas.microsoft.com/office/drawing/2014/main" id="{DD8B9F05-1C02-3742-B4F3-E102669552C0}"/>
                </a:ext>
              </a:extLst>
            </p:cNvPr>
            <p:cNvCxnSpPr>
              <a:cxnSpLocks noChangeShapeType="1"/>
            </p:cNvCxnSpPr>
            <p:nvPr/>
          </p:nvCxnSpPr>
          <p:spPr bwMode="auto">
            <a:xfrm flipV="1">
              <a:off x="4860032" y="2097192"/>
              <a:ext cx="0" cy="395704"/>
            </a:xfrm>
            <a:prstGeom prst="straightConnector1">
              <a:avLst/>
            </a:prstGeom>
            <a:noFill/>
            <a:ln w="25400" algn="ctr">
              <a:solidFill>
                <a:schemeClr val="accent1"/>
              </a:solidFill>
              <a:round/>
              <a:headEnd/>
              <a:tailEnd type="arrow" w="med" len="med"/>
            </a:ln>
            <a:extLst>
              <a:ext uri="{909E8E84-426E-40DD-AFC4-6F175D3DCCD1}">
                <a14:hiddenFill xmlns:a14="http://schemas.microsoft.com/office/drawing/2010/main">
                  <a:noFill/>
                </a14:hiddenFill>
              </a:ext>
            </a:extLst>
          </p:spPr>
        </p:cxnSp>
      </p:grpSp>
      <p:sp>
        <p:nvSpPr>
          <p:cNvPr id="132" name="TextBox 68">
            <a:extLst>
              <a:ext uri="{FF2B5EF4-FFF2-40B4-BE49-F238E27FC236}">
                <a16:creationId xmlns:a16="http://schemas.microsoft.com/office/drawing/2014/main" id="{464F923C-3B40-4C43-9A54-77B0FC108EB2}"/>
              </a:ext>
            </a:extLst>
          </p:cNvPr>
          <p:cNvSpPr txBox="1">
            <a:spLocks noChangeArrowheads="1"/>
          </p:cNvSpPr>
          <p:nvPr/>
        </p:nvSpPr>
        <p:spPr bwMode="auto">
          <a:xfrm>
            <a:off x="2411626" y="3500360"/>
            <a:ext cx="3531696"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ctr" defTabSz="812810" rtl="0" eaLnBrk="1" fontAlgn="auto" latinLnBrk="0" hangingPunct="1">
              <a:lnSpc>
                <a:spcPct val="100000"/>
              </a:lnSpc>
              <a:spcBef>
                <a:spcPts val="0"/>
              </a:spcBef>
              <a:spcAft>
                <a:spcPts val="0"/>
              </a:spcAft>
              <a:buClrTx/>
              <a:buSzTx/>
              <a:buFontTx/>
              <a:buNone/>
              <a:tabLst/>
              <a:defRPr/>
            </a:pPr>
            <a:r>
              <a:rPr kumimoji="0" lang="en-US" altLang="en-US" sz="2400" b="0" i="0" u="none" strike="noStrike" kern="1200" cap="none" spc="0" normalizeH="0" baseline="0" noProof="0" dirty="0">
                <a:ln>
                  <a:noFill/>
                </a:ln>
                <a:solidFill>
                  <a:srgbClr val="00B2A9"/>
                </a:solidFill>
                <a:effectLst/>
                <a:uLnTx/>
                <a:uFillTx/>
                <a:latin typeface="Arial" panose="020B0604020202020204" pitchFamily="34" charset="0"/>
                <a:ea typeface="+mn-ea"/>
                <a:cs typeface="+mn-cs"/>
              </a:rPr>
              <a:t>1.93 </a:t>
            </a:r>
            <a:r>
              <a:rPr kumimoji="0" lang="en-US" altLang="en-US" sz="2400" b="0" i="0" u="none" strike="noStrike" kern="1200" cap="none" spc="0" normalizeH="0" baseline="0" noProof="0" dirty="0" err="1">
                <a:ln>
                  <a:noFill/>
                </a:ln>
                <a:solidFill>
                  <a:srgbClr val="00B2A9"/>
                </a:solidFill>
                <a:effectLst/>
                <a:uLnTx/>
                <a:uFillTx/>
                <a:latin typeface="Arial" panose="020B0604020202020204" pitchFamily="34" charset="0"/>
                <a:ea typeface="+mn-ea"/>
                <a:cs typeface="+mn-cs"/>
              </a:rPr>
              <a:t>kg</a:t>
            </a:r>
            <a:r>
              <a:rPr kumimoji="0" lang="en-US" altLang="en-US" sz="2400" b="0" i="0" u="none" strike="noStrike" kern="1200" cap="none" spc="0" normalizeH="0" baseline="-25000" noProof="0" dirty="0" err="1">
                <a:ln>
                  <a:noFill/>
                </a:ln>
                <a:solidFill>
                  <a:srgbClr val="00B2A9"/>
                </a:solidFill>
                <a:effectLst/>
                <a:uLnTx/>
                <a:uFillTx/>
                <a:latin typeface="Arial" panose="020B0604020202020204" pitchFamily="34" charset="0"/>
                <a:ea typeface="+mn-ea"/>
                <a:cs typeface="+mn-cs"/>
              </a:rPr>
              <a:t>Al</a:t>
            </a:r>
            <a:r>
              <a:rPr kumimoji="0" lang="en-US" altLang="en-US" sz="2400" b="0" i="0" u="none" strike="noStrike" kern="1200" cap="none" spc="0" normalizeH="0" baseline="-25000" noProof="0" dirty="0">
                <a:ln>
                  <a:noFill/>
                </a:ln>
                <a:solidFill>
                  <a:srgbClr val="00B2A9"/>
                </a:solidFill>
                <a:effectLst/>
                <a:uLnTx/>
                <a:uFillTx/>
                <a:latin typeface="Arial" panose="020B0604020202020204" pitchFamily="34" charset="0"/>
                <a:ea typeface="+mn-ea"/>
                <a:cs typeface="+mn-cs"/>
              </a:rPr>
              <a:t> oxide </a:t>
            </a:r>
            <a:r>
              <a:rPr kumimoji="0" lang="en-US" altLang="en-US" sz="2400" b="0" i="0" u="none" strike="noStrike" kern="1200" cap="none" spc="0" normalizeH="0" baseline="0" noProof="0" dirty="0">
                <a:ln>
                  <a:noFill/>
                </a:ln>
                <a:solidFill>
                  <a:srgbClr val="00B2A9"/>
                </a:solidFill>
                <a:effectLst/>
                <a:uLnTx/>
                <a:uFillTx/>
                <a:latin typeface="Arial" panose="020B0604020202020204" pitchFamily="34" charset="0"/>
                <a:ea typeface="+mn-ea"/>
                <a:cs typeface="+mn-cs"/>
              </a:rPr>
              <a:t>/ </a:t>
            </a:r>
            <a:r>
              <a:rPr kumimoji="0" lang="en-US" altLang="en-US" sz="2400" b="0" i="0" u="none" strike="noStrike" kern="1200" cap="none" spc="0" normalizeH="0" baseline="0" noProof="0" dirty="0" err="1">
                <a:ln>
                  <a:noFill/>
                </a:ln>
                <a:solidFill>
                  <a:srgbClr val="00B2A9"/>
                </a:solidFill>
                <a:effectLst/>
                <a:uLnTx/>
                <a:uFillTx/>
                <a:latin typeface="Arial" panose="020B0604020202020204" pitchFamily="34" charset="0"/>
                <a:ea typeface="+mn-ea"/>
                <a:cs typeface="+mn-cs"/>
              </a:rPr>
              <a:t>kg</a:t>
            </a:r>
            <a:r>
              <a:rPr kumimoji="0" lang="en-US" altLang="en-US" sz="2400" b="0" i="0" u="none" strike="noStrike" kern="1200" cap="none" spc="0" normalizeH="0" baseline="-25000" noProof="0" dirty="0" err="1">
                <a:ln>
                  <a:noFill/>
                </a:ln>
                <a:solidFill>
                  <a:srgbClr val="00B2A9"/>
                </a:solidFill>
                <a:effectLst/>
                <a:uLnTx/>
                <a:uFillTx/>
                <a:latin typeface="Arial" panose="020B0604020202020204" pitchFamily="34" charset="0"/>
                <a:ea typeface="+mn-ea"/>
                <a:cs typeface="+mn-cs"/>
              </a:rPr>
              <a:t>Al</a:t>
            </a:r>
            <a:r>
              <a:rPr kumimoji="0" lang="en-US" altLang="en-US" sz="2400" b="0" i="0" u="none" strike="noStrike" kern="1200" cap="none" spc="0" normalizeH="0" baseline="-25000" noProof="0" dirty="0">
                <a:ln>
                  <a:noFill/>
                </a:ln>
                <a:solidFill>
                  <a:srgbClr val="00B2A9"/>
                </a:solidFill>
                <a:effectLst/>
                <a:uLnTx/>
                <a:uFillTx/>
                <a:latin typeface="Arial" panose="020B0604020202020204" pitchFamily="34" charset="0"/>
                <a:ea typeface="+mn-ea"/>
                <a:cs typeface="+mn-cs"/>
              </a:rPr>
              <a:t> liquid</a:t>
            </a:r>
          </a:p>
        </p:txBody>
      </p:sp>
      <p:sp>
        <p:nvSpPr>
          <p:cNvPr id="133" name="Rectangle 19">
            <a:extLst>
              <a:ext uri="{FF2B5EF4-FFF2-40B4-BE49-F238E27FC236}">
                <a16:creationId xmlns:a16="http://schemas.microsoft.com/office/drawing/2014/main" id="{5F6B774C-6F44-244E-8A58-454D1CDEBB40}"/>
              </a:ext>
            </a:extLst>
          </p:cNvPr>
          <p:cNvSpPr>
            <a:spLocks noChangeArrowheads="1"/>
          </p:cNvSpPr>
          <p:nvPr/>
        </p:nvSpPr>
        <p:spPr bwMode="auto">
          <a:xfrm>
            <a:off x="10537344" y="2383955"/>
            <a:ext cx="1584325" cy="828432"/>
          </a:xfrm>
          <a:prstGeom prst="rect">
            <a:avLst/>
          </a:prstGeom>
          <a:solidFill>
            <a:schemeClr val="accent6">
              <a:alpha val="15000"/>
            </a:schemeClr>
          </a:solidFill>
          <a:ln w="9525">
            <a:noFill/>
            <a:miter lim="800000"/>
            <a:headEnd/>
            <a:tailEnd/>
          </a:ln>
          <a:effectLst/>
        </p:spPr>
        <p:txBody>
          <a:bodyPr lIns="90488" tIns="44450" rIns="90488" bIns="44450" anchor="ctr">
            <a:spAutoFit/>
          </a:bodyPr>
          <a:lstStyle/>
          <a:p>
            <a:pPr marL="0" marR="0" lvl="0" indent="0" algn="ctr" defTabSz="812810" rtl="0" eaLnBrk="1" fontAlgn="auto" latinLnBrk="0" hangingPunct="1">
              <a:lnSpc>
                <a:spcPct val="100000"/>
              </a:lnSpc>
              <a:spcBef>
                <a:spcPts val="0"/>
              </a:spcBef>
              <a:spcAft>
                <a:spcPts val="0"/>
              </a:spcAft>
              <a:buClrTx/>
              <a:buSzTx/>
              <a:buFontTx/>
              <a:buNone/>
              <a:tabLst/>
              <a:defRPr/>
            </a:pPr>
            <a:r>
              <a:rPr kumimoji="0" lang="en-US" sz="1600" b="1" i="0" u="none" strike="noStrike" kern="0" cap="none" spc="0" normalizeH="0" baseline="0" noProof="0" dirty="0">
                <a:ln>
                  <a:noFill/>
                </a:ln>
                <a:solidFill>
                  <a:srgbClr val="00B2A9"/>
                </a:solidFill>
                <a:effectLst/>
                <a:uLnTx/>
                <a:uFillTx/>
                <a:latin typeface="Arial" panose="020B0604020202020204" pitchFamily="34" charset="0"/>
                <a:ea typeface="+mn-ea"/>
                <a:cs typeface="Arial" panose="020B0604020202020204" pitchFamily="34" charset="0"/>
              </a:rPr>
              <a:t>Aluminum, </a:t>
            </a:r>
            <a:r>
              <a:rPr kumimoji="0" lang="en-US" sz="1600" b="1" i="0" u="none" strike="noStrike" kern="0" cap="none" spc="0" normalizeH="0" baseline="0" noProof="0" dirty="0" err="1">
                <a:ln>
                  <a:noFill/>
                </a:ln>
                <a:solidFill>
                  <a:srgbClr val="00B2A9"/>
                </a:solidFill>
                <a:effectLst/>
                <a:uLnTx/>
                <a:uFillTx/>
                <a:latin typeface="Arial" panose="020B0604020202020204" pitchFamily="34" charset="0"/>
                <a:ea typeface="+mn-ea"/>
                <a:cs typeface="Arial" panose="020B0604020202020204" pitchFamily="34" charset="0"/>
              </a:rPr>
              <a:t>primary,liquid</a:t>
            </a:r>
            <a:endParaRPr kumimoji="0" lang="en-US" sz="1600" b="1" i="0" u="none" strike="noStrike" kern="0" cap="none" spc="0" normalizeH="0" baseline="0" noProof="0" dirty="0">
              <a:ln>
                <a:noFill/>
              </a:ln>
              <a:solidFill>
                <a:srgbClr val="00B2A9"/>
              </a:solidFill>
              <a:effectLst/>
              <a:uLnTx/>
              <a:uFillTx/>
              <a:latin typeface="Arial" panose="020B0604020202020204" pitchFamily="34" charset="0"/>
              <a:ea typeface="+mn-ea"/>
              <a:cs typeface="Arial" panose="020B0604020202020204" pitchFamily="34" charset="0"/>
            </a:endParaRPr>
          </a:p>
          <a:p>
            <a:pPr marL="0" marR="0" lvl="0" indent="0" algn="ctr" defTabSz="812810" rtl="0" eaLnBrk="1" fontAlgn="auto" latinLnBrk="0" hangingPunct="1">
              <a:lnSpc>
                <a:spcPct val="100000"/>
              </a:lnSpc>
              <a:spcBef>
                <a:spcPts val="0"/>
              </a:spcBef>
              <a:spcAft>
                <a:spcPts val="0"/>
              </a:spcAft>
              <a:buClrTx/>
              <a:buSzTx/>
              <a:buFontTx/>
              <a:buNone/>
              <a:tabLst/>
              <a:defRPr/>
            </a:pPr>
            <a:r>
              <a:rPr kumimoji="0" lang="en-US" sz="1600" b="0" i="0" u="none" strike="noStrike" kern="0" cap="none" spc="0" normalizeH="0" baseline="0" noProof="0" dirty="0">
                <a:ln>
                  <a:noFill/>
                </a:ln>
                <a:solidFill>
                  <a:srgbClr val="00274C"/>
                </a:solidFill>
                <a:effectLst/>
                <a:uLnTx/>
                <a:uFillTx/>
                <a:latin typeface="Arial" panose="020B0604020202020204" pitchFamily="34" charset="0"/>
                <a:ea typeface="+mn-ea"/>
                <a:cs typeface="Arial" panose="020B0604020202020204" pitchFamily="34" charset="0"/>
              </a:rPr>
              <a:t>1 kg</a:t>
            </a:r>
          </a:p>
        </p:txBody>
      </p:sp>
      <p:sp>
        <p:nvSpPr>
          <p:cNvPr id="134" name="Rectangle 19">
            <a:extLst>
              <a:ext uri="{FF2B5EF4-FFF2-40B4-BE49-F238E27FC236}">
                <a16:creationId xmlns:a16="http://schemas.microsoft.com/office/drawing/2014/main" id="{5026C708-C8AA-4547-A023-4C03E667BD0E}"/>
              </a:ext>
            </a:extLst>
          </p:cNvPr>
          <p:cNvSpPr>
            <a:spLocks noChangeArrowheads="1"/>
          </p:cNvSpPr>
          <p:nvPr/>
        </p:nvSpPr>
        <p:spPr bwMode="auto">
          <a:xfrm>
            <a:off x="6349370" y="5228704"/>
            <a:ext cx="1655763" cy="828432"/>
          </a:xfrm>
          <a:prstGeom prst="rect">
            <a:avLst/>
          </a:prstGeom>
          <a:solidFill>
            <a:schemeClr val="accent5">
              <a:alpha val="27000"/>
            </a:schemeClr>
          </a:solidFill>
          <a:ln w="9525">
            <a:noFill/>
            <a:miter lim="800000"/>
            <a:headEnd/>
            <a:tailEnd/>
          </a:ln>
          <a:effectLst/>
        </p:spPr>
        <p:txBody>
          <a:bodyPr lIns="90488" tIns="44450" rIns="90488" bIns="44450">
            <a:spAutoFit/>
          </a:bodyPr>
          <a:lstStyle/>
          <a:p>
            <a:pPr marL="0" marR="0" lvl="0" indent="0" algn="ctr" defTabSz="812810" rtl="0" eaLnBrk="1" fontAlgn="auto" latinLnBrk="0" hangingPunct="1">
              <a:lnSpc>
                <a:spcPct val="100000"/>
              </a:lnSpc>
              <a:spcBef>
                <a:spcPts val="0"/>
              </a:spcBef>
              <a:spcAft>
                <a:spcPts val="0"/>
              </a:spcAft>
              <a:buClrTx/>
              <a:buSzTx/>
              <a:buFontTx/>
              <a:buNone/>
              <a:tabLst/>
              <a:defRPr/>
            </a:pPr>
            <a:r>
              <a:rPr kumimoji="0" lang="en-US" sz="1600" b="0" i="0" u="none" strike="noStrike" kern="0" cap="none" spc="0" normalizeH="0" baseline="0" noProof="0" dirty="0">
                <a:ln>
                  <a:noFill/>
                </a:ln>
                <a:solidFill>
                  <a:srgbClr val="D86018"/>
                </a:solidFill>
                <a:effectLst/>
                <a:uLnTx/>
                <a:uFillTx/>
                <a:latin typeface="Arial" panose="020B0604020202020204" pitchFamily="34" charset="0"/>
                <a:ea typeface="+mn-ea"/>
                <a:cs typeface="Arial" panose="020B0604020202020204" pitchFamily="34" charset="0"/>
              </a:rPr>
              <a:t>Aluminum hydroxide</a:t>
            </a:r>
          </a:p>
          <a:p>
            <a:pPr marL="0" marR="0" lvl="0" indent="0" algn="ctr" defTabSz="812810" rtl="0" eaLnBrk="1" fontAlgn="auto" latinLnBrk="0" hangingPunct="1">
              <a:lnSpc>
                <a:spcPct val="100000"/>
              </a:lnSpc>
              <a:spcBef>
                <a:spcPts val="0"/>
              </a:spcBef>
              <a:spcAft>
                <a:spcPts val="0"/>
              </a:spcAft>
              <a:buClrTx/>
              <a:buSzTx/>
              <a:buFontTx/>
              <a:buNone/>
              <a:tabLst/>
              <a:defRPr/>
            </a:pPr>
            <a:r>
              <a:rPr kumimoji="0" lang="en-US" sz="1600" b="0" i="0" u="none" strike="noStrike" kern="0" cap="none" spc="0" normalizeH="0" baseline="0" noProof="0" dirty="0">
                <a:ln>
                  <a:noFill/>
                </a:ln>
                <a:solidFill>
                  <a:srgbClr val="00274C"/>
                </a:solidFill>
                <a:effectLst/>
                <a:uLnTx/>
                <a:uFillTx/>
                <a:latin typeface="Arial" panose="020B0604020202020204" pitchFamily="34" charset="0"/>
                <a:ea typeface="+mn-ea"/>
                <a:cs typeface="Arial" panose="020B0604020202020204" pitchFamily="34" charset="0"/>
              </a:rPr>
              <a:t>2.96 kg</a:t>
            </a:r>
          </a:p>
        </p:txBody>
      </p:sp>
      <p:grpSp>
        <p:nvGrpSpPr>
          <p:cNvPr id="135" name="Group 222">
            <a:extLst>
              <a:ext uri="{FF2B5EF4-FFF2-40B4-BE49-F238E27FC236}">
                <a16:creationId xmlns:a16="http://schemas.microsoft.com/office/drawing/2014/main" id="{94B673DE-0ABA-5A49-B193-4941BA924682}"/>
              </a:ext>
            </a:extLst>
          </p:cNvPr>
          <p:cNvGrpSpPr>
            <a:grpSpLocks/>
          </p:cNvGrpSpPr>
          <p:nvPr/>
        </p:nvGrpSpPr>
        <p:grpSpPr bwMode="auto">
          <a:xfrm>
            <a:off x="7105020" y="4617516"/>
            <a:ext cx="900113" cy="611188"/>
            <a:chOff x="3311860" y="2096852"/>
            <a:chExt cx="972108" cy="612068"/>
          </a:xfrm>
        </p:grpSpPr>
        <p:cxnSp>
          <p:nvCxnSpPr>
            <p:cNvPr id="136" name="Straight Connector 223">
              <a:extLst>
                <a:ext uri="{FF2B5EF4-FFF2-40B4-BE49-F238E27FC236}">
                  <a16:creationId xmlns:a16="http://schemas.microsoft.com/office/drawing/2014/main" id="{7F7FC5F5-5FE0-2D42-8E65-B2F2D7973210}"/>
                </a:ext>
              </a:extLst>
            </p:cNvPr>
            <p:cNvCxnSpPr>
              <a:cxnSpLocks noChangeShapeType="1"/>
            </p:cNvCxnSpPr>
            <p:nvPr/>
          </p:nvCxnSpPr>
          <p:spPr bwMode="auto">
            <a:xfrm flipV="1">
              <a:off x="3311860" y="2492896"/>
              <a:ext cx="0" cy="216024"/>
            </a:xfrm>
            <a:prstGeom prst="line">
              <a:avLst/>
            </a:prstGeom>
            <a:noFill/>
            <a:ln w="25400" algn="ctr">
              <a:solidFill>
                <a:schemeClr val="accent5"/>
              </a:solidFill>
              <a:round/>
              <a:headEnd/>
              <a:tailEnd/>
            </a:ln>
            <a:extLst>
              <a:ext uri="{909E8E84-426E-40DD-AFC4-6F175D3DCCD1}">
                <a14:hiddenFill xmlns:a14="http://schemas.microsoft.com/office/drawing/2010/main">
                  <a:noFill/>
                </a14:hiddenFill>
              </a:ext>
            </a:extLst>
          </p:spPr>
        </p:cxnSp>
        <p:cxnSp>
          <p:nvCxnSpPr>
            <p:cNvPr id="137" name="Straight Connector 224">
              <a:extLst>
                <a:ext uri="{FF2B5EF4-FFF2-40B4-BE49-F238E27FC236}">
                  <a16:creationId xmlns:a16="http://schemas.microsoft.com/office/drawing/2014/main" id="{722AD473-7889-5347-AAC7-14C20E9F53EB}"/>
                </a:ext>
              </a:extLst>
            </p:cNvPr>
            <p:cNvCxnSpPr>
              <a:cxnSpLocks noChangeShapeType="1"/>
            </p:cNvCxnSpPr>
            <p:nvPr/>
          </p:nvCxnSpPr>
          <p:spPr bwMode="auto">
            <a:xfrm flipH="1">
              <a:off x="3311860" y="2492896"/>
              <a:ext cx="972108" cy="0"/>
            </a:xfrm>
            <a:prstGeom prst="line">
              <a:avLst/>
            </a:prstGeom>
            <a:noFill/>
            <a:ln w="25400" algn="ctr">
              <a:solidFill>
                <a:schemeClr val="accent5"/>
              </a:solidFill>
              <a:round/>
              <a:headEnd/>
              <a:tailEnd/>
            </a:ln>
            <a:extLst>
              <a:ext uri="{909E8E84-426E-40DD-AFC4-6F175D3DCCD1}">
                <a14:hiddenFill xmlns:a14="http://schemas.microsoft.com/office/drawing/2010/main">
                  <a:noFill/>
                </a14:hiddenFill>
              </a:ext>
            </a:extLst>
          </p:spPr>
        </p:cxnSp>
        <p:cxnSp>
          <p:nvCxnSpPr>
            <p:cNvPr id="138" name="Straight Arrow Connector 225">
              <a:extLst>
                <a:ext uri="{FF2B5EF4-FFF2-40B4-BE49-F238E27FC236}">
                  <a16:creationId xmlns:a16="http://schemas.microsoft.com/office/drawing/2014/main" id="{845A677A-0AFE-4940-A65F-FADEFB590378}"/>
                </a:ext>
              </a:extLst>
            </p:cNvPr>
            <p:cNvCxnSpPr>
              <a:cxnSpLocks noChangeShapeType="1"/>
            </p:cNvCxnSpPr>
            <p:nvPr/>
          </p:nvCxnSpPr>
          <p:spPr bwMode="auto">
            <a:xfrm flipV="1">
              <a:off x="4283968" y="2096852"/>
              <a:ext cx="0" cy="395704"/>
            </a:xfrm>
            <a:prstGeom prst="straightConnector1">
              <a:avLst/>
            </a:prstGeom>
            <a:noFill/>
            <a:ln w="25400" algn="ctr">
              <a:solidFill>
                <a:schemeClr val="accent5"/>
              </a:solidFill>
              <a:round/>
              <a:headEnd/>
              <a:tailEnd type="arrow" w="med" len="med"/>
            </a:ln>
            <a:extLst>
              <a:ext uri="{909E8E84-426E-40DD-AFC4-6F175D3DCCD1}">
                <a14:hiddenFill xmlns:a14="http://schemas.microsoft.com/office/drawing/2010/main">
                  <a:noFill/>
                </a14:hiddenFill>
              </a:ext>
            </a:extLst>
          </p:spPr>
        </p:cxnSp>
      </p:grpSp>
      <p:grpSp>
        <p:nvGrpSpPr>
          <p:cNvPr id="139" name="Group 249">
            <a:extLst>
              <a:ext uri="{FF2B5EF4-FFF2-40B4-BE49-F238E27FC236}">
                <a16:creationId xmlns:a16="http://schemas.microsoft.com/office/drawing/2014/main" id="{690AEE6A-8DCA-DF4F-A648-180865D57129}"/>
              </a:ext>
            </a:extLst>
          </p:cNvPr>
          <p:cNvGrpSpPr>
            <a:grpSpLocks/>
          </p:cNvGrpSpPr>
          <p:nvPr/>
        </p:nvGrpSpPr>
        <p:grpSpPr bwMode="auto">
          <a:xfrm>
            <a:off x="7393945" y="6057379"/>
            <a:ext cx="1206500" cy="611187"/>
            <a:chOff x="1223628" y="4977172"/>
            <a:chExt cx="1476164" cy="611728"/>
          </a:xfrm>
        </p:grpSpPr>
        <p:cxnSp>
          <p:nvCxnSpPr>
            <p:cNvPr id="140" name="Straight Connector 250">
              <a:extLst>
                <a:ext uri="{FF2B5EF4-FFF2-40B4-BE49-F238E27FC236}">
                  <a16:creationId xmlns:a16="http://schemas.microsoft.com/office/drawing/2014/main" id="{F620DC78-0E16-DB45-A3F7-00BE6DEF11B6}"/>
                </a:ext>
              </a:extLst>
            </p:cNvPr>
            <p:cNvCxnSpPr>
              <a:cxnSpLocks noChangeShapeType="1"/>
            </p:cNvCxnSpPr>
            <p:nvPr/>
          </p:nvCxnSpPr>
          <p:spPr bwMode="auto">
            <a:xfrm flipV="1">
              <a:off x="2699792" y="5409220"/>
              <a:ext cx="0" cy="179680"/>
            </a:xfrm>
            <a:prstGeom prst="line">
              <a:avLst/>
            </a:prstGeom>
            <a:noFill/>
            <a:ln w="25400" algn="ctr">
              <a:solidFill>
                <a:schemeClr val="accent5"/>
              </a:solidFill>
              <a:round/>
              <a:headEnd/>
              <a:tailEnd/>
            </a:ln>
            <a:extLst>
              <a:ext uri="{909E8E84-426E-40DD-AFC4-6F175D3DCCD1}">
                <a14:hiddenFill xmlns:a14="http://schemas.microsoft.com/office/drawing/2010/main">
                  <a:noFill/>
                </a14:hiddenFill>
              </a:ext>
            </a:extLst>
          </p:spPr>
        </p:cxnSp>
        <p:cxnSp>
          <p:nvCxnSpPr>
            <p:cNvPr id="141" name="Straight Connector 251">
              <a:extLst>
                <a:ext uri="{FF2B5EF4-FFF2-40B4-BE49-F238E27FC236}">
                  <a16:creationId xmlns:a16="http://schemas.microsoft.com/office/drawing/2014/main" id="{BF73BE41-C78F-2149-946A-7F19E31CC433}"/>
                </a:ext>
              </a:extLst>
            </p:cNvPr>
            <p:cNvCxnSpPr>
              <a:cxnSpLocks noChangeShapeType="1"/>
            </p:cNvCxnSpPr>
            <p:nvPr/>
          </p:nvCxnSpPr>
          <p:spPr bwMode="auto">
            <a:xfrm flipH="1">
              <a:off x="1223628" y="5409220"/>
              <a:ext cx="1476164" cy="0"/>
            </a:xfrm>
            <a:prstGeom prst="line">
              <a:avLst/>
            </a:prstGeom>
            <a:noFill/>
            <a:ln w="25400" algn="ctr">
              <a:solidFill>
                <a:schemeClr val="accent5"/>
              </a:solidFill>
              <a:round/>
              <a:headEnd/>
              <a:tailEnd/>
            </a:ln>
            <a:extLst>
              <a:ext uri="{909E8E84-426E-40DD-AFC4-6F175D3DCCD1}">
                <a14:hiddenFill xmlns:a14="http://schemas.microsoft.com/office/drawing/2010/main">
                  <a:noFill/>
                </a14:hiddenFill>
              </a:ext>
            </a:extLst>
          </p:spPr>
        </p:cxnSp>
        <p:cxnSp>
          <p:nvCxnSpPr>
            <p:cNvPr id="142" name="Straight Arrow Connector 252">
              <a:extLst>
                <a:ext uri="{FF2B5EF4-FFF2-40B4-BE49-F238E27FC236}">
                  <a16:creationId xmlns:a16="http://schemas.microsoft.com/office/drawing/2014/main" id="{459B9F96-85DA-C64E-9316-4D64C3F96CEF}"/>
                </a:ext>
              </a:extLst>
            </p:cNvPr>
            <p:cNvCxnSpPr>
              <a:cxnSpLocks noChangeShapeType="1"/>
            </p:cNvCxnSpPr>
            <p:nvPr/>
          </p:nvCxnSpPr>
          <p:spPr bwMode="auto">
            <a:xfrm flipV="1">
              <a:off x="1223628" y="4977172"/>
              <a:ext cx="0" cy="432048"/>
            </a:xfrm>
            <a:prstGeom prst="straightConnector1">
              <a:avLst/>
            </a:prstGeom>
            <a:noFill/>
            <a:ln w="25400" algn="ctr">
              <a:solidFill>
                <a:schemeClr val="accent5"/>
              </a:solidFill>
              <a:round/>
              <a:headEnd/>
              <a:tailEnd type="arrow" w="med" len="med"/>
            </a:ln>
            <a:extLst>
              <a:ext uri="{909E8E84-426E-40DD-AFC4-6F175D3DCCD1}">
                <a14:hiddenFill xmlns:a14="http://schemas.microsoft.com/office/drawing/2010/main">
                  <a:noFill/>
                </a14:hiddenFill>
              </a:ext>
            </a:extLst>
          </p:spPr>
        </p:cxnSp>
      </p:grpSp>
      <p:grpSp>
        <p:nvGrpSpPr>
          <p:cNvPr id="143" name="Group 253">
            <a:extLst>
              <a:ext uri="{FF2B5EF4-FFF2-40B4-BE49-F238E27FC236}">
                <a16:creationId xmlns:a16="http://schemas.microsoft.com/office/drawing/2014/main" id="{0D643083-71EC-EC44-B142-D9D94FFD5518}"/>
              </a:ext>
            </a:extLst>
          </p:cNvPr>
          <p:cNvGrpSpPr>
            <a:grpSpLocks/>
          </p:cNvGrpSpPr>
          <p:nvPr/>
        </p:nvGrpSpPr>
        <p:grpSpPr bwMode="auto">
          <a:xfrm>
            <a:off x="8328983" y="4638781"/>
            <a:ext cx="396875" cy="2052638"/>
            <a:chOff x="4860032" y="2097192"/>
            <a:chExt cx="972108" cy="611728"/>
          </a:xfrm>
        </p:grpSpPr>
        <p:cxnSp>
          <p:nvCxnSpPr>
            <p:cNvPr id="144" name="Straight Connector 254">
              <a:extLst>
                <a:ext uri="{FF2B5EF4-FFF2-40B4-BE49-F238E27FC236}">
                  <a16:creationId xmlns:a16="http://schemas.microsoft.com/office/drawing/2014/main" id="{A07BF6AC-4913-F04D-91E2-261A93AB9517}"/>
                </a:ext>
              </a:extLst>
            </p:cNvPr>
            <p:cNvCxnSpPr>
              <a:cxnSpLocks noChangeShapeType="1"/>
            </p:cNvCxnSpPr>
            <p:nvPr/>
          </p:nvCxnSpPr>
          <p:spPr bwMode="auto">
            <a:xfrm flipV="1">
              <a:off x="5832140" y="2492896"/>
              <a:ext cx="0" cy="216024"/>
            </a:xfrm>
            <a:prstGeom prst="line">
              <a:avLst/>
            </a:prstGeom>
            <a:noFill/>
            <a:ln w="25400" algn="ctr">
              <a:solidFill>
                <a:schemeClr val="accent5"/>
              </a:solidFill>
              <a:round/>
              <a:headEnd/>
              <a:tailEnd/>
            </a:ln>
            <a:extLst>
              <a:ext uri="{909E8E84-426E-40DD-AFC4-6F175D3DCCD1}">
                <a14:hiddenFill xmlns:a14="http://schemas.microsoft.com/office/drawing/2010/main">
                  <a:noFill/>
                </a14:hiddenFill>
              </a:ext>
            </a:extLst>
          </p:spPr>
        </p:cxnSp>
        <p:cxnSp>
          <p:nvCxnSpPr>
            <p:cNvPr id="145" name="Straight Connector 255">
              <a:extLst>
                <a:ext uri="{FF2B5EF4-FFF2-40B4-BE49-F238E27FC236}">
                  <a16:creationId xmlns:a16="http://schemas.microsoft.com/office/drawing/2014/main" id="{487959D6-B774-B146-83FD-72C868623A59}"/>
                </a:ext>
              </a:extLst>
            </p:cNvPr>
            <p:cNvCxnSpPr>
              <a:cxnSpLocks noChangeShapeType="1"/>
            </p:cNvCxnSpPr>
            <p:nvPr/>
          </p:nvCxnSpPr>
          <p:spPr bwMode="auto">
            <a:xfrm flipH="1">
              <a:off x="4860032" y="2492896"/>
              <a:ext cx="972108" cy="0"/>
            </a:xfrm>
            <a:prstGeom prst="line">
              <a:avLst/>
            </a:prstGeom>
            <a:noFill/>
            <a:ln w="25400" algn="ctr">
              <a:solidFill>
                <a:schemeClr val="accent5"/>
              </a:solidFill>
              <a:round/>
              <a:headEnd/>
              <a:tailEnd/>
            </a:ln>
            <a:extLst>
              <a:ext uri="{909E8E84-426E-40DD-AFC4-6F175D3DCCD1}">
                <a14:hiddenFill xmlns:a14="http://schemas.microsoft.com/office/drawing/2010/main">
                  <a:noFill/>
                </a14:hiddenFill>
              </a:ext>
            </a:extLst>
          </p:spPr>
        </p:cxnSp>
        <p:cxnSp>
          <p:nvCxnSpPr>
            <p:cNvPr id="146" name="Straight Arrow Connector 256">
              <a:extLst>
                <a:ext uri="{FF2B5EF4-FFF2-40B4-BE49-F238E27FC236}">
                  <a16:creationId xmlns:a16="http://schemas.microsoft.com/office/drawing/2014/main" id="{383F7207-9E47-6544-ADB1-02022AB93FA2}"/>
                </a:ext>
              </a:extLst>
            </p:cNvPr>
            <p:cNvCxnSpPr>
              <a:cxnSpLocks noChangeShapeType="1"/>
            </p:cNvCxnSpPr>
            <p:nvPr/>
          </p:nvCxnSpPr>
          <p:spPr bwMode="auto">
            <a:xfrm flipV="1">
              <a:off x="4860032" y="2097192"/>
              <a:ext cx="0" cy="395704"/>
            </a:xfrm>
            <a:prstGeom prst="straightConnector1">
              <a:avLst/>
            </a:prstGeom>
            <a:noFill/>
            <a:ln w="25400" algn="ctr">
              <a:solidFill>
                <a:schemeClr val="accent5"/>
              </a:solidFill>
              <a:round/>
              <a:headEnd/>
              <a:tailEnd type="arrow" w="med" len="med"/>
            </a:ln>
            <a:extLst>
              <a:ext uri="{909E8E84-426E-40DD-AFC4-6F175D3DCCD1}">
                <a14:hiddenFill xmlns:a14="http://schemas.microsoft.com/office/drawing/2010/main">
                  <a:noFill/>
                </a14:hiddenFill>
              </a:ext>
            </a:extLst>
          </p:spPr>
        </p:cxnSp>
      </p:grpSp>
      <p:grpSp>
        <p:nvGrpSpPr>
          <p:cNvPr id="147" name="Group 146">
            <a:extLst>
              <a:ext uri="{FF2B5EF4-FFF2-40B4-BE49-F238E27FC236}">
                <a16:creationId xmlns:a16="http://schemas.microsoft.com/office/drawing/2014/main" id="{DE350947-1B70-4343-B6D6-9CEF42E55DAA}"/>
              </a:ext>
            </a:extLst>
          </p:cNvPr>
          <p:cNvGrpSpPr/>
          <p:nvPr/>
        </p:nvGrpSpPr>
        <p:grpSpPr>
          <a:xfrm>
            <a:off x="8876338" y="4617516"/>
            <a:ext cx="647700" cy="2052638"/>
            <a:chOff x="18403110" y="6804590"/>
            <a:chExt cx="647700" cy="2052638"/>
          </a:xfrm>
        </p:grpSpPr>
        <p:cxnSp>
          <p:nvCxnSpPr>
            <p:cNvPr id="148" name="Straight Connector 261">
              <a:extLst>
                <a:ext uri="{FF2B5EF4-FFF2-40B4-BE49-F238E27FC236}">
                  <a16:creationId xmlns:a16="http://schemas.microsoft.com/office/drawing/2014/main" id="{DB1775EA-BEB7-6348-A96C-E0EA876760A1}"/>
                </a:ext>
              </a:extLst>
            </p:cNvPr>
            <p:cNvCxnSpPr>
              <a:cxnSpLocks noChangeShapeType="1"/>
            </p:cNvCxnSpPr>
            <p:nvPr/>
          </p:nvCxnSpPr>
          <p:spPr bwMode="auto">
            <a:xfrm flipV="1">
              <a:off x="18403110" y="7020490"/>
              <a:ext cx="0" cy="1836738"/>
            </a:xfrm>
            <a:prstGeom prst="line">
              <a:avLst/>
            </a:prstGeom>
            <a:noFill/>
            <a:ln w="25400" algn="ctr">
              <a:solidFill>
                <a:schemeClr val="accent5"/>
              </a:solidFill>
              <a:round/>
              <a:headEnd/>
              <a:tailEnd/>
            </a:ln>
            <a:extLst>
              <a:ext uri="{909E8E84-426E-40DD-AFC4-6F175D3DCCD1}">
                <a14:hiddenFill xmlns:a14="http://schemas.microsoft.com/office/drawing/2010/main">
                  <a:noFill/>
                </a14:hiddenFill>
              </a:ext>
            </a:extLst>
          </p:spPr>
        </p:cxnSp>
        <p:cxnSp>
          <p:nvCxnSpPr>
            <p:cNvPr id="149" name="Straight Connector 262">
              <a:extLst>
                <a:ext uri="{FF2B5EF4-FFF2-40B4-BE49-F238E27FC236}">
                  <a16:creationId xmlns:a16="http://schemas.microsoft.com/office/drawing/2014/main" id="{F8BBF1F4-624B-004D-881E-9E422C36354A}"/>
                </a:ext>
              </a:extLst>
            </p:cNvPr>
            <p:cNvCxnSpPr>
              <a:cxnSpLocks noChangeShapeType="1"/>
            </p:cNvCxnSpPr>
            <p:nvPr/>
          </p:nvCxnSpPr>
          <p:spPr bwMode="auto">
            <a:xfrm flipH="1">
              <a:off x="18403110" y="7020490"/>
              <a:ext cx="647700" cy="0"/>
            </a:xfrm>
            <a:prstGeom prst="line">
              <a:avLst/>
            </a:prstGeom>
            <a:noFill/>
            <a:ln w="25400" algn="ctr">
              <a:solidFill>
                <a:schemeClr val="accent5"/>
              </a:solidFill>
              <a:round/>
              <a:headEnd/>
              <a:tailEnd/>
            </a:ln>
            <a:extLst>
              <a:ext uri="{909E8E84-426E-40DD-AFC4-6F175D3DCCD1}">
                <a14:hiddenFill xmlns:a14="http://schemas.microsoft.com/office/drawing/2010/main">
                  <a:noFill/>
                </a14:hiddenFill>
              </a:ext>
            </a:extLst>
          </p:spPr>
        </p:cxnSp>
        <p:cxnSp>
          <p:nvCxnSpPr>
            <p:cNvPr id="150" name="Straight Arrow Connector 263">
              <a:extLst>
                <a:ext uri="{FF2B5EF4-FFF2-40B4-BE49-F238E27FC236}">
                  <a16:creationId xmlns:a16="http://schemas.microsoft.com/office/drawing/2014/main" id="{EDD65DE6-DF07-084D-B627-4E82E27B1D7D}"/>
                </a:ext>
              </a:extLst>
            </p:cNvPr>
            <p:cNvCxnSpPr>
              <a:cxnSpLocks noChangeShapeType="1"/>
            </p:cNvCxnSpPr>
            <p:nvPr/>
          </p:nvCxnSpPr>
          <p:spPr bwMode="auto">
            <a:xfrm flipV="1">
              <a:off x="19050810" y="6804590"/>
              <a:ext cx="0" cy="215900"/>
            </a:xfrm>
            <a:prstGeom prst="straightConnector1">
              <a:avLst/>
            </a:prstGeom>
            <a:noFill/>
            <a:ln w="25400" algn="ctr">
              <a:solidFill>
                <a:schemeClr val="accent5"/>
              </a:solidFill>
              <a:round/>
              <a:headEnd/>
              <a:tailEnd type="arrow" w="med" len="med"/>
            </a:ln>
            <a:extLst>
              <a:ext uri="{909E8E84-426E-40DD-AFC4-6F175D3DCCD1}">
                <a14:hiddenFill xmlns:a14="http://schemas.microsoft.com/office/drawing/2010/main">
                  <a:noFill/>
                </a14:hiddenFill>
              </a:ext>
            </a:extLst>
          </p:spPr>
        </p:cxnSp>
      </p:grpSp>
      <p:sp>
        <p:nvSpPr>
          <p:cNvPr id="151" name="Rectangle 19">
            <a:extLst>
              <a:ext uri="{FF2B5EF4-FFF2-40B4-BE49-F238E27FC236}">
                <a16:creationId xmlns:a16="http://schemas.microsoft.com/office/drawing/2014/main" id="{5364C3C4-FC9B-2949-8DFD-D3F7AABC403D}"/>
              </a:ext>
            </a:extLst>
          </p:cNvPr>
          <p:cNvSpPr>
            <a:spLocks noChangeArrowheads="1"/>
          </p:cNvSpPr>
          <p:nvPr/>
        </p:nvSpPr>
        <p:spPr bwMode="auto">
          <a:xfrm>
            <a:off x="9007953" y="5227791"/>
            <a:ext cx="1871662" cy="828432"/>
          </a:xfrm>
          <a:prstGeom prst="rect">
            <a:avLst/>
          </a:prstGeom>
          <a:solidFill>
            <a:schemeClr val="accent5">
              <a:alpha val="27000"/>
            </a:schemeClr>
          </a:solidFill>
          <a:ln w="9525">
            <a:noFill/>
            <a:miter lim="800000"/>
            <a:headEnd/>
            <a:tailEnd/>
          </a:ln>
          <a:effectLst/>
        </p:spPr>
        <p:txBody>
          <a:bodyPr lIns="90488" tIns="44450" rIns="90488" bIns="44450">
            <a:spAutoFit/>
          </a:bodyPr>
          <a:lstStyle/>
          <a:p>
            <a:pPr marL="0" marR="0" lvl="0" indent="0" algn="ctr" defTabSz="812810" rtl="0" eaLnBrk="1" fontAlgn="auto" latinLnBrk="0" hangingPunct="1">
              <a:lnSpc>
                <a:spcPct val="100000"/>
              </a:lnSpc>
              <a:spcBef>
                <a:spcPts val="0"/>
              </a:spcBef>
              <a:spcAft>
                <a:spcPts val="0"/>
              </a:spcAft>
              <a:buClrTx/>
              <a:buSzTx/>
              <a:buFontTx/>
              <a:buNone/>
              <a:tabLst/>
              <a:defRPr/>
            </a:pPr>
            <a:r>
              <a:rPr kumimoji="0" lang="en-US" sz="1600" b="0" i="0" u="none" strike="noStrike" kern="0" cap="none" spc="0" normalizeH="0" baseline="0" noProof="0" dirty="0">
                <a:ln>
                  <a:noFill/>
                </a:ln>
                <a:solidFill>
                  <a:srgbClr val="D86018"/>
                </a:solidFill>
                <a:effectLst/>
                <a:uLnTx/>
                <a:uFillTx/>
                <a:latin typeface="Arial" panose="020B0604020202020204" pitchFamily="34" charset="0"/>
                <a:ea typeface="+mn-ea"/>
                <a:cs typeface="Arial" panose="020B0604020202020204" pitchFamily="34" charset="0"/>
              </a:rPr>
              <a:t>Petroleum coke</a:t>
            </a:r>
          </a:p>
          <a:p>
            <a:pPr marL="0" marR="0" lvl="0" indent="0" algn="ctr" defTabSz="812810" rtl="0"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dirty="0">
              <a:ln>
                <a:noFill/>
              </a:ln>
              <a:solidFill>
                <a:srgbClr val="D86018"/>
              </a:solidFill>
              <a:effectLst/>
              <a:uLnTx/>
              <a:uFillTx/>
              <a:latin typeface="Arial" panose="020B0604020202020204" pitchFamily="34" charset="0"/>
              <a:ea typeface="+mn-ea"/>
              <a:cs typeface="Arial" panose="020B0604020202020204" pitchFamily="34" charset="0"/>
            </a:endParaRPr>
          </a:p>
          <a:p>
            <a:pPr marL="0" marR="0" lvl="0" indent="0" algn="ctr" defTabSz="812810" rtl="0" eaLnBrk="1" fontAlgn="auto" latinLnBrk="0" hangingPunct="1">
              <a:lnSpc>
                <a:spcPct val="100000"/>
              </a:lnSpc>
              <a:spcBef>
                <a:spcPts val="0"/>
              </a:spcBef>
              <a:spcAft>
                <a:spcPts val="0"/>
              </a:spcAft>
              <a:buClrTx/>
              <a:buSzTx/>
              <a:buFontTx/>
              <a:buNone/>
              <a:tabLst/>
              <a:defRPr/>
            </a:pPr>
            <a:r>
              <a:rPr kumimoji="0" lang="en-US" sz="1600" b="0" i="0" u="none" strike="noStrike" kern="0" cap="none" spc="0" normalizeH="0" baseline="0" noProof="0" dirty="0">
                <a:ln>
                  <a:noFill/>
                </a:ln>
                <a:solidFill>
                  <a:srgbClr val="00274C"/>
                </a:solidFill>
                <a:effectLst/>
                <a:uLnTx/>
                <a:uFillTx/>
                <a:latin typeface="Arial" panose="020B0604020202020204" pitchFamily="34" charset="0"/>
                <a:ea typeface="+mn-ea"/>
                <a:cs typeface="Arial" panose="020B0604020202020204" pitchFamily="34" charset="0"/>
              </a:rPr>
              <a:t>0.292 kg</a:t>
            </a:r>
          </a:p>
        </p:txBody>
      </p:sp>
      <p:grpSp>
        <p:nvGrpSpPr>
          <p:cNvPr id="152" name="Group 241">
            <a:extLst>
              <a:ext uri="{FF2B5EF4-FFF2-40B4-BE49-F238E27FC236}">
                <a16:creationId xmlns:a16="http://schemas.microsoft.com/office/drawing/2014/main" id="{6619EBCB-8E2C-0846-949B-7A67C14E533A}"/>
              </a:ext>
            </a:extLst>
          </p:cNvPr>
          <p:cNvGrpSpPr>
            <a:grpSpLocks/>
          </p:cNvGrpSpPr>
          <p:nvPr/>
        </p:nvGrpSpPr>
        <p:grpSpPr bwMode="auto">
          <a:xfrm>
            <a:off x="7647150" y="6078644"/>
            <a:ext cx="3779837" cy="612775"/>
            <a:chOff x="1475656" y="4977512"/>
            <a:chExt cx="3600400" cy="611728"/>
          </a:xfrm>
        </p:grpSpPr>
        <p:cxnSp>
          <p:nvCxnSpPr>
            <p:cNvPr id="153" name="Straight Connector 242">
              <a:extLst>
                <a:ext uri="{FF2B5EF4-FFF2-40B4-BE49-F238E27FC236}">
                  <a16:creationId xmlns:a16="http://schemas.microsoft.com/office/drawing/2014/main" id="{003BF269-4C03-2448-8925-4810772128D9}"/>
                </a:ext>
              </a:extLst>
            </p:cNvPr>
            <p:cNvCxnSpPr>
              <a:cxnSpLocks noChangeShapeType="1"/>
            </p:cNvCxnSpPr>
            <p:nvPr/>
          </p:nvCxnSpPr>
          <p:spPr bwMode="auto">
            <a:xfrm flipV="1">
              <a:off x="5076056" y="5265204"/>
              <a:ext cx="0" cy="324036"/>
            </a:xfrm>
            <a:prstGeom prst="line">
              <a:avLst/>
            </a:prstGeom>
            <a:noFill/>
            <a:ln w="25400" algn="ctr">
              <a:solidFill>
                <a:schemeClr val="accent5"/>
              </a:solidFill>
              <a:round/>
              <a:headEnd/>
              <a:tailEnd/>
            </a:ln>
            <a:extLst>
              <a:ext uri="{909E8E84-426E-40DD-AFC4-6F175D3DCCD1}">
                <a14:hiddenFill xmlns:a14="http://schemas.microsoft.com/office/drawing/2010/main">
                  <a:noFill/>
                </a14:hiddenFill>
              </a:ext>
            </a:extLst>
          </p:spPr>
        </p:cxnSp>
        <p:cxnSp>
          <p:nvCxnSpPr>
            <p:cNvPr id="154" name="Straight Connector 243">
              <a:extLst>
                <a:ext uri="{FF2B5EF4-FFF2-40B4-BE49-F238E27FC236}">
                  <a16:creationId xmlns:a16="http://schemas.microsoft.com/office/drawing/2014/main" id="{B163FFB9-E523-B546-A2D7-C5C6D1D6B399}"/>
                </a:ext>
              </a:extLst>
            </p:cNvPr>
            <p:cNvCxnSpPr>
              <a:cxnSpLocks noChangeShapeType="1"/>
            </p:cNvCxnSpPr>
            <p:nvPr/>
          </p:nvCxnSpPr>
          <p:spPr bwMode="auto">
            <a:xfrm flipH="1">
              <a:off x="1475656" y="5265204"/>
              <a:ext cx="3600400" cy="0"/>
            </a:xfrm>
            <a:prstGeom prst="line">
              <a:avLst/>
            </a:prstGeom>
            <a:noFill/>
            <a:ln w="25400" algn="ctr">
              <a:solidFill>
                <a:schemeClr val="accent5"/>
              </a:solidFill>
              <a:round/>
              <a:headEnd/>
              <a:tailEnd/>
            </a:ln>
            <a:extLst>
              <a:ext uri="{909E8E84-426E-40DD-AFC4-6F175D3DCCD1}">
                <a14:hiddenFill xmlns:a14="http://schemas.microsoft.com/office/drawing/2010/main">
                  <a:noFill/>
                </a14:hiddenFill>
              </a:ext>
            </a:extLst>
          </p:spPr>
        </p:cxnSp>
        <p:cxnSp>
          <p:nvCxnSpPr>
            <p:cNvPr id="155" name="Straight Arrow Connector 244">
              <a:extLst>
                <a:ext uri="{FF2B5EF4-FFF2-40B4-BE49-F238E27FC236}">
                  <a16:creationId xmlns:a16="http://schemas.microsoft.com/office/drawing/2014/main" id="{E8A30771-3E6C-BA4E-B758-2121FD37CBBB}"/>
                </a:ext>
              </a:extLst>
            </p:cNvPr>
            <p:cNvCxnSpPr>
              <a:cxnSpLocks noChangeShapeType="1"/>
            </p:cNvCxnSpPr>
            <p:nvPr/>
          </p:nvCxnSpPr>
          <p:spPr bwMode="auto">
            <a:xfrm flipV="1">
              <a:off x="1475656" y="4977512"/>
              <a:ext cx="0" cy="287692"/>
            </a:xfrm>
            <a:prstGeom prst="straightConnector1">
              <a:avLst/>
            </a:prstGeom>
            <a:noFill/>
            <a:ln w="25400" algn="ctr">
              <a:solidFill>
                <a:schemeClr val="accent5"/>
              </a:solidFill>
              <a:round/>
              <a:headEnd/>
              <a:tailEnd type="arrow" w="med" len="med"/>
            </a:ln>
            <a:extLst>
              <a:ext uri="{909E8E84-426E-40DD-AFC4-6F175D3DCCD1}">
                <a14:hiddenFill xmlns:a14="http://schemas.microsoft.com/office/drawing/2010/main">
                  <a:noFill/>
                </a14:hiddenFill>
              </a:ext>
            </a:extLst>
          </p:spPr>
        </p:cxnSp>
      </p:grpSp>
      <p:cxnSp>
        <p:nvCxnSpPr>
          <p:cNvPr id="156" name="Straight Connector 234">
            <a:extLst>
              <a:ext uri="{FF2B5EF4-FFF2-40B4-BE49-F238E27FC236}">
                <a16:creationId xmlns:a16="http://schemas.microsoft.com/office/drawing/2014/main" id="{CCE6BB87-3A7E-7B46-A489-7D2A54FBD307}"/>
              </a:ext>
            </a:extLst>
          </p:cNvPr>
          <p:cNvCxnSpPr>
            <a:cxnSpLocks noChangeShapeType="1"/>
          </p:cNvCxnSpPr>
          <p:nvPr/>
        </p:nvCxnSpPr>
        <p:spPr bwMode="auto">
          <a:xfrm flipV="1">
            <a:off x="13800668" y="6182791"/>
            <a:ext cx="0" cy="492125"/>
          </a:xfrm>
          <a:prstGeom prst="line">
            <a:avLst/>
          </a:prstGeom>
          <a:noFill/>
          <a:ln w="25400" algn="ctr">
            <a:solidFill>
              <a:schemeClr val="accent5"/>
            </a:solidFill>
            <a:round/>
            <a:headEnd/>
            <a:tailEnd/>
          </a:ln>
          <a:extLst>
            <a:ext uri="{909E8E84-426E-40DD-AFC4-6F175D3DCCD1}">
              <a14:hiddenFill xmlns:a14="http://schemas.microsoft.com/office/drawing/2010/main">
                <a:noFill/>
              </a14:hiddenFill>
            </a:ext>
          </a:extLst>
        </p:spPr>
      </p:cxnSp>
      <p:cxnSp>
        <p:nvCxnSpPr>
          <p:cNvPr id="157" name="Straight Connector 235">
            <a:extLst>
              <a:ext uri="{FF2B5EF4-FFF2-40B4-BE49-F238E27FC236}">
                <a16:creationId xmlns:a16="http://schemas.microsoft.com/office/drawing/2014/main" id="{68D9750A-3829-3F40-816B-F6135695C95B}"/>
              </a:ext>
            </a:extLst>
          </p:cNvPr>
          <p:cNvCxnSpPr>
            <a:cxnSpLocks noChangeShapeType="1"/>
          </p:cNvCxnSpPr>
          <p:nvPr/>
        </p:nvCxnSpPr>
        <p:spPr bwMode="auto">
          <a:xfrm flipH="1">
            <a:off x="7842781" y="6182791"/>
            <a:ext cx="5957887" cy="0"/>
          </a:xfrm>
          <a:prstGeom prst="line">
            <a:avLst/>
          </a:prstGeom>
          <a:noFill/>
          <a:ln w="25400" algn="ctr">
            <a:solidFill>
              <a:schemeClr val="accent5"/>
            </a:solidFill>
            <a:round/>
            <a:headEnd/>
            <a:tailEnd/>
          </a:ln>
          <a:extLst>
            <a:ext uri="{909E8E84-426E-40DD-AFC4-6F175D3DCCD1}">
              <a14:hiddenFill xmlns:a14="http://schemas.microsoft.com/office/drawing/2010/main">
                <a:noFill/>
              </a14:hiddenFill>
            </a:ext>
          </a:extLst>
        </p:spPr>
      </p:cxnSp>
      <p:cxnSp>
        <p:nvCxnSpPr>
          <p:cNvPr id="158" name="Straight Arrow Connector 236">
            <a:extLst>
              <a:ext uri="{FF2B5EF4-FFF2-40B4-BE49-F238E27FC236}">
                <a16:creationId xmlns:a16="http://schemas.microsoft.com/office/drawing/2014/main" id="{2E83AB13-A204-8247-89E8-00DAA98654A8}"/>
              </a:ext>
            </a:extLst>
          </p:cNvPr>
          <p:cNvCxnSpPr>
            <a:cxnSpLocks noChangeShapeType="1"/>
          </p:cNvCxnSpPr>
          <p:nvPr/>
        </p:nvCxnSpPr>
        <p:spPr bwMode="auto">
          <a:xfrm flipV="1">
            <a:off x="7842781" y="6055791"/>
            <a:ext cx="0" cy="127000"/>
          </a:xfrm>
          <a:prstGeom prst="straightConnector1">
            <a:avLst/>
          </a:prstGeom>
          <a:noFill/>
          <a:ln w="25400" algn="ctr">
            <a:solidFill>
              <a:schemeClr val="accent5"/>
            </a:solidFill>
            <a:round/>
            <a:headEnd/>
            <a:tailEnd type="arrow" w="med" len="med"/>
          </a:ln>
          <a:extLst>
            <a:ext uri="{909E8E84-426E-40DD-AFC4-6F175D3DCCD1}">
              <a14:hiddenFill xmlns:a14="http://schemas.microsoft.com/office/drawing/2010/main">
                <a:noFill/>
              </a14:hiddenFill>
            </a:ext>
          </a:extLst>
        </p:spPr>
      </p:cxnSp>
      <p:sp>
        <p:nvSpPr>
          <p:cNvPr id="159" name="Rectangle 19">
            <a:extLst>
              <a:ext uri="{FF2B5EF4-FFF2-40B4-BE49-F238E27FC236}">
                <a16:creationId xmlns:a16="http://schemas.microsoft.com/office/drawing/2014/main" id="{8FDCD0F6-FAA2-3549-95A8-721E60D38E3A}"/>
              </a:ext>
            </a:extLst>
          </p:cNvPr>
          <p:cNvSpPr>
            <a:spLocks noChangeArrowheads="1"/>
          </p:cNvSpPr>
          <p:nvPr/>
        </p:nvSpPr>
        <p:spPr bwMode="auto">
          <a:xfrm>
            <a:off x="13422843" y="6668566"/>
            <a:ext cx="1655763" cy="828432"/>
          </a:xfrm>
          <a:prstGeom prst="rect">
            <a:avLst/>
          </a:prstGeom>
          <a:solidFill>
            <a:schemeClr val="accent5">
              <a:alpha val="27000"/>
            </a:schemeClr>
          </a:solidFill>
          <a:ln w="9525">
            <a:noFill/>
            <a:miter lim="800000"/>
            <a:headEnd/>
            <a:tailEnd/>
          </a:ln>
          <a:effectLst/>
        </p:spPr>
        <p:txBody>
          <a:bodyPr lIns="90488" tIns="44450" rIns="90488" bIns="44450">
            <a:spAutoFit/>
          </a:bodyPr>
          <a:lstStyle/>
          <a:p>
            <a:pPr marL="0" marR="0" lvl="0" indent="0" algn="ctr" defTabSz="812810" rtl="0" eaLnBrk="1" fontAlgn="auto" latinLnBrk="0" hangingPunct="1">
              <a:lnSpc>
                <a:spcPct val="100000"/>
              </a:lnSpc>
              <a:spcBef>
                <a:spcPts val="0"/>
              </a:spcBef>
              <a:spcAft>
                <a:spcPts val="0"/>
              </a:spcAft>
              <a:buClrTx/>
              <a:buSzTx/>
              <a:buFontTx/>
              <a:buNone/>
              <a:tabLst/>
              <a:defRPr/>
            </a:pPr>
            <a:r>
              <a:rPr kumimoji="0" lang="en-US" sz="1600" b="0" i="0" u="none" strike="noStrike" kern="0" cap="none" spc="0" normalizeH="0" baseline="0" noProof="0" dirty="0">
                <a:ln>
                  <a:noFill/>
                </a:ln>
                <a:solidFill>
                  <a:srgbClr val="D86018"/>
                </a:solidFill>
                <a:effectLst/>
                <a:uLnTx/>
                <a:uFillTx/>
                <a:latin typeface="Arial" panose="020B0604020202020204" pitchFamily="34" charset="0"/>
                <a:ea typeface="+mn-ea"/>
                <a:cs typeface="Arial" panose="020B0604020202020204" pitchFamily="34" charset="0"/>
              </a:rPr>
              <a:t>Natural gas</a:t>
            </a:r>
          </a:p>
          <a:p>
            <a:pPr marL="0" marR="0" lvl="0" indent="0" algn="ctr" defTabSz="812810" rtl="0"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imes New Roman" pitchFamily="18" charset="0"/>
              <a:ea typeface="+mn-ea"/>
              <a:cs typeface="+mn-cs"/>
            </a:endParaRPr>
          </a:p>
          <a:p>
            <a:pPr marL="0" marR="0" lvl="0" indent="0" algn="ctr" defTabSz="812810" rtl="0" eaLnBrk="1" fontAlgn="auto" latinLnBrk="0" hangingPunct="1">
              <a:lnSpc>
                <a:spcPct val="100000"/>
              </a:lnSpc>
              <a:spcBef>
                <a:spcPts val="0"/>
              </a:spcBef>
              <a:spcAft>
                <a:spcPts val="0"/>
              </a:spcAft>
              <a:buClrTx/>
              <a:buSzTx/>
              <a:buFontTx/>
              <a:buNone/>
              <a:tabLst/>
              <a:defRPr/>
            </a:pPr>
            <a:r>
              <a:rPr kumimoji="0" lang="en-US" sz="1600" b="0" i="0" u="none" strike="noStrike" kern="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rPr>
              <a:t>3.19 MJ</a:t>
            </a:r>
          </a:p>
        </p:txBody>
      </p:sp>
      <p:cxnSp>
        <p:nvCxnSpPr>
          <p:cNvPr id="160" name="Straight Connector 226">
            <a:extLst>
              <a:ext uri="{FF2B5EF4-FFF2-40B4-BE49-F238E27FC236}">
                <a16:creationId xmlns:a16="http://schemas.microsoft.com/office/drawing/2014/main" id="{F5F20D6B-84DC-B745-94A4-4AFDC68345CB}"/>
              </a:ext>
            </a:extLst>
          </p:cNvPr>
          <p:cNvCxnSpPr>
            <a:cxnSpLocks noChangeShapeType="1"/>
          </p:cNvCxnSpPr>
          <p:nvPr/>
        </p:nvCxnSpPr>
        <p:spPr bwMode="auto">
          <a:xfrm flipV="1">
            <a:off x="14210450" y="4617516"/>
            <a:ext cx="0" cy="2057400"/>
          </a:xfrm>
          <a:prstGeom prst="line">
            <a:avLst/>
          </a:prstGeom>
          <a:noFill/>
          <a:ln w="25400" algn="ctr">
            <a:solidFill>
              <a:schemeClr val="accent5"/>
            </a:solidFill>
            <a:round/>
            <a:headEnd/>
            <a:tailEnd type="arrow" w="med" len="med"/>
          </a:ln>
          <a:extLst>
            <a:ext uri="{909E8E84-426E-40DD-AFC4-6F175D3DCCD1}">
              <a14:hiddenFill xmlns:a14="http://schemas.microsoft.com/office/drawing/2010/main">
                <a:noFill/>
              </a14:hiddenFill>
            </a:ext>
          </a:extLst>
        </p:spPr>
      </p:cxnSp>
      <p:grpSp>
        <p:nvGrpSpPr>
          <p:cNvPr id="161" name="Group 227">
            <a:extLst>
              <a:ext uri="{FF2B5EF4-FFF2-40B4-BE49-F238E27FC236}">
                <a16:creationId xmlns:a16="http://schemas.microsoft.com/office/drawing/2014/main" id="{F0AECD71-BCD7-5240-9FE5-DCE022DD6768}"/>
              </a:ext>
            </a:extLst>
          </p:cNvPr>
          <p:cNvGrpSpPr>
            <a:grpSpLocks/>
          </p:cNvGrpSpPr>
          <p:nvPr/>
        </p:nvGrpSpPr>
        <p:grpSpPr bwMode="auto">
          <a:xfrm>
            <a:off x="10716915" y="4617516"/>
            <a:ext cx="3367088" cy="2058988"/>
            <a:chOff x="4590002" y="3537352"/>
            <a:chExt cx="3366374" cy="2058035"/>
          </a:xfrm>
        </p:grpSpPr>
        <p:cxnSp>
          <p:nvCxnSpPr>
            <p:cNvPr id="162" name="Straight Connector 228">
              <a:extLst>
                <a:ext uri="{FF2B5EF4-FFF2-40B4-BE49-F238E27FC236}">
                  <a16:creationId xmlns:a16="http://schemas.microsoft.com/office/drawing/2014/main" id="{943A4CDA-20AA-DB4C-9C8F-8729966E0E00}"/>
                </a:ext>
              </a:extLst>
            </p:cNvPr>
            <p:cNvCxnSpPr>
              <a:cxnSpLocks noChangeShapeType="1"/>
            </p:cNvCxnSpPr>
            <p:nvPr/>
          </p:nvCxnSpPr>
          <p:spPr bwMode="auto">
            <a:xfrm flipV="1">
              <a:off x="7956376" y="3753036"/>
              <a:ext cx="0" cy="1842351"/>
            </a:xfrm>
            <a:prstGeom prst="line">
              <a:avLst/>
            </a:prstGeom>
            <a:noFill/>
            <a:ln w="25400" algn="ctr">
              <a:solidFill>
                <a:schemeClr val="accent5"/>
              </a:solidFill>
              <a:round/>
              <a:headEnd/>
              <a:tailEnd/>
            </a:ln>
            <a:extLst>
              <a:ext uri="{909E8E84-426E-40DD-AFC4-6F175D3DCCD1}">
                <a14:hiddenFill xmlns:a14="http://schemas.microsoft.com/office/drawing/2010/main">
                  <a:noFill/>
                </a14:hiddenFill>
              </a:ext>
            </a:extLst>
          </p:spPr>
        </p:cxnSp>
        <p:cxnSp>
          <p:nvCxnSpPr>
            <p:cNvPr id="163" name="Straight Connector 229">
              <a:extLst>
                <a:ext uri="{FF2B5EF4-FFF2-40B4-BE49-F238E27FC236}">
                  <a16:creationId xmlns:a16="http://schemas.microsoft.com/office/drawing/2014/main" id="{4B1038D8-37A3-2C47-9782-22B2519778C1}"/>
                </a:ext>
              </a:extLst>
            </p:cNvPr>
            <p:cNvCxnSpPr>
              <a:cxnSpLocks noChangeShapeType="1"/>
            </p:cNvCxnSpPr>
            <p:nvPr/>
          </p:nvCxnSpPr>
          <p:spPr bwMode="auto">
            <a:xfrm flipH="1">
              <a:off x="4590002" y="3753036"/>
              <a:ext cx="3366374" cy="0"/>
            </a:xfrm>
            <a:prstGeom prst="line">
              <a:avLst/>
            </a:prstGeom>
            <a:noFill/>
            <a:ln w="25400" algn="ctr">
              <a:solidFill>
                <a:schemeClr val="accent5"/>
              </a:solidFill>
              <a:round/>
              <a:headEnd/>
              <a:tailEnd/>
            </a:ln>
            <a:extLst>
              <a:ext uri="{909E8E84-426E-40DD-AFC4-6F175D3DCCD1}">
                <a14:hiddenFill xmlns:a14="http://schemas.microsoft.com/office/drawing/2010/main">
                  <a:noFill/>
                </a14:hiddenFill>
              </a:ext>
            </a:extLst>
          </p:spPr>
        </p:cxnSp>
        <p:cxnSp>
          <p:nvCxnSpPr>
            <p:cNvPr id="164" name="Straight Arrow Connector 230">
              <a:extLst>
                <a:ext uri="{FF2B5EF4-FFF2-40B4-BE49-F238E27FC236}">
                  <a16:creationId xmlns:a16="http://schemas.microsoft.com/office/drawing/2014/main" id="{0F4E0B2D-BD08-9E40-91B3-E01F882D29F9}"/>
                </a:ext>
              </a:extLst>
            </p:cNvPr>
            <p:cNvCxnSpPr>
              <a:cxnSpLocks noChangeShapeType="1"/>
            </p:cNvCxnSpPr>
            <p:nvPr/>
          </p:nvCxnSpPr>
          <p:spPr bwMode="auto">
            <a:xfrm flipV="1">
              <a:off x="4590002" y="3537352"/>
              <a:ext cx="0" cy="197513"/>
            </a:xfrm>
            <a:prstGeom prst="straightConnector1">
              <a:avLst/>
            </a:prstGeom>
            <a:noFill/>
            <a:ln w="25400" algn="ctr">
              <a:solidFill>
                <a:schemeClr val="accent5"/>
              </a:solidFill>
              <a:round/>
              <a:headEnd/>
              <a:tailEnd type="arrow" w="med" len="med"/>
            </a:ln>
            <a:extLst>
              <a:ext uri="{909E8E84-426E-40DD-AFC4-6F175D3DCCD1}">
                <a14:hiddenFill xmlns:a14="http://schemas.microsoft.com/office/drawing/2010/main">
                  <a:noFill/>
                </a14:hiddenFill>
              </a:ext>
            </a:extLst>
          </p:spPr>
        </p:cxnSp>
      </p:grpSp>
      <p:cxnSp>
        <p:nvCxnSpPr>
          <p:cNvPr id="165" name="Straight Connector 231">
            <a:extLst>
              <a:ext uri="{FF2B5EF4-FFF2-40B4-BE49-F238E27FC236}">
                <a16:creationId xmlns:a16="http://schemas.microsoft.com/office/drawing/2014/main" id="{59FD13AB-7C8C-324F-94D1-32E27B25F1D3}"/>
              </a:ext>
            </a:extLst>
          </p:cNvPr>
          <p:cNvCxnSpPr>
            <a:cxnSpLocks noChangeShapeType="1"/>
          </p:cNvCxnSpPr>
          <p:nvPr/>
        </p:nvCxnSpPr>
        <p:spPr bwMode="auto">
          <a:xfrm flipV="1">
            <a:off x="13933359" y="4983818"/>
            <a:ext cx="0" cy="1690688"/>
          </a:xfrm>
          <a:prstGeom prst="line">
            <a:avLst/>
          </a:prstGeom>
          <a:noFill/>
          <a:ln w="25400" algn="ctr">
            <a:solidFill>
              <a:schemeClr val="accent5"/>
            </a:solidFill>
            <a:round/>
            <a:headEnd/>
            <a:tailEnd/>
          </a:ln>
          <a:extLst>
            <a:ext uri="{909E8E84-426E-40DD-AFC4-6F175D3DCCD1}">
              <a14:hiddenFill xmlns:a14="http://schemas.microsoft.com/office/drawing/2010/main">
                <a:noFill/>
              </a14:hiddenFill>
            </a:ext>
          </a:extLst>
        </p:spPr>
      </p:cxnSp>
      <p:cxnSp>
        <p:nvCxnSpPr>
          <p:cNvPr id="166" name="Straight Connector 232">
            <a:extLst>
              <a:ext uri="{FF2B5EF4-FFF2-40B4-BE49-F238E27FC236}">
                <a16:creationId xmlns:a16="http://schemas.microsoft.com/office/drawing/2014/main" id="{E8337F15-8A6E-EE42-B0AC-DBEDA300DE5D}"/>
              </a:ext>
            </a:extLst>
          </p:cNvPr>
          <p:cNvCxnSpPr>
            <a:cxnSpLocks noChangeShapeType="1"/>
          </p:cNvCxnSpPr>
          <p:nvPr/>
        </p:nvCxnSpPr>
        <p:spPr bwMode="auto">
          <a:xfrm flipH="1" flipV="1">
            <a:off x="8694609" y="4966356"/>
            <a:ext cx="5238750" cy="17462"/>
          </a:xfrm>
          <a:prstGeom prst="line">
            <a:avLst/>
          </a:prstGeom>
          <a:noFill/>
          <a:ln w="25400" algn="ctr">
            <a:solidFill>
              <a:schemeClr val="accent5"/>
            </a:solidFill>
            <a:round/>
            <a:headEnd/>
            <a:tailEnd/>
          </a:ln>
          <a:extLst>
            <a:ext uri="{909E8E84-426E-40DD-AFC4-6F175D3DCCD1}">
              <a14:hiddenFill xmlns:a14="http://schemas.microsoft.com/office/drawing/2010/main">
                <a:noFill/>
              </a14:hiddenFill>
            </a:ext>
          </a:extLst>
        </p:spPr>
      </p:cxnSp>
      <p:cxnSp>
        <p:nvCxnSpPr>
          <p:cNvPr id="167" name="Straight Arrow Connector 233">
            <a:extLst>
              <a:ext uri="{FF2B5EF4-FFF2-40B4-BE49-F238E27FC236}">
                <a16:creationId xmlns:a16="http://schemas.microsoft.com/office/drawing/2014/main" id="{15976CCF-1458-5345-8E57-F2B6154B038F}"/>
              </a:ext>
            </a:extLst>
          </p:cNvPr>
          <p:cNvCxnSpPr>
            <a:cxnSpLocks noChangeShapeType="1"/>
          </p:cNvCxnSpPr>
          <p:nvPr/>
        </p:nvCxnSpPr>
        <p:spPr bwMode="auto">
          <a:xfrm flipV="1">
            <a:off x="8694609" y="4615518"/>
            <a:ext cx="0" cy="350838"/>
          </a:xfrm>
          <a:prstGeom prst="straightConnector1">
            <a:avLst/>
          </a:prstGeom>
          <a:noFill/>
          <a:ln w="25400" algn="ctr">
            <a:solidFill>
              <a:schemeClr val="accent5"/>
            </a:solidFill>
            <a:round/>
            <a:headEnd/>
            <a:tailEnd type="arrow" w="med" len="med"/>
          </a:ln>
          <a:extLst>
            <a:ext uri="{909E8E84-426E-40DD-AFC4-6F175D3DCCD1}">
              <a14:hiddenFill xmlns:a14="http://schemas.microsoft.com/office/drawing/2010/main">
                <a:noFill/>
              </a14:hiddenFill>
            </a:ext>
          </a:extLst>
        </p:spPr>
      </p:cxnSp>
      <p:sp>
        <p:nvSpPr>
          <p:cNvPr id="168" name="Rectangle 19">
            <a:extLst>
              <a:ext uri="{FF2B5EF4-FFF2-40B4-BE49-F238E27FC236}">
                <a16:creationId xmlns:a16="http://schemas.microsoft.com/office/drawing/2014/main" id="{B278718F-2F6A-8A46-8CFA-EDC6DAF4D412}"/>
              </a:ext>
            </a:extLst>
          </p:cNvPr>
          <p:cNvSpPr>
            <a:spLocks noChangeArrowheads="1"/>
          </p:cNvSpPr>
          <p:nvPr/>
        </p:nvSpPr>
        <p:spPr bwMode="auto">
          <a:xfrm>
            <a:off x="6353069" y="6704765"/>
            <a:ext cx="1657350" cy="828432"/>
          </a:xfrm>
          <a:prstGeom prst="rect">
            <a:avLst/>
          </a:prstGeom>
          <a:solidFill>
            <a:schemeClr val="accent2">
              <a:alpha val="20000"/>
            </a:schemeClr>
          </a:solidFill>
          <a:ln w="9525">
            <a:noFill/>
            <a:miter lim="800000"/>
            <a:headEnd/>
            <a:tailEnd/>
          </a:ln>
          <a:effectLst/>
        </p:spPr>
        <p:txBody>
          <a:bodyPr wrap="square" lIns="90488" tIns="44450" rIns="90488" bIns="44450">
            <a:spAutoFit/>
          </a:bodyPr>
          <a:lstStyle/>
          <a:p>
            <a:pPr marL="0" marR="0" lvl="0" indent="0" algn="ctr" defTabSz="812810" rtl="0" eaLnBrk="1" fontAlgn="auto" latinLnBrk="0" hangingPunct="1">
              <a:lnSpc>
                <a:spcPct val="100000"/>
              </a:lnSpc>
              <a:spcBef>
                <a:spcPts val="0"/>
              </a:spcBef>
              <a:spcAft>
                <a:spcPts val="0"/>
              </a:spcAft>
              <a:buClrTx/>
              <a:buSzTx/>
              <a:buFontTx/>
              <a:buNone/>
              <a:tabLst/>
              <a:defRPr/>
            </a:pPr>
            <a:r>
              <a:rPr kumimoji="0" lang="en-US" sz="1600" b="0" i="0" u="none" strike="noStrike" kern="0" cap="none" spc="0" normalizeH="0" baseline="0" noProof="0" dirty="0">
                <a:ln>
                  <a:noFill/>
                </a:ln>
                <a:solidFill>
                  <a:srgbClr val="9A3324"/>
                </a:solidFill>
                <a:effectLst/>
                <a:uLnTx/>
                <a:uFillTx/>
                <a:latin typeface="Arial" panose="020B0604020202020204" pitchFamily="34" charset="0"/>
                <a:ea typeface="+mn-ea"/>
                <a:cs typeface="Arial" panose="020B0604020202020204" pitchFamily="34" charset="0"/>
              </a:rPr>
              <a:t>Bauxite</a:t>
            </a:r>
          </a:p>
          <a:p>
            <a:pPr marL="0" marR="0" lvl="0" indent="0" algn="ctr" defTabSz="812810" rtl="0"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dirty="0">
              <a:ln>
                <a:noFill/>
              </a:ln>
              <a:solidFill>
                <a:srgbClr val="9A3324"/>
              </a:solidFill>
              <a:effectLst/>
              <a:uLnTx/>
              <a:uFillTx/>
              <a:latin typeface="Times New Roman" pitchFamily="18" charset="0"/>
              <a:ea typeface="+mn-ea"/>
              <a:cs typeface="+mn-cs"/>
            </a:endParaRPr>
          </a:p>
          <a:p>
            <a:pPr marL="0" marR="0" lvl="0" indent="0" algn="ctr" defTabSz="812810" rtl="0" eaLnBrk="1" fontAlgn="auto" latinLnBrk="0" hangingPunct="1">
              <a:lnSpc>
                <a:spcPct val="100000"/>
              </a:lnSpc>
              <a:spcBef>
                <a:spcPts val="0"/>
              </a:spcBef>
              <a:spcAft>
                <a:spcPts val="0"/>
              </a:spcAft>
              <a:buClrTx/>
              <a:buSzTx/>
              <a:buFontTx/>
              <a:buNone/>
              <a:tabLst/>
              <a:defRPr/>
            </a:pPr>
            <a:r>
              <a:rPr kumimoji="0" lang="en-US" sz="1600" b="0" i="0" u="none" strike="noStrike" kern="0" cap="none" spc="0" normalizeH="0" baseline="0" noProof="0" dirty="0">
                <a:ln>
                  <a:noFill/>
                </a:ln>
                <a:solidFill>
                  <a:srgbClr val="00274C"/>
                </a:solidFill>
                <a:effectLst/>
                <a:uLnTx/>
                <a:uFillTx/>
                <a:latin typeface="Arial" panose="020B0604020202020204" pitchFamily="34" charset="0"/>
                <a:ea typeface="+mn-ea"/>
                <a:cs typeface="Arial" panose="020B0604020202020204" pitchFamily="34" charset="0"/>
              </a:rPr>
              <a:t>4.14 kg</a:t>
            </a:r>
          </a:p>
        </p:txBody>
      </p:sp>
      <p:cxnSp>
        <p:nvCxnSpPr>
          <p:cNvPr id="169" name="Straight Connector 221">
            <a:extLst>
              <a:ext uri="{FF2B5EF4-FFF2-40B4-BE49-F238E27FC236}">
                <a16:creationId xmlns:a16="http://schemas.microsoft.com/office/drawing/2014/main" id="{D919100D-9ACE-CA44-8EB7-218DEDE7EF3D}"/>
              </a:ext>
            </a:extLst>
          </p:cNvPr>
          <p:cNvCxnSpPr>
            <a:cxnSpLocks noChangeShapeType="1"/>
          </p:cNvCxnSpPr>
          <p:nvPr/>
        </p:nvCxnSpPr>
        <p:spPr bwMode="auto">
          <a:xfrm flipV="1">
            <a:off x="7204634" y="6091990"/>
            <a:ext cx="0" cy="619125"/>
          </a:xfrm>
          <a:prstGeom prst="line">
            <a:avLst/>
          </a:prstGeom>
          <a:noFill/>
          <a:ln w="25400" algn="ctr">
            <a:solidFill>
              <a:schemeClr val="accent2"/>
            </a:solidFill>
            <a:round/>
            <a:headEnd/>
            <a:tailEnd type="arrow" w="med" len="med"/>
          </a:ln>
          <a:extLst>
            <a:ext uri="{909E8E84-426E-40DD-AFC4-6F175D3DCCD1}">
              <a14:hiddenFill xmlns:a14="http://schemas.microsoft.com/office/drawing/2010/main">
                <a:noFill/>
              </a14:hiddenFill>
            </a:ext>
          </a:extLst>
        </p:spPr>
      </p:cxnSp>
      <p:cxnSp>
        <p:nvCxnSpPr>
          <p:cNvPr id="170" name="Straight Arrow Connector 252">
            <a:extLst>
              <a:ext uri="{FF2B5EF4-FFF2-40B4-BE49-F238E27FC236}">
                <a16:creationId xmlns:a16="http://schemas.microsoft.com/office/drawing/2014/main" id="{4A4DFFA4-6BE3-864C-A42F-417B84B4B5AE}"/>
              </a:ext>
            </a:extLst>
          </p:cNvPr>
          <p:cNvCxnSpPr>
            <a:cxnSpLocks noChangeShapeType="1"/>
          </p:cNvCxnSpPr>
          <p:nvPr/>
        </p:nvCxnSpPr>
        <p:spPr bwMode="auto">
          <a:xfrm>
            <a:off x="6669602" y="2694304"/>
            <a:ext cx="672559" cy="0"/>
          </a:xfrm>
          <a:prstGeom prst="straightConnector1">
            <a:avLst/>
          </a:prstGeom>
          <a:noFill/>
          <a:ln w="25400" algn="ctr">
            <a:solidFill>
              <a:schemeClr val="accent2"/>
            </a:solidFill>
            <a:round/>
            <a:headEnd/>
            <a:tailEnd type="arrow" w="med" len="med"/>
          </a:ln>
          <a:extLst>
            <a:ext uri="{909E8E84-426E-40DD-AFC4-6F175D3DCCD1}">
              <a14:hiddenFill xmlns:a14="http://schemas.microsoft.com/office/drawing/2010/main">
                <a:noFill/>
              </a14:hiddenFill>
            </a:ext>
          </a:extLst>
        </p:spPr>
      </p:cxnSp>
      <p:cxnSp>
        <p:nvCxnSpPr>
          <p:cNvPr id="171" name="Straight Connector 231">
            <a:extLst>
              <a:ext uri="{FF2B5EF4-FFF2-40B4-BE49-F238E27FC236}">
                <a16:creationId xmlns:a16="http://schemas.microsoft.com/office/drawing/2014/main" id="{8815929B-14E5-784D-B44C-3319F3508FA6}"/>
              </a:ext>
            </a:extLst>
          </p:cNvPr>
          <p:cNvCxnSpPr>
            <a:cxnSpLocks noChangeShapeType="1"/>
          </p:cNvCxnSpPr>
          <p:nvPr/>
        </p:nvCxnSpPr>
        <p:spPr bwMode="auto">
          <a:xfrm flipV="1">
            <a:off x="6684942" y="2708451"/>
            <a:ext cx="0" cy="2507148"/>
          </a:xfrm>
          <a:prstGeom prst="line">
            <a:avLst/>
          </a:prstGeom>
          <a:noFill/>
          <a:ln w="25400" algn="ctr">
            <a:solidFill>
              <a:schemeClr val="accent2"/>
            </a:solidFill>
            <a:round/>
            <a:headEnd/>
            <a:tailEnd/>
          </a:ln>
          <a:extLst>
            <a:ext uri="{909E8E84-426E-40DD-AFC4-6F175D3DCCD1}">
              <a14:hiddenFill xmlns:a14="http://schemas.microsoft.com/office/drawing/2010/main">
                <a:noFill/>
              </a14:hiddenFill>
            </a:ext>
          </a:extLst>
        </p:spPr>
      </p:cxnSp>
      <p:sp>
        <p:nvSpPr>
          <p:cNvPr id="85" name="TextBox 84">
            <a:extLst>
              <a:ext uri="{FF2B5EF4-FFF2-40B4-BE49-F238E27FC236}">
                <a16:creationId xmlns:a16="http://schemas.microsoft.com/office/drawing/2014/main" id="{7DE9135A-736E-3F48-9EE7-C1A65C49E24C}"/>
              </a:ext>
            </a:extLst>
          </p:cNvPr>
          <p:cNvSpPr txBox="1"/>
          <p:nvPr/>
        </p:nvSpPr>
        <p:spPr>
          <a:xfrm>
            <a:off x="4733611" y="5167064"/>
            <a:ext cx="1505391" cy="400110"/>
          </a:xfrm>
          <a:prstGeom prst="rect">
            <a:avLst/>
          </a:prstGeom>
          <a:noFill/>
        </p:spPr>
        <p:txBody>
          <a:bodyPr wrap="square">
            <a:spAutoFit/>
          </a:bodyPr>
          <a:lstStyle/>
          <a:p>
            <a:pPr marL="0" marR="0" lvl="0" indent="0" algn="l" defTabSz="81281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err="1">
                <a:ln>
                  <a:noFill/>
                </a:ln>
                <a:solidFill>
                  <a:srgbClr val="D86018"/>
                </a:solidFill>
                <a:effectLst/>
                <a:uLnTx/>
                <a:uFillTx/>
                <a:latin typeface="Arial" panose="020B0604020202020204"/>
                <a:ea typeface="+mn-ea"/>
                <a:cs typeface="+mn-cs"/>
              </a:rPr>
              <a:t>kg</a:t>
            </a:r>
            <a:r>
              <a:rPr kumimoji="0" lang="en-US" sz="2000" b="0" i="0" u="none" strike="noStrike" kern="1200" cap="none" spc="0" normalizeH="0" baseline="-25000" noProof="0" dirty="0" err="1">
                <a:ln>
                  <a:noFill/>
                </a:ln>
                <a:solidFill>
                  <a:srgbClr val="D86018"/>
                </a:solidFill>
                <a:effectLst/>
                <a:uLnTx/>
                <a:uFillTx/>
                <a:latin typeface="Arial" panose="020B0604020202020204"/>
                <a:ea typeface="+mn-ea"/>
                <a:cs typeface="+mn-cs"/>
              </a:rPr>
              <a:t>Al</a:t>
            </a:r>
            <a:r>
              <a:rPr kumimoji="0" lang="en-US" sz="2000" b="0" i="0" u="none" strike="noStrike" kern="1200" cap="none" spc="0" normalizeH="0" baseline="-25000" noProof="0" dirty="0">
                <a:ln>
                  <a:noFill/>
                </a:ln>
                <a:solidFill>
                  <a:srgbClr val="D86018"/>
                </a:solidFill>
                <a:effectLst/>
                <a:uLnTx/>
                <a:uFillTx/>
                <a:latin typeface="Arial" panose="020B0604020202020204"/>
                <a:ea typeface="+mn-ea"/>
                <a:cs typeface="+mn-cs"/>
              </a:rPr>
              <a:t> hydroxide</a:t>
            </a:r>
          </a:p>
        </p:txBody>
      </p:sp>
      <p:sp>
        <p:nvSpPr>
          <p:cNvPr id="86" name="TextBox 85">
            <a:extLst>
              <a:ext uri="{FF2B5EF4-FFF2-40B4-BE49-F238E27FC236}">
                <a16:creationId xmlns:a16="http://schemas.microsoft.com/office/drawing/2014/main" id="{1E666B1D-8298-514A-973D-2AF32CDB43C9}"/>
              </a:ext>
            </a:extLst>
          </p:cNvPr>
          <p:cNvSpPr txBox="1"/>
          <p:nvPr/>
        </p:nvSpPr>
        <p:spPr>
          <a:xfrm>
            <a:off x="2511626" y="5406572"/>
            <a:ext cx="2454874" cy="400110"/>
          </a:xfrm>
          <a:prstGeom prst="rect">
            <a:avLst/>
          </a:prstGeom>
          <a:noFill/>
        </p:spPr>
        <p:txBody>
          <a:bodyPr wrap="square">
            <a:spAutoFit/>
          </a:bodyPr>
          <a:lstStyle/>
          <a:p>
            <a:pPr marL="0" marR="0" lvl="0" indent="0" algn="l" defTabSz="81281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srgbClr val="00B2A9"/>
                </a:solidFill>
                <a:effectLst/>
                <a:uLnTx/>
                <a:uFillTx/>
                <a:latin typeface="Arial" panose="020B0604020202020204"/>
                <a:ea typeface="+mn-ea"/>
                <a:cs typeface="+mn-cs"/>
              </a:rPr>
              <a:t>1.93</a:t>
            </a:r>
            <a:r>
              <a:rPr kumimoji="0" lang="en-US" sz="2000" b="0" i="0" u="none" strike="noStrike" kern="1200" cap="none" spc="0" normalizeH="0" baseline="0" noProof="0" dirty="0">
                <a:ln>
                  <a:noFill/>
                </a:ln>
                <a:solidFill>
                  <a:srgbClr val="D86018"/>
                </a:solidFill>
                <a:effectLst/>
                <a:uLnTx/>
                <a:uFillTx/>
                <a:latin typeface="Arial" panose="020B0604020202020204"/>
                <a:ea typeface="+mn-ea"/>
                <a:cs typeface="+mn-cs"/>
              </a:rPr>
              <a:t> </a:t>
            </a:r>
            <a:r>
              <a:rPr kumimoji="0" lang="en-US" sz="2000" b="0" i="0" u="none" strike="noStrike" kern="1200" cap="none" spc="0" normalizeH="0" baseline="0" noProof="0" dirty="0">
                <a:ln>
                  <a:noFill/>
                </a:ln>
                <a:solidFill>
                  <a:srgbClr val="00274C"/>
                </a:solidFill>
                <a:effectLst/>
                <a:uLnTx/>
                <a:uFillTx/>
                <a:latin typeface="Arial" panose="020B0604020202020204"/>
                <a:ea typeface="+mn-ea"/>
                <a:cs typeface="+mn-cs"/>
              </a:rPr>
              <a:t>x</a:t>
            </a:r>
            <a:r>
              <a:rPr kumimoji="0" lang="en-US" sz="2000" b="0" i="0" u="none" strike="noStrike" kern="1200" cap="none" spc="0" normalizeH="0" baseline="0" noProof="0" dirty="0">
                <a:ln>
                  <a:noFill/>
                </a:ln>
                <a:solidFill>
                  <a:srgbClr val="D86018"/>
                </a:solidFill>
                <a:effectLst/>
                <a:uLnTx/>
                <a:uFillTx/>
                <a:latin typeface="Arial" panose="020B0604020202020204"/>
                <a:ea typeface="+mn-ea"/>
                <a:cs typeface="+mn-cs"/>
              </a:rPr>
              <a:t> 1.53 </a:t>
            </a:r>
            <a:r>
              <a:rPr kumimoji="0" lang="en-US" sz="2000" b="0" i="0" u="none" strike="noStrike" kern="1200" cap="none" spc="0" normalizeH="0" baseline="0" noProof="0" dirty="0">
                <a:ln>
                  <a:noFill/>
                </a:ln>
                <a:solidFill>
                  <a:srgbClr val="00274C"/>
                </a:solidFill>
                <a:effectLst/>
                <a:uLnTx/>
                <a:uFillTx/>
                <a:latin typeface="Arial" panose="020B0604020202020204"/>
                <a:ea typeface="+mn-ea"/>
                <a:cs typeface="+mn-cs"/>
              </a:rPr>
              <a:t>= 2.96</a:t>
            </a:r>
            <a:endParaRPr kumimoji="0" lang="en-US" sz="2000" b="0" i="0" u="none" strike="noStrike" kern="1200" cap="none" spc="0" normalizeH="0" baseline="-25000" noProof="0" dirty="0">
              <a:ln>
                <a:noFill/>
              </a:ln>
              <a:solidFill>
                <a:srgbClr val="D86018"/>
              </a:solidFill>
              <a:effectLst/>
              <a:uLnTx/>
              <a:uFillTx/>
              <a:latin typeface="Arial" panose="020B0604020202020204"/>
              <a:ea typeface="+mn-ea"/>
              <a:cs typeface="+mn-cs"/>
            </a:endParaRPr>
          </a:p>
        </p:txBody>
      </p:sp>
      <p:sp>
        <p:nvSpPr>
          <p:cNvPr id="3" name="Rectangle 2">
            <a:extLst>
              <a:ext uri="{FF2B5EF4-FFF2-40B4-BE49-F238E27FC236}">
                <a16:creationId xmlns:a16="http://schemas.microsoft.com/office/drawing/2014/main" id="{B53E7A09-CF35-6F40-9C5F-9056CB9306CE}"/>
              </a:ext>
            </a:extLst>
          </p:cNvPr>
          <p:cNvSpPr/>
          <p:nvPr/>
        </p:nvSpPr>
        <p:spPr>
          <a:xfrm>
            <a:off x="4748329" y="5569934"/>
            <a:ext cx="1055097" cy="400110"/>
          </a:xfrm>
          <a:prstGeom prst="rect">
            <a:avLst/>
          </a:prstGeom>
        </p:spPr>
        <p:txBody>
          <a:bodyPr wrap="none">
            <a:spAutoFit/>
          </a:bodyPr>
          <a:lstStyle/>
          <a:p>
            <a:pPr marL="0" marR="0" lvl="0" indent="0" algn="l" defTabSz="812810" rtl="0" eaLnBrk="1" fontAlgn="auto" latinLnBrk="0" hangingPunct="1">
              <a:lnSpc>
                <a:spcPct val="100000"/>
              </a:lnSpc>
              <a:spcBef>
                <a:spcPts val="0"/>
              </a:spcBef>
              <a:spcAft>
                <a:spcPts val="0"/>
              </a:spcAft>
              <a:buClrTx/>
              <a:buSzTx/>
              <a:buFontTx/>
              <a:buNone/>
              <a:tabLst/>
              <a:defRPr/>
            </a:pPr>
            <a:r>
              <a:rPr kumimoji="0" lang="en-US" altLang="en-US" sz="2000" b="0" i="0" u="none" strike="noStrike" kern="1200" cap="none" spc="0" normalizeH="0" baseline="0" noProof="0" dirty="0" err="1">
                <a:ln>
                  <a:noFill/>
                </a:ln>
                <a:solidFill>
                  <a:srgbClr val="00B2A9"/>
                </a:solidFill>
                <a:effectLst/>
                <a:uLnTx/>
                <a:uFillTx/>
                <a:latin typeface="Arial" panose="020B0604020202020204"/>
                <a:ea typeface="+mn-ea"/>
                <a:cs typeface="+mn-cs"/>
              </a:rPr>
              <a:t>kg</a:t>
            </a:r>
            <a:r>
              <a:rPr kumimoji="0" lang="en-US" altLang="en-US" sz="2000" b="0" i="0" u="none" strike="noStrike" kern="1200" cap="none" spc="0" normalizeH="0" baseline="-25000" noProof="0" dirty="0" err="1">
                <a:ln>
                  <a:noFill/>
                </a:ln>
                <a:solidFill>
                  <a:srgbClr val="00B2A9"/>
                </a:solidFill>
                <a:effectLst/>
                <a:uLnTx/>
                <a:uFillTx/>
                <a:latin typeface="Arial" panose="020B0604020202020204"/>
                <a:ea typeface="+mn-ea"/>
                <a:cs typeface="+mn-cs"/>
              </a:rPr>
              <a:t>Al</a:t>
            </a:r>
            <a:r>
              <a:rPr kumimoji="0" lang="en-US" altLang="en-US" sz="2000" b="0" i="0" u="none" strike="noStrike" kern="1200" cap="none" spc="0" normalizeH="0" baseline="-25000" noProof="0" dirty="0">
                <a:ln>
                  <a:noFill/>
                </a:ln>
                <a:solidFill>
                  <a:srgbClr val="00B2A9"/>
                </a:solidFill>
                <a:effectLst/>
                <a:uLnTx/>
                <a:uFillTx/>
                <a:latin typeface="Arial" panose="020B0604020202020204"/>
                <a:ea typeface="+mn-ea"/>
                <a:cs typeface="+mn-cs"/>
              </a:rPr>
              <a:t> liquid</a:t>
            </a:r>
            <a:endParaRPr kumimoji="0" lang="en-US" sz="2000" b="0" i="0" u="none" strike="noStrike" kern="1200" cap="none" spc="0" normalizeH="0" baseline="0" noProof="0" dirty="0">
              <a:ln>
                <a:noFill/>
              </a:ln>
              <a:solidFill>
                <a:srgbClr val="000000"/>
              </a:solidFill>
              <a:effectLst/>
              <a:uLnTx/>
              <a:uFillTx/>
              <a:latin typeface="Arial" panose="020B0604020202020204"/>
              <a:ea typeface="+mn-ea"/>
              <a:cs typeface="+mn-cs"/>
            </a:endParaRPr>
          </a:p>
        </p:txBody>
      </p:sp>
      <p:cxnSp>
        <p:nvCxnSpPr>
          <p:cNvPr id="5" name="Straight Connector 4">
            <a:extLst>
              <a:ext uri="{FF2B5EF4-FFF2-40B4-BE49-F238E27FC236}">
                <a16:creationId xmlns:a16="http://schemas.microsoft.com/office/drawing/2014/main" id="{9FF6EB98-411A-E445-988B-690F17C3E7BA}"/>
              </a:ext>
            </a:extLst>
          </p:cNvPr>
          <p:cNvCxnSpPr/>
          <p:nvPr/>
        </p:nvCxnSpPr>
        <p:spPr>
          <a:xfrm>
            <a:off x="4748329" y="5624372"/>
            <a:ext cx="1302266" cy="0"/>
          </a:xfrm>
          <a:prstGeom prst="line">
            <a:avLst/>
          </a:prstGeom>
          <a:ln w="19050">
            <a:solidFill>
              <a:schemeClr val="tx2"/>
            </a:solidFill>
          </a:ln>
          <a:effectLst/>
        </p:spPr>
        <p:style>
          <a:lnRef idx="2">
            <a:schemeClr val="accent1"/>
          </a:lnRef>
          <a:fillRef idx="0">
            <a:schemeClr val="accent1"/>
          </a:fillRef>
          <a:effectRef idx="1">
            <a:schemeClr val="accent1"/>
          </a:effectRef>
          <a:fontRef idx="minor">
            <a:schemeClr val="tx1"/>
          </a:fontRef>
        </p:style>
      </p:cxnSp>
      <p:sp>
        <p:nvSpPr>
          <p:cNvPr id="6" name="Rectangle 5">
            <a:extLst>
              <a:ext uri="{FF2B5EF4-FFF2-40B4-BE49-F238E27FC236}">
                <a16:creationId xmlns:a16="http://schemas.microsoft.com/office/drawing/2014/main" id="{B7237B30-18D4-1B4D-943A-F4058CE54F52}"/>
              </a:ext>
            </a:extLst>
          </p:cNvPr>
          <p:cNvSpPr/>
          <p:nvPr/>
        </p:nvSpPr>
        <p:spPr>
          <a:xfrm>
            <a:off x="2411626" y="5167064"/>
            <a:ext cx="3722380" cy="873074"/>
          </a:xfrm>
          <a:prstGeom prst="rect">
            <a:avLst/>
          </a:prstGeom>
          <a:noFill/>
          <a:ln w="19050">
            <a:solidFill>
              <a:schemeClr val="tx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812810" rtl="0" eaLnBrk="1" fontAlgn="auto" latinLnBrk="0" hangingPunct="1">
              <a:lnSpc>
                <a:spcPct val="100000"/>
              </a:lnSpc>
              <a:spcBef>
                <a:spcPts val="0"/>
              </a:spcBef>
              <a:spcAft>
                <a:spcPts val="0"/>
              </a:spcAft>
              <a:buClrTx/>
              <a:buSzTx/>
              <a:buFontTx/>
              <a:buNone/>
              <a:tabLst/>
              <a:defRPr/>
            </a:pPr>
            <a:endParaRPr kumimoji="0" lang="en-US" sz="3200" b="0" i="0" u="none" strike="noStrike" kern="1200" cap="none" spc="0" normalizeH="0" baseline="0" noProof="0">
              <a:ln>
                <a:noFill/>
              </a:ln>
              <a:solidFill>
                <a:prstClr val="white"/>
              </a:solidFill>
              <a:effectLst/>
              <a:uLnTx/>
              <a:uFillTx/>
              <a:latin typeface="Arial" panose="020B0604020202020204"/>
              <a:ea typeface="+mn-ea"/>
              <a:cs typeface="+mn-cs"/>
            </a:endParaRPr>
          </a:p>
        </p:txBody>
      </p:sp>
      <p:sp>
        <p:nvSpPr>
          <p:cNvPr id="172" name="TextBox 171">
            <a:extLst>
              <a:ext uri="{FF2B5EF4-FFF2-40B4-BE49-F238E27FC236}">
                <a16:creationId xmlns:a16="http://schemas.microsoft.com/office/drawing/2014/main" id="{13E684FE-B503-7E4E-BB99-A1BB4F635613}"/>
              </a:ext>
            </a:extLst>
          </p:cNvPr>
          <p:cNvSpPr txBox="1"/>
          <p:nvPr/>
        </p:nvSpPr>
        <p:spPr>
          <a:xfrm>
            <a:off x="4886011" y="6706304"/>
            <a:ext cx="1505391" cy="400110"/>
          </a:xfrm>
          <a:prstGeom prst="rect">
            <a:avLst/>
          </a:prstGeom>
          <a:noFill/>
        </p:spPr>
        <p:txBody>
          <a:bodyPr wrap="square">
            <a:spAutoFit/>
          </a:bodyPr>
          <a:lstStyle/>
          <a:p>
            <a:pPr marL="0" marR="0" lvl="0" indent="0" algn="l" defTabSz="81281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err="1">
                <a:ln>
                  <a:noFill/>
                </a:ln>
                <a:solidFill>
                  <a:srgbClr val="9A3324"/>
                </a:solidFill>
                <a:effectLst/>
                <a:uLnTx/>
                <a:uFillTx/>
                <a:latin typeface="Arial" panose="020B0604020202020204"/>
                <a:ea typeface="+mn-ea"/>
                <a:cs typeface="+mn-cs"/>
              </a:rPr>
              <a:t>kg</a:t>
            </a:r>
            <a:r>
              <a:rPr kumimoji="0" lang="en-US" sz="2000" b="0" i="0" u="none" strike="noStrike" kern="1200" cap="none" spc="0" normalizeH="0" baseline="-25000" noProof="0" dirty="0" err="1">
                <a:ln>
                  <a:noFill/>
                </a:ln>
                <a:solidFill>
                  <a:srgbClr val="9A3324"/>
                </a:solidFill>
                <a:effectLst/>
                <a:uLnTx/>
                <a:uFillTx/>
                <a:latin typeface="Arial" panose="020B0604020202020204"/>
                <a:ea typeface="+mn-ea"/>
                <a:cs typeface="+mn-cs"/>
              </a:rPr>
              <a:t>Bauxite</a:t>
            </a:r>
            <a:endParaRPr kumimoji="0" lang="en-US" sz="2000" b="0" i="0" u="none" strike="noStrike" kern="1200" cap="none" spc="0" normalizeH="0" baseline="-25000" noProof="0" dirty="0">
              <a:ln>
                <a:noFill/>
              </a:ln>
              <a:solidFill>
                <a:srgbClr val="D86018"/>
              </a:solidFill>
              <a:effectLst/>
              <a:uLnTx/>
              <a:uFillTx/>
              <a:latin typeface="Arial" panose="020B0604020202020204"/>
              <a:ea typeface="+mn-ea"/>
              <a:cs typeface="+mn-cs"/>
            </a:endParaRPr>
          </a:p>
        </p:txBody>
      </p:sp>
      <p:sp>
        <p:nvSpPr>
          <p:cNvPr id="173" name="TextBox 172">
            <a:extLst>
              <a:ext uri="{FF2B5EF4-FFF2-40B4-BE49-F238E27FC236}">
                <a16:creationId xmlns:a16="http://schemas.microsoft.com/office/drawing/2014/main" id="{7754C839-451B-4B4F-B344-143AA2F5F168}"/>
              </a:ext>
            </a:extLst>
          </p:cNvPr>
          <p:cNvSpPr txBox="1"/>
          <p:nvPr/>
        </p:nvSpPr>
        <p:spPr>
          <a:xfrm>
            <a:off x="2694506" y="6945812"/>
            <a:ext cx="2454874" cy="400110"/>
          </a:xfrm>
          <a:prstGeom prst="rect">
            <a:avLst/>
          </a:prstGeom>
          <a:noFill/>
        </p:spPr>
        <p:txBody>
          <a:bodyPr wrap="square">
            <a:spAutoFit/>
          </a:bodyPr>
          <a:lstStyle/>
          <a:p>
            <a:pPr marL="0" marR="0" lvl="0" indent="0" algn="l" defTabSz="81281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srgbClr val="00274C"/>
                </a:solidFill>
                <a:effectLst/>
                <a:uLnTx/>
                <a:uFillTx/>
                <a:latin typeface="Arial" panose="020B0604020202020204"/>
                <a:ea typeface="+mn-ea"/>
                <a:cs typeface="+mn-cs"/>
              </a:rPr>
              <a:t>2.96</a:t>
            </a:r>
            <a:r>
              <a:rPr kumimoji="0" lang="en-US" sz="2000" b="0" i="0" u="none" strike="noStrike" kern="1200" cap="none" spc="0" normalizeH="0" baseline="0" noProof="0" dirty="0">
                <a:ln>
                  <a:noFill/>
                </a:ln>
                <a:solidFill>
                  <a:srgbClr val="D86018"/>
                </a:solidFill>
                <a:effectLst/>
                <a:uLnTx/>
                <a:uFillTx/>
                <a:latin typeface="Arial" panose="020B0604020202020204"/>
                <a:ea typeface="+mn-ea"/>
                <a:cs typeface="+mn-cs"/>
              </a:rPr>
              <a:t> </a:t>
            </a:r>
            <a:r>
              <a:rPr kumimoji="0" lang="en-US" sz="2000" b="0" i="0" u="none" strike="noStrike" kern="1200" cap="none" spc="0" normalizeH="0" baseline="0" noProof="0" dirty="0">
                <a:ln>
                  <a:noFill/>
                </a:ln>
                <a:solidFill>
                  <a:srgbClr val="00274C"/>
                </a:solidFill>
                <a:effectLst/>
                <a:uLnTx/>
                <a:uFillTx/>
                <a:latin typeface="Arial" panose="020B0604020202020204"/>
                <a:ea typeface="+mn-ea"/>
                <a:cs typeface="+mn-cs"/>
              </a:rPr>
              <a:t>x</a:t>
            </a:r>
            <a:r>
              <a:rPr kumimoji="0" lang="en-US" sz="2000" b="0" i="0" u="none" strike="noStrike" kern="1200" cap="none" spc="0" normalizeH="0" baseline="0" noProof="0" dirty="0">
                <a:ln>
                  <a:noFill/>
                </a:ln>
                <a:solidFill>
                  <a:srgbClr val="D86018"/>
                </a:solidFill>
                <a:effectLst/>
                <a:uLnTx/>
                <a:uFillTx/>
                <a:latin typeface="Arial" panose="020B0604020202020204"/>
                <a:ea typeface="+mn-ea"/>
                <a:cs typeface="+mn-cs"/>
              </a:rPr>
              <a:t> </a:t>
            </a:r>
            <a:r>
              <a:rPr kumimoji="0" lang="en-US" sz="2000" b="0" i="0" u="none" strike="noStrike" kern="1200" cap="none" spc="0" normalizeH="0" baseline="0" noProof="0" dirty="0">
                <a:ln>
                  <a:noFill/>
                </a:ln>
                <a:solidFill>
                  <a:srgbClr val="9A3324"/>
                </a:solidFill>
                <a:effectLst/>
                <a:uLnTx/>
                <a:uFillTx/>
                <a:latin typeface="Arial" panose="020B0604020202020204"/>
                <a:ea typeface="+mn-ea"/>
                <a:cs typeface="+mn-cs"/>
              </a:rPr>
              <a:t>1.4</a:t>
            </a:r>
            <a:r>
              <a:rPr kumimoji="0" lang="en-US" sz="2000" b="0" i="0" u="none" strike="noStrike" kern="1200" cap="none" spc="0" normalizeH="0" baseline="0" noProof="0" dirty="0">
                <a:ln>
                  <a:noFill/>
                </a:ln>
                <a:solidFill>
                  <a:srgbClr val="D86018"/>
                </a:solidFill>
                <a:effectLst/>
                <a:uLnTx/>
                <a:uFillTx/>
                <a:latin typeface="Arial" panose="020B0604020202020204"/>
                <a:ea typeface="+mn-ea"/>
                <a:cs typeface="+mn-cs"/>
              </a:rPr>
              <a:t> </a:t>
            </a:r>
            <a:r>
              <a:rPr kumimoji="0" lang="en-US" sz="2000" b="0" i="0" u="none" strike="noStrike" kern="1200" cap="none" spc="0" normalizeH="0" baseline="0" noProof="0" dirty="0">
                <a:ln>
                  <a:noFill/>
                </a:ln>
                <a:solidFill>
                  <a:srgbClr val="00274C"/>
                </a:solidFill>
                <a:effectLst/>
                <a:uLnTx/>
                <a:uFillTx/>
                <a:latin typeface="Arial" panose="020B0604020202020204"/>
                <a:ea typeface="+mn-ea"/>
                <a:cs typeface="+mn-cs"/>
              </a:rPr>
              <a:t>= 4.14</a:t>
            </a:r>
            <a:endParaRPr kumimoji="0" lang="en-US" sz="2000" b="0" i="0" u="none" strike="noStrike" kern="1200" cap="none" spc="0" normalizeH="0" baseline="-25000" noProof="0" dirty="0">
              <a:ln>
                <a:noFill/>
              </a:ln>
              <a:solidFill>
                <a:srgbClr val="D86018"/>
              </a:solidFill>
              <a:effectLst/>
              <a:uLnTx/>
              <a:uFillTx/>
              <a:latin typeface="Arial" panose="020B0604020202020204"/>
              <a:ea typeface="+mn-ea"/>
              <a:cs typeface="+mn-cs"/>
            </a:endParaRPr>
          </a:p>
        </p:txBody>
      </p:sp>
      <p:sp>
        <p:nvSpPr>
          <p:cNvPr id="174" name="Rectangle 173">
            <a:extLst>
              <a:ext uri="{FF2B5EF4-FFF2-40B4-BE49-F238E27FC236}">
                <a16:creationId xmlns:a16="http://schemas.microsoft.com/office/drawing/2014/main" id="{E2C02CB3-3783-7D4A-8737-3BB170D0639D}"/>
              </a:ext>
            </a:extLst>
          </p:cNvPr>
          <p:cNvSpPr/>
          <p:nvPr/>
        </p:nvSpPr>
        <p:spPr>
          <a:xfrm>
            <a:off x="4900729" y="7109174"/>
            <a:ext cx="1055097" cy="400110"/>
          </a:xfrm>
          <a:prstGeom prst="rect">
            <a:avLst/>
          </a:prstGeom>
        </p:spPr>
        <p:txBody>
          <a:bodyPr wrap="none">
            <a:spAutoFit/>
          </a:bodyPr>
          <a:lstStyle/>
          <a:p>
            <a:pPr marL="0" marR="0" lvl="0" indent="0" algn="l" defTabSz="812810" rtl="0" eaLnBrk="1" fontAlgn="auto" latinLnBrk="0" hangingPunct="1">
              <a:lnSpc>
                <a:spcPct val="100000"/>
              </a:lnSpc>
              <a:spcBef>
                <a:spcPts val="0"/>
              </a:spcBef>
              <a:spcAft>
                <a:spcPts val="0"/>
              </a:spcAft>
              <a:buClrTx/>
              <a:buSzTx/>
              <a:buFontTx/>
              <a:buNone/>
              <a:tabLst/>
              <a:defRPr/>
            </a:pPr>
            <a:r>
              <a:rPr kumimoji="0" lang="en-US" altLang="en-US" sz="2000" b="0" i="0" u="none" strike="noStrike" kern="1200" cap="none" spc="0" normalizeH="0" baseline="0" noProof="0" dirty="0" err="1">
                <a:ln>
                  <a:noFill/>
                </a:ln>
                <a:solidFill>
                  <a:srgbClr val="00B2A9"/>
                </a:solidFill>
                <a:effectLst/>
                <a:uLnTx/>
                <a:uFillTx/>
                <a:latin typeface="Arial" panose="020B0604020202020204"/>
                <a:ea typeface="+mn-ea"/>
                <a:cs typeface="+mn-cs"/>
              </a:rPr>
              <a:t>kg</a:t>
            </a:r>
            <a:r>
              <a:rPr kumimoji="0" lang="en-US" altLang="en-US" sz="2000" b="0" i="0" u="none" strike="noStrike" kern="1200" cap="none" spc="0" normalizeH="0" baseline="-25000" noProof="0" dirty="0" err="1">
                <a:ln>
                  <a:noFill/>
                </a:ln>
                <a:solidFill>
                  <a:srgbClr val="00B2A9"/>
                </a:solidFill>
                <a:effectLst/>
                <a:uLnTx/>
                <a:uFillTx/>
                <a:latin typeface="Arial" panose="020B0604020202020204"/>
                <a:ea typeface="+mn-ea"/>
                <a:cs typeface="+mn-cs"/>
              </a:rPr>
              <a:t>Al</a:t>
            </a:r>
            <a:r>
              <a:rPr kumimoji="0" lang="en-US" altLang="en-US" sz="2000" b="0" i="0" u="none" strike="noStrike" kern="1200" cap="none" spc="0" normalizeH="0" baseline="-25000" noProof="0" dirty="0">
                <a:ln>
                  <a:noFill/>
                </a:ln>
                <a:solidFill>
                  <a:srgbClr val="00B2A9"/>
                </a:solidFill>
                <a:effectLst/>
                <a:uLnTx/>
                <a:uFillTx/>
                <a:latin typeface="Arial" panose="020B0604020202020204"/>
                <a:ea typeface="+mn-ea"/>
                <a:cs typeface="+mn-cs"/>
              </a:rPr>
              <a:t> liquid</a:t>
            </a:r>
            <a:endParaRPr kumimoji="0" lang="en-US" sz="2000" b="0" i="0" u="none" strike="noStrike" kern="1200" cap="none" spc="0" normalizeH="0" baseline="0" noProof="0" dirty="0">
              <a:ln>
                <a:noFill/>
              </a:ln>
              <a:solidFill>
                <a:srgbClr val="000000"/>
              </a:solidFill>
              <a:effectLst/>
              <a:uLnTx/>
              <a:uFillTx/>
              <a:latin typeface="Arial" panose="020B0604020202020204"/>
              <a:ea typeface="+mn-ea"/>
              <a:cs typeface="+mn-cs"/>
            </a:endParaRPr>
          </a:p>
        </p:txBody>
      </p:sp>
      <p:cxnSp>
        <p:nvCxnSpPr>
          <p:cNvPr id="175" name="Straight Connector 174">
            <a:extLst>
              <a:ext uri="{FF2B5EF4-FFF2-40B4-BE49-F238E27FC236}">
                <a16:creationId xmlns:a16="http://schemas.microsoft.com/office/drawing/2014/main" id="{13805751-35E7-8E41-8E7E-BA7500C9627F}"/>
              </a:ext>
            </a:extLst>
          </p:cNvPr>
          <p:cNvCxnSpPr>
            <a:cxnSpLocks/>
          </p:cNvCxnSpPr>
          <p:nvPr/>
        </p:nvCxnSpPr>
        <p:spPr>
          <a:xfrm>
            <a:off x="4870249" y="7163612"/>
            <a:ext cx="1055097" cy="0"/>
          </a:xfrm>
          <a:prstGeom prst="line">
            <a:avLst/>
          </a:prstGeom>
          <a:ln w="19050">
            <a:solidFill>
              <a:schemeClr val="tx2"/>
            </a:solidFill>
          </a:ln>
          <a:effectLst/>
        </p:spPr>
        <p:style>
          <a:lnRef idx="2">
            <a:schemeClr val="accent1"/>
          </a:lnRef>
          <a:fillRef idx="0">
            <a:schemeClr val="accent1"/>
          </a:fillRef>
          <a:effectRef idx="1">
            <a:schemeClr val="accent1"/>
          </a:effectRef>
          <a:fontRef idx="minor">
            <a:schemeClr val="tx1"/>
          </a:fontRef>
        </p:style>
      </p:cxnSp>
      <p:sp>
        <p:nvSpPr>
          <p:cNvPr id="176" name="Rectangle 175">
            <a:extLst>
              <a:ext uri="{FF2B5EF4-FFF2-40B4-BE49-F238E27FC236}">
                <a16:creationId xmlns:a16="http://schemas.microsoft.com/office/drawing/2014/main" id="{C4742CC5-7642-5044-BE4F-AD0088C8FE1A}"/>
              </a:ext>
            </a:extLst>
          </p:cNvPr>
          <p:cNvSpPr/>
          <p:nvPr/>
        </p:nvSpPr>
        <p:spPr>
          <a:xfrm>
            <a:off x="2411626" y="6706304"/>
            <a:ext cx="3722380" cy="873074"/>
          </a:xfrm>
          <a:prstGeom prst="rect">
            <a:avLst/>
          </a:prstGeom>
          <a:noFill/>
          <a:ln w="19050">
            <a:solidFill>
              <a:schemeClr val="tx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812810" rtl="0" eaLnBrk="1" fontAlgn="auto" latinLnBrk="0" hangingPunct="1">
              <a:lnSpc>
                <a:spcPct val="100000"/>
              </a:lnSpc>
              <a:spcBef>
                <a:spcPts val="0"/>
              </a:spcBef>
              <a:spcAft>
                <a:spcPts val="0"/>
              </a:spcAft>
              <a:buClrTx/>
              <a:buSzTx/>
              <a:buFontTx/>
              <a:buNone/>
              <a:tabLst/>
              <a:defRPr/>
            </a:pPr>
            <a:endParaRPr kumimoji="0" lang="en-US" sz="3200" b="0" i="0" u="none" strike="noStrike" kern="1200" cap="none" spc="0" normalizeH="0" baseline="0" noProof="0">
              <a:ln>
                <a:noFill/>
              </a:ln>
              <a:solidFill>
                <a:prstClr val="white"/>
              </a:solidFill>
              <a:effectLst/>
              <a:uLnTx/>
              <a:uFillTx/>
              <a:latin typeface="Arial" panose="020B0604020202020204"/>
              <a:ea typeface="+mn-ea"/>
              <a:cs typeface="+mn-cs"/>
            </a:endParaRPr>
          </a:p>
        </p:txBody>
      </p:sp>
      <p:sp>
        <p:nvSpPr>
          <p:cNvPr id="179" name="TextBox 1">
            <a:extLst>
              <a:ext uri="{FF2B5EF4-FFF2-40B4-BE49-F238E27FC236}">
                <a16:creationId xmlns:a16="http://schemas.microsoft.com/office/drawing/2014/main" id="{903D8A41-AE0A-344B-B8B8-9C726CD71A23}"/>
              </a:ext>
            </a:extLst>
          </p:cNvPr>
          <p:cNvSpPr txBox="1">
            <a:spLocks noChangeArrowheads="1"/>
          </p:cNvSpPr>
          <p:nvPr/>
        </p:nvSpPr>
        <p:spPr bwMode="auto">
          <a:xfrm>
            <a:off x="1806972" y="1410736"/>
            <a:ext cx="13271634"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rgbClr val="FF9900"/>
              </a:buClr>
              <a:buChar char="•"/>
              <a:defRPr sz="3200" b="1">
                <a:solidFill>
                  <a:srgbClr val="01035B"/>
                </a:solidFill>
                <a:latin typeface="Arial" panose="020B0604020202020204" pitchFamily="34" charset="0"/>
              </a:defRPr>
            </a:lvl1pPr>
            <a:lvl2pPr marL="742950" indent="-285750">
              <a:spcBef>
                <a:spcPct val="20000"/>
              </a:spcBef>
              <a:buClr>
                <a:srgbClr val="FF9900"/>
              </a:buClr>
              <a:buChar char="–"/>
              <a:defRPr sz="2800" b="1">
                <a:solidFill>
                  <a:srgbClr val="01035B"/>
                </a:solidFill>
                <a:latin typeface="Arial" panose="020B0604020202020204" pitchFamily="34" charset="0"/>
              </a:defRPr>
            </a:lvl2pPr>
            <a:lvl3pPr marL="1143000" indent="-228600">
              <a:spcBef>
                <a:spcPct val="20000"/>
              </a:spcBef>
              <a:buClr>
                <a:srgbClr val="FF9900"/>
              </a:buClr>
              <a:buChar char="•"/>
              <a:defRPr sz="2400" b="1">
                <a:solidFill>
                  <a:srgbClr val="01035B"/>
                </a:solidFill>
                <a:latin typeface="Arial" panose="020B0604020202020204" pitchFamily="34" charset="0"/>
              </a:defRPr>
            </a:lvl3pPr>
            <a:lvl4pPr marL="1600200" indent="-228600">
              <a:spcBef>
                <a:spcPct val="20000"/>
              </a:spcBef>
              <a:buClr>
                <a:srgbClr val="FF9900"/>
              </a:buClr>
              <a:buChar char="–"/>
              <a:defRPr sz="2000" b="1">
                <a:solidFill>
                  <a:srgbClr val="01035B"/>
                </a:solidFill>
                <a:latin typeface="Arial" panose="020B0604020202020204" pitchFamily="34" charset="0"/>
              </a:defRPr>
            </a:lvl4pPr>
            <a:lvl5pPr marL="2057400" indent="-228600">
              <a:spcBef>
                <a:spcPct val="20000"/>
              </a:spcBef>
              <a:buClr>
                <a:srgbClr val="FF9900"/>
              </a:buClr>
              <a:buChar char="»"/>
              <a:defRPr sz="2000" b="1">
                <a:solidFill>
                  <a:srgbClr val="01035B"/>
                </a:solidFill>
                <a:latin typeface="Arial" panose="020B0604020202020204" pitchFamily="34" charset="0"/>
              </a:defRPr>
            </a:lvl5pPr>
            <a:lvl6pPr marL="25146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6pPr>
            <a:lvl7pPr marL="29718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7pPr>
            <a:lvl8pPr marL="34290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8pPr>
            <a:lvl9pPr marL="38862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9pPr>
          </a:lstStyle>
          <a:p>
            <a:pPr marL="0" marR="0" lvl="0" indent="0" algn="l" defTabSz="812810" rtl="0" eaLnBrk="1" fontAlgn="auto" latinLnBrk="0" hangingPunct="1">
              <a:lnSpc>
                <a:spcPct val="100000"/>
              </a:lnSpc>
              <a:spcBef>
                <a:spcPct val="0"/>
              </a:spcBef>
              <a:spcAft>
                <a:spcPts val="0"/>
              </a:spcAft>
              <a:buClrTx/>
              <a:buSzTx/>
              <a:buFontTx/>
              <a:buNone/>
              <a:tabLst/>
              <a:defRPr/>
            </a:pPr>
            <a:r>
              <a:rPr kumimoji="0" lang="en-US" altLang="en-US" sz="2800" b="0" i="0" u="none" strike="noStrike" kern="1200" cap="none" spc="0" normalizeH="0" baseline="0" noProof="0" dirty="0">
                <a:ln>
                  <a:noFill/>
                </a:ln>
                <a:solidFill>
                  <a:srgbClr val="00274C"/>
                </a:solidFill>
                <a:effectLst/>
                <a:uLnTx/>
                <a:uFillTx/>
                <a:latin typeface="Arial" panose="020B0604020202020204" pitchFamily="34" charset="0"/>
                <a:ea typeface="+mn-ea"/>
                <a:cs typeface="+mn-cs"/>
              </a:rPr>
              <a:t>Use intermediary flows to fill each box with the amount of process used per FU </a:t>
            </a:r>
          </a:p>
        </p:txBody>
      </p:sp>
      <p:sp>
        <p:nvSpPr>
          <p:cNvPr id="180" name="Oval 179">
            <a:extLst>
              <a:ext uri="{FF2B5EF4-FFF2-40B4-BE49-F238E27FC236}">
                <a16:creationId xmlns:a16="http://schemas.microsoft.com/office/drawing/2014/main" id="{75C5EB7A-7758-2649-8AEC-B41068CD7136}"/>
              </a:ext>
            </a:extLst>
          </p:cNvPr>
          <p:cNvSpPr/>
          <p:nvPr/>
        </p:nvSpPr>
        <p:spPr>
          <a:xfrm>
            <a:off x="984738" y="1332689"/>
            <a:ext cx="707629" cy="707629"/>
          </a:xfrm>
          <a:prstGeom prst="ellipse">
            <a:avLst/>
          </a:prstGeom>
          <a:solidFill>
            <a:schemeClr val="accent6"/>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812810" rtl="0" eaLnBrk="1" fontAlgn="auto" latinLnBrk="0" hangingPunct="1">
              <a:lnSpc>
                <a:spcPct val="100000"/>
              </a:lnSpc>
              <a:spcBef>
                <a:spcPts val="0"/>
              </a:spcBef>
              <a:spcAft>
                <a:spcPts val="0"/>
              </a:spcAft>
              <a:buClrTx/>
              <a:buSzTx/>
              <a:buFontTx/>
              <a:buNone/>
              <a:tabLst/>
              <a:defRPr/>
            </a:pPr>
            <a:r>
              <a:rPr kumimoji="0" lang="en-US" sz="3600" b="1" i="0" u="none" strike="noStrike" kern="1200" cap="none" spc="0" normalizeH="0" baseline="0" noProof="0" dirty="0">
                <a:ln>
                  <a:noFill/>
                </a:ln>
                <a:solidFill>
                  <a:prstClr val="white"/>
                </a:solidFill>
                <a:effectLst/>
                <a:uLnTx/>
                <a:uFillTx/>
                <a:latin typeface="Arial" panose="020B0604020202020204"/>
                <a:ea typeface="+mn-ea"/>
                <a:cs typeface="+mn-cs"/>
              </a:rPr>
              <a:t>5</a:t>
            </a:r>
          </a:p>
        </p:txBody>
      </p:sp>
    </p:spTree>
    <p:extLst>
      <p:ext uri="{BB962C8B-B14F-4D97-AF65-F5344CB8AC3E}">
        <p14:creationId xmlns:p14="http://schemas.microsoft.com/office/powerpoint/2010/main" val="2252190163"/>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8439A4-B037-4F4E-AFCE-96000C7C1237}"/>
              </a:ext>
            </a:extLst>
          </p:cNvPr>
          <p:cNvSpPr>
            <a:spLocks noGrp="1"/>
          </p:cNvSpPr>
          <p:nvPr>
            <p:ph type="title"/>
          </p:nvPr>
        </p:nvSpPr>
        <p:spPr>
          <a:xfrm>
            <a:off x="812880" y="279400"/>
            <a:ext cx="14631828" cy="870385"/>
          </a:xfrm>
        </p:spPr>
        <p:txBody>
          <a:bodyPr/>
          <a:lstStyle/>
          <a:p>
            <a:r>
              <a:rPr lang="en-US" altLang="en-US" dirty="0"/>
              <a:t>Summary</a:t>
            </a:r>
            <a:endParaRPr lang="en-US" sz="2800" dirty="0">
              <a:solidFill>
                <a:schemeClr val="tx2"/>
              </a:solidFill>
            </a:endParaRPr>
          </a:p>
        </p:txBody>
      </p:sp>
      <p:sp>
        <p:nvSpPr>
          <p:cNvPr id="8" name="Text Placeholder 2">
            <a:extLst>
              <a:ext uri="{FF2B5EF4-FFF2-40B4-BE49-F238E27FC236}">
                <a16:creationId xmlns:a16="http://schemas.microsoft.com/office/drawing/2014/main" id="{1860404C-E3DD-DB44-9F60-421612D67065}"/>
              </a:ext>
            </a:extLst>
          </p:cNvPr>
          <p:cNvSpPr>
            <a:spLocks noGrp="1"/>
          </p:cNvSpPr>
          <p:nvPr>
            <p:ph type="body" sz="quarter" idx="10"/>
          </p:nvPr>
        </p:nvSpPr>
        <p:spPr>
          <a:xfrm>
            <a:off x="880211" y="1783976"/>
            <a:ext cx="14630400" cy="5429624"/>
          </a:xfrm>
        </p:spPr>
        <p:txBody>
          <a:bodyPr>
            <a:normAutofit lnSpcReduction="10000"/>
          </a:bodyPr>
          <a:lstStyle/>
          <a:p>
            <a:pPr>
              <a:spcBef>
                <a:spcPct val="0"/>
              </a:spcBef>
            </a:pPr>
            <a:r>
              <a:rPr lang="en-US" altLang="en-US" dirty="0">
                <a:solidFill>
                  <a:schemeClr val="tx2"/>
                </a:solidFill>
              </a:rPr>
              <a:t>A product system description includes unit processes, </a:t>
            </a:r>
            <a:r>
              <a:rPr lang="en-US" altLang="en-US" i="1" dirty="0">
                <a:solidFill>
                  <a:schemeClr val="accent4"/>
                </a:solidFill>
              </a:rPr>
              <a:t>intermediary product flows</a:t>
            </a:r>
            <a:r>
              <a:rPr lang="en-US" altLang="en-US" i="1" dirty="0">
                <a:solidFill>
                  <a:srgbClr val="FFC000"/>
                </a:solidFill>
              </a:rPr>
              <a:t> </a:t>
            </a:r>
            <a:r>
              <a:rPr lang="en-US" altLang="en-US" dirty="0">
                <a:solidFill>
                  <a:schemeClr val="tx2"/>
                </a:solidFill>
              </a:rPr>
              <a:t>within the system and, </a:t>
            </a:r>
            <a:r>
              <a:rPr lang="en-US" altLang="en-US" i="1" dirty="0">
                <a:solidFill>
                  <a:schemeClr val="accent3"/>
                </a:solidFill>
              </a:rPr>
              <a:t>elementary flows </a:t>
            </a:r>
            <a:r>
              <a:rPr lang="en-US" altLang="en-US" dirty="0">
                <a:solidFill>
                  <a:schemeClr val="tx2"/>
                </a:solidFill>
              </a:rPr>
              <a:t>from and to the environment  </a:t>
            </a:r>
            <a:br>
              <a:rPr lang="en-US" altLang="en-US" dirty="0">
                <a:solidFill>
                  <a:schemeClr val="tx2"/>
                </a:solidFill>
              </a:rPr>
            </a:br>
            <a:r>
              <a:rPr lang="en-US" altLang="en-US" dirty="0">
                <a:solidFill>
                  <a:schemeClr val="tx2"/>
                </a:solidFill>
              </a:rPr>
              <a:t>as well as the product and its function crossing the system boundaries to the economy.</a:t>
            </a:r>
          </a:p>
          <a:p>
            <a:pPr>
              <a:spcBef>
                <a:spcPct val="0"/>
              </a:spcBef>
            </a:pPr>
            <a:endParaRPr lang="en-US" altLang="en-US" dirty="0">
              <a:solidFill>
                <a:schemeClr val="tx2"/>
              </a:solidFill>
            </a:endParaRPr>
          </a:p>
          <a:p>
            <a:pPr>
              <a:spcBef>
                <a:spcPct val="0"/>
              </a:spcBef>
            </a:pPr>
            <a:r>
              <a:rPr lang="en-US" altLang="en-US" dirty="0">
                <a:solidFill>
                  <a:schemeClr val="tx2"/>
                </a:solidFill>
              </a:rPr>
              <a:t>The process tree is built starting from the references flows (what was </a:t>
            </a:r>
            <a:br>
              <a:rPr lang="en-US" altLang="en-US" dirty="0">
                <a:solidFill>
                  <a:schemeClr val="tx2"/>
                </a:solidFill>
              </a:rPr>
            </a:br>
            <a:r>
              <a:rPr lang="en-US" altLang="en-US" dirty="0">
                <a:solidFill>
                  <a:schemeClr val="tx2"/>
                </a:solidFill>
              </a:rPr>
              <a:t>purchased to obtain the product function) and moving through the different </a:t>
            </a:r>
            <a:br>
              <a:rPr lang="en-US" altLang="en-US" dirty="0">
                <a:solidFill>
                  <a:schemeClr val="tx2"/>
                </a:solidFill>
              </a:rPr>
            </a:br>
            <a:r>
              <a:rPr lang="en-US" altLang="en-US" dirty="0">
                <a:solidFill>
                  <a:schemeClr val="tx2"/>
                </a:solidFill>
              </a:rPr>
              <a:t>tiers of processes.</a:t>
            </a:r>
          </a:p>
          <a:p>
            <a:pPr>
              <a:spcBef>
                <a:spcPct val="0"/>
              </a:spcBef>
            </a:pPr>
            <a:endParaRPr lang="en-US" altLang="en-US" dirty="0"/>
          </a:p>
          <a:p>
            <a:pPr>
              <a:spcBef>
                <a:spcPct val="0"/>
              </a:spcBef>
            </a:pPr>
            <a:r>
              <a:rPr lang="en-US" altLang="en-US" dirty="0">
                <a:solidFill>
                  <a:schemeClr val="tx2"/>
                </a:solidFill>
              </a:rPr>
              <a:t>The process tree is documented using </a:t>
            </a:r>
            <a:r>
              <a:rPr lang="en-US" altLang="en-US" i="1" dirty="0">
                <a:solidFill>
                  <a:schemeClr val="accent4"/>
                </a:solidFill>
              </a:rPr>
              <a:t>intermediary flows </a:t>
            </a:r>
            <a:r>
              <a:rPr lang="en-US" altLang="en-US" dirty="0">
                <a:solidFill>
                  <a:schemeClr val="tx2"/>
                </a:solidFill>
              </a:rPr>
              <a:t>to calculate the </a:t>
            </a:r>
            <a:br>
              <a:rPr lang="en-US" altLang="en-US" dirty="0">
                <a:solidFill>
                  <a:schemeClr val="tx2"/>
                </a:solidFill>
              </a:rPr>
            </a:br>
            <a:r>
              <a:rPr lang="en-US" altLang="en-US" dirty="0">
                <a:solidFill>
                  <a:schemeClr val="tx2"/>
                </a:solidFill>
              </a:rPr>
              <a:t>total amount of each process per functional unit.</a:t>
            </a:r>
          </a:p>
        </p:txBody>
      </p:sp>
    </p:spTree>
    <p:extLst>
      <p:ext uri="{BB962C8B-B14F-4D97-AF65-F5344CB8AC3E}">
        <p14:creationId xmlns:p14="http://schemas.microsoft.com/office/powerpoint/2010/main" val="409443850"/>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7">
            <a:extLst>
              <a:ext uri="{FF2B5EF4-FFF2-40B4-BE49-F238E27FC236}">
                <a16:creationId xmlns:a16="http://schemas.microsoft.com/office/drawing/2014/main" id="{DCE93A83-2E66-F74F-A5CD-47D28E6C7BC3}"/>
              </a:ext>
            </a:extLst>
          </p:cNvPr>
          <p:cNvSpPr txBox="1">
            <a:spLocks/>
          </p:cNvSpPr>
          <p:nvPr/>
        </p:nvSpPr>
        <p:spPr>
          <a:xfrm>
            <a:off x="440871" y="5021568"/>
            <a:ext cx="14799129" cy="1718216"/>
          </a:xfrm>
          <a:prstGeom prst="rect">
            <a:avLst/>
          </a:prstGeom>
        </p:spPr>
        <p:txBody>
          <a:bodyPr anchor="t">
            <a:normAutofit/>
          </a:bodyPr>
          <a:lstStyle>
            <a:lvl1pPr algn="ctr" defTabSz="457200" rtl="0" eaLnBrk="1" latinLnBrk="0" hangingPunct="1">
              <a:spcBef>
                <a:spcPct val="0"/>
              </a:spcBef>
              <a:buNone/>
              <a:defRPr sz="4400" kern="1200">
                <a:solidFill>
                  <a:schemeClr val="tx1"/>
                </a:solidFill>
                <a:latin typeface="+mj-lt"/>
                <a:ea typeface="+mj-ea"/>
                <a:cs typeface="+mj-cs"/>
              </a:defRPr>
            </a:lvl1pPr>
          </a:lstStyle>
          <a:p>
            <a:pPr marL="0" marR="0" lvl="0" indent="0" algn="l" defTabSz="457200" rtl="0" eaLnBrk="1" fontAlgn="auto" latinLnBrk="0" hangingPunct="1">
              <a:lnSpc>
                <a:spcPct val="100000"/>
              </a:lnSpc>
              <a:spcBef>
                <a:spcPct val="0"/>
              </a:spcBef>
              <a:spcAft>
                <a:spcPts val="0"/>
              </a:spcAft>
              <a:buClrTx/>
              <a:buSzTx/>
              <a:buFontTx/>
              <a:buNone/>
              <a:tabLst/>
              <a:defRPr/>
            </a:pPr>
            <a:r>
              <a:rPr kumimoji="0" lang="en-US" sz="5000" b="1" i="0" u="none" strike="noStrike" kern="1200" cap="none" spc="0" normalizeH="0" baseline="0" noProof="0" dirty="0">
                <a:ln>
                  <a:noFill/>
                </a:ln>
                <a:solidFill>
                  <a:srgbClr val="00274C"/>
                </a:solidFill>
                <a:effectLst/>
                <a:uLnTx/>
                <a:uFillTx/>
                <a:latin typeface="Arial"/>
                <a:ea typeface="+mj-ea"/>
                <a:cs typeface="+mj-cs"/>
              </a:rPr>
              <a:t>Building of product system and process tree: </a:t>
            </a:r>
            <a:r>
              <a:rPr kumimoji="0" lang="en-US" sz="3600" b="1" i="0" u="none" strike="noStrike" kern="1200" cap="none" spc="0" normalizeH="0" baseline="0" noProof="0" dirty="0" smtClean="0">
                <a:ln>
                  <a:noFill/>
                </a:ln>
                <a:solidFill>
                  <a:srgbClr val="D86018"/>
                </a:solidFill>
                <a:effectLst/>
                <a:uLnTx/>
                <a:uFillTx/>
                <a:latin typeface="Arial"/>
                <a:ea typeface="+mj-ea"/>
                <a:cs typeface="+mj-cs"/>
              </a:rPr>
              <a:t>Part C - Practice</a:t>
            </a:r>
            <a:endParaRPr kumimoji="0" lang="en-US" altLang="en-US" sz="3600" b="1" i="0" u="none" strike="noStrike" kern="1200" cap="none" spc="0" normalizeH="0" baseline="0" noProof="0" dirty="0">
              <a:ln>
                <a:noFill/>
              </a:ln>
              <a:solidFill>
                <a:srgbClr val="D86018"/>
              </a:solidFill>
              <a:effectLst/>
              <a:uLnTx/>
              <a:uFillTx/>
              <a:latin typeface="Arial"/>
              <a:ea typeface="+mj-ea"/>
              <a:cs typeface="+mj-cs"/>
            </a:endParaRPr>
          </a:p>
        </p:txBody>
      </p:sp>
      <p:sp>
        <p:nvSpPr>
          <p:cNvPr id="3" name="TextBox 2">
            <a:extLst>
              <a:ext uri="{FF2B5EF4-FFF2-40B4-BE49-F238E27FC236}">
                <a16:creationId xmlns:a16="http://schemas.microsoft.com/office/drawing/2014/main" id="{F70B5F09-AA9C-0C49-A705-E3ECF1BA7055}"/>
              </a:ext>
            </a:extLst>
          </p:cNvPr>
          <p:cNvSpPr txBox="1"/>
          <p:nvPr/>
        </p:nvSpPr>
        <p:spPr>
          <a:xfrm>
            <a:off x="440871" y="6790584"/>
            <a:ext cx="3021981" cy="477054"/>
          </a:xfrm>
          <a:prstGeom prst="rect">
            <a:avLst/>
          </a:prstGeom>
          <a:noFill/>
        </p:spPr>
        <p:txBody>
          <a:bodyPr wrap="none" rtlCol="0">
            <a:spAutoFit/>
          </a:bodyPr>
          <a:lstStyle/>
          <a:p>
            <a:pPr marL="0" marR="0" lvl="0" indent="0" algn="l" defTabSz="812810" rtl="0" eaLnBrk="1" fontAlgn="auto" latinLnBrk="0" hangingPunct="1">
              <a:lnSpc>
                <a:spcPct val="100000"/>
              </a:lnSpc>
              <a:spcBef>
                <a:spcPts val="0"/>
              </a:spcBef>
              <a:spcAft>
                <a:spcPts val="0"/>
              </a:spcAft>
              <a:buClrTx/>
              <a:buSzTx/>
              <a:buFontTx/>
              <a:buNone/>
              <a:tabLst/>
              <a:defRPr/>
            </a:pPr>
            <a:r>
              <a:rPr kumimoji="0" lang="en-US" sz="2500" b="1" i="0" u="none" strike="noStrike" kern="1200" cap="none" spc="0" normalizeH="0" baseline="0" noProof="0" dirty="0">
                <a:ln>
                  <a:noFill/>
                </a:ln>
                <a:solidFill>
                  <a:srgbClr val="00274C"/>
                </a:solidFill>
                <a:effectLst/>
                <a:uLnTx/>
                <a:uFillTx/>
                <a:latin typeface="Arial"/>
                <a:ea typeface="+mn-ea"/>
                <a:cs typeface="+mn-cs"/>
              </a:rPr>
              <a:t>Olivier Jolliet, PhD</a:t>
            </a:r>
            <a:endParaRPr kumimoji="0" lang="en-US" sz="2500" b="0" i="0" u="none" strike="noStrike" kern="1200" cap="none" spc="0" normalizeH="0" baseline="0" noProof="0" dirty="0">
              <a:ln>
                <a:noFill/>
              </a:ln>
              <a:solidFill>
                <a:srgbClr val="00274C"/>
              </a:solidFill>
              <a:effectLst/>
              <a:uLnTx/>
              <a:uFillTx/>
              <a:latin typeface="Arial"/>
              <a:ea typeface="+mn-ea"/>
              <a:cs typeface="+mn-cs"/>
            </a:endParaRPr>
          </a:p>
        </p:txBody>
      </p:sp>
    </p:spTree>
    <p:extLst>
      <p:ext uri="{BB962C8B-B14F-4D97-AF65-F5344CB8AC3E}">
        <p14:creationId xmlns:p14="http://schemas.microsoft.com/office/powerpoint/2010/main" val="1539725426"/>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8439A4-B037-4F4E-AFCE-96000C7C1237}"/>
              </a:ext>
            </a:extLst>
          </p:cNvPr>
          <p:cNvSpPr>
            <a:spLocks noGrp="1"/>
          </p:cNvSpPr>
          <p:nvPr>
            <p:ph type="title"/>
          </p:nvPr>
        </p:nvSpPr>
        <p:spPr/>
        <p:txBody>
          <a:bodyPr/>
          <a:lstStyle/>
          <a:p>
            <a:r>
              <a:rPr lang="en-US" dirty="0"/>
              <a:t>Learning Objectives</a:t>
            </a:r>
          </a:p>
        </p:txBody>
      </p:sp>
      <p:sp>
        <p:nvSpPr>
          <p:cNvPr id="45" name="Text Placeholder 2">
            <a:extLst>
              <a:ext uri="{FF2B5EF4-FFF2-40B4-BE49-F238E27FC236}">
                <a16:creationId xmlns:a16="http://schemas.microsoft.com/office/drawing/2014/main" id="{1C63FD6C-8B55-0A4A-A3F9-421E18D7D835}"/>
              </a:ext>
            </a:extLst>
          </p:cNvPr>
          <p:cNvSpPr>
            <a:spLocks noGrp="1"/>
          </p:cNvSpPr>
          <p:nvPr>
            <p:ph type="body" sz="quarter" idx="10"/>
          </p:nvPr>
        </p:nvSpPr>
        <p:spPr>
          <a:xfrm>
            <a:off x="880211" y="1783976"/>
            <a:ext cx="14630400" cy="5429624"/>
          </a:xfrm>
        </p:spPr>
        <p:txBody>
          <a:bodyPr>
            <a:normAutofit/>
          </a:bodyPr>
          <a:lstStyle/>
          <a:p>
            <a:pPr marL="693738" indent="-681038">
              <a:spcAft>
                <a:spcPts val="1200"/>
              </a:spcAft>
              <a:buClr>
                <a:schemeClr val="accent1"/>
              </a:buClr>
              <a:buFont typeface="Arial Bold"/>
              <a:buChar char="►"/>
            </a:pPr>
            <a:r>
              <a:rPr lang="en-US" altLang="en-US" dirty="0"/>
              <a:t>Build the product system and process tree, more specifically</a:t>
            </a:r>
          </a:p>
          <a:p>
            <a:pPr marL="1150938" lvl="1" indent="-681038">
              <a:spcAft>
                <a:spcPts val="1200"/>
              </a:spcAft>
              <a:buClr>
                <a:schemeClr val="accent1"/>
              </a:buClr>
              <a:buFont typeface="Arial Bold"/>
              <a:buChar char="►"/>
            </a:pPr>
            <a:r>
              <a:rPr lang="en-US" altLang="en-US" dirty="0">
                <a:solidFill>
                  <a:schemeClr val="tx2"/>
                </a:solidFill>
              </a:rPr>
              <a:t>Design the process tree of the incandescent light bulb system</a:t>
            </a:r>
          </a:p>
          <a:p>
            <a:pPr marL="1150938" lvl="1" indent="-681038">
              <a:spcAft>
                <a:spcPts val="1200"/>
              </a:spcAft>
              <a:buClr>
                <a:schemeClr val="accent1"/>
              </a:buClr>
              <a:buFont typeface="Arial Bold"/>
              <a:buChar char="►"/>
            </a:pPr>
            <a:r>
              <a:rPr lang="en-US" altLang="en-US" dirty="0">
                <a:solidFill>
                  <a:schemeClr val="tx2"/>
                </a:solidFill>
              </a:rPr>
              <a:t>Determine amount of each process per functional unit</a:t>
            </a:r>
          </a:p>
          <a:p>
            <a:pPr marL="693738" indent="-681038">
              <a:spcAft>
                <a:spcPts val="3200"/>
              </a:spcAft>
              <a:buClr>
                <a:schemeClr val="accent1"/>
              </a:buClr>
              <a:buFont typeface="Arial Bold"/>
              <a:buChar char="►"/>
            </a:pPr>
            <a:endParaRPr lang="en-US" dirty="0"/>
          </a:p>
          <a:p>
            <a:pPr marL="693738" indent="-681038">
              <a:spcAft>
                <a:spcPts val="3200"/>
              </a:spcAft>
              <a:buClr>
                <a:schemeClr val="accent1"/>
              </a:buClr>
              <a:buFont typeface="Arial Bold"/>
              <a:buChar char="►"/>
            </a:pPr>
            <a:endParaRPr lang="en-US" altLang="en-US" dirty="0"/>
          </a:p>
          <a:p>
            <a:pPr marL="693738" indent="-681038">
              <a:spcAft>
                <a:spcPts val="3200"/>
              </a:spcAft>
              <a:buClr>
                <a:schemeClr val="accent1"/>
              </a:buClr>
              <a:buFont typeface="Arial Bold"/>
              <a:buChar char="►"/>
            </a:pPr>
            <a:endParaRPr lang="en-US" dirty="0"/>
          </a:p>
        </p:txBody>
      </p:sp>
    </p:spTree>
    <p:extLst>
      <p:ext uri="{BB962C8B-B14F-4D97-AF65-F5344CB8AC3E}">
        <p14:creationId xmlns:p14="http://schemas.microsoft.com/office/powerpoint/2010/main" val="2452236558"/>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8439A4-B037-4F4E-AFCE-96000C7C1237}"/>
              </a:ext>
            </a:extLst>
          </p:cNvPr>
          <p:cNvSpPr>
            <a:spLocks noGrp="1"/>
          </p:cNvSpPr>
          <p:nvPr>
            <p:ph type="title"/>
          </p:nvPr>
        </p:nvSpPr>
        <p:spPr>
          <a:xfrm>
            <a:off x="812880" y="279400"/>
            <a:ext cx="15444708" cy="870385"/>
          </a:xfrm>
        </p:spPr>
        <p:txBody>
          <a:bodyPr/>
          <a:lstStyle/>
          <a:p>
            <a:r>
              <a:rPr lang="en-US" altLang="en-US" dirty="0"/>
              <a:t>Process tree design</a:t>
            </a:r>
            <a:endParaRPr lang="en-US" dirty="0">
              <a:solidFill>
                <a:schemeClr val="tx2"/>
              </a:solidFill>
            </a:endParaRPr>
          </a:p>
        </p:txBody>
      </p:sp>
      <p:sp>
        <p:nvSpPr>
          <p:cNvPr id="5" name="Rectangle 3">
            <a:extLst>
              <a:ext uri="{FF2B5EF4-FFF2-40B4-BE49-F238E27FC236}">
                <a16:creationId xmlns:a16="http://schemas.microsoft.com/office/drawing/2014/main" id="{5868F279-55FF-0146-A398-704D27232C0A}"/>
              </a:ext>
            </a:extLst>
          </p:cNvPr>
          <p:cNvSpPr>
            <a:spLocks noChangeArrowheads="1"/>
          </p:cNvSpPr>
          <p:nvPr/>
        </p:nvSpPr>
        <p:spPr bwMode="auto">
          <a:xfrm>
            <a:off x="2024571" y="1808054"/>
            <a:ext cx="9004340" cy="489364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514350" indent="-514350">
              <a:spcBef>
                <a:spcPct val="20000"/>
              </a:spcBef>
              <a:buClr>
                <a:srgbClr val="FF9900"/>
              </a:buClr>
              <a:buChar char="•"/>
              <a:defRPr sz="3200" b="1">
                <a:solidFill>
                  <a:srgbClr val="01035B"/>
                </a:solidFill>
                <a:latin typeface="Arial" panose="020B0604020202020204" pitchFamily="34" charset="0"/>
              </a:defRPr>
            </a:lvl1pPr>
            <a:lvl2pPr marL="742950" indent="-285750">
              <a:spcBef>
                <a:spcPct val="20000"/>
              </a:spcBef>
              <a:buClr>
                <a:srgbClr val="FF9900"/>
              </a:buClr>
              <a:buChar char="–"/>
              <a:defRPr sz="2800" b="1">
                <a:solidFill>
                  <a:srgbClr val="01035B"/>
                </a:solidFill>
                <a:latin typeface="Arial" panose="020B0604020202020204" pitchFamily="34" charset="0"/>
              </a:defRPr>
            </a:lvl2pPr>
            <a:lvl3pPr marL="1143000" indent="-228600">
              <a:spcBef>
                <a:spcPct val="20000"/>
              </a:spcBef>
              <a:buClr>
                <a:srgbClr val="FF9900"/>
              </a:buClr>
              <a:buChar char="•"/>
              <a:defRPr sz="2400" b="1">
                <a:solidFill>
                  <a:srgbClr val="01035B"/>
                </a:solidFill>
                <a:latin typeface="Arial" panose="020B0604020202020204" pitchFamily="34" charset="0"/>
              </a:defRPr>
            </a:lvl3pPr>
            <a:lvl4pPr marL="1600200" indent="-228600">
              <a:spcBef>
                <a:spcPct val="20000"/>
              </a:spcBef>
              <a:buClr>
                <a:srgbClr val="FF9900"/>
              </a:buClr>
              <a:buChar char="–"/>
              <a:defRPr sz="2000" b="1">
                <a:solidFill>
                  <a:srgbClr val="01035B"/>
                </a:solidFill>
                <a:latin typeface="Arial" panose="020B0604020202020204" pitchFamily="34" charset="0"/>
              </a:defRPr>
            </a:lvl4pPr>
            <a:lvl5pPr marL="2057400" indent="-228600">
              <a:spcBef>
                <a:spcPct val="20000"/>
              </a:spcBef>
              <a:buClr>
                <a:srgbClr val="FF9900"/>
              </a:buClr>
              <a:buChar char="»"/>
              <a:defRPr sz="2000" b="1">
                <a:solidFill>
                  <a:srgbClr val="01035B"/>
                </a:solidFill>
                <a:latin typeface="Arial" panose="020B0604020202020204" pitchFamily="34" charset="0"/>
              </a:defRPr>
            </a:lvl5pPr>
            <a:lvl6pPr marL="25146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6pPr>
            <a:lvl7pPr marL="29718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7pPr>
            <a:lvl8pPr marL="34290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8pPr>
            <a:lvl9pPr marL="38862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9pPr>
          </a:lstStyle>
          <a:p>
            <a:pPr marL="0" marR="0" lvl="0" indent="0" algn="l" defTabSz="812810" rtl="0" eaLnBrk="1" fontAlgn="auto" latinLnBrk="0" hangingPunct="1">
              <a:lnSpc>
                <a:spcPct val="100000"/>
              </a:lnSpc>
              <a:spcBef>
                <a:spcPct val="0"/>
              </a:spcBef>
              <a:spcAft>
                <a:spcPts val="2400"/>
              </a:spcAft>
              <a:buClrTx/>
              <a:buSzTx/>
              <a:buFontTx/>
              <a:buNone/>
              <a:tabLst/>
              <a:defRPr/>
            </a:pPr>
            <a:r>
              <a:rPr kumimoji="0" lang="en-US" altLang="en-US" sz="2800" b="0" i="1" u="none" strike="noStrike" kern="1200" cap="none" spc="0" normalizeH="0" baseline="0" noProof="0" dirty="0">
                <a:ln>
                  <a:noFill/>
                </a:ln>
                <a:solidFill>
                  <a:srgbClr val="00B2A9"/>
                </a:solidFill>
                <a:effectLst/>
                <a:uLnTx/>
                <a:uFillTx/>
                <a:latin typeface="Arial" panose="020B0604020202020204" pitchFamily="34" charset="0"/>
                <a:ea typeface="+mn-ea"/>
                <a:cs typeface="+mn-cs"/>
              </a:rPr>
              <a:t>Start from reference flows </a:t>
            </a:r>
            <a:r>
              <a:rPr kumimoji="0" lang="en-US" altLang="en-US" sz="2800" b="0" i="0" u="none" strike="noStrike" kern="1200" cap="none" spc="0" normalizeH="0" baseline="0" noProof="0" dirty="0">
                <a:ln>
                  <a:noFill/>
                </a:ln>
                <a:solidFill>
                  <a:srgbClr val="00274C"/>
                </a:solidFill>
                <a:effectLst/>
                <a:uLnTx/>
                <a:uFillTx/>
                <a:latin typeface="Arial" panose="020B0604020202020204" pitchFamily="34" charset="0"/>
                <a:ea typeface="+mn-ea"/>
                <a:cs typeface="+mn-cs"/>
              </a:rPr>
              <a:t>needed to be </a:t>
            </a:r>
            <a:br>
              <a:rPr kumimoji="0" lang="en-US" altLang="en-US" sz="2800" b="0" i="0" u="none" strike="noStrike" kern="1200" cap="none" spc="0" normalizeH="0" baseline="0" noProof="0" dirty="0">
                <a:ln>
                  <a:noFill/>
                </a:ln>
                <a:solidFill>
                  <a:srgbClr val="00274C"/>
                </a:solidFill>
                <a:effectLst/>
                <a:uLnTx/>
                <a:uFillTx/>
                <a:latin typeface="Arial" panose="020B0604020202020204" pitchFamily="34" charset="0"/>
                <a:ea typeface="+mn-ea"/>
                <a:cs typeface="+mn-cs"/>
              </a:rPr>
            </a:br>
            <a:r>
              <a:rPr kumimoji="0" lang="en-US" altLang="en-US" sz="2800" b="0" i="0" u="none" strike="noStrike" kern="1200" cap="none" spc="0" normalizeH="0" baseline="0" noProof="0" dirty="0">
                <a:ln>
                  <a:noFill/>
                </a:ln>
                <a:solidFill>
                  <a:srgbClr val="00274C"/>
                </a:solidFill>
                <a:effectLst/>
                <a:uLnTx/>
                <a:uFillTx/>
                <a:latin typeface="Arial" panose="020B0604020202020204" pitchFamily="34" charset="0"/>
                <a:ea typeface="+mn-ea"/>
                <a:cs typeface="+mn-cs"/>
              </a:rPr>
              <a:t>purchased per functional unit. </a:t>
            </a:r>
            <a:br>
              <a:rPr kumimoji="0" lang="en-US" altLang="en-US" sz="2800" b="0" i="0" u="none" strike="noStrike" kern="1200" cap="none" spc="0" normalizeH="0" baseline="0" noProof="0" dirty="0">
                <a:ln>
                  <a:noFill/>
                </a:ln>
                <a:solidFill>
                  <a:srgbClr val="00274C"/>
                </a:solidFill>
                <a:effectLst/>
                <a:uLnTx/>
                <a:uFillTx/>
                <a:latin typeface="Arial" panose="020B0604020202020204" pitchFamily="34" charset="0"/>
                <a:ea typeface="+mn-ea"/>
                <a:cs typeface="+mn-cs"/>
              </a:rPr>
            </a:br>
            <a:r>
              <a:rPr kumimoji="0" lang="en-US" altLang="en-US" sz="2800" b="1" i="0" u="none" strike="noStrike" kern="1200" cap="none" spc="0" normalizeH="0" baseline="0" noProof="0" dirty="0">
                <a:ln>
                  <a:noFill/>
                </a:ln>
                <a:solidFill>
                  <a:srgbClr val="00274C"/>
                </a:solidFill>
                <a:effectLst/>
                <a:uLnTx/>
                <a:uFillTx/>
                <a:latin typeface="Arial" panose="020B0604020202020204" pitchFamily="34" charset="0"/>
                <a:ea typeface="+mn-ea"/>
                <a:cs typeface="+mn-cs"/>
              </a:rPr>
              <a:t>Draw one box per reference flow</a:t>
            </a:r>
            <a:r>
              <a:rPr kumimoji="0" lang="en-US" altLang="en-US" sz="2800" b="0" i="0" u="none" strike="noStrike" kern="1200" cap="none" spc="0" normalizeH="0" baseline="0" noProof="0" dirty="0">
                <a:ln>
                  <a:noFill/>
                </a:ln>
                <a:solidFill>
                  <a:srgbClr val="00274C"/>
                </a:solidFill>
                <a:effectLst/>
                <a:uLnTx/>
                <a:uFillTx/>
                <a:latin typeface="Arial" panose="020B0604020202020204" pitchFamily="34" charset="0"/>
                <a:ea typeface="+mn-ea"/>
                <a:cs typeface="+mn-cs"/>
              </a:rPr>
              <a:t>.</a:t>
            </a:r>
          </a:p>
          <a:p>
            <a:pPr marL="0" marR="0" lvl="0" indent="0" algn="l" defTabSz="812810" rtl="0" eaLnBrk="1" fontAlgn="auto" latinLnBrk="0" hangingPunct="1">
              <a:lnSpc>
                <a:spcPct val="100000"/>
              </a:lnSpc>
              <a:spcBef>
                <a:spcPct val="0"/>
              </a:spcBef>
              <a:spcAft>
                <a:spcPts val="2400"/>
              </a:spcAft>
              <a:buClrTx/>
              <a:buSzTx/>
              <a:buFontTx/>
              <a:buNone/>
              <a:tabLst/>
              <a:defRPr/>
            </a:pPr>
            <a:r>
              <a:rPr kumimoji="0" lang="en-US" altLang="en-US" sz="2800" b="0" i="1" u="none" strike="noStrike" kern="1200" cap="none" spc="0" normalizeH="0" baseline="0" noProof="0" dirty="0">
                <a:ln>
                  <a:noFill/>
                </a:ln>
                <a:solidFill>
                  <a:srgbClr val="00B2A9"/>
                </a:solidFill>
                <a:effectLst/>
                <a:uLnTx/>
                <a:uFillTx/>
                <a:latin typeface="Arial" panose="020B0604020202020204" pitchFamily="34" charset="0"/>
                <a:ea typeface="+mn-ea"/>
                <a:cs typeface="+mn-cs"/>
              </a:rPr>
              <a:t>Follow the upstream and downstream </a:t>
            </a:r>
            <a:r>
              <a:rPr kumimoji="0" lang="en-US" altLang="en-US" sz="2800" b="0" i="0" u="none" strike="noStrike" kern="1200" cap="none" spc="0" normalizeH="0" baseline="0" noProof="0" dirty="0">
                <a:ln>
                  <a:noFill/>
                </a:ln>
                <a:solidFill>
                  <a:srgbClr val="00274C"/>
                </a:solidFill>
                <a:effectLst/>
                <a:uLnTx/>
                <a:uFillTx/>
                <a:latin typeface="Arial" panose="020B0604020202020204" pitchFamily="34" charset="0"/>
                <a:ea typeface="+mn-ea"/>
                <a:cs typeface="+mn-cs"/>
              </a:rPr>
              <a:t>intermediary flows until you reach processes further (likely to be) covered by an LCA database.</a:t>
            </a:r>
          </a:p>
          <a:p>
            <a:pPr marL="0" marR="0" lvl="0" indent="0" algn="l" defTabSz="812810" rtl="0" eaLnBrk="1" fontAlgn="auto" latinLnBrk="0" hangingPunct="1">
              <a:lnSpc>
                <a:spcPct val="100000"/>
              </a:lnSpc>
              <a:spcBef>
                <a:spcPct val="0"/>
              </a:spcBef>
              <a:spcAft>
                <a:spcPts val="2400"/>
              </a:spcAft>
              <a:buClrTx/>
              <a:buSzTx/>
              <a:buFontTx/>
              <a:buNone/>
              <a:tabLst/>
              <a:defRPr/>
            </a:pPr>
            <a:r>
              <a:rPr kumimoji="0" lang="en-US" altLang="en-US" sz="2800" b="0" i="1" u="none" strike="noStrike" kern="1200" cap="none" spc="0" normalizeH="0" baseline="0" noProof="0" dirty="0">
                <a:ln>
                  <a:noFill/>
                </a:ln>
                <a:solidFill>
                  <a:srgbClr val="00B2A9"/>
                </a:solidFill>
                <a:effectLst/>
                <a:uLnTx/>
                <a:uFillTx/>
                <a:latin typeface="Arial" panose="020B0604020202020204" pitchFamily="34" charset="0"/>
                <a:ea typeface="+mn-ea"/>
                <a:cs typeface="+mn-cs"/>
              </a:rPr>
              <a:t>Design the process tree</a:t>
            </a:r>
            <a:r>
              <a:rPr kumimoji="0" lang="en-US" altLang="en-US" sz="2800" b="0" i="0" u="none" strike="noStrike" kern="1200" cap="none" spc="0" normalizeH="0" baseline="0" noProof="0" dirty="0">
                <a:ln>
                  <a:noFill/>
                </a:ln>
                <a:solidFill>
                  <a:srgbClr val="00274C"/>
                </a:solidFill>
                <a:effectLst/>
                <a:uLnTx/>
                <a:uFillTx/>
                <a:latin typeface="Arial" panose="020B0604020202020204" pitchFamily="34" charset="0"/>
                <a:ea typeface="+mn-ea"/>
                <a:cs typeface="+mn-cs"/>
              </a:rPr>
              <a:t>.</a:t>
            </a:r>
          </a:p>
          <a:p>
            <a:pPr marL="0" marR="0" lvl="0" indent="0" algn="l" defTabSz="812810" rtl="0" eaLnBrk="1" fontAlgn="auto" latinLnBrk="0" hangingPunct="1">
              <a:lnSpc>
                <a:spcPct val="100000"/>
              </a:lnSpc>
              <a:spcBef>
                <a:spcPct val="0"/>
              </a:spcBef>
              <a:spcAft>
                <a:spcPts val="2400"/>
              </a:spcAft>
              <a:buClrTx/>
              <a:buSzTx/>
              <a:buFontTx/>
              <a:buNone/>
              <a:tabLst/>
              <a:defRPr/>
            </a:pPr>
            <a:r>
              <a:rPr kumimoji="0" lang="en-US" altLang="en-US" sz="2800" b="0" i="0" u="none" strike="noStrike" kern="1200" cap="none" spc="0" normalizeH="0" baseline="0" noProof="0" dirty="0">
                <a:ln>
                  <a:noFill/>
                </a:ln>
                <a:solidFill>
                  <a:srgbClr val="00274C"/>
                </a:solidFill>
                <a:effectLst/>
                <a:uLnTx/>
                <a:uFillTx/>
                <a:latin typeface="Arial" panose="020B0604020202020204" pitchFamily="34" charset="0"/>
                <a:ea typeface="+mn-ea"/>
                <a:cs typeface="+mn-cs"/>
              </a:rPr>
              <a:t>For each unit process, document in each box,</a:t>
            </a:r>
            <a:br>
              <a:rPr kumimoji="0" lang="en-US" altLang="en-US" sz="2800" b="0" i="0" u="none" strike="noStrike" kern="1200" cap="none" spc="0" normalizeH="0" baseline="0" noProof="0" dirty="0">
                <a:ln>
                  <a:noFill/>
                </a:ln>
                <a:solidFill>
                  <a:srgbClr val="00274C"/>
                </a:solidFill>
                <a:effectLst/>
                <a:uLnTx/>
                <a:uFillTx/>
                <a:latin typeface="Arial" panose="020B0604020202020204" pitchFamily="34" charset="0"/>
                <a:ea typeface="+mn-ea"/>
                <a:cs typeface="+mn-cs"/>
              </a:rPr>
            </a:br>
            <a:r>
              <a:rPr kumimoji="0" lang="en-US" altLang="en-US" sz="2800" b="0" i="0" u="none" strike="noStrike" kern="1200" cap="none" spc="0" normalizeH="0" baseline="0" noProof="0" dirty="0">
                <a:ln>
                  <a:noFill/>
                </a:ln>
                <a:solidFill>
                  <a:srgbClr val="00274C"/>
                </a:solidFill>
                <a:effectLst/>
                <a:uLnTx/>
                <a:uFillTx/>
                <a:latin typeface="Arial" panose="020B0604020202020204" pitchFamily="34" charset="0"/>
                <a:ea typeface="+mn-ea"/>
                <a:cs typeface="+mn-cs"/>
              </a:rPr>
              <a:t>the amount needed per FU.</a:t>
            </a:r>
          </a:p>
        </p:txBody>
      </p:sp>
      <p:sp>
        <p:nvSpPr>
          <p:cNvPr id="10" name="Rectangle 9">
            <a:extLst>
              <a:ext uri="{FF2B5EF4-FFF2-40B4-BE49-F238E27FC236}">
                <a16:creationId xmlns:a16="http://schemas.microsoft.com/office/drawing/2014/main" id="{1001FC1C-213B-3940-BBD7-83366F46EBAF}"/>
              </a:ext>
            </a:extLst>
          </p:cNvPr>
          <p:cNvSpPr/>
          <p:nvPr/>
        </p:nvSpPr>
        <p:spPr bwMode="auto">
          <a:xfrm>
            <a:off x="12702467" y="5472847"/>
            <a:ext cx="777574" cy="609647"/>
          </a:xfrm>
          <a:prstGeom prst="rect">
            <a:avLst/>
          </a:prstGeom>
          <a:solidFill>
            <a:schemeClr val="bg1">
              <a:lumMod val="75000"/>
            </a:schemeClr>
          </a:solidFill>
          <a:ln w="12700" cap="flat" cmpd="sng" algn="ctr">
            <a:solidFill>
              <a:schemeClr val="tx1"/>
            </a:solidFill>
            <a:prstDash val="solid"/>
            <a:round/>
            <a:headEnd type="none" w="med" len="med"/>
            <a:tailEnd type="none" w="med" len="med"/>
          </a:ln>
          <a:effectLst/>
        </p:spPr>
        <p:txBody>
          <a:bodyPr wrap="none" anchor="ctr"/>
          <a:lstStyle/>
          <a:p>
            <a:pPr marL="0" marR="0" lvl="0" indent="0" algn="l" defTabSz="812810" rtl="0" eaLnBrk="1" fontAlgn="auto" latinLnBrk="0" hangingPunct="1">
              <a:lnSpc>
                <a:spcPct val="100000"/>
              </a:lnSpc>
              <a:spcBef>
                <a:spcPts val="0"/>
              </a:spcBef>
              <a:spcAft>
                <a:spcPts val="0"/>
              </a:spcAft>
              <a:buClrTx/>
              <a:buSzTx/>
              <a:buFontTx/>
              <a:buNone/>
              <a:tabLst/>
              <a:defRPr/>
            </a:pPr>
            <a:endParaRPr kumimoji="0" lang="en-US" sz="3200" b="0" i="0" u="none" strike="noStrike" kern="1200" cap="none" spc="0" normalizeH="0" baseline="0" noProof="0">
              <a:ln>
                <a:noFill/>
              </a:ln>
              <a:solidFill>
                <a:srgbClr val="000000"/>
              </a:solidFill>
              <a:effectLst/>
              <a:uLnTx/>
              <a:uFillTx/>
              <a:latin typeface="Arial" charset="0"/>
              <a:ea typeface="+mn-ea"/>
              <a:cs typeface="+mn-cs"/>
            </a:endParaRPr>
          </a:p>
        </p:txBody>
      </p:sp>
      <p:cxnSp>
        <p:nvCxnSpPr>
          <p:cNvPr id="11" name="Elbow Connector 5">
            <a:extLst>
              <a:ext uri="{FF2B5EF4-FFF2-40B4-BE49-F238E27FC236}">
                <a16:creationId xmlns:a16="http://schemas.microsoft.com/office/drawing/2014/main" id="{CB1EE4D1-16C8-B042-8014-459B95BF74C5}"/>
              </a:ext>
            </a:extLst>
          </p:cNvPr>
          <p:cNvCxnSpPr>
            <a:cxnSpLocks noChangeShapeType="1"/>
          </p:cNvCxnSpPr>
          <p:nvPr/>
        </p:nvCxnSpPr>
        <p:spPr bwMode="auto">
          <a:xfrm rot="16200000" flipH="1">
            <a:off x="12054153" y="4383275"/>
            <a:ext cx="902365" cy="1171838"/>
          </a:xfrm>
          <a:prstGeom prst="bentConnector3">
            <a:avLst>
              <a:gd name="adj1" fmla="val 50000"/>
            </a:avLst>
          </a:prstGeom>
          <a:noFill/>
          <a:ln w="25400" algn="ctr">
            <a:solidFill>
              <a:srgbClr val="FFC000"/>
            </a:solidFill>
            <a:round/>
            <a:headEnd/>
            <a:tailEnd type="arrow" w="med" len="med"/>
          </a:ln>
          <a:extLst>
            <a:ext uri="{909E8E84-426E-40DD-AFC4-6F175D3DCCD1}">
              <a14:hiddenFill xmlns:a14="http://schemas.microsoft.com/office/drawing/2010/main">
                <a:noFill/>
              </a14:hiddenFill>
            </a:ext>
          </a:extLst>
        </p:spPr>
      </p:cxnSp>
      <p:cxnSp>
        <p:nvCxnSpPr>
          <p:cNvPr id="12" name="Elbow Connector 7">
            <a:extLst>
              <a:ext uri="{FF2B5EF4-FFF2-40B4-BE49-F238E27FC236}">
                <a16:creationId xmlns:a16="http://schemas.microsoft.com/office/drawing/2014/main" id="{F503B68F-7426-6C49-920C-1874BD3746DF}"/>
              </a:ext>
            </a:extLst>
          </p:cNvPr>
          <p:cNvCxnSpPr>
            <a:cxnSpLocks noChangeShapeType="1"/>
          </p:cNvCxnSpPr>
          <p:nvPr/>
        </p:nvCxnSpPr>
        <p:spPr bwMode="auto">
          <a:xfrm rot="5400000">
            <a:off x="13252832" y="4469065"/>
            <a:ext cx="677105" cy="1000259"/>
          </a:xfrm>
          <a:prstGeom prst="bentConnector3">
            <a:avLst>
              <a:gd name="adj1" fmla="val 50000"/>
            </a:avLst>
          </a:prstGeom>
          <a:noFill/>
          <a:ln w="25400" algn="ctr">
            <a:solidFill>
              <a:srgbClr val="FFC000"/>
            </a:solidFill>
            <a:round/>
            <a:headEnd/>
            <a:tailEnd type="none" w="med" len="med"/>
          </a:ln>
          <a:extLst>
            <a:ext uri="{909E8E84-426E-40DD-AFC4-6F175D3DCCD1}">
              <a14:hiddenFill xmlns:a14="http://schemas.microsoft.com/office/drawing/2010/main">
                <a:noFill/>
              </a14:hiddenFill>
            </a:ext>
          </a:extLst>
        </p:spPr>
      </p:cxnSp>
      <p:cxnSp>
        <p:nvCxnSpPr>
          <p:cNvPr id="15" name="Elbow Connector 5">
            <a:extLst>
              <a:ext uri="{FF2B5EF4-FFF2-40B4-BE49-F238E27FC236}">
                <a16:creationId xmlns:a16="http://schemas.microsoft.com/office/drawing/2014/main" id="{8974C8DA-4B18-7545-8001-F50644292E74}"/>
              </a:ext>
            </a:extLst>
          </p:cNvPr>
          <p:cNvCxnSpPr>
            <a:cxnSpLocks noChangeShapeType="1"/>
            <a:stCxn id="13" idx="2"/>
          </p:cNvCxnSpPr>
          <p:nvPr/>
        </p:nvCxnSpPr>
        <p:spPr bwMode="auto">
          <a:xfrm rot="16200000" flipH="1">
            <a:off x="11208274" y="3349236"/>
            <a:ext cx="733549" cy="530556"/>
          </a:xfrm>
          <a:prstGeom prst="bentConnector3">
            <a:avLst>
              <a:gd name="adj1" fmla="val 50000"/>
            </a:avLst>
          </a:prstGeom>
          <a:noFill/>
          <a:ln w="25400" algn="ctr">
            <a:solidFill>
              <a:srgbClr val="FFC000"/>
            </a:solidFill>
            <a:round/>
            <a:headEnd/>
            <a:tailEnd type="none" w="med" len="med"/>
          </a:ln>
          <a:extLst>
            <a:ext uri="{909E8E84-426E-40DD-AFC4-6F175D3DCCD1}">
              <a14:hiddenFill xmlns:a14="http://schemas.microsoft.com/office/drawing/2010/main">
                <a:noFill/>
              </a14:hiddenFill>
            </a:ext>
          </a:extLst>
        </p:spPr>
      </p:cxnSp>
      <p:cxnSp>
        <p:nvCxnSpPr>
          <p:cNvPr id="16" name="Elbow Connector 7">
            <a:extLst>
              <a:ext uri="{FF2B5EF4-FFF2-40B4-BE49-F238E27FC236}">
                <a16:creationId xmlns:a16="http://schemas.microsoft.com/office/drawing/2014/main" id="{2E443960-40E1-AE4F-AB41-0896E4E7F0BB}"/>
              </a:ext>
            </a:extLst>
          </p:cNvPr>
          <p:cNvCxnSpPr>
            <a:cxnSpLocks noChangeShapeType="1"/>
            <a:stCxn id="14" idx="2"/>
          </p:cNvCxnSpPr>
          <p:nvPr/>
        </p:nvCxnSpPr>
        <p:spPr bwMode="auto">
          <a:xfrm rot="5400000">
            <a:off x="11779589" y="3312128"/>
            <a:ext cx="729900" cy="608427"/>
          </a:xfrm>
          <a:prstGeom prst="bentConnector3">
            <a:avLst>
              <a:gd name="adj1" fmla="val 50000"/>
            </a:avLst>
          </a:prstGeom>
          <a:noFill/>
          <a:ln w="25400" algn="ctr">
            <a:solidFill>
              <a:srgbClr val="FFC000"/>
            </a:solidFill>
            <a:round/>
            <a:headEnd/>
            <a:tailEnd type="arrow" w="med" len="med"/>
          </a:ln>
          <a:extLst>
            <a:ext uri="{909E8E84-426E-40DD-AFC4-6F175D3DCCD1}">
              <a14:hiddenFill xmlns:a14="http://schemas.microsoft.com/office/drawing/2010/main">
                <a:noFill/>
              </a14:hiddenFill>
            </a:ext>
          </a:extLst>
        </p:spPr>
      </p:cxnSp>
      <p:cxnSp>
        <p:nvCxnSpPr>
          <p:cNvPr id="19" name="Elbow Connector 5">
            <a:extLst>
              <a:ext uri="{FF2B5EF4-FFF2-40B4-BE49-F238E27FC236}">
                <a16:creationId xmlns:a16="http://schemas.microsoft.com/office/drawing/2014/main" id="{6E3010A8-0CEC-2045-A816-68CD66F98EF5}"/>
              </a:ext>
            </a:extLst>
          </p:cNvPr>
          <p:cNvCxnSpPr>
            <a:cxnSpLocks noChangeShapeType="1"/>
          </p:cNvCxnSpPr>
          <p:nvPr/>
        </p:nvCxnSpPr>
        <p:spPr bwMode="auto">
          <a:xfrm rot="16200000" flipH="1">
            <a:off x="13469900" y="3360847"/>
            <a:ext cx="733650" cy="532634"/>
          </a:xfrm>
          <a:prstGeom prst="bentConnector3">
            <a:avLst>
              <a:gd name="adj1" fmla="val 50000"/>
            </a:avLst>
          </a:prstGeom>
          <a:noFill/>
          <a:ln w="25400" algn="ctr">
            <a:solidFill>
              <a:srgbClr val="FFC000"/>
            </a:solidFill>
            <a:round/>
            <a:headEnd/>
            <a:tailEnd type="none" w="med" len="med"/>
          </a:ln>
          <a:extLst>
            <a:ext uri="{909E8E84-426E-40DD-AFC4-6F175D3DCCD1}">
              <a14:hiddenFill xmlns:a14="http://schemas.microsoft.com/office/drawing/2010/main">
                <a:noFill/>
              </a14:hiddenFill>
            </a:ext>
          </a:extLst>
        </p:spPr>
      </p:cxnSp>
      <p:cxnSp>
        <p:nvCxnSpPr>
          <p:cNvPr id="20" name="Elbow Connector 7">
            <a:extLst>
              <a:ext uri="{FF2B5EF4-FFF2-40B4-BE49-F238E27FC236}">
                <a16:creationId xmlns:a16="http://schemas.microsoft.com/office/drawing/2014/main" id="{4423FADB-A455-CA4D-8A60-1DF3F9F31E85}"/>
              </a:ext>
            </a:extLst>
          </p:cNvPr>
          <p:cNvCxnSpPr>
            <a:cxnSpLocks noChangeShapeType="1"/>
          </p:cNvCxnSpPr>
          <p:nvPr/>
        </p:nvCxnSpPr>
        <p:spPr bwMode="auto">
          <a:xfrm rot="5400000">
            <a:off x="14044869" y="3348090"/>
            <a:ext cx="718389" cy="586893"/>
          </a:xfrm>
          <a:prstGeom prst="bentConnector3">
            <a:avLst>
              <a:gd name="adj1" fmla="val 50000"/>
            </a:avLst>
          </a:prstGeom>
          <a:noFill/>
          <a:ln w="25400" algn="ctr">
            <a:solidFill>
              <a:srgbClr val="FFC000"/>
            </a:solidFill>
            <a:round/>
            <a:headEnd/>
            <a:tailEnd type="arrow" w="med" len="med"/>
          </a:ln>
          <a:extLst>
            <a:ext uri="{909E8E84-426E-40DD-AFC4-6F175D3DCCD1}">
              <a14:hiddenFill xmlns:a14="http://schemas.microsoft.com/office/drawing/2010/main">
                <a:noFill/>
              </a14:hiddenFill>
            </a:ext>
          </a:extLst>
        </p:spPr>
      </p:cxnSp>
      <p:sp>
        <p:nvSpPr>
          <p:cNvPr id="21" name="Rectangle 20">
            <a:extLst>
              <a:ext uri="{FF2B5EF4-FFF2-40B4-BE49-F238E27FC236}">
                <a16:creationId xmlns:a16="http://schemas.microsoft.com/office/drawing/2014/main" id="{1F72B3CE-EB38-FF47-AAD0-3AB5E6DA25CD}"/>
              </a:ext>
            </a:extLst>
          </p:cNvPr>
          <p:cNvSpPr/>
          <p:nvPr/>
        </p:nvSpPr>
        <p:spPr bwMode="auto">
          <a:xfrm>
            <a:off x="11599991" y="6090926"/>
            <a:ext cx="777574" cy="605998"/>
          </a:xfrm>
          <a:prstGeom prst="rect">
            <a:avLst/>
          </a:prstGeom>
          <a:solidFill>
            <a:schemeClr val="bg1">
              <a:lumMod val="75000"/>
            </a:schemeClr>
          </a:solidFill>
          <a:ln w="12700" cap="flat" cmpd="sng" algn="ctr">
            <a:solidFill>
              <a:schemeClr val="tx1"/>
            </a:solidFill>
            <a:prstDash val="solid"/>
            <a:round/>
            <a:headEnd type="none" w="med" len="med"/>
            <a:tailEnd type="none" w="med" len="med"/>
          </a:ln>
          <a:effectLst/>
        </p:spPr>
        <p:txBody>
          <a:bodyPr wrap="none" anchor="ctr"/>
          <a:lstStyle/>
          <a:p>
            <a:pPr marL="0" marR="0" lvl="0" indent="0" algn="l" defTabSz="812810" rtl="0" eaLnBrk="1" fontAlgn="auto" latinLnBrk="0" hangingPunct="1">
              <a:lnSpc>
                <a:spcPct val="100000"/>
              </a:lnSpc>
              <a:spcBef>
                <a:spcPts val="0"/>
              </a:spcBef>
              <a:spcAft>
                <a:spcPts val="0"/>
              </a:spcAft>
              <a:buClrTx/>
              <a:buSzTx/>
              <a:buFontTx/>
              <a:buNone/>
              <a:tabLst/>
              <a:defRPr/>
            </a:pPr>
            <a:endParaRPr kumimoji="0" lang="en-US" sz="3200" b="0" i="0" u="none" strike="noStrike" kern="1200" cap="none" spc="0" normalizeH="0" baseline="0" noProof="0">
              <a:ln>
                <a:noFill/>
              </a:ln>
              <a:solidFill>
                <a:srgbClr val="000000"/>
              </a:solidFill>
              <a:effectLst/>
              <a:uLnTx/>
              <a:uFillTx/>
              <a:latin typeface="Arial" charset="0"/>
              <a:ea typeface="+mn-ea"/>
              <a:cs typeface="+mn-cs"/>
            </a:endParaRPr>
          </a:p>
        </p:txBody>
      </p:sp>
      <p:sp>
        <p:nvSpPr>
          <p:cNvPr id="22" name="Rectangle 21">
            <a:extLst>
              <a:ext uri="{FF2B5EF4-FFF2-40B4-BE49-F238E27FC236}">
                <a16:creationId xmlns:a16="http://schemas.microsoft.com/office/drawing/2014/main" id="{A4EBEA9C-9DAE-E440-9F18-47747E772FAF}"/>
              </a:ext>
            </a:extLst>
          </p:cNvPr>
          <p:cNvSpPr/>
          <p:nvPr/>
        </p:nvSpPr>
        <p:spPr bwMode="auto">
          <a:xfrm>
            <a:off x="13808591" y="6090926"/>
            <a:ext cx="777576" cy="609647"/>
          </a:xfrm>
          <a:prstGeom prst="rect">
            <a:avLst/>
          </a:prstGeom>
          <a:solidFill>
            <a:schemeClr val="bg1">
              <a:lumMod val="75000"/>
            </a:schemeClr>
          </a:solidFill>
          <a:ln w="12700" cap="flat" cmpd="sng" algn="ctr">
            <a:solidFill>
              <a:schemeClr val="tx1"/>
            </a:solidFill>
            <a:prstDash val="solid"/>
            <a:round/>
            <a:headEnd type="none" w="med" len="med"/>
            <a:tailEnd type="none" w="med" len="med"/>
          </a:ln>
          <a:effectLst/>
        </p:spPr>
        <p:txBody>
          <a:bodyPr wrap="none" anchor="ctr"/>
          <a:lstStyle/>
          <a:p>
            <a:pPr marL="0" marR="0" lvl="0" indent="0" algn="l" defTabSz="812810" rtl="0" eaLnBrk="1" fontAlgn="auto" latinLnBrk="0" hangingPunct="1">
              <a:lnSpc>
                <a:spcPct val="100000"/>
              </a:lnSpc>
              <a:spcBef>
                <a:spcPts val="0"/>
              </a:spcBef>
              <a:spcAft>
                <a:spcPts val="0"/>
              </a:spcAft>
              <a:buClrTx/>
              <a:buSzTx/>
              <a:buFontTx/>
              <a:buNone/>
              <a:tabLst/>
              <a:defRPr/>
            </a:pPr>
            <a:endParaRPr kumimoji="0" lang="en-US" sz="3200" b="0" i="0" u="none" strike="noStrike" kern="1200" cap="none" spc="0" normalizeH="0" baseline="0" noProof="0">
              <a:ln>
                <a:noFill/>
              </a:ln>
              <a:solidFill>
                <a:srgbClr val="000000"/>
              </a:solidFill>
              <a:effectLst/>
              <a:uLnTx/>
              <a:uFillTx/>
              <a:latin typeface="Arial" charset="0"/>
              <a:ea typeface="+mn-ea"/>
              <a:cs typeface="+mn-cs"/>
            </a:endParaRPr>
          </a:p>
        </p:txBody>
      </p:sp>
      <p:cxnSp>
        <p:nvCxnSpPr>
          <p:cNvPr id="23" name="Elbow Connector 5">
            <a:extLst>
              <a:ext uri="{FF2B5EF4-FFF2-40B4-BE49-F238E27FC236}">
                <a16:creationId xmlns:a16="http://schemas.microsoft.com/office/drawing/2014/main" id="{1386F04C-7348-E440-84CD-6AA1C842C12B}"/>
              </a:ext>
            </a:extLst>
          </p:cNvPr>
          <p:cNvCxnSpPr>
            <a:cxnSpLocks noChangeShapeType="1"/>
            <a:endCxn id="21" idx="3"/>
          </p:cNvCxnSpPr>
          <p:nvPr/>
        </p:nvCxnSpPr>
        <p:spPr bwMode="auto">
          <a:xfrm rot="5400000">
            <a:off x="12616795" y="5919465"/>
            <a:ext cx="235231" cy="713689"/>
          </a:xfrm>
          <a:prstGeom prst="bentConnector2">
            <a:avLst/>
          </a:prstGeom>
          <a:noFill/>
          <a:ln w="25400" algn="ctr">
            <a:solidFill>
              <a:srgbClr val="FFC000"/>
            </a:solidFill>
            <a:round/>
            <a:headEnd/>
            <a:tailEnd type="arrow" w="med" len="med"/>
          </a:ln>
          <a:extLst>
            <a:ext uri="{909E8E84-426E-40DD-AFC4-6F175D3DCCD1}">
              <a14:hiddenFill xmlns:a14="http://schemas.microsoft.com/office/drawing/2010/main">
                <a:noFill/>
              </a14:hiddenFill>
            </a:ext>
          </a:extLst>
        </p:spPr>
      </p:cxnSp>
      <p:cxnSp>
        <p:nvCxnSpPr>
          <p:cNvPr id="24" name="Elbow Connector 7">
            <a:extLst>
              <a:ext uri="{FF2B5EF4-FFF2-40B4-BE49-F238E27FC236}">
                <a16:creationId xmlns:a16="http://schemas.microsoft.com/office/drawing/2014/main" id="{D475F799-925B-ED43-99F6-D14A5C9D67D8}"/>
              </a:ext>
            </a:extLst>
          </p:cNvPr>
          <p:cNvCxnSpPr>
            <a:cxnSpLocks noChangeShapeType="1"/>
            <a:endCxn id="22" idx="1"/>
          </p:cNvCxnSpPr>
          <p:nvPr/>
        </p:nvCxnSpPr>
        <p:spPr bwMode="auto">
          <a:xfrm rot="16200000" flipH="1">
            <a:off x="13331394" y="5918553"/>
            <a:ext cx="237056" cy="717337"/>
          </a:xfrm>
          <a:prstGeom prst="bentConnector2">
            <a:avLst/>
          </a:prstGeom>
          <a:noFill/>
          <a:ln w="25400" algn="ctr">
            <a:solidFill>
              <a:srgbClr val="FFC000"/>
            </a:solidFill>
            <a:round/>
            <a:headEnd/>
            <a:tailEnd type="arrow" w="med" len="med"/>
          </a:ln>
          <a:extLst>
            <a:ext uri="{909E8E84-426E-40DD-AFC4-6F175D3DCCD1}">
              <a14:hiddenFill xmlns:a14="http://schemas.microsoft.com/office/drawing/2010/main">
                <a:noFill/>
              </a14:hiddenFill>
            </a:ext>
          </a:extLst>
        </p:spPr>
      </p:cxnSp>
      <p:sp>
        <p:nvSpPr>
          <p:cNvPr id="8" name="Rectangle 7">
            <a:extLst>
              <a:ext uri="{FF2B5EF4-FFF2-40B4-BE49-F238E27FC236}">
                <a16:creationId xmlns:a16="http://schemas.microsoft.com/office/drawing/2014/main" id="{1FFB958C-32B1-6F4D-B480-2DBEF9B3D740}"/>
              </a:ext>
            </a:extLst>
          </p:cNvPr>
          <p:cNvSpPr/>
          <p:nvPr/>
        </p:nvSpPr>
        <p:spPr bwMode="auto">
          <a:xfrm>
            <a:off x="11530628" y="4002584"/>
            <a:ext cx="777576" cy="605998"/>
          </a:xfrm>
          <a:prstGeom prst="rect">
            <a:avLst/>
          </a:prstGeom>
          <a:solidFill>
            <a:schemeClr val="bg1">
              <a:lumMod val="75000"/>
            </a:schemeClr>
          </a:solidFill>
          <a:ln w="12700" cap="flat" cmpd="sng" algn="ctr">
            <a:solidFill>
              <a:schemeClr val="tx1"/>
            </a:solidFill>
            <a:prstDash val="solid"/>
            <a:round/>
            <a:headEnd type="none" w="med" len="med"/>
            <a:tailEnd type="none" w="med" len="med"/>
          </a:ln>
          <a:effectLst/>
        </p:spPr>
        <p:txBody>
          <a:bodyPr wrap="none" anchor="ctr"/>
          <a:lstStyle/>
          <a:p>
            <a:pPr marL="0" marR="0" lvl="0" indent="0" algn="l" defTabSz="812810" rtl="0" eaLnBrk="1" fontAlgn="auto" latinLnBrk="0" hangingPunct="1">
              <a:lnSpc>
                <a:spcPct val="100000"/>
              </a:lnSpc>
              <a:spcBef>
                <a:spcPts val="0"/>
              </a:spcBef>
              <a:spcAft>
                <a:spcPts val="0"/>
              </a:spcAft>
              <a:buClrTx/>
              <a:buSzTx/>
              <a:buFontTx/>
              <a:buNone/>
              <a:tabLst/>
              <a:defRPr/>
            </a:pPr>
            <a:r>
              <a:rPr kumimoji="0" lang="en-US" sz="3200" b="0" i="0" u="none" strike="noStrike" kern="1200" cap="none" spc="0" normalizeH="0" baseline="0" noProof="0" dirty="0">
                <a:ln>
                  <a:noFill/>
                </a:ln>
                <a:solidFill>
                  <a:srgbClr val="000000"/>
                </a:solidFill>
                <a:effectLst/>
                <a:uLnTx/>
                <a:uFillTx/>
                <a:latin typeface="Arial" charset="0"/>
                <a:ea typeface="+mn-ea"/>
                <a:cs typeface="+mn-cs"/>
              </a:rPr>
              <a:t> </a:t>
            </a:r>
          </a:p>
        </p:txBody>
      </p:sp>
      <p:sp>
        <p:nvSpPr>
          <p:cNvPr id="9" name="Rectangle 8">
            <a:extLst>
              <a:ext uri="{FF2B5EF4-FFF2-40B4-BE49-F238E27FC236}">
                <a16:creationId xmlns:a16="http://schemas.microsoft.com/office/drawing/2014/main" id="{8A8AA4BE-57C3-6E49-B67A-0905D35286CE}"/>
              </a:ext>
            </a:extLst>
          </p:cNvPr>
          <p:cNvSpPr/>
          <p:nvPr/>
        </p:nvSpPr>
        <p:spPr bwMode="auto">
          <a:xfrm>
            <a:off x="13702726" y="4046393"/>
            <a:ext cx="777574" cy="609649"/>
          </a:xfrm>
          <a:prstGeom prst="rect">
            <a:avLst/>
          </a:prstGeom>
          <a:solidFill>
            <a:schemeClr val="bg1">
              <a:lumMod val="75000"/>
            </a:schemeClr>
          </a:solidFill>
          <a:ln w="12700" cap="flat" cmpd="sng" algn="ctr">
            <a:solidFill>
              <a:schemeClr val="tx1"/>
            </a:solidFill>
            <a:prstDash val="solid"/>
            <a:round/>
            <a:headEnd type="none" w="med" len="med"/>
            <a:tailEnd type="none" w="med" len="med"/>
          </a:ln>
          <a:effectLst/>
        </p:spPr>
        <p:txBody>
          <a:bodyPr wrap="none" anchor="ctr"/>
          <a:lstStyle/>
          <a:p>
            <a:pPr marL="0" marR="0" lvl="0" indent="0" algn="l" defTabSz="812810" rtl="0" eaLnBrk="1" fontAlgn="auto" latinLnBrk="0" hangingPunct="1">
              <a:lnSpc>
                <a:spcPct val="100000"/>
              </a:lnSpc>
              <a:spcBef>
                <a:spcPts val="0"/>
              </a:spcBef>
              <a:spcAft>
                <a:spcPts val="0"/>
              </a:spcAft>
              <a:buClrTx/>
              <a:buSzTx/>
              <a:buFontTx/>
              <a:buNone/>
              <a:tabLst/>
              <a:defRPr/>
            </a:pPr>
            <a:endParaRPr kumimoji="0" lang="en-US" sz="3200" b="0" i="0" u="none" strike="noStrike" kern="1200" cap="none" spc="0" normalizeH="0" baseline="0" noProof="0">
              <a:ln>
                <a:noFill/>
              </a:ln>
              <a:solidFill>
                <a:srgbClr val="000000"/>
              </a:solidFill>
              <a:effectLst/>
              <a:uLnTx/>
              <a:uFillTx/>
              <a:latin typeface="Arial" charset="0"/>
              <a:ea typeface="+mn-ea"/>
              <a:cs typeface="+mn-cs"/>
            </a:endParaRPr>
          </a:p>
        </p:txBody>
      </p:sp>
      <p:sp>
        <p:nvSpPr>
          <p:cNvPr id="13" name="Rectangle 12">
            <a:extLst>
              <a:ext uri="{FF2B5EF4-FFF2-40B4-BE49-F238E27FC236}">
                <a16:creationId xmlns:a16="http://schemas.microsoft.com/office/drawing/2014/main" id="{3CD3B1E1-0248-1E4A-864F-DA9F38405A4C}"/>
              </a:ext>
            </a:extLst>
          </p:cNvPr>
          <p:cNvSpPr/>
          <p:nvPr/>
        </p:nvSpPr>
        <p:spPr bwMode="auto">
          <a:xfrm>
            <a:off x="10920983" y="2641742"/>
            <a:ext cx="777574" cy="605998"/>
          </a:xfrm>
          <a:prstGeom prst="rect">
            <a:avLst/>
          </a:prstGeom>
          <a:solidFill>
            <a:schemeClr val="bg1">
              <a:lumMod val="75000"/>
            </a:schemeClr>
          </a:solidFill>
          <a:ln w="12700" cap="flat" cmpd="sng" algn="ctr">
            <a:solidFill>
              <a:schemeClr val="tx1"/>
            </a:solidFill>
            <a:prstDash val="solid"/>
            <a:round/>
            <a:headEnd type="none" w="med" len="med"/>
            <a:tailEnd type="none" w="med" len="med"/>
          </a:ln>
          <a:effectLst/>
        </p:spPr>
        <p:txBody>
          <a:bodyPr wrap="none" anchor="ctr"/>
          <a:lstStyle/>
          <a:p>
            <a:pPr marL="0" marR="0" lvl="0" indent="0" algn="l" defTabSz="812810" rtl="0" eaLnBrk="1" fontAlgn="auto" latinLnBrk="0" hangingPunct="1">
              <a:lnSpc>
                <a:spcPct val="100000"/>
              </a:lnSpc>
              <a:spcBef>
                <a:spcPts val="0"/>
              </a:spcBef>
              <a:spcAft>
                <a:spcPts val="0"/>
              </a:spcAft>
              <a:buClrTx/>
              <a:buSzTx/>
              <a:buFontTx/>
              <a:buNone/>
              <a:tabLst/>
              <a:defRPr/>
            </a:pPr>
            <a:endParaRPr kumimoji="0" lang="en-US" sz="3200" b="0" i="0" u="none" strike="noStrike" kern="1200" cap="none" spc="0" normalizeH="0" baseline="0" noProof="0">
              <a:ln>
                <a:noFill/>
              </a:ln>
              <a:solidFill>
                <a:srgbClr val="000000"/>
              </a:solidFill>
              <a:effectLst/>
              <a:uLnTx/>
              <a:uFillTx/>
              <a:latin typeface="Arial" charset="0"/>
              <a:ea typeface="+mn-ea"/>
              <a:cs typeface="+mn-cs"/>
            </a:endParaRPr>
          </a:p>
        </p:txBody>
      </p:sp>
      <p:sp>
        <p:nvSpPr>
          <p:cNvPr id="14" name="Rectangle 13">
            <a:extLst>
              <a:ext uri="{FF2B5EF4-FFF2-40B4-BE49-F238E27FC236}">
                <a16:creationId xmlns:a16="http://schemas.microsoft.com/office/drawing/2014/main" id="{54AF2D9B-551D-F34E-842B-7519752F6C77}"/>
              </a:ext>
            </a:extLst>
          </p:cNvPr>
          <p:cNvSpPr/>
          <p:nvPr/>
        </p:nvSpPr>
        <p:spPr bwMode="auto">
          <a:xfrm>
            <a:off x="12059965" y="2641742"/>
            <a:ext cx="777574" cy="609649"/>
          </a:xfrm>
          <a:prstGeom prst="rect">
            <a:avLst/>
          </a:prstGeom>
          <a:solidFill>
            <a:schemeClr val="bg1">
              <a:lumMod val="75000"/>
            </a:schemeClr>
          </a:solidFill>
          <a:ln w="12700" cap="flat" cmpd="sng" algn="ctr">
            <a:solidFill>
              <a:schemeClr val="tx1"/>
            </a:solidFill>
            <a:prstDash val="solid"/>
            <a:round/>
            <a:headEnd type="none" w="med" len="med"/>
            <a:tailEnd type="none" w="med" len="med"/>
          </a:ln>
          <a:effectLst/>
        </p:spPr>
        <p:txBody>
          <a:bodyPr wrap="none" anchor="ctr"/>
          <a:lstStyle/>
          <a:p>
            <a:pPr marL="0" marR="0" lvl="0" indent="0" algn="l" defTabSz="812810" rtl="0" eaLnBrk="1" fontAlgn="auto" latinLnBrk="0" hangingPunct="1">
              <a:lnSpc>
                <a:spcPct val="100000"/>
              </a:lnSpc>
              <a:spcBef>
                <a:spcPts val="0"/>
              </a:spcBef>
              <a:spcAft>
                <a:spcPts val="0"/>
              </a:spcAft>
              <a:buClrTx/>
              <a:buSzTx/>
              <a:buFontTx/>
              <a:buNone/>
              <a:tabLst/>
              <a:defRPr/>
            </a:pPr>
            <a:endParaRPr kumimoji="0" lang="en-US" sz="3200" b="0" i="0" u="none" strike="noStrike" kern="1200" cap="none" spc="0" normalizeH="0" baseline="0" noProof="0">
              <a:ln>
                <a:noFill/>
              </a:ln>
              <a:solidFill>
                <a:srgbClr val="000000"/>
              </a:solidFill>
              <a:effectLst/>
              <a:uLnTx/>
              <a:uFillTx/>
              <a:latin typeface="Arial" charset="0"/>
              <a:ea typeface="+mn-ea"/>
              <a:cs typeface="+mn-cs"/>
            </a:endParaRPr>
          </a:p>
        </p:txBody>
      </p:sp>
      <p:sp>
        <p:nvSpPr>
          <p:cNvPr id="17" name="Rectangle 16">
            <a:extLst>
              <a:ext uri="{FF2B5EF4-FFF2-40B4-BE49-F238E27FC236}">
                <a16:creationId xmlns:a16="http://schemas.microsoft.com/office/drawing/2014/main" id="{A699D8E3-E571-C545-BB20-579C2E8ABBE4}"/>
              </a:ext>
            </a:extLst>
          </p:cNvPr>
          <p:cNvSpPr/>
          <p:nvPr/>
        </p:nvSpPr>
        <p:spPr bwMode="auto">
          <a:xfrm>
            <a:off x="13169743" y="2641742"/>
            <a:ext cx="777574" cy="605998"/>
          </a:xfrm>
          <a:prstGeom prst="rect">
            <a:avLst/>
          </a:prstGeom>
          <a:solidFill>
            <a:schemeClr val="bg1">
              <a:lumMod val="75000"/>
            </a:schemeClr>
          </a:solidFill>
          <a:ln w="12700" cap="flat" cmpd="sng" algn="ctr">
            <a:solidFill>
              <a:schemeClr val="tx1"/>
            </a:solidFill>
            <a:prstDash val="solid"/>
            <a:round/>
            <a:headEnd type="none" w="med" len="med"/>
            <a:tailEnd type="none" w="med" len="med"/>
          </a:ln>
          <a:effectLst/>
        </p:spPr>
        <p:txBody>
          <a:bodyPr wrap="none" anchor="ctr"/>
          <a:lstStyle/>
          <a:p>
            <a:pPr marL="0" marR="0" lvl="0" indent="0" algn="l" defTabSz="812810" rtl="0" eaLnBrk="1" fontAlgn="auto" latinLnBrk="0" hangingPunct="1">
              <a:lnSpc>
                <a:spcPct val="100000"/>
              </a:lnSpc>
              <a:spcBef>
                <a:spcPts val="0"/>
              </a:spcBef>
              <a:spcAft>
                <a:spcPts val="0"/>
              </a:spcAft>
              <a:buClrTx/>
              <a:buSzTx/>
              <a:buFontTx/>
              <a:buNone/>
              <a:tabLst/>
              <a:defRPr/>
            </a:pPr>
            <a:endParaRPr kumimoji="0" lang="en-US" sz="3200" b="0" i="0" u="none" strike="noStrike" kern="1200" cap="none" spc="0" normalizeH="0" baseline="0" noProof="0">
              <a:ln>
                <a:noFill/>
              </a:ln>
              <a:solidFill>
                <a:srgbClr val="000000"/>
              </a:solidFill>
              <a:effectLst/>
              <a:uLnTx/>
              <a:uFillTx/>
              <a:latin typeface="Arial" charset="0"/>
              <a:ea typeface="+mn-ea"/>
              <a:cs typeface="+mn-cs"/>
            </a:endParaRPr>
          </a:p>
        </p:txBody>
      </p:sp>
      <p:sp>
        <p:nvSpPr>
          <p:cNvPr id="18" name="Rectangle 17">
            <a:extLst>
              <a:ext uri="{FF2B5EF4-FFF2-40B4-BE49-F238E27FC236}">
                <a16:creationId xmlns:a16="http://schemas.microsoft.com/office/drawing/2014/main" id="{92CC5323-8F1A-0840-BD5B-D2BDC53672D6}"/>
              </a:ext>
            </a:extLst>
          </p:cNvPr>
          <p:cNvSpPr/>
          <p:nvPr/>
        </p:nvSpPr>
        <p:spPr bwMode="auto">
          <a:xfrm>
            <a:off x="14308722" y="2641742"/>
            <a:ext cx="777574" cy="609649"/>
          </a:xfrm>
          <a:prstGeom prst="rect">
            <a:avLst/>
          </a:prstGeom>
          <a:solidFill>
            <a:schemeClr val="bg1">
              <a:lumMod val="75000"/>
            </a:schemeClr>
          </a:solidFill>
          <a:ln w="12700" cap="flat" cmpd="sng" algn="ctr">
            <a:solidFill>
              <a:schemeClr val="tx1"/>
            </a:solidFill>
            <a:prstDash val="solid"/>
            <a:round/>
            <a:headEnd type="none" w="med" len="med"/>
            <a:tailEnd type="none" w="med" len="med"/>
          </a:ln>
          <a:effectLst/>
        </p:spPr>
        <p:txBody>
          <a:bodyPr wrap="none" anchor="ctr"/>
          <a:lstStyle/>
          <a:p>
            <a:pPr marL="0" marR="0" lvl="0" indent="0" algn="l" defTabSz="812810" rtl="0" eaLnBrk="1" fontAlgn="auto" latinLnBrk="0" hangingPunct="1">
              <a:lnSpc>
                <a:spcPct val="100000"/>
              </a:lnSpc>
              <a:spcBef>
                <a:spcPts val="0"/>
              </a:spcBef>
              <a:spcAft>
                <a:spcPts val="0"/>
              </a:spcAft>
              <a:buClrTx/>
              <a:buSzTx/>
              <a:buFontTx/>
              <a:buNone/>
              <a:tabLst/>
              <a:defRPr/>
            </a:pPr>
            <a:endParaRPr kumimoji="0" lang="en-US" sz="3200" b="0" i="0" u="none" strike="noStrike" kern="1200" cap="none" spc="0" normalizeH="0" baseline="0" noProof="0">
              <a:ln>
                <a:noFill/>
              </a:ln>
              <a:solidFill>
                <a:srgbClr val="000000"/>
              </a:solidFill>
              <a:effectLst/>
              <a:uLnTx/>
              <a:uFillTx/>
              <a:latin typeface="Arial" charset="0"/>
              <a:ea typeface="+mn-ea"/>
              <a:cs typeface="+mn-cs"/>
            </a:endParaRPr>
          </a:p>
        </p:txBody>
      </p:sp>
      <p:sp>
        <p:nvSpPr>
          <p:cNvPr id="6" name="Oval 5">
            <a:extLst>
              <a:ext uri="{FF2B5EF4-FFF2-40B4-BE49-F238E27FC236}">
                <a16:creationId xmlns:a16="http://schemas.microsoft.com/office/drawing/2014/main" id="{BDF4C85C-A7D7-C340-891B-43D37FD69E05}"/>
              </a:ext>
            </a:extLst>
          </p:cNvPr>
          <p:cNvSpPr/>
          <p:nvPr/>
        </p:nvSpPr>
        <p:spPr>
          <a:xfrm>
            <a:off x="984738" y="2177432"/>
            <a:ext cx="707629" cy="707629"/>
          </a:xfrm>
          <a:prstGeom prst="ellipse">
            <a:avLst/>
          </a:prstGeom>
          <a:solidFill>
            <a:schemeClr val="accent6"/>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812810" rtl="0" eaLnBrk="1" fontAlgn="auto" latinLnBrk="0" hangingPunct="1">
              <a:lnSpc>
                <a:spcPct val="100000"/>
              </a:lnSpc>
              <a:spcBef>
                <a:spcPts val="0"/>
              </a:spcBef>
              <a:spcAft>
                <a:spcPts val="0"/>
              </a:spcAft>
              <a:buClrTx/>
              <a:buSzTx/>
              <a:buFontTx/>
              <a:buNone/>
              <a:tabLst/>
              <a:defRPr/>
            </a:pPr>
            <a:r>
              <a:rPr kumimoji="0" lang="en-US" sz="3600" b="1" i="0" u="none" strike="noStrike" kern="1200" cap="none" spc="0" normalizeH="0" baseline="0" noProof="0" dirty="0">
                <a:ln>
                  <a:noFill/>
                </a:ln>
                <a:solidFill>
                  <a:prstClr val="white"/>
                </a:solidFill>
                <a:effectLst/>
                <a:uLnTx/>
                <a:uFillTx/>
                <a:latin typeface="Arial" panose="020B0604020202020204"/>
                <a:ea typeface="+mn-ea"/>
                <a:cs typeface="+mn-cs"/>
              </a:rPr>
              <a:t>1</a:t>
            </a:r>
          </a:p>
        </p:txBody>
      </p:sp>
      <p:sp>
        <p:nvSpPr>
          <p:cNvPr id="25" name="Oval 24">
            <a:extLst>
              <a:ext uri="{FF2B5EF4-FFF2-40B4-BE49-F238E27FC236}">
                <a16:creationId xmlns:a16="http://schemas.microsoft.com/office/drawing/2014/main" id="{1FA92A5C-A173-3640-A4A7-960FB2EF3EBB}"/>
              </a:ext>
            </a:extLst>
          </p:cNvPr>
          <p:cNvSpPr/>
          <p:nvPr/>
        </p:nvSpPr>
        <p:spPr>
          <a:xfrm>
            <a:off x="984738" y="3713930"/>
            <a:ext cx="707629" cy="707629"/>
          </a:xfrm>
          <a:prstGeom prst="ellipse">
            <a:avLst/>
          </a:prstGeom>
          <a:solidFill>
            <a:schemeClr val="accent6"/>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812810" rtl="0" eaLnBrk="1" fontAlgn="auto" latinLnBrk="0" hangingPunct="1">
              <a:lnSpc>
                <a:spcPct val="100000"/>
              </a:lnSpc>
              <a:spcBef>
                <a:spcPts val="0"/>
              </a:spcBef>
              <a:spcAft>
                <a:spcPts val="0"/>
              </a:spcAft>
              <a:buClrTx/>
              <a:buSzTx/>
              <a:buFontTx/>
              <a:buNone/>
              <a:tabLst/>
              <a:defRPr/>
            </a:pPr>
            <a:r>
              <a:rPr kumimoji="0" lang="en-US" sz="3600" b="1" i="0" u="none" strike="noStrike" kern="1200" cap="none" spc="0" normalizeH="0" baseline="0" noProof="0" dirty="0">
                <a:ln>
                  <a:noFill/>
                </a:ln>
                <a:solidFill>
                  <a:prstClr val="white"/>
                </a:solidFill>
                <a:effectLst/>
                <a:uLnTx/>
                <a:uFillTx/>
                <a:latin typeface="Arial" panose="020B0604020202020204"/>
                <a:ea typeface="+mn-ea"/>
                <a:cs typeface="+mn-cs"/>
              </a:rPr>
              <a:t>2</a:t>
            </a:r>
          </a:p>
        </p:txBody>
      </p:sp>
      <p:sp>
        <p:nvSpPr>
          <p:cNvPr id="26" name="Oval 25">
            <a:extLst>
              <a:ext uri="{FF2B5EF4-FFF2-40B4-BE49-F238E27FC236}">
                <a16:creationId xmlns:a16="http://schemas.microsoft.com/office/drawing/2014/main" id="{6286FB70-54AD-7B4C-8B27-B18D59AD7D96}"/>
              </a:ext>
            </a:extLst>
          </p:cNvPr>
          <p:cNvSpPr/>
          <p:nvPr/>
        </p:nvSpPr>
        <p:spPr>
          <a:xfrm>
            <a:off x="984738" y="4834948"/>
            <a:ext cx="707629" cy="707629"/>
          </a:xfrm>
          <a:prstGeom prst="ellipse">
            <a:avLst/>
          </a:prstGeom>
          <a:solidFill>
            <a:schemeClr val="accent6"/>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812810" rtl="0" eaLnBrk="1" fontAlgn="auto" latinLnBrk="0" hangingPunct="1">
              <a:lnSpc>
                <a:spcPct val="100000"/>
              </a:lnSpc>
              <a:spcBef>
                <a:spcPts val="0"/>
              </a:spcBef>
              <a:spcAft>
                <a:spcPts val="0"/>
              </a:spcAft>
              <a:buClrTx/>
              <a:buSzTx/>
              <a:buFontTx/>
              <a:buNone/>
              <a:tabLst/>
              <a:defRPr/>
            </a:pPr>
            <a:r>
              <a:rPr kumimoji="0" lang="en-US" sz="3600" b="1" i="0" u="none" strike="noStrike" kern="1200" cap="none" spc="0" normalizeH="0" baseline="0" noProof="0" dirty="0">
                <a:ln>
                  <a:noFill/>
                </a:ln>
                <a:solidFill>
                  <a:prstClr val="white"/>
                </a:solidFill>
                <a:effectLst/>
                <a:uLnTx/>
                <a:uFillTx/>
                <a:latin typeface="Arial" panose="020B0604020202020204"/>
                <a:ea typeface="+mn-ea"/>
                <a:cs typeface="+mn-cs"/>
              </a:rPr>
              <a:t>3</a:t>
            </a:r>
          </a:p>
        </p:txBody>
      </p:sp>
      <p:sp>
        <p:nvSpPr>
          <p:cNvPr id="27" name="Oval 26">
            <a:extLst>
              <a:ext uri="{FF2B5EF4-FFF2-40B4-BE49-F238E27FC236}">
                <a16:creationId xmlns:a16="http://schemas.microsoft.com/office/drawing/2014/main" id="{18991E85-73FD-134B-9322-077E01D16916}"/>
              </a:ext>
            </a:extLst>
          </p:cNvPr>
          <p:cNvSpPr/>
          <p:nvPr/>
        </p:nvSpPr>
        <p:spPr>
          <a:xfrm>
            <a:off x="984738" y="5827675"/>
            <a:ext cx="707629" cy="707629"/>
          </a:xfrm>
          <a:prstGeom prst="ellipse">
            <a:avLst/>
          </a:prstGeom>
          <a:solidFill>
            <a:schemeClr val="accent6"/>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812810" rtl="0" eaLnBrk="1" fontAlgn="auto" latinLnBrk="0" hangingPunct="1">
              <a:lnSpc>
                <a:spcPct val="100000"/>
              </a:lnSpc>
              <a:spcBef>
                <a:spcPts val="0"/>
              </a:spcBef>
              <a:spcAft>
                <a:spcPts val="0"/>
              </a:spcAft>
              <a:buClrTx/>
              <a:buSzTx/>
              <a:buFontTx/>
              <a:buNone/>
              <a:tabLst/>
              <a:defRPr/>
            </a:pPr>
            <a:r>
              <a:rPr kumimoji="0" lang="en-US" sz="3600" b="1" i="0" u="none" strike="noStrike" kern="1200" cap="none" spc="0" normalizeH="0" baseline="0" noProof="0" dirty="0">
                <a:ln>
                  <a:noFill/>
                </a:ln>
                <a:solidFill>
                  <a:prstClr val="white"/>
                </a:solidFill>
                <a:effectLst/>
                <a:uLnTx/>
                <a:uFillTx/>
                <a:latin typeface="Arial" panose="020B0604020202020204"/>
                <a:ea typeface="+mn-ea"/>
                <a:cs typeface="+mn-cs"/>
              </a:rPr>
              <a:t>4</a:t>
            </a:r>
          </a:p>
        </p:txBody>
      </p:sp>
    </p:spTree>
    <p:extLst>
      <p:ext uri="{BB962C8B-B14F-4D97-AF65-F5344CB8AC3E}">
        <p14:creationId xmlns:p14="http://schemas.microsoft.com/office/powerpoint/2010/main" val="598608211"/>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8439A4-B037-4F4E-AFCE-96000C7C1237}"/>
              </a:ext>
            </a:extLst>
          </p:cNvPr>
          <p:cNvSpPr>
            <a:spLocks noGrp="1"/>
          </p:cNvSpPr>
          <p:nvPr>
            <p:ph type="title"/>
          </p:nvPr>
        </p:nvSpPr>
        <p:spPr>
          <a:xfrm>
            <a:off x="812880" y="279400"/>
            <a:ext cx="14631828" cy="870385"/>
          </a:xfrm>
        </p:spPr>
        <p:txBody>
          <a:bodyPr/>
          <a:lstStyle/>
          <a:p>
            <a:r>
              <a:rPr lang="en-US" altLang="en-US" sz="3400" dirty="0"/>
              <a:t>Elementary and intermediary flows of Tier 1 Aluminum oxide Unit Process </a:t>
            </a:r>
            <a:endParaRPr lang="en-US" sz="3400" dirty="0">
              <a:solidFill>
                <a:schemeClr val="tx2"/>
              </a:solidFill>
            </a:endParaRPr>
          </a:p>
        </p:txBody>
      </p:sp>
      <p:sp>
        <p:nvSpPr>
          <p:cNvPr id="26" name="Text Box 41">
            <a:extLst>
              <a:ext uri="{FF2B5EF4-FFF2-40B4-BE49-F238E27FC236}">
                <a16:creationId xmlns:a16="http://schemas.microsoft.com/office/drawing/2014/main" id="{1DD35CA7-82CD-F849-B3EB-917AB3F7CF45}"/>
              </a:ext>
            </a:extLst>
          </p:cNvPr>
          <p:cNvSpPr txBox="1">
            <a:spLocks noChangeArrowheads="1"/>
          </p:cNvSpPr>
          <p:nvPr/>
        </p:nvSpPr>
        <p:spPr bwMode="auto">
          <a:xfrm>
            <a:off x="11714782" y="2341563"/>
            <a:ext cx="2044657" cy="2554545"/>
          </a:xfrm>
          <a:prstGeom prst="rect">
            <a:avLst/>
          </a:prstGeom>
          <a:noFill/>
          <a:ln w="50800">
            <a:solidFill>
              <a:schemeClr val="accent6"/>
            </a:solidFill>
            <a:miter lim="800000"/>
            <a:headEnd/>
            <a:tailEnd/>
          </a:ln>
          <a:extLst>
            <a:ext uri="{909E8E84-426E-40DD-AFC4-6F175D3DCCD1}">
              <a14:hiddenFill xmlns:a14="http://schemas.microsoft.com/office/drawing/2010/main">
                <a:solidFill>
                  <a:srgbClr val="FFFFFF"/>
                </a:solidFill>
              </a14:hiddenFill>
            </a:ext>
          </a:extLst>
        </p:spPr>
        <p:txBody>
          <a:bodyPr wrap="square">
            <a:spAutoFit/>
          </a:bodyPr>
          <a:lstStyle>
            <a:lvl1pPr>
              <a:spcBef>
                <a:spcPct val="20000"/>
              </a:spcBef>
              <a:buClr>
                <a:srgbClr val="FF9900"/>
              </a:buClr>
              <a:buChar char="•"/>
              <a:defRPr sz="3200" b="1">
                <a:solidFill>
                  <a:srgbClr val="01035B"/>
                </a:solidFill>
                <a:latin typeface="Arial" panose="020B0604020202020204" pitchFamily="34" charset="0"/>
              </a:defRPr>
            </a:lvl1pPr>
            <a:lvl2pPr marL="742950" indent="-285750">
              <a:spcBef>
                <a:spcPct val="20000"/>
              </a:spcBef>
              <a:buClr>
                <a:srgbClr val="FF9900"/>
              </a:buClr>
              <a:buChar char="–"/>
              <a:defRPr sz="2800" b="1">
                <a:solidFill>
                  <a:srgbClr val="01035B"/>
                </a:solidFill>
                <a:latin typeface="Arial" panose="020B0604020202020204" pitchFamily="34" charset="0"/>
              </a:defRPr>
            </a:lvl2pPr>
            <a:lvl3pPr marL="1143000" indent="-228600">
              <a:spcBef>
                <a:spcPct val="20000"/>
              </a:spcBef>
              <a:buClr>
                <a:srgbClr val="FF9900"/>
              </a:buClr>
              <a:buChar char="•"/>
              <a:defRPr sz="2400" b="1">
                <a:solidFill>
                  <a:srgbClr val="01035B"/>
                </a:solidFill>
                <a:latin typeface="Arial" panose="020B0604020202020204" pitchFamily="34" charset="0"/>
              </a:defRPr>
            </a:lvl3pPr>
            <a:lvl4pPr marL="1600200" indent="-228600">
              <a:spcBef>
                <a:spcPct val="20000"/>
              </a:spcBef>
              <a:buClr>
                <a:srgbClr val="FF9900"/>
              </a:buClr>
              <a:buChar char="–"/>
              <a:defRPr sz="2000" b="1">
                <a:solidFill>
                  <a:srgbClr val="01035B"/>
                </a:solidFill>
                <a:latin typeface="Arial" panose="020B0604020202020204" pitchFamily="34" charset="0"/>
              </a:defRPr>
            </a:lvl4pPr>
            <a:lvl5pPr marL="2057400" indent="-228600">
              <a:spcBef>
                <a:spcPct val="20000"/>
              </a:spcBef>
              <a:buClr>
                <a:srgbClr val="FF9900"/>
              </a:buClr>
              <a:buChar char="»"/>
              <a:defRPr sz="2000" b="1">
                <a:solidFill>
                  <a:srgbClr val="01035B"/>
                </a:solidFill>
                <a:latin typeface="Arial" panose="020B0604020202020204" pitchFamily="34" charset="0"/>
              </a:defRPr>
            </a:lvl5pPr>
            <a:lvl6pPr marL="25146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6pPr>
            <a:lvl7pPr marL="29718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7pPr>
            <a:lvl8pPr marL="34290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8pPr>
            <a:lvl9pPr marL="38862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9pPr>
          </a:lstStyle>
          <a:p>
            <a:pPr marL="0" marR="0" lvl="0" indent="0" algn="ctr" defTabSz="812810" rtl="0" eaLnBrk="1" fontAlgn="auto" latinLnBrk="0" hangingPunct="1">
              <a:lnSpc>
                <a:spcPct val="100000"/>
              </a:lnSpc>
              <a:spcBef>
                <a:spcPct val="0"/>
              </a:spcBef>
              <a:spcAft>
                <a:spcPts val="0"/>
              </a:spcAft>
              <a:buClrTx/>
              <a:buSzTx/>
              <a:buFontTx/>
              <a:buNone/>
              <a:tabLst/>
              <a:defRPr/>
            </a:pPr>
            <a:r>
              <a:rPr kumimoji="0" lang="en-US" altLang="en-US" sz="2000" b="1" i="0" u="none" strike="noStrike" kern="1200" cap="none" spc="0" normalizeH="0" baseline="0" noProof="0" dirty="0">
                <a:ln>
                  <a:noFill/>
                </a:ln>
                <a:solidFill>
                  <a:srgbClr val="00B2A9"/>
                </a:solidFill>
                <a:effectLst/>
                <a:uLnTx/>
                <a:uFillTx/>
                <a:latin typeface="Arial" panose="020B0604020202020204" pitchFamily="34" charset="0"/>
                <a:ea typeface="+mn-ea"/>
                <a:cs typeface="Arial" panose="020B0604020202020204" pitchFamily="34" charset="0"/>
              </a:rPr>
              <a:t>Illumination</a:t>
            </a:r>
          </a:p>
          <a:p>
            <a:pPr marL="0" marR="0" lvl="0" indent="0" algn="ctr" defTabSz="812810" rtl="0" eaLnBrk="1" fontAlgn="auto" latinLnBrk="0" hangingPunct="1">
              <a:lnSpc>
                <a:spcPct val="100000"/>
              </a:lnSpc>
              <a:spcBef>
                <a:spcPct val="0"/>
              </a:spcBef>
              <a:spcAft>
                <a:spcPts val="0"/>
              </a:spcAft>
              <a:buClrTx/>
              <a:buSzTx/>
              <a:buFontTx/>
              <a:buNone/>
              <a:tabLst/>
              <a:defRPr/>
            </a:pPr>
            <a:r>
              <a:rPr kumimoji="0" lang="en-US" altLang="en-US" sz="2000" b="1" i="0" u="none" strike="noStrike" kern="1200" cap="none" spc="0" normalizeH="0" baseline="0" noProof="0" dirty="0">
                <a:ln>
                  <a:noFill/>
                </a:ln>
                <a:solidFill>
                  <a:srgbClr val="00B2A9"/>
                </a:solidFill>
                <a:effectLst/>
                <a:uLnTx/>
                <a:uFillTx/>
                <a:latin typeface="Arial" panose="020B0604020202020204" pitchFamily="34" charset="0"/>
                <a:ea typeface="+mn-ea"/>
                <a:cs typeface="Arial" panose="020B0604020202020204" pitchFamily="34" charset="0"/>
              </a:rPr>
              <a:t>800 lumen </a:t>
            </a:r>
          </a:p>
          <a:p>
            <a:pPr marL="0" marR="0" lvl="0" indent="0" algn="ctr" defTabSz="812810" rtl="0" eaLnBrk="1" fontAlgn="auto" latinLnBrk="0" hangingPunct="1">
              <a:lnSpc>
                <a:spcPct val="100000"/>
              </a:lnSpc>
              <a:spcBef>
                <a:spcPct val="0"/>
              </a:spcBef>
              <a:spcAft>
                <a:spcPts val="0"/>
              </a:spcAft>
              <a:buClrTx/>
              <a:buSzTx/>
              <a:buFontTx/>
              <a:buNone/>
              <a:tabLst/>
              <a:defRPr/>
            </a:pPr>
            <a:r>
              <a:rPr kumimoji="0" lang="en-US" altLang="en-US" sz="2000" b="1" i="0" u="none" strike="noStrike" kern="1200" cap="none" spc="0" normalizeH="0" baseline="0" noProof="0" dirty="0">
                <a:ln>
                  <a:noFill/>
                </a:ln>
                <a:solidFill>
                  <a:srgbClr val="00B2A9"/>
                </a:solidFill>
                <a:effectLst/>
                <a:uLnTx/>
                <a:uFillTx/>
                <a:latin typeface="Arial" panose="020B0604020202020204" pitchFamily="34" charset="0"/>
                <a:ea typeface="+mn-ea"/>
                <a:cs typeface="Arial" panose="020B0604020202020204" pitchFamily="34" charset="0"/>
              </a:rPr>
              <a:t>During 5000 h </a:t>
            </a:r>
          </a:p>
          <a:p>
            <a:pPr marL="0" marR="0" lvl="0" indent="0" algn="ctr" defTabSz="812810" rtl="0" eaLnBrk="1" fontAlgn="auto" latinLnBrk="0" hangingPunct="1">
              <a:lnSpc>
                <a:spcPct val="100000"/>
              </a:lnSpc>
              <a:spcBef>
                <a:spcPct val="0"/>
              </a:spcBef>
              <a:spcAft>
                <a:spcPts val="0"/>
              </a:spcAft>
              <a:buClrTx/>
              <a:buSzTx/>
              <a:buFontTx/>
              <a:buNone/>
              <a:tabLst/>
              <a:defRPr/>
            </a:pPr>
            <a:endParaRPr kumimoji="0" lang="en-US" altLang="en-US" sz="2000" b="1" i="0" u="none" strike="noStrike" kern="1200" cap="none" spc="0" normalizeH="0" baseline="0" noProof="0" dirty="0">
              <a:ln>
                <a:noFill/>
              </a:ln>
              <a:solidFill>
                <a:srgbClr val="00B2A9"/>
              </a:solidFill>
              <a:effectLst/>
              <a:uLnTx/>
              <a:uFillTx/>
              <a:latin typeface="Arial" panose="020B0604020202020204" pitchFamily="34" charset="0"/>
              <a:ea typeface="+mn-ea"/>
              <a:cs typeface="Arial" panose="020B0604020202020204" pitchFamily="34" charset="0"/>
            </a:endParaRPr>
          </a:p>
          <a:p>
            <a:pPr marL="0" marR="0" lvl="0" indent="0" algn="ctr" defTabSz="812810" rtl="0" eaLnBrk="1" fontAlgn="auto" latinLnBrk="0" hangingPunct="1">
              <a:lnSpc>
                <a:spcPct val="100000"/>
              </a:lnSpc>
              <a:spcBef>
                <a:spcPct val="0"/>
              </a:spcBef>
              <a:spcAft>
                <a:spcPts val="0"/>
              </a:spcAft>
              <a:buClrTx/>
              <a:buSzTx/>
              <a:buFontTx/>
              <a:buNone/>
              <a:tabLst/>
              <a:defRPr/>
            </a:pPr>
            <a:endParaRPr kumimoji="0" lang="en-US" altLang="en-US" sz="2000" b="1" i="0" u="none" strike="noStrike" kern="1200" cap="none" spc="0" normalizeH="0" baseline="0" noProof="0" dirty="0">
              <a:ln>
                <a:noFill/>
              </a:ln>
              <a:solidFill>
                <a:srgbClr val="00B2A9"/>
              </a:solidFill>
              <a:effectLst/>
              <a:uLnTx/>
              <a:uFillTx/>
              <a:latin typeface="Arial" panose="020B0604020202020204" pitchFamily="34" charset="0"/>
              <a:ea typeface="+mn-ea"/>
              <a:cs typeface="Arial" panose="020B0604020202020204" pitchFamily="34" charset="0"/>
            </a:endParaRPr>
          </a:p>
          <a:p>
            <a:pPr marL="0" marR="0" lvl="0" indent="0" algn="ctr" defTabSz="812810" rtl="0" eaLnBrk="1" fontAlgn="auto" latinLnBrk="0" hangingPunct="1">
              <a:lnSpc>
                <a:spcPct val="100000"/>
              </a:lnSpc>
              <a:spcBef>
                <a:spcPct val="0"/>
              </a:spcBef>
              <a:spcAft>
                <a:spcPts val="0"/>
              </a:spcAft>
              <a:buClrTx/>
              <a:buSzTx/>
              <a:buFontTx/>
              <a:buNone/>
              <a:tabLst/>
              <a:defRPr/>
            </a:pPr>
            <a:endParaRPr kumimoji="0" lang="en-US" altLang="en-US" sz="2000" b="1" i="0" u="none" strike="noStrike" kern="1200" cap="none" spc="0" normalizeH="0" baseline="0" noProof="0" dirty="0">
              <a:ln>
                <a:noFill/>
              </a:ln>
              <a:solidFill>
                <a:srgbClr val="00B2A9"/>
              </a:solidFill>
              <a:effectLst/>
              <a:uLnTx/>
              <a:uFillTx/>
              <a:latin typeface="Arial" panose="020B0604020202020204" pitchFamily="34" charset="0"/>
              <a:ea typeface="+mn-ea"/>
              <a:cs typeface="Arial" panose="020B0604020202020204" pitchFamily="34" charset="0"/>
            </a:endParaRPr>
          </a:p>
          <a:p>
            <a:pPr marL="0" marR="0" lvl="0" indent="0" algn="ctr" defTabSz="812810" rtl="0" eaLnBrk="1" fontAlgn="auto" latinLnBrk="0" hangingPunct="1">
              <a:lnSpc>
                <a:spcPct val="100000"/>
              </a:lnSpc>
              <a:spcBef>
                <a:spcPct val="0"/>
              </a:spcBef>
              <a:spcAft>
                <a:spcPts val="0"/>
              </a:spcAft>
              <a:buClrTx/>
              <a:buSzTx/>
              <a:buFontTx/>
              <a:buNone/>
              <a:tabLst/>
              <a:defRPr/>
            </a:pPr>
            <a:endParaRPr kumimoji="0" lang="en-US" altLang="en-US" sz="2000" b="1" i="0" u="none" strike="noStrike" kern="1200" cap="none" spc="0" normalizeH="0" baseline="0" noProof="0" dirty="0">
              <a:ln>
                <a:noFill/>
              </a:ln>
              <a:solidFill>
                <a:srgbClr val="00B2A9"/>
              </a:solidFill>
              <a:effectLst/>
              <a:uLnTx/>
              <a:uFillTx/>
              <a:latin typeface="Arial" panose="020B0604020202020204" pitchFamily="34" charset="0"/>
              <a:ea typeface="+mn-ea"/>
              <a:cs typeface="Arial" panose="020B0604020202020204" pitchFamily="34" charset="0"/>
            </a:endParaRPr>
          </a:p>
          <a:p>
            <a:pPr marL="0" marR="0" lvl="0" indent="0" algn="ctr" defTabSz="812810" rtl="0" eaLnBrk="1" fontAlgn="auto" latinLnBrk="0" hangingPunct="1">
              <a:lnSpc>
                <a:spcPct val="100000"/>
              </a:lnSpc>
              <a:spcBef>
                <a:spcPct val="0"/>
              </a:spcBef>
              <a:spcAft>
                <a:spcPts val="0"/>
              </a:spcAft>
              <a:buClrTx/>
              <a:buSzTx/>
              <a:buFontTx/>
              <a:buNone/>
              <a:tabLst/>
              <a:defRPr/>
            </a:pPr>
            <a:endParaRPr kumimoji="0" lang="en-US" altLang="en-US" sz="2000" b="1" i="0" u="none" strike="noStrike" kern="1200" cap="none" spc="0" normalizeH="0" baseline="0" noProof="0" dirty="0">
              <a:ln>
                <a:noFill/>
              </a:ln>
              <a:solidFill>
                <a:srgbClr val="00B2A9"/>
              </a:solidFill>
              <a:effectLst/>
              <a:uLnTx/>
              <a:uFillTx/>
              <a:latin typeface="Arial" panose="020B0604020202020204" pitchFamily="34" charset="0"/>
              <a:ea typeface="+mn-ea"/>
              <a:cs typeface="Arial" panose="020B0604020202020204" pitchFamily="34" charset="0"/>
            </a:endParaRPr>
          </a:p>
        </p:txBody>
      </p:sp>
      <p:sp>
        <p:nvSpPr>
          <p:cNvPr id="27" name="Line 57">
            <a:extLst>
              <a:ext uri="{FF2B5EF4-FFF2-40B4-BE49-F238E27FC236}">
                <a16:creationId xmlns:a16="http://schemas.microsoft.com/office/drawing/2014/main" id="{E01BAF48-939B-534E-95AA-9FFD220F85C7}"/>
              </a:ext>
            </a:extLst>
          </p:cNvPr>
          <p:cNvSpPr>
            <a:spLocks noChangeShapeType="1"/>
          </p:cNvSpPr>
          <p:nvPr/>
        </p:nvSpPr>
        <p:spPr bwMode="auto">
          <a:xfrm>
            <a:off x="11214720" y="3455988"/>
            <a:ext cx="381000" cy="0"/>
          </a:xfrm>
          <a:prstGeom prst="line">
            <a:avLst/>
          </a:prstGeom>
          <a:noFill/>
          <a:ln w="25400">
            <a:solidFill>
              <a:schemeClr val="tx2"/>
            </a:solidFill>
            <a:round/>
            <a:headEnd/>
            <a:tailEnd type="arrow" w="sm" len="med"/>
          </a:ln>
          <a:extLst>
            <a:ext uri="{909E8E84-426E-40DD-AFC4-6F175D3DCCD1}">
              <a14:hiddenFill xmlns:a14="http://schemas.microsoft.com/office/drawing/2010/main">
                <a:noFill/>
              </a14:hiddenFill>
            </a:ext>
          </a:extLst>
        </p:spPr>
        <p:txBody>
          <a:bodyPr/>
          <a:lstStyle/>
          <a:p>
            <a:pPr marL="0" marR="0" lvl="0" indent="0" algn="l" defTabSz="812810" rtl="0" eaLnBrk="1" fontAlgn="auto" latinLnBrk="0" hangingPunct="1">
              <a:lnSpc>
                <a:spcPct val="100000"/>
              </a:lnSpc>
              <a:spcBef>
                <a:spcPts val="0"/>
              </a:spcBef>
              <a:spcAft>
                <a:spcPts val="0"/>
              </a:spcAft>
              <a:buClrTx/>
              <a:buSzTx/>
              <a:buFontTx/>
              <a:buNone/>
              <a:tabLst/>
              <a:defRPr/>
            </a:pPr>
            <a:endParaRPr kumimoji="0" lang="en-US" sz="3200" b="0"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28" name="Text Box 59">
            <a:extLst>
              <a:ext uri="{FF2B5EF4-FFF2-40B4-BE49-F238E27FC236}">
                <a16:creationId xmlns:a16="http://schemas.microsoft.com/office/drawing/2014/main" id="{2F061A13-8428-6C40-B040-294EB0BB0F22}"/>
              </a:ext>
            </a:extLst>
          </p:cNvPr>
          <p:cNvSpPr txBox="1">
            <a:spLocks noChangeArrowheads="1"/>
          </p:cNvSpPr>
          <p:nvPr/>
        </p:nvSpPr>
        <p:spPr bwMode="auto">
          <a:xfrm>
            <a:off x="8529594" y="3257549"/>
            <a:ext cx="2664488"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rgbClr val="FF9900"/>
              </a:buClr>
              <a:buChar char="•"/>
              <a:defRPr sz="3200" b="1">
                <a:solidFill>
                  <a:srgbClr val="01035B"/>
                </a:solidFill>
                <a:latin typeface="Arial" panose="020B0604020202020204" pitchFamily="34" charset="0"/>
              </a:defRPr>
            </a:lvl1pPr>
            <a:lvl2pPr marL="742950" indent="-285750">
              <a:spcBef>
                <a:spcPct val="20000"/>
              </a:spcBef>
              <a:buClr>
                <a:srgbClr val="FF9900"/>
              </a:buClr>
              <a:buChar char="–"/>
              <a:defRPr sz="2800" b="1">
                <a:solidFill>
                  <a:srgbClr val="01035B"/>
                </a:solidFill>
                <a:latin typeface="Arial" panose="020B0604020202020204" pitchFamily="34" charset="0"/>
              </a:defRPr>
            </a:lvl2pPr>
            <a:lvl3pPr marL="1143000" indent="-228600">
              <a:spcBef>
                <a:spcPct val="20000"/>
              </a:spcBef>
              <a:buClr>
                <a:srgbClr val="FF9900"/>
              </a:buClr>
              <a:buChar char="•"/>
              <a:defRPr sz="2400" b="1">
                <a:solidFill>
                  <a:srgbClr val="01035B"/>
                </a:solidFill>
                <a:latin typeface="Arial" panose="020B0604020202020204" pitchFamily="34" charset="0"/>
              </a:defRPr>
            </a:lvl3pPr>
            <a:lvl4pPr marL="1600200" indent="-228600">
              <a:spcBef>
                <a:spcPct val="20000"/>
              </a:spcBef>
              <a:buClr>
                <a:srgbClr val="FF9900"/>
              </a:buClr>
              <a:buChar char="–"/>
              <a:defRPr sz="2000" b="1">
                <a:solidFill>
                  <a:srgbClr val="01035B"/>
                </a:solidFill>
                <a:latin typeface="Arial" panose="020B0604020202020204" pitchFamily="34" charset="0"/>
              </a:defRPr>
            </a:lvl4pPr>
            <a:lvl5pPr marL="2057400" indent="-228600">
              <a:spcBef>
                <a:spcPct val="20000"/>
              </a:spcBef>
              <a:buClr>
                <a:srgbClr val="FF9900"/>
              </a:buClr>
              <a:buChar char="»"/>
              <a:defRPr sz="2000" b="1">
                <a:solidFill>
                  <a:srgbClr val="01035B"/>
                </a:solidFill>
                <a:latin typeface="Arial" panose="020B0604020202020204" pitchFamily="34" charset="0"/>
              </a:defRPr>
            </a:lvl5pPr>
            <a:lvl6pPr marL="25146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6pPr>
            <a:lvl7pPr marL="29718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7pPr>
            <a:lvl8pPr marL="34290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8pPr>
            <a:lvl9pPr marL="38862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9pPr>
          </a:lstStyle>
          <a:p>
            <a:pPr marL="0" marR="0" lvl="0" indent="0" algn="r" defTabSz="812810" rtl="0" eaLnBrk="1" fontAlgn="auto" latinLnBrk="0" hangingPunct="1">
              <a:lnSpc>
                <a:spcPct val="100000"/>
              </a:lnSpc>
              <a:spcBef>
                <a:spcPct val="0"/>
              </a:spcBef>
              <a:spcAft>
                <a:spcPts val="0"/>
              </a:spcAft>
              <a:buClrTx/>
              <a:buSzTx/>
              <a:buFontTx/>
              <a:buNone/>
              <a:tabLst/>
              <a:defRPr/>
            </a:pPr>
            <a:r>
              <a:rPr kumimoji="0" lang="en-US" altLang="en-US" sz="1800" b="0" i="0" u="none" strike="noStrike" kern="1200" cap="none" spc="0" normalizeH="0" baseline="0" noProof="0" dirty="0">
                <a:ln>
                  <a:noFill/>
                </a:ln>
                <a:solidFill>
                  <a:srgbClr val="00274C"/>
                </a:solidFill>
                <a:effectLst/>
                <a:uLnTx/>
                <a:uFillTx/>
                <a:latin typeface="Arial" panose="020B0604020202020204" pitchFamily="34" charset="0"/>
                <a:ea typeface="+mn-ea"/>
                <a:cs typeface="Arial" panose="020B0604020202020204" pitchFamily="34" charset="0"/>
              </a:rPr>
              <a:t>Electricity 300 kWh</a:t>
            </a:r>
          </a:p>
        </p:txBody>
      </p:sp>
      <p:sp>
        <p:nvSpPr>
          <p:cNvPr id="29" name="Line 57">
            <a:extLst>
              <a:ext uri="{FF2B5EF4-FFF2-40B4-BE49-F238E27FC236}">
                <a16:creationId xmlns:a16="http://schemas.microsoft.com/office/drawing/2014/main" id="{700F1F31-1A12-FA47-B12F-67D8641A78B1}"/>
              </a:ext>
            </a:extLst>
          </p:cNvPr>
          <p:cNvSpPr>
            <a:spLocks noChangeShapeType="1"/>
          </p:cNvSpPr>
          <p:nvPr/>
        </p:nvSpPr>
        <p:spPr bwMode="auto">
          <a:xfrm>
            <a:off x="11214720" y="3068638"/>
            <a:ext cx="381000" cy="0"/>
          </a:xfrm>
          <a:prstGeom prst="line">
            <a:avLst/>
          </a:prstGeom>
          <a:noFill/>
          <a:ln w="25400">
            <a:solidFill>
              <a:schemeClr val="tx2"/>
            </a:solidFill>
            <a:round/>
            <a:headEnd/>
            <a:tailEnd type="arrow" w="sm" len="med"/>
          </a:ln>
          <a:extLst>
            <a:ext uri="{909E8E84-426E-40DD-AFC4-6F175D3DCCD1}">
              <a14:hiddenFill xmlns:a14="http://schemas.microsoft.com/office/drawing/2010/main">
                <a:noFill/>
              </a14:hiddenFill>
            </a:ext>
          </a:extLst>
        </p:spPr>
        <p:txBody>
          <a:bodyPr/>
          <a:lstStyle/>
          <a:p>
            <a:pPr marL="0" marR="0" lvl="0" indent="0" algn="l" defTabSz="812810" rtl="0" eaLnBrk="1" fontAlgn="auto" latinLnBrk="0" hangingPunct="1">
              <a:lnSpc>
                <a:spcPct val="100000"/>
              </a:lnSpc>
              <a:spcBef>
                <a:spcPts val="0"/>
              </a:spcBef>
              <a:spcAft>
                <a:spcPts val="0"/>
              </a:spcAft>
              <a:buClrTx/>
              <a:buSzTx/>
              <a:buFontTx/>
              <a:buNone/>
              <a:tabLst/>
              <a:defRPr/>
            </a:pPr>
            <a:endParaRPr kumimoji="0" lang="en-US" sz="3200" b="0"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30" name="Text Box 59">
            <a:extLst>
              <a:ext uri="{FF2B5EF4-FFF2-40B4-BE49-F238E27FC236}">
                <a16:creationId xmlns:a16="http://schemas.microsoft.com/office/drawing/2014/main" id="{F5203702-2870-BC4E-977C-717922087EF2}"/>
              </a:ext>
            </a:extLst>
          </p:cNvPr>
          <p:cNvSpPr txBox="1">
            <a:spLocks noChangeArrowheads="1"/>
          </p:cNvSpPr>
          <p:nvPr/>
        </p:nvSpPr>
        <p:spPr bwMode="auto">
          <a:xfrm>
            <a:off x="7634907" y="2843213"/>
            <a:ext cx="3554413"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FF9900"/>
              </a:buClr>
              <a:buChar char="•"/>
              <a:defRPr sz="3200" b="1">
                <a:solidFill>
                  <a:srgbClr val="01035B"/>
                </a:solidFill>
                <a:latin typeface="Arial" panose="020B0604020202020204" pitchFamily="34" charset="0"/>
              </a:defRPr>
            </a:lvl1pPr>
            <a:lvl2pPr marL="742950" indent="-285750">
              <a:spcBef>
                <a:spcPct val="20000"/>
              </a:spcBef>
              <a:buClr>
                <a:srgbClr val="FF9900"/>
              </a:buClr>
              <a:buChar char="–"/>
              <a:defRPr sz="2800" b="1">
                <a:solidFill>
                  <a:srgbClr val="01035B"/>
                </a:solidFill>
                <a:latin typeface="Arial" panose="020B0604020202020204" pitchFamily="34" charset="0"/>
              </a:defRPr>
            </a:lvl2pPr>
            <a:lvl3pPr marL="1143000" indent="-228600">
              <a:spcBef>
                <a:spcPct val="20000"/>
              </a:spcBef>
              <a:buClr>
                <a:srgbClr val="FF9900"/>
              </a:buClr>
              <a:buChar char="•"/>
              <a:defRPr sz="2400" b="1">
                <a:solidFill>
                  <a:srgbClr val="01035B"/>
                </a:solidFill>
                <a:latin typeface="Arial" panose="020B0604020202020204" pitchFamily="34" charset="0"/>
              </a:defRPr>
            </a:lvl3pPr>
            <a:lvl4pPr marL="1600200" indent="-228600">
              <a:spcBef>
                <a:spcPct val="20000"/>
              </a:spcBef>
              <a:buClr>
                <a:srgbClr val="FF9900"/>
              </a:buClr>
              <a:buChar char="–"/>
              <a:defRPr sz="2000" b="1">
                <a:solidFill>
                  <a:srgbClr val="01035B"/>
                </a:solidFill>
                <a:latin typeface="Arial" panose="020B0604020202020204" pitchFamily="34" charset="0"/>
              </a:defRPr>
            </a:lvl4pPr>
            <a:lvl5pPr marL="2057400" indent="-228600">
              <a:spcBef>
                <a:spcPct val="20000"/>
              </a:spcBef>
              <a:buClr>
                <a:srgbClr val="FF9900"/>
              </a:buClr>
              <a:buChar char="»"/>
              <a:defRPr sz="2000" b="1">
                <a:solidFill>
                  <a:srgbClr val="01035B"/>
                </a:solidFill>
                <a:latin typeface="Arial" panose="020B0604020202020204" pitchFamily="34" charset="0"/>
              </a:defRPr>
            </a:lvl5pPr>
            <a:lvl6pPr marL="25146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6pPr>
            <a:lvl7pPr marL="29718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7pPr>
            <a:lvl8pPr marL="34290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8pPr>
            <a:lvl9pPr marL="38862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9pPr>
          </a:lstStyle>
          <a:p>
            <a:pPr marL="0" marR="0" lvl="0" indent="0" algn="r" defTabSz="812810" rtl="0" eaLnBrk="1" fontAlgn="auto" latinLnBrk="0" hangingPunct="1">
              <a:lnSpc>
                <a:spcPct val="100000"/>
              </a:lnSpc>
              <a:spcBef>
                <a:spcPct val="0"/>
              </a:spcBef>
              <a:spcAft>
                <a:spcPts val="0"/>
              </a:spcAft>
              <a:buClrTx/>
              <a:buSzTx/>
              <a:buFontTx/>
              <a:buNone/>
              <a:tabLst/>
              <a:defRPr/>
            </a:pPr>
            <a:r>
              <a:rPr kumimoji="0" lang="en-US" altLang="en-US" sz="1800" b="0" i="0" u="none" strike="noStrike" kern="1200" cap="none" spc="0" normalizeH="0" baseline="0" noProof="0" dirty="0">
                <a:ln>
                  <a:noFill/>
                </a:ln>
                <a:solidFill>
                  <a:srgbClr val="00274C"/>
                </a:solidFill>
                <a:effectLst/>
                <a:uLnTx/>
                <a:uFillTx/>
                <a:latin typeface="Arial" panose="020B0604020202020204" pitchFamily="34" charset="0"/>
                <a:ea typeface="+mn-ea"/>
                <a:cs typeface="Arial" panose="020B0604020202020204" pitchFamily="34" charset="0"/>
              </a:rPr>
              <a:t>Incandescent light bulb 5 p</a:t>
            </a:r>
          </a:p>
        </p:txBody>
      </p:sp>
      <p:sp>
        <p:nvSpPr>
          <p:cNvPr id="50" name="TextBox 6">
            <a:extLst>
              <a:ext uri="{FF2B5EF4-FFF2-40B4-BE49-F238E27FC236}">
                <a16:creationId xmlns:a16="http://schemas.microsoft.com/office/drawing/2014/main" id="{CCEE7701-7418-9F48-8F1C-1D2DF9D5EB4C}"/>
              </a:ext>
            </a:extLst>
          </p:cNvPr>
          <p:cNvSpPr txBox="1">
            <a:spLocks noChangeArrowheads="1"/>
          </p:cNvSpPr>
          <p:nvPr/>
        </p:nvSpPr>
        <p:spPr bwMode="auto">
          <a:xfrm>
            <a:off x="1408113" y="1985406"/>
            <a:ext cx="4352474"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812810" rtl="0" eaLnBrk="1" fontAlgn="auto" latinLnBrk="0" hangingPunct="1">
              <a:lnSpc>
                <a:spcPct val="100000"/>
              </a:lnSpc>
              <a:spcBef>
                <a:spcPts val="0"/>
              </a:spcBef>
              <a:spcAft>
                <a:spcPts val="0"/>
              </a:spcAft>
              <a:buClrTx/>
              <a:buSzTx/>
              <a:buFontTx/>
              <a:buNone/>
              <a:tabLst/>
              <a:defRPr/>
            </a:pPr>
            <a:r>
              <a:rPr kumimoji="0" lang="en-US" altLang="en-US" sz="2400" b="1" i="0" u="none" strike="noStrike" kern="1200" cap="none" spc="0" normalizeH="0" baseline="0" noProof="0" dirty="0">
                <a:ln>
                  <a:noFill/>
                </a:ln>
                <a:solidFill>
                  <a:srgbClr val="00B2A9"/>
                </a:solidFill>
                <a:effectLst/>
                <a:uLnTx/>
                <a:uFillTx/>
                <a:latin typeface="Arial" panose="020B0604020202020204" pitchFamily="34" charset="0"/>
                <a:ea typeface="+mn-ea"/>
                <a:cs typeface="+mn-cs"/>
              </a:rPr>
              <a:t>From functional unit lecture:</a:t>
            </a:r>
          </a:p>
        </p:txBody>
      </p:sp>
      <p:sp>
        <p:nvSpPr>
          <p:cNvPr id="51" name="TextBox 29">
            <a:extLst>
              <a:ext uri="{FF2B5EF4-FFF2-40B4-BE49-F238E27FC236}">
                <a16:creationId xmlns:a16="http://schemas.microsoft.com/office/drawing/2014/main" id="{CBD5CFC9-B4EC-0D4B-BA6C-9B193DA59D9D}"/>
              </a:ext>
            </a:extLst>
          </p:cNvPr>
          <p:cNvSpPr txBox="1">
            <a:spLocks noChangeArrowheads="1"/>
          </p:cNvSpPr>
          <p:nvPr/>
        </p:nvSpPr>
        <p:spPr bwMode="auto">
          <a:xfrm>
            <a:off x="1639889" y="6369364"/>
            <a:ext cx="13396906"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812810" rtl="0" eaLnBrk="1" fontAlgn="auto" latinLnBrk="0" hangingPunct="1">
              <a:lnSpc>
                <a:spcPct val="100000"/>
              </a:lnSpc>
              <a:spcBef>
                <a:spcPts val="0"/>
              </a:spcBef>
              <a:spcAft>
                <a:spcPts val="0"/>
              </a:spcAft>
              <a:buClrTx/>
              <a:buSzTx/>
              <a:buFontTx/>
              <a:buNone/>
              <a:tabLst/>
              <a:defRPr/>
            </a:pPr>
            <a:r>
              <a:rPr kumimoji="0" lang="en-US" altLang="en-US" sz="3200" b="1" i="0" u="none" strike="noStrike" kern="1200" cap="none" spc="0" normalizeH="0" baseline="0" noProof="0" dirty="0">
                <a:ln>
                  <a:noFill/>
                </a:ln>
                <a:solidFill>
                  <a:srgbClr val="00274C"/>
                </a:solidFill>
                <a:effectLst/>
                <a:uLnTx/>
                <a:uFillTx/>
                <a:latin typeface="Arial" panose="020B0604020202020204" pitchFamily="34" charset="0"/>
                <a:ea typeface="+mn-ea"/>
                <a:cs typeface="+mn-cs"/>
              </a:rPr>
              <a:t>Design the process tree for illumination with incandescent light bulb</a:t>
            </a:r>
          </a:p>
        </p:txBody>
      </p:sp>
      <p:grpSp>
        <p:nvGrpSpPr>
          <p:cNvPr id="6" name="Group 5">
            <a:extLst>
              <a:ext uri="{FF2B5EF4-FFF2-40B4-BE49-F238E27FC236}">
                <a16:creationId xmlns:a16="http://schemas.microsoft.com/office/drawing/2014/main" id="{CB627CE5-EEB6-8B42-80C1-3197E2774469}"/>
              </a:ext>
            </a:extLst>
          </p:cNvPr>
          <p:cNvGrpSpPr/>
          <p:nvPr/>
        </p:nvGrpSpPr>
        <p:grpSpPr>
          <a:xfrm>
            <a:off x="1514855" y="2672013"/>
            <a:ext cx="6075429" cy="2075950"/>
            <a:chOff x="812880" y="6761864"/>
            <a:chExt cx="6075429" cy="2075950"/>
          </a:xfrm>
        </p:grpSpPr>
        <p:sp>
          <p:nvSpPr>
            <p:cNvPr id="93" name="TextBox 92">
              <a:extLst>
                <a:ext uri="{FF2B5EF4-FFF2-40B4-BE49-F238E27FC236}">
                  <a16:creationId xmlns:a16="http://schemas.microsoft.com/office/drawing/2014/main" id="{B4C6855A-F2DD-4245-AD8E-E1AB3402774C}"/>
                </a:ext>
              </a:extLst>
            </p:cNvPr>
            <p:cNvSpPr txBox="1"/>
            <p:nvPr/>
          </p:nvSpPr>
          <p:spPr>
            <a:xfrm>
              <a:off x="4372257" y="8148781"/>
              <a:ext cx="2516052" cy="584775"/>
            </a:xfrm>
            <a:prstGeom prst="rect">
              <a:avLst/>
            </a:prstGeom>
            <a:noFill/>
          </p:spPr>
          <p:txBody>
            <a:bodyPr wrap="square" rtlCol="0">
              <a:spAutoFit/>
            </a:bodyPr>
            <a:lstStyle/>
            <a:p>
              <a:pPr marL="0" marR="0" lvl="0" indent="0" algn="l" defTabSz="81281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srgbClr val="00274C"/>
                  </a:solidFill>
                  <a:effectLst/>
                  <a:uLnTx/>
                  <a:uFillTx/>
                  <a:latin typeface="Arial" panose="020B0604020202020204"/>
                  <a:ea typeface="+mn-ea"/>
                  <a:cs typeface="+mn-cs"/>
                </a:rPr>
                <a:t>5 incandescent </a:t>
              </a:r>
              <a:br>
                <a:rPr kumimoji="0" lang="en-US" sz="1600" b="1" i="0" u="none" strike="noStrike" kern="1200" cap="none" spc="0" normalizeH="0" baseline="0" noProof="0" dirty="0">
                  <a:ln>
                    <a:noFill/>
                  </a:ln>
                  <a:solidFill>
                    <a:srgbClr val="00274C"/>
                  </a:solidFill>
                  <a:effectLst/>
                  <a:uLnTx/>
                  <a:uFillTx/>
                  <a:latin typeface="Arial" panose="020B0604020202020204"/>
                  <a:ea typeface="+mn-ea"/>
                  <a:cs typeface="+mn-cs"/>
                </a:rPr>
              </a:br>
              <a:r>
                <a:rPr kumimoji="0" lang="en-US" sz="1600" b="1" i="0" u="none" strike="noStrike" kern="1200" cap="none" spc="0" normalizeH="0" baseline="0" noProof="0" dirty="0">
                  <a:ln>
                    <a:noFill/>
                  </a:ln>
                  <a:solidFill>
                    <a:srgbClr val="00274C"/>
                  </a:solidFill>
                  <a:effectLst/>
                  <a:uLnTx/>
                  <a:uFillTx/>
                  <a:latin typeface="Arial" panose="020B0604020202020204"/>
                  <a:ea typeface="+mn-ea"/>
                  <a:cs typeface="+mn-cs"/>
                </a:rPr>
                <a:t>bulbs/FU</a:t>
              </a:r>
            </a:p>
          </p:txBody>
        </p:sp>
        <p:sp>
          <p:nvSpPr>
            <p:cNvPr id="94" name="TextBox 93">
              <a:extLst>
                <a:ext uri="{FF2B5EF4-FFF2-40B4-BE49-F238E27FC236}">
                  <a16:creationId xmlns:a16="http://schemas.microsoft.com/office/drawing/2014/main" id="{872E9870-53F2-274C-8F74-A2A5D1B2BCCD}"/>
                </a:ext>
              </a:extLst>
            </p:cNvPr>
            <p:cNvSpPr txBox="1"/>
            <p:nvPr/>
          </p:nvSpPr>
          <p:spPr>
            <a:xfrm>
              <a:off x="4403333" y="7594352"/>
              <a:ext cx="2484976" cy="584775"/>
            </a:xfrm>
            <a:prstGeom prst="rect">
              <a:avLst/>
            </a:prstGeom>
            <a:noFill/>
          </p:spPr>
          <p:txBody>
            <a:bodyPr wrap="square" rtlCol="0">
              <a:spAutoFit/>
            </a:bodyPr>
            <a:lstStyle/>
            <a:p>
              <a:pPr marL="0" marR="0" lvl="0" indent="0" algn="l" defTabSz="81281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srgbClr val="00274C"/>
                  </a:solidFill>
                  <a:effectLst/>
                  <a:uLnTx/>
                  <a:uFillTx/>
                  <a:latin typeface="Arial" panose="020B0604020202020204"/>
                  <a:ea typeface="+mn-ea"/>
                  <a:cs typeface="+mn-cs"/>
                </a:rPr>
                <a:t>5000h/FU x  60 W</a:t>
              </a:r>
            </a:p>
            <a:p>
              <a:pPr marL="0" marR="0" lvl="0" indent="0" algn="l" defTabSz="81281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srgbClr val="00274C"/>
                  </a:solidFill>
                  <a:effectLst/>
                  <a:uLnTx/>
                  <a:uFillTx/>
                  <a:latin typeface="Arial" panose="020B0604020202020204"/>
                  <a:ea typeface="+mn-ea"/>
                  <a:cs typeface="+mn-cs"/>
                </a:rPr>
                <a:t>=300 kWh/FU electricity</a:t>
              </a:r>
            </a:p>
          </p:txBody>
        </p:sp>
        <p:sp>
          <p:nvSpPr>
            <p:cNvPr id="97" name="Rectangle 96">
              <a:extLst>
                <a:ext uri="{FF2B5EF4-FFF2-40B4-BE49-F238E27FC236}">
                  <a16:creationId xmlns:a16="http://schemas.microsoft.com/office/drawing/2014/main" id="{69AA317D-36B9-DC4E-B247-8C20D42AACD6}"/>
                </a:ext>
              </a:extLst>
            </p:cNvPr>
            <p:cNvSpPr/>
            <p:nvPr/>
          </p:nvSpPr>
          <p:spPr>
            <a:xfrm>
              <a:off x="812880" y="7564408"/>
              <a:ext cx="1978708" cy="1273406"/>
            </a:xfrm>
            <a:prstGeom prst="rect">
              <a:avLst/>
            </a:prstGeom>
            <a:solidFill>
              <a:schemeClr val="accent6">
                <a:alpha val="29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812810" rtl="0" eaLnBrk="1" fontAlgn="auto" latinLnBrk="0" hangingPunct="1">
                <a:lnSpc>
                  <a:spcPct val="100000"/>
                </a:lnSpc>
                <a:spcBef>
                  <a:spcPts val="0"/>
                </a:spcBef>
                <a:spcAft>
                  <a:spcPts val="0"/>
                </a:spcAft>
                <a:buClrTx/>
                <a:buSzTx/>
                <a:buFontTx/>
                <a:buNone/>
                <a:tabLst/>
                <a:defRPr/>
              </a:pPr>
              <a:endParaRPr kumimoji="0" lang="en-US" sz="3200" b="0" i="0" u="none" strike="noStrike" kern="1200" cap="none" spc="0" normalizeH="0" baseline="0" noProof="0">
                <a:ln>
                  <a:noFill/>
                </a:ln>
                <a:solidFill>
                  <a:prstClr val="white"/>
                </a:solidFill>
                <a:effectLst/>
                <a:uLnTx/>
                <a:uFillTx/>
                <a:latin typeface="Arial" panose="020B0604020202020204"/>
                <a:ea typeface="+mn-ea"/>
                <a:cs typeface="+mn-cs"/>
              </a:endParaRPr>
            </a:p>
          </p:txBody>
        </p:sp>
        <p:pic>
          <p:nvPicPr>
            <p:cNvPr id="98" name="Picture 97">
              <a:extLst>
                <a:ext uri="{FF2B5EF4-FFF2-40B4-BE49-F238E27FC236}">
                  <a16:creationId xmlns:a16="http://schemas.microsoft.com/office/drawing/2014/main" id="{83212DEC-14B7-294E-939E-DD206652985A}"/>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1590208" y="7994506"/>
              <a:ext cx="457145" cy="637233"/>
            </a:xfrm>
            <a:prstGeom prst="rect">
              <a:avLst/>
            </a:prstGeom>
          </p:spPr>
        </p:pic>
        <p:sp>
          <p:nvSpPr>
            <p:cNvPr id="100" name="Rectangle 99">
              <a:extLst>
                <a:ext uri="{FF2B5EF4-FFF2-40B4-BE49-F238E27FC236}">
                  <a16:creationId xmlns:a16="http://schemas.microsoft.com/office/drawing/2014/main" id="{2BF64A91-32E7-4847-B42B-9D3E6D96DC86}"/>
                </a:ext>
              </a:extLst>
            </p:cNvPr>
            <p:cNvSpPr/>
            <p:nvPr/>
          </p:nvSpPr>
          <p:spPr>
            <a:xfrm>
              <a:off x="812880" y="6873024"/>
              <a:ext cx="1978707" cy="615495"/>
            </a:xfrm>
            <a:prstGeom prst="rect">
              <a:avLst/>
            </a:prstGeom>
            <a:noFill/>
            <a:ln w="25400">
              <a:noFill/>
            </a:ln>
            <a:effectLst/>
          </p:spPr>
          <p:style>
            <a:lnRef idx="1">
              <a:schemeClr val="accent1"/>
            </a:lnRef>
            <a:fillRef idx="3">
              <a:schemeClr val="accent1"/>
            </a:fillRef>
            <a:effectRef idx="2">
              <a:schemeClr val="accent1"/>
            </a:effectRef>
            <a:fontRef idx="minor">
              <a:schemeClr val="lt1"/>
            </a:fontRef>
          </p:style>
          <p:txBody>
            <a:bodyPr rtlCol="0" anchor="t"/>
            <a:lstStyle/>
            <a:p>
              <a:pPr marL="45720" marR="0" lvl="0" indent="0" algn="ctr" defTabSz="81281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srgbClr val="00274C"/>
                  </a:solidFill>
                  <a:effectLst/>
                  <a:uLnTx/>
                  <a:uFillTx/>
                  <a:latin typeface="Arial" panose="020B0604020202020204"/>
                  <a:ea typeface="+mn-ea"/>
                  <a:cs typeface="+mn-cs"/>
                </a:rPr>
                <a:t>PRODUCTS </a:t>
              </a:r>
              <a:br>
                <a:rPr kumimoji="0" lang="en-US" sz="1600" b="1" i="0" u="none" strike="noStrike" kern="1200" cap="none" spc="0" normalizeH="0" baseline="0" noProof="0" dirty="0">
                  <a:ln>
                    <a:noFill/>
                  </a:ln>
                  <a:solidFill>
                    <a:srgbClr val="00274C"/>
                  </a:solidFill>
                  <a:effectLst/>
                  <a:uLnTx/>
                  <a:uFillTx/>
                  <a:latin typeface="Arial" panose="020B0604020202020204"/>
                  <a:ea typeface="+mn-ea"/>
                  <a:cs typeface="+mn-cs"/>
                </a:rPr>
              </a:br>
              <a:r>
                <a:rPr kumimoji="0" lang="en-US" sz="1600" b="1" i="0" u="none" strike="noStrike" kern="1200" cap="none" spc="0" normalizeH="0" baseline="0" noProof="0" dirty="0">
                  <a:ln>
                    <a:noFill/>
                  </a:ln>
                  <a:solidFill>
                    <a:srgbClr val="00274C"/>
                  </a:solidFill>
                  <a:effectLst/>
                  <a:uLnTx/>
                  <a:uFillTx/>
                  <a:latin typeface="Arial" panose="020B0604020202020204"/>
                  <a:ea typeface="+mn-ea"/>
                  <a:cs typeface="+mn-cs"/>
                </a:rPr>
                <a:t>OR SYSTEM</a:t>
              </a:r>
            </a:p>
          </p:txBody>
        </p:sp>
        <p:sp>
          <p:nvSpPr>
            <p:cNvPr id="101" name="Rectangle 100">
              <a:extLst>
                <a:ext uri="{FF2B5EF4-FFF2-40B4-BE49-F238E27FC236}">
                  <a16:creationId xmlns:a16="http://schemas.microsoft.com/office/drawing/2014/main" id="{B81BA57E-888F-7F4F-87C4-2249512BA0ED}"/>
                </a:ext>
              </a:extLst>
            </p:cNvPr>
            <p:cNvSpPr/>
            <p:nvPr/>
          </p:nvSpPr>
          <p:spPr>
            <a:xfrm>
              <a:off x="4576657" y="6761864"/>
              <a:ext cx="1985887" cy="735296"/>
            </a:xfrm>
            <a:prstGeom prst="rect">
              <a:avLst/>
            </a:prstGeom>
            <a:noFill/>
            <a:ln w="25400">
              <a:noFill/>
            </a:ln>
            <a:effectLst/>
          </p:spPr>
          <p:style>
            <a:lnRef idx="1">
              <a:schemeClr val="accent1"/>
            </a:lnRef>
            <a:fillRef idx="3">
              <a:schemeClr val="accent1"/>
            </a:fillRef>
            <a:effectRef idx="2">
              <a:schemeClr val="accent1"/>
            </a:effectRef>
            <a:fontRef idx="minor">
              <a:schemeClr val="lt1"/>
            </a:fontRef>
          </p:style>
          <p:txBody>
            <a:bodyPr rtlCol="0" anchor="t"/>
            <a:lstStyle/>
            <a:p>
              <a:pPr marL="45720" marR="0" lvl="0" indent="0" algn="ctr" defTabSz="81281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srgbClr val="00274C"/>
                  </a:solidFill>
                  <a:effectLst/>
                  <a:uLnTx/>
                  <a:uFillTx/>
                  <a:latin typeface="Arial" panose="020B0604020202020204"/>
                  <a:ea typeface="+mn-ea"/>
                  <a:cs typeface="+mn-cs"/>
                </a:rPr>
                <a:t>REFERENCE FLOWS</a:t>
              </a:r>
              <a:br>
                <a:rPr kumimoji="0" lang="en-US" sz="1600" b="1" i="0" u="none" strike="noStrike" kern="1200" cap="none" spc="0" normalizeH="0" baseline="0" noProof="0" dirty="0">
                  <a:ln>
                    <a:noFill/>
                  </a:ln>
                  <a:solidFill>
                    <a:srgbClr val="00274C"/>
                  </a:solidFill>
                  <a:effectLst/>
                  <a:uLnTx/>
                  <a:uFillTx/>
                  <a:latin typeface="Arial" panose="020B0604020202020204"/>
                  <a:ea typeface="+mn-ea"/>
                  <a:cs typeface="+mn-cs"/>
                </a:rPr>
              </a:br>
              <a:r>
                <a:rPr kumimoji="0" lang="en-US" sz="1400" b="0" i="0" u="none" strike="noStrike" kern="1200" cap="none" spc="0" normalizeH="0" baseline="0" noProof="0" dirty="0">
                  <a:ln>
                    <a:noFill/>
                  </a:ln>
                  <a:solidFill>
                    <a:srgbClr val="00274C"/>
                  </a:solidFill>
                  <a:effectLst/>
                  <a:uLnTx/>
                  <a:uFillTx/>
                  <a:latin typeface="Arial" panose="020B0604020202020204"/>
                  <a:ea typeface="+mn-ea"/>
                  <a:cs typeface="+mn-cs"/>
                </a:rPr>
                <a:t>(what is purchased)</a:t>
              </a:r>
            </a:p>
          </p:txBody>
        </p:sp>
        <p:cxnSp>
          <p:nvCxnSpPr>
            <p:cNvPr id="102" name="Straight Connector 101">
              <a:extLst>
                <a:ext uri="{FF2B5EF4-FFF2-40B4-BE49-F238E27FC236}">
                  <a16:creationId xmlns:a16="http://schemas.microsoft.com/office/drawing/2014/main" id="{33D92C5C-ACD8-834B-B1D3-C62345CDAA05}"/>
                </a:ext>
              </a:extLst>
            </p:cNvPr>
            <p:cNvCxnSpPr>
              <a:cxnSpLocks/>
            </p:cNvCxnSpPr>
            <p:nvPr/>
          </p:nvCxnSpPr>
          <p:spPr>
            <a:xfrm>
              <a:off x="812880" y="7551662"/>
              <a:ext cx="6008268" cy="0"/>
            </a:xfrm>
            <a:prstGeom prst="line">
              <a:avLst/>
            </a:prstGeom>
            <a:ln w="38100">
              <a:solidFill>
                <a:schemeClr val="bg2">
                  <a:lumMod val="90000"/>
                </a:schemeClr>
              </a:solidFill>
            </a:ln>
            <a:effectLst/>
          </p:spPr>
          <p:style>
            <a:lnRef idx="2">
              <a:schemeClr val="accent1"/>
            </a:lnRef>
            <a:fillRef idx="0">
              <a:schemeClr val="accent1"/>
            </a:fillRef>
            <a:effectRef idx="1">
              <a:schemeClr val="accent1"/>
            </a:effectRef>
            <a:fontRef idx="minor">
              <a:schemeClr val="tx1"/>
            </a:fontRef>
          </p:style>
        </p:cxnSp>
        <p:sp>
          <p:nvSpPr>
            <p:cNvPr id="104" name="Rectangle 103">
              <a:extLst>
                <a:ext uri="{FF2B5EF4-FFF2-40B4-BE49-F238E27FC236}">
                  <a16:creationId xmlns:a16="http://schemas.microsoft.com/office/drawing/2014/main" id="{1F83369C-9FA7-D040-A367-8794F0698061}"/>
                </a:ext>
              </a:extLst>
            </p:cNvPr>
            <p:cNvSpPr/>
            <p:nvPr/>
          </p:nvSpPr>
          <p:spPr>
            <a:xfrm>
              <a:off x="1007816" y="7595764"/>
              <a:ext cx="1659784" cy="333602"/>
            </a:xfrm>
            <a:prstGeom prst="rect">
              <a:avLst/>
            </a:prstGeom>
            <a:noFill/>
            <a:ln w="25400">
              <a:noFill/>
            </a:ln>
            <a:effectLst/>
          </p:spPr>
          <p:style>
            <a:lnRef idx="1">
              <a:schemeClr val="accent1"/>
            </a:lnRef>
            <a:fillRef idx="3">
              <a:schemeClr val="accent1"/>
            </a:fillRef>
            <a:effectRef idx="2">
              <a:schemeClr val="accent1"/>
            </a:effectRef>
            <a:fontRef idx="minor">
              <a:schemeClr val="lt1"/>
            </a:fontRef>
          </p:style>
          <p:txBody>
            <a:bodyPr rtlCol="0" anchor="t"/>
            <a:lstStyle/>
            <a:p>
              <a:pPr marL="45720" marR="0" lvl="0" indent="0" algn="l" defTabSz="81281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srgbClr val="00274C"/>
                  </a:solidFill>
                  <a:effectLst/>
                  <a:uLnTx/>
                  <a:uFillTx/>
                  <a:latin typeface="Arial" panose="020B0604020202020204"/>
                  <a:ea typeface="+mn-ea"/>
                  <a:cs typeface="+mn-cs"/>
                </a:rPr>
                <a:t>SCENARIO 1</a:t>
              </a:r>
            </a:p>
          </p:txBody>
        </p:sp>
        <p:cxnSp>
          <p:nvCxnSpPr>
            <p:cNvPr id="107" name="Straight Connector 106">
              <a:extLst>
                <a:ext uri="{FF2B5EF4-FFF2-40B4-BE49-F238E27FC236}">
                  <a16:creationId xmlns:a16="http://schemas.microsoft.com/office/drawing/2014/main" id="{17399EB7-340D-434B-A55B-5029633AF07C}"/>
                </a:ext>
              </a:extLst>
            </p:cNvPr>
            <p:cNvCxnSpPr>
              <a:cxnSpLocks/>
            </p:cNvCxnSpPr>
            <p:nvPr/>
          </p:nvCxnSpPr>
          <p:spPr>
            <a:xfrm>
              <a:off x="2791588" y="6794134"/>
              <a:ext cx="0" cy="2043680"/>
            </a:xfrm>
            <a:prstGeom prst="line">
              <a:avLst/>
            </a:prstGeom>
            <a:ln>
              <a:solidFill>
                <a:schemeClr val="bg2">
                  <a:lumMod val="90000"/>
                </a:schemeClr>
              </a:solidFill>
            </a:ln>
            <a:effectLst/>
          </p:spPr>
          <p:style>
            <a:lnRef idx="2">
              <a:schemeClr val="accent1"/>
            </a:lnRef>
            <a:fillRef idx="0">
              <a:schemeClr val="accent1"/>
            </a:fillRef>
            <a:effectRef idx="1">
              <a:schemeClr val="accent1"/>
            </a:effectRef>
            <a:fontRef idx="minor">
              <a:schemeClr val="tx1"/>
            </a:fontRef>
          </p:style>
        </p:cxnSp>
        <p:sp>
          <p:nvSpPr>
            <p:cNvPr id="109" name="Rectangle 108">
              <a:extLst>
                <a:ext uri="{FF2B5EF4-FFF2-40B4-BE49-F238E27FC236}">
                  <a16:creationId xmlns:a16="http://schemas.microsoft.com/office/drawing/2014/main" id="{C5DDAA0D-D772-6046-8D72-68D3BED4D0C5}"/>
                </a:ext>
              </a:extLst>
            </p:cNvPr>
            <p:cNvSpPr/>
            <p:nvPr/>
          </p:nvSpPr>
          <p:spPr>
            <a:xfrm>
              <a:off x="812880" y="6794134"/>
              <a:ext cx="6008268" cy="2043680"/>
            </a:xfrm>
            <a:prstGeom prst="rect">
              <a:avLst/>
            </a:prstGeom>
            <a:noFill/>
            <a:ln w="25400">
              <a:solidFill>
                <a:schemeClr val="bg2">
                  <a:lumMod val="9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812810" rtl="0" eaLnBrk="1" fontAlgn="auto" latinLnBrk="0" hangingPunct="1">
                <a:lnSpc>
                  <a:spcPct val="100000"/>
                </a:lnSpc>
                <a:spcBef>
                  <a:spcPts val="0"/>
                </a:spcBef>
                <a:spcAft>
                  <a:spcPts val="0"/>
                </a:spcAft>
                <a:buClrTx/>
                <a:buSzTx/>
                <a:buFontTx/>
                <a:buNone/>
                <a:tabLst/>
                <a:defRPr/>
              </a:pPr>
              <a:endParaRPr kumimoji="0" lang="en-US" sz="3200" b="0" i="0" u="none" strike="noStrike" kern="1200" cap="none" spc="0" normalizeH="0" baseline="0" noProof="0">
                <a:ln>
                  <a:noFill/>
                </a:ln>
                <a:solidFill>
                  <a:prstClr val="white"/>
                </a:solidFill>
                <a:effectLst/>
                <a:uLnTx/>
                <a:uFillTx/>
                <a:latin typeface="Arial" panose="020B0604020202020204"/>
                <a:ea typeface="+mn-ea"/>
                <a:cs typeface="+mn-cs"/>
              </a:endParaRPr>
            </a:p>
          </p:txBody>
        </p:sp>
        <p:sp>
          <p:nvSpPr>
            <p:cNvPr id="110" name="Rectangle 109">
              <a:extLst>
                <a:ext uri="{FF2B5EF4-FFF2-40B4-BE49-F238E27FC236}">
                  <a16:creationId xmlns:a16="http://schemas.microsoft.com/office/drawing/2014/main" id="{6958539C-DD7E-234E-998D-423DDC660CB7}"/>
                </a:ext>
              </a:extLst>
            </p:cNvPr>
            <p:cNvSpPr/>
            <p:nvPr/>
          </p:nvSpPr>
          <p:spPr>
            <a:xfrm>
              <a:off x="2662525" y="6779831"/>
              <a:ext cx="1787302" cy="735296"/>
            </a:xfrm>
            <a:prstGeom prst="rect">
              <a:avLst/>
            </a:prstGeom>
            <a:noFill/>
            <a:ln w="25400">
              <a:noFill/>
            </a:ln>
            <a:effectLst/>
          </p:spPr>
          <p:style>
            <a:lnRef idx="1">
              <a:schemeClr val="accent1"/>
            </a:lnRef>
            <a:fillRef idx="3">
              <a:schemeClr val="accent1"/>
            </a:fillRef>
            <a:effectRef idx="2">
              <a:schemeClr val="accent1"/>
            </a:effectRef>
            <a:fontRef idx="minor">
              <a:schemeClr val="lt1"/>
            </a:fontRef>
          </p:style>
          <p:txBody>
            <a:bodyPr rtlCol="0" anchor="t"/>
            <a:lstStyle/>
            <a:p>
              <a:pPr marL="45720" marR="0" lvl="0" indent="0" algn="ctr" defTabSz="81281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srgbClr val="00274C"/>
                  </a:solidFill>
                  <a:effectLst/>
                  <a:uLnTx/>
                  <a:uFillTx/>
                  <a:latin typeface="Arial" panose="020B0604020202020204"/>
                  <a:ea typeface="+mn-ea"/>
                  <a:cs typeface="+mn-cs"/>
                </a:rPr>
                <a:t>FUNCTIONAL </a:t>
              </a:r>
              <a:br>
                <a:rPr kumimoji="0" lang="en-US" sz="1600" b="1" i="0" u="none" strike="noStrike" kern="1200" cap="none" spc="0" normalizeH="0" baseline="0" noProof="0" dirty="0">
                  <a:ln>
                    <a:noFill/>
                  </a:ln>
                  <a:solidFill>
                    <a:srgbClr val="00274C"/>
                  </a:solidFill>
                  <a:effectLst/>
                  <a:uLnTx/>
                  <a:uFillTx/>
                  <a:latin typeface="Arial" panose="020B0604020202020204"/>
                  <a:ea typeface="+mn-ea"/>
                  <a:cs typeface="+mn-cs"/>
                </a:rPr>
              </a:br>
              <a:r>
                <a:rPr kumimoji="0" lang="en-US" sz="1600" b="1" i="0" u="none" strike="noStrike" kern="1200" cap="none" spc="0" normalizeH="0" baseline="0" noProof="0" dirty="0">
                  <a:ln>
                    <a:noFill/>
                  </a:ln>
                  <a:solidFill>
                    <a:srgbClr val="00274C"/>
                  </a:solidFill>
                  <a:effectLst/>
                  <a:uLnTx/>
                  <a:uFillTx/>
                  <a:latin typeface="Arial" panose="020B0604020202020204"/>
                  <a:ea typeface="+mn-ea"/>
                  <a:cs typeface="+mn-cs"/>
                </a:rPr>
                <a:t>UNIT</a:t>
              </a:r>
              <a:br>
                <a:rPr kumimoji="0" lang="en-US" sz="1600" b="1" i="0" u="none" strike="noStrike" kern="1200" cap="none" spc="0" normalizeH="0" baseline="0" noProof="0" dirty="0">
                  <a:ln>
                    <a:noFill/>
                  </a:ln>
                  <a:solidFill>
                    <a:srgbClr val="00274C"/>
                  </a:solidFill>
                  <a:effectLst/>
                  <a:uLnTx/>
                  <a:uFillTx/>
                  <a:latin typeface="Arial" panose="020B0604020202020204"/>
                  <a:ea typeface="+mn-ea"/>
                  <a:cs typeface="+mn-cs"/>
                </a:rPr>
              </a:br>
              <a:r>
                <a:rPr kumimoji="0" lang="en-US" sz="1400" b="0" i="0" u="none" strike="noStrike" kern="1200" cap="none" spc="0" normalizeH="0" baseline="0" noProof="0" dirty="0">
                  <a:ln>
                    <a:noFill/>
                  </a:ln>
                  <a:solidFill>
                    <a:srgbClr val="00274C"/>
                  </a:solidFill>
                  <a:effectLst/>
                  <a:uLnTx/>
                  <a:uFillTx/>
                  <a:latin typeface="Arial" panose="020B0604020202020204"/>
                  <a:ea typeface="+mn-ea"/>
                  <a:cs typeface="+mn-cs"/>
                </a:rPr>
                <a:t>(service offered)</a:t>
              </a:r>
            </a:p>
          </p:txBody>
        </p:sp>
        <p:cxnSp>
          <p:nvCxnSpPr>
            <p:cNvPr id="111" name="Straight Connector 110">
              <a:extLst>
                <a:ext uri="{FF2B5EF4-FFF2-40B4-BE49-F238E27FC236}">
                  <a16:creationId xmlns:a16="http://schemas.microsoft.com/office/drawing/2014/main" id="{0B50D1AF-B5C0-5546-BEFD-CA3A313E80DA}"/>
                </a:ext>
              </a:extLst>
            </p:cNvPr>
            <p:cNvCxnSpPr>
              <a:cxnSpLocks/>
            </p:cNvCxnSpPr>
            <p:nvPr/>
          </p:nvCxnSpPr>
          <p:spPr>
            <a:xfrm>
              <a:off x="4372257" y="6794134"/>
              <a:ext cx="0" cy="2043680"/>
            </a:xfrm>
            <a:prstGeom prst="line">
              <a:avLst/>
            </a:prstGeom>
            <a:ln>
              <a:solidFill>
                <a:schemeClr val="bg2">
                  <a:lumMod val="90000"/>
                </a:schemeClr>
              </a:solidFill>
            </a:ln>
            <a:effectLst/>
          </p:spPr>
          <p:style>
            <a:lnRef idx="2">
              <a:schemeClr val="accent1"/>
            </a:lnRef>
            <a:fillRef idx="0">
              <a:schemeClr val="accent1"/>
            </a:fillRef>
            <a:effectRef idx="1">
              <a:schemeClr val="accent1"/>
            </a:effectRef>
            <a:fontRef idx="minor">
              <a:schemeClr val="tx1"/>
            </a:fontRef>
          </p:style>
        </p:cxnSp>
        <p:sp>
          <p:nvSpPr>
            <p:cNvPr id="113" name="TextBox 112">
              <a:extLst>
                <a:ext uri="{FF2B5EF4-FFF2-40B4-BE49-F238E27FC236}">
                  <a16:creationId xmlns:a16="http://schemas.microsoft.com/office/drawing/2014/main" id="{A5BD0FEA-EF8A-4045-A5E4-6AAE9BF0572F}"/>
                </a:ext>
              </a:extLst>
            </p:cNvPr>
            <p:cNvSpPr txBox="1"/>
            <p:nvPr/>
          </p:nvSpPr>
          <p:spPr>
            <a:xfrm>
              <a:off x="2863886" y="7602760"/>
              <a:ext cx="1429785" cy="1200329"/>
            </a:xfrm>
            <a:prstGeom prst="rect">
              <a:avLst/>
            </a:prstGeom>
            <a:noFill/>
          </p:spPr>
          <p:txBody>
            <a:bodyPr wrap="square" rtlCol="0">
              <a:spAutoFit/>
            </a:bodyPr>
            <a:lstStyle/>
            <a:p>
              <a:pPr marL="0" marR="0" lvl="0" indent="0" algn="l" defTabSz="81281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00274C"/>
                  </a:solidFill>
                  <a:effectLst/>
                  <a:uLnTx/>
                  <a:uFillTx/>
                  <a:latin typeface="Arial" panose="020B0604020202020204"/>
                  <a:ea typeface="+mn-ea"/>
                  <a:cs typeface="+mn-cs"/>
                </a:rPr>
                <a:t>800 lumen </a:t>
              </a:r>
            </a:p>
            <a:p>
              <a:pPr marL="0" marR="0" lvl="0" indent="0" algn="l" defTabSz="81281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00274C"/>
                  </a:solidFill>
                  <a:effectLst/>
                  <a:uLnTx/>
                  <a:uFillTx/>
                  <a:latin typeface="Arial" panose="020B0604020202020204"/>
                  <a:ea typeface="+mn-ea"/>
                  <a:cs typeface="+mn-cs"/>
                </a:rPr>
                <a:t>for a </a:t>
              </a:r>
              <a:br>
                <a:rPr kumimoji="0" lang="en-US" sz="1800" b="0" i="0" u="none" strike="noStrike" kern="1200" cap="none" spc="0" normalizeH="0" baseline="0" noProof="0" dirty="0">
                  <a:ln>
                    <a:noFill/>
                  </a:ln>
                  <a:solidFill>
                    <a:srgbClr val="00274C"/>
                  </a:solidFill>
                  <a:effectLst/>
                  <a:uLnTx/>
                  <a:uFillTx/>
                  <a:latin typeface="Arial" panose="020B0604020202020204"/>
                  <a:ea typeface="+mn-ea"/>
                  <a:cs typeface="+mn-cs"/>
                </a:rPr>
              </a:br>
              <a:r>
                <a:rPr kumimoji="0" lang="en-US" sz="1800" b="0" i="0" u="none" strike="noStrike" kern="1200" cap="none" spc="0" normalizeH="0" baseline="0" noProof="0" dirty="0">
                  <a:ln>
                    <a:noFill/>
                  </a:ln>
                  <a:solidFill>
                    <a:srgbClr val="00274C"/>
                  </a:solidFill>
                  <a:effectLst/>
                  <a:uLnTx/>
                  <a:uFillTx/>
                  <a:latin typeface="Arial" panose="020B0604020202020204"/>
                  <a:ea typeface="+mn-ea"/>
                  <a:cs typeface="+mn-cs"/>
                </a:rPr>
                <a:t>duration of </a:t>
              </a:r>
              <a:br>
                <a:rPr kumimoji="0" lang="en-US" sz="1800" b="0" i="0" u="none" strike="noStrike" kern="1200" cap="none" spc="0" normalizeH="0" baseline="0" noProof="0" dirty="0">
                  <a:ln>
                    <a:noFill/>
                  </a:ln>
                  <a:solidFill>
                    <a:srgbClr val="00274C"/>
                  </a:solidFill>
                  <a:effectLst/>
                  <a:uLnTx/>
                  <a:uFillTx/>
                  <a:latin typeface="Arial" panose="020B0604020202020204"/>
                  <a:ea typeface="+mn-ea"/>
                  <a:cs typeface="+mn-cs"/>
                </a:rPr>
              </a:br>
              <a:r>
                <a:rPr kumimoji="0" lang="en-US" sz="1800" b="0" i="0" u="none" strike="noStrike" kern="1200" cap="none" spc="0" normalizeH="0" baseline="0" noProof="0" dirty="0">
                  <a:ln>
                    <a:noFill/>
                  </a:ln>
                  <a:solidFill>
                    <a:srgbClr val="00274C"/>
                  </a:solidFill>
                  <a:effectLst/>
                  <a:uLnTx/>
                  <a:uFillTx/>
                  <a:latin typeface="Arial" panose="020B0604020202020204"/>
                  <a:ea typeface="+mn-ea"/>
                  <a:cs typeface="+mn-cs"/>
                </a:rPr>
                <a:t>5000 hours</a:t>
              </a:r>
            </a:p>
          </p:txBody>
        </p:sp>
      </p:grpSp>
      <p:sp>
        <p:nvSpPr>
          <p:cNvPr id="7" name="Rectangle 6">
            <a:extLst>
              <a:ext uri="{FF2B5EF4-FFF2-40B4-BE49-F238E27FC236}">
                <a16:creationId xmlns:a16="http://schemas.microsoft.com/office/drawing/2014/main" id="{40DBF878-B91C-AB41-8DC2-914331718FC3}"/>
              </a:ext>
            </a:extLst>
          </p:cNvPr>
          <p:cNvSpPr/>
          <p:nvPr/>
        </p:nvSpPr>
        <p:spPr>
          <a:xfrm>
            <a:off x="1032255" y="6075433"/>
            <a:ext cx="14412453" cy="1214367"/>
          </a:xfrm>
          <a:prstGeom prst="rect">
            <a:avLst/>
          </a:prstGeom>
          <a:noFill/>
          <a:ln w="31750">
            <a:solidFill>
              <a:schemeClr val="tx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812810" rtl="0" eaLnBrk="1" fontAlgn="auto" latinLnBrk="0" hangingPunct="1">
              <a:lnSpc>
                <a:spcPct val="100000"/>
              </a:lnSpc>
              <a:spcBef>
                <a:spcPts val="0"/>
              </a:spcBef>
              <a:spcAft>
                <a:spcPts val="0"/>
              </a:spcAft>
              <a:buClrTx/>
              <a:buSzTx/>
              <a:buFontTx/>
              <a:buNone/>
              <a:tabLst/>
              <a:defRPr/>
            </a:pPr>
            <a:endParaRPr kumimoji="0" lang="en-US" sz="3200" b="0" i="0" u="none" strike="noStrike" kern="1200" cap="none" spc="0" normalizeH="0" baseline="0" noProof="0">
              <a:ln>
                <a:noFill/>
              </a:ln>
              <a:solidFill>
                <a:prstClr val="white"/>
              </a:solidFill>
              <a:effectLst/>
              <a:uLnTx/>
              <a:uFillTx/>
              <a:latin typeface="Arial" panose="020B0604020202020204"/>
              <a:ea typeface="+mn-ea"/>
              <a:cs typeface="+mn-cs"/>
            </a:endParaRPr>
          </a:p>
        </p:txBody>
      </p:sp>
      <p:pic>
        <p:nvPicPr>
          <p:cNvPr id="9" name="Picture 8" descr="A picture containing object, light, indoor, bowl&#10;&#10;Description automatically generated">
            <a:extLst>
              <a:ext uri="{FF2B5EF4-FFF2-40B4-BE49-F238E27FC236}">
                <a16:creationId xmlns:a16="http://schemas.microsoft.com/office/drawing/2014/main" id="{F0D7B6D1-CDB7-0746-81DA-04D419863B39}"/>
              </a:ext>
            </a:extLst>
          </p:cNvPr>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12273195" y="3480563"/>
            <a:ext cx="911389" cy="1214368"/>
          </a:xfrm>
          <a:prstGeom prst="rect">
            <a:avLst/>
          </a:prstGeom>
        </p:spPr>
      </p:pic>
    </p:spTree>
    <p:extLst>
      <p:ext uri="{BB962C8B-B14F-4D97-AF65-F5344CB8AC3E}">
        <p14:creationId xmlns:p14="http://schemas.microsoft.com/office/powerpoint/2010/main" val="3750878199"/>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8439A4-B037-4F4E-AFCE-96000C7C1237}"/>
              </a:ext>
            </a:extLst>
          </p:cNvPr>
          <p:cNvSpPr>
            <a:spLocks noGrp="1"/>
          </p:cNvSpPr>
          <p:nvPr>
            <p:ph type="title"/>
          </p:nvPr>
        </p:nvSpPr>
        <p:spPr>
          <a:xfrm>
            <a:off x="812880" y="279400"/>
            <a:ext cx="14631828" cy="870385"/>
          </a:xfrm>
        </p:spPr>
        <p:txBody>
          <a:bodyPr/>
          <a:lstStyle/>
          <a:p>
            <a:r>
              <a:rPr lang="en-US" altLang="en-US" dirty="0"/>
              <a:t>Process Tree: illuminating with incandescent bulbs</a:t>
            </a:r>
            <a:endParaRPr lang="en-US" dirty="0">
              <a:solidFill>
                <a:schemeClr val="tx2"/>
              </a:solidFill>
            </a:endParaRPr>
          </a:p>
        </p:txBody>
      </p:sp>
      <p:grpSp>
        <p:nvGrpSpPr>
          <p:cNvPr id="7" name="Group 6">
            <a:extLst>
              <a:ext uri="{FF2B5EF4-FFF2-40B4-BE49-F238E27FC236}">
                <a16:creationId xmlns:a16="http://schemas.microsoft.com/office/drawing/2014/main" id="{C3E92066-1895-2740-9D7F-5EC20DBEECEB}"/>
              </a:ext>
            </a:extLst>
          </p:cNvPr>
          <p:cNvGrpSpPr/>
          <p:nvPr/>
        </p:nvGrpSpPr>
        <p:grpSpPr>
          <a:xfrm>
            <a:off x="8128794" y="4085866"/>
            <a:ext cx="4457700" cy="2433638"/>
            <a:chOff x="5664200" y="3289300"/>
            <a:chExt cx="4457700" cy="2433638"/>
          </a:xfrm>
        </p:grpSpPr>
        <p:sp>
          <p:nvSpPr>
            <p:cNvPr id="26" name="Text Box 41">
              <a:extLst>
                <a:ext uri="{FF2B5EF4-FFF2-40B4-BE49-F238E27FC236}">
                  <a16:creationId xmlns:a16="http://schemas.microsoft.com/office/drawing/2014/main" id="{DEC1D860-E40A-CC4C-A6AC-F667EEBCC8EC}"/>
                </a:ext>
              </a:extLst>
            </p:cNvPr>
            <p:cNvSpPr txBox="1">
              <a:spLocks noChangeArrowheads="1"/>
            </p:cNvSpPr>
            <p:nvPr/>
          </p:nvSpPr>
          <p:spPr bwMode="auto">
            <a:xfrm>
              <a:off x="8201025" y="3289300"/>
              <a:ext cx="1920875" cy="1015663"/>
            </a:xfrm>
            <a:prstGeom prst="rect">
              <a:avLst/>
            </a:prstGeom>
            <a:solidFill>
              <a:schemeClr val="accent6">
                <a:alpha val="20000"/>
              </a:schemeClr>
            </a:solidFill>
            <a:ln w="9525">
              <a:noFill/>
              <a:miter lim="800000"/>
              <a:headEnd/>
              <a:tailEnd/>
            </a:ln>
          </p:spPr>
          <p:txBody>
            <a:bodyPr wrap="square">
              <a:spAutoFit/>
            </a:bodyPr>
            <a:lstStyle>
              <a:lvl1pPr>
                <a:spcBef>
                  <a:spcPct val="20000"/>
                </a:spcBef>
                <a:buClr>
                  <a:srgbClr val="FF9900"/>
                </a:buClr>
                <a:buChar char="•"/>
                <a:defRPr sz="3200" b="1">
                  <a:solidFill>
                    <a:srgbClr val="01035B"/>
                  </a:solidFill>
                  <a:latin typeface="Arial" panose="020B0604020202020204" pitchFamily="34" charset="0"/>
                </a:defRPr>
              </a:lvl1pPr>
              <a:lvl2pPr marL="742950" indent="-285750">
                <a:spcBef>
                  <a:spcPct val="20000"/>
                </a:spcBef>
                <a:buClr>
                  <a:srgbClr val="FF9900"/>
                </a:buClr>
                <a:buChar char="–"/>
                <a:defRPr sz="2800" b="1">
                  <a:solidFill>
                    <a:srgbClr val="01035B"/>
                  </a:solidFill>
                  <a:latin typeface="Arial" panose="020B0604020202020204" pitchFamily="34" charset="0"/>
                </a:defRPr>
              </a:lvl2pPr>
              <a:lvl3pPr marL="1143000" indent="-228600">
                <a:spcBef>
                  <a:spcPct val="20000"/>
                </a:spcBef>
                <a:buClr>
                  <a:srgbClr val="FF9900"/>
                </a:buClr>
                <a:buChar char="•"/>
                <a:defRPr sz="2400" b="1">
                  <a:solidFill>
                    <a:srgbClr val="01035B"/>
                  </a:solidFill>
                  <a:latin typeface="Arial" panose="020B0604020202020204" pitchFamily="34" charset="0"/>
                </a:defRPr>
              </a:lvl3pPr>
              <a:lvl4pPr marL="1600200" indent="-228600">
                <a:spcBef>
                  <a:spcPct val="20000"/>
                </a:spcBef>
                <a:buClr>
                  <a:srgbClr val="FF9900"/>
                </a:buClr>
                <a:buChar char="–"/>
                <a:defRPr sz="2000" b="1">
                  <a:solidFill>
                    <a:srgbClr val="01035B"/>
                  </a:solidFill>
                  <a:latin typeface="Arial" panose="020B0604020202020204" pitchFamily="34" charset="0"/>
                </a:defRPr>
              </a:lvl4pPr>
              <a:lvl5pPr marL="2057400" indent="-228600">
                <a:spcBef>
                  <a:spcPct val="20000"/>
                </a:spcBef>
                <a:buClr>
                  <a:srgbClr val="FF9900"/>
                </a:buClr>
                <a:buChar char="»"/>
                <a:defRPr sz="2000" b="1">
                  <a:solidFill>
                    <a:srgbClr val="01035B"/>
                  </a:solidFill>
                  <a:latin typeface="Arial" panose="020B0604020202020204" pitchFamily="34" charset="0"/>
                </a:defRPr>
              </a:lvl5pPr>
              <a:lvl6pPr marL="25146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6pPr>
              <a:lvl7pPr marL="29718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7pPr>
              <a:lvl8pPr marL="34290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8pPr>
              <a:lvl9pPr marL="38862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9pPr>
            </a:lstStyle>
            <a:p>
              <a:pPr marL="0" marR="0" lvl="0" indent="0" algn="ctr" defTabSz="812810" rtl="0" eaLnBrk="1" fontAlgn="auto" latinLnBrk="0" hangingPunct="1">
                <a:lnSpc>
                  <a:spcPct val="100000"/>
                </a:lnSpc>
                <a:spcBef>
                  <a:spcPct val="0"/>
                </a:spcBef>
                <a:spcAft>
                  <a:spcPts val="0"/>
                </a:spcAft>
                <a:buClrTx/>
                <a:buSzTx/>
                <a:buFontTx/>
                <a:buNone/>
                <a:tabLst/>
                <a:defRPr/>
              </a:pPr>
              <a:r>
                <a:rPr kumimoji="0" lang="en-US" altLang="en-US" sz="2000" b="0" i="0" u="none" strike="noStrike" kern="1200" cap="none" spc="0" normalizeH="0" baseline="0" noProof="0" dirty="0">
                  <a:ln>
                    <a:noFill/>
                  </a:ln>
                  <a:solidFill>
                    <a:srgbClr val="00B2A9"/>
                  </a:solidFill>
                  <a:effectLst/>
                  <a:uLnTx/>
                  <a:uFillTx/>
                  <a:latin typeface="Arial" panose="020B0604020202020204" pitchFamily="34" charset="0"/>
                  <a:ea typeface="+mn-ea"/>
                  <a:cs typeface="Arial" panose="020B0604020202020204" pitchFamily="34" charset="0"/>
                </a:rPr>
                <a:t>Illumination</a:t>
              </a:r>
            </a:p>
            <a:p>
              <a:pPr marL="0" marR="0" lvl="0" indent="0" algn="ctr" defTabSz="812810" rtl="0" eaLnBrk="1" fontAlgn="auto" latinLnBrk="0" hangingPunct="1">
                <a:lnSpc>
                  <a:spcPct val="100000"/>
                </a:lnSpc>
                <a:spcBef>
                  <a:spcPct val="0"/>
                </a:spcBef>
                <a:spcAft>
                  <a:spcPts val="0"/>
                </a:spcAft>
                <a:buClrTx/>
                <a:buSzTx/>
                <a:buFontTx/>
                <a:buNone/>
                <a:tabLst/>
                <a:defRPr/>
              </a:pPr>
              <a:r>
                <a:rPr kumimoji="0" lang="en-US" altLang="en-US" sz="2000" b="0" i="0" u="none" strike="noStrike" kern="1200" cap="none" spc="0" normalizeH="0" baseline="0" noProof="0" dirty="0">
                  <a:ln>
                    <a:noFill/>
                  </a:ln>
                  <a:solidFill>
                    <a:srgbClr val="00B2A9"/>
                  </a:solidFill>
                  <a:effectLst/>
                  <a:uLnTx/>
                  <a:uFillTx/>
                  <a:latin typeface="Arial" panose="020B0604020202020204" pitchFamily="34" charset="0"/>
                  <a:ea typeface="+mn-ea"/>
                  <a:cs typeface="Arial" panose="020B0604020202020204" pitchFamily="34" charset="0"/>
                </a:rPr>
                <a:t>800 lumen </a:t>
              </a:r>
            </a:p>
            <a:p>
              <a:pPr marL="0" marR="0" lvl="0" indent="0" algn="ctr" defTabSz="812810" rtl="0" eaLnBrk="1" fontAlgn="auto" latinLnBrk="0" hangingPunct="1">
                <a:lnSpc>
                  <a:spcPct val="100000"/>
                </a:lnSpc>
                <a:spcBef>
                  <a:spcPct val="0"/>
                </a:spcBef>
                <a:spcAft>
                  <a:spcPts val="0"/>
                </a:spcAft>
                <a:buClrTx/>
                <a:buSzTx/>
                <a:buFontTx/>
                <a:buNone/>
                <a:tabLst/>
                <a:defRPr/>
              </a:pPr>
              <a:r>
                <a:rPr kumimoji="0" lang="en-US" altLang="en-US" sz="2000" b="0" i="0" u="none" strike="noStrike" kern="1200" cap="none" spc="0" normalizeH="0" baseline="0" noProof="0" dirty="0">
                  <a:ln>
                    <a:noFill/>
                  </a:ln>
                  <a:solidFill>
                    <a:srgbClr val="00B2A9"/>
                  </a:solidFill>
                  <a:effectLst/>
                  <a:uLnTx/>
                  <a:uFillTx/>
                  <a:latin typeface="Arial" panose="020B0604020202020204" pitchFamily="34" charset="0"/>
                  <a:ea typeface="+mn-ea"/>
                  <a:cs typeface="Arial" panose="020B0604020202020204" pitchFamily="34" charset="0"/>
                </a:rPr>
                <a:t>During 5000 h </a:t>
              </a:r>
            </a:p>
          </p:txBody>
        </p:sp>
        <p:sp>
          <p:nvSpPr>
            <p:cNvPr id="27" name="Text Box 41">
              <a:extLst>
                <a:ext uri="{FF2B5EF4-FFF2-40B4-BE49-F238E27FC236}">
                  <a16:creationId xmlns:a16="http://schemas.microsoft.com/office/drawing/2014/main" id="{DCC22E31-971F-6C48-AEB8-7CACEFE36048}"/>
                </a:ext>
              </a:extLst>
            </p:cNvPr>
            <p:cNvSpPr txBox="1">
              <a:spLocks noChangeArrowheads="1"/>
            </p:cNvSpPr>
            <p:nvPr/>
          </p:nvSpPr>
          <p:spPr bwMode="auto">
            <a:xfrm>
              <a:off x="5664200" y="5014913"/>
              <a:ext cx="1920875" cy="708025"/>
            </a:xfrm>
            <a:prstGeom prst="rect">
              <a:avLst/>
            </a:prstGeom>
            <a:solidFill>
              <a:schemeClr val="accent4">
                <a:alpha val="20000"/>
              </a:schemeClr>
            </a:solidFill>
            <a:ln w="9525">
              <a:noFill/>
              <a:miter lim="800000"/>
              <a:headEnd/>
              <a:tailEnd/>
            </a:ln>
          </p:spPr>
          <p:txBody>
            <a:bodyPr wrap="square">
              <a:spAutoFit/>
            </a:bodyPr>
            <a:lstStyle>
              <a:lvl1pPr>
                <a:spcBef>
                  <a:spcPct val="20000"/>
                </a:spcBef>
                <a:buClr>
                  <a:srgbClr val="FF9900"/>
                </a:buClr>
                <a:buChar char="•"/>
                <a:defRPr sz="3200" b="1">
                  <a:solidFill>
                    <a:srgbClr val="01035B"/>
                  </a:solidFill>
                  <a:latin typeface="Arial" panose="020B0604020202020204" pitchFamily="34" charset="0"/>
                </a:defRPr>
              </a:lvl1pPr>
              <a:lvl2pPr marL="742950" indent="-285750">
                <a:spcBef>
                  <a:spcPct val="20000"/>
                </a:spcBef>
                <a:buClr>
                  <a:srgbClr val="FF9900"/>
                </a:buClr>
                <a:buChar char="–"/>
                <a:defRPr sz="2800" b="1">
                  <a:solidFill>
                    <a:srgbClr val="01035B"/>
                  </a:solidFill>
                  <a:latin typeface="Arial" panose="020B0604020202020204" pitchFamily="34" charset="0"/>
                </a:defRPr>
              </a:lvl2pPr>
              <a:lvl3pPr marL="1143000" indent="-228600">
                <a:spcBef>
                  <a:spcPct val="20000"/>
                </a:spcBef>
                <a:buClr>
                  <a:srgbClr val="FF9900"/>
                </a:buClr>
                <a:buChar char="•"/>
                <a:defRPr sz="2400" b="1">
                  <a:solidFill>
                    <a:srgbClr val="01035B"/>
                  </a:solidFill>
                  <a:latin typeface="Arial" panose="020B0604020202020204" pitchFamily="34" charset="0"/>
                </a:defRPr>
              </a:lvl3pPr>
              <a:lvl4pPr marL="1600200" indent="-228600">
                <a:spcBef>
                  <a:spcPct val="20000"/>
                </a:spcBef>
                <a:buClr>
                  <a:srgbClr val="FF9900"/>
                </a:buClr>
                <a:buChar char="–"/>
                <a:defRPr sz="2000" b="1">
                  <a:solidFill>
                    <a:srgbClr val="01035B"/>
                  </a:solidFill>
                  <a:latin typeface="Arial" panose="020B0604020202020204" pitchFamily="34" charset="0"/>
                </a:defRPr>
              </a:lvl4pPr>
              <a:lvl5pPr marL="2057400" indent="-228600">
                <a:spcBef>
                  <a:spcPct val="20000"/>
                </a:spcBef>
                <a:buClr>
                  <a:srgbClr val="FF9900"/>
                </a:buClr>
                <a:buChar char="»"/>
                <a:defRPr sz="2000" b="1">
                  <a:solidFill>
                    <a:srgbClr val="01035B"/>
                  </a:solidFill>
                  <a:latin typeface="Arial" panose="020B0604020202020204" pitchFamily="34" charset="0"/>
                </a:defRPr>
              </a:lvl5pPr>
              <a:lvl6pPr marL="25146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6pPr>
              <a:lvl7pPr marL="29718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7pPr>
              <a:lvl8pPr marL="34290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8pPr>
              <a:lvl9pPr marL="38862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9pPr>
            </a:lstStyle>
            <a:p>
              <a:pPr marL="0" marR="0" lvl="0" indent="0" algn="ctr" defTabSz="812810" rtl="0" eaLnBrk="1" fontAlgn="auto" latinLnBrk="0" hangingPunct="1">
                <a:lnSpc>
                  <a:spcPct val="100000"/>
                </a:lnSpc>
                <a:spcBef>
                  <a:spcPct val="0"/>
                </a:spcBef>
                <a:spcAft>
                  <a:spcPts val="0"/>
                </a:spcAft>
                <a:buClrTx/>
                <a:buSzTx/>
                <a:buFontTx/>
                <a:buNone/>
                <a:tabLst/>
                <a:defRPr/>
              </a:pPr>
              <a:r>
                <a:rPr kumimoji="0" lang="en-US" altLang="en-US" sz="2000" b="0" i="0" u="none" strike="noStrike" kern="1200" cap="none" spc="0" normalizeH="0" baseline="0" noProof="0">
                  <a:ln>
                    <a:noFill/>
                  </a:ln>
                  <a:solidFill>
                    <a:srgbClr val="00274C"/>
                  </a:solidFill>
                  <a:effectLst/>
                  <a:uLnTx/>
                  <a:uFillTx/>
                  <a:latin typeface="Arial" panose="020B0604020202020204" pitchFamily="34" charset="0"/>
                  <a:ea typeface="+mn-ea"/>
                  <a:cs typeface="Arial" panose="020B0604020202020204" pitchFamily="34" charset="0"/>
                </a:rPr>
                <a:t>Electricity</a:t>
              </a:r>
            </a:p>
            <a:p>
              <a:pPr marL="0" marR="0" lvl="0" indent="0" algn="ctr" defTabSz="812810" rtl="0" eaLnBrk="1" fontAlgn="auto" latinLnBrk="0" hangingPunct="1">
                <a:lnSpc>
                  <a:spcPct val="100000"/>
                </a:lnSpc>
                <a:spcBef>
                  <a:spcPct val="0"/>
                </a:spcBef>
                <a:spcAft>
                  <a:spcPts val="0"/>
                </a:spcAft>
                <a:buClrTx/>
                <a:buSzTx/>
                <a:buFontTx/>
                <a:buNone/>
                <a:tabLst/>
                <a:defRPr/>
              </a:pPr>
              <a:r>
                <a:rPr kumimoji="0" lang="en-US" altLang="en-US" sz="2000" b="0" i="0" u="none" strike="noStrike" kern="1200" cap="none" spc="0" normalizeH="0" baseline="0" noProof="0">
                  <a:ln>
                    <a:noFill/>
                  </a:ln>
                  <a:solidFill>
                    <a:srgbClr val="00274C"/>
                  </a:solidFill>
                  <a:effectLst/>
                  <a:uLnTx/>
                  <a:uFillTx/>
                  <a:latin typeface="Arial" panose="020B0604020202020204" pitchFamily="34" charset="0"/>
                  <a:ea typeface="+mn-ea"/>
                  <a:cs typeface="Arial" panose="020B0604020202020204" pitchFamily="34" charset="0"/>
                </a:rPr>
                <a:t>300 kWh</a:t>
              </a:r>
            </a:p>
          </p:txBody>
        </p:sp>
        <p:sp>
          <p:nvSpPr>
            <p:cNvPr id="29" name="Text Box 41">
              <a:extLst>
                <a:ext uri="{FF2B5EF4-FFF2-40B4-BE49-F238E27FC236}">
                  <a16:creationId xmlns:a16="http://schemas.microsoft.com/office/drawing/2014/main" id="{2BAB109B-612E-A149-9127-94CCCF2EE827}"/>
                </a:ext>
              </a:extLst>
            </p:cNvPr>
            <p:cNvSpPr txBox="1">
              <a:spLocks noChangeArrowheads="1"/>
            </p:cNvSpPr>
            <p:nvPr/>
          </p:nvSpPr>
          <p:spPr bwMode="auto">
            <a:xfrm>
              <a:off x="5664200" y="3443288"/>
              <a:ext cx="1920875" cy="707886"/>
            </a:xfrm>
            <a:prstGeom prst="rect">
              <a:avLst/>
            </a:prstGeom>
            <a:solidFill>
              <a:schemeClr val="accent4">
                <a:alpha val="20000"/>
              </a:schemeClr>
            </a:solidFill>
            <a:ln w="9525">
              <a:noFill/>
              <a:miter lim="800000"/>
              <a:headEnd/>
              <a:tailEnd/>
            </a:ln>
          </p:spPr>
          <p:txBody>
            <a:bodyPr wrap="square">
              <a:spAutoFit/>
            </a:bodyPr>
            <a:lstStyle>
              <a:lvl1pPr>
                <a:spcBef>
                  <a:spcPct val="20000"/>
                </a:spcBef>
                <a:buClr>
                  <a:srgbClr val="FF9900"/>
                </a:buClr>
                <a:buChar char="•"/>
                <a:defRPr sz="3200" b="1">
                  <a:solidFill>
                    <a:srgbClr val="01035B"/>
                  </a:solidFill>
                  <a:latin typeface="Arial" panose="020B0604020202020204" pitchFamily="34" charset="0"/>
                </a:defRPr>
              </a:lvl1pPr>
              <a:lvl2pPr marL="742950" indent="-285750">
                <a:spcBef>
                  <a:spcPct val="20000"/>
                </a:spcBef>
                <a:buClr>
                  <a:srgbClr val="FF9900"/>
                </a:buClr>
                <a:buChar char="–"/>
                <a:defRPr sz="2800" b="1">
                  <a:solidFill>
                    <a:srgbClr val="01035B"/>
                  </a:solidFill>
                  <a:latin typeface="Arial" panose="020B0604020202020204" pitchFamily="34" charset="0"/>
                </a:defRPr>
              </a:lvl2pPr>
              <a:lvl3pPr marL="1143000" indent="-228600">
                <a:spcBef>
                  <a:spcPct val="20000"/>
                </a:spcBef>
                <a:buClr>
                  <a:srgbClr val="FF9900"/>
                </a:buClr>
                <a:buChar char="•"/>
                <a:defRPr sz="2400" b="1">
                  <a:solidFill>
                    <a:srgbClr val="01035B"/>
                  </a:solidFill>
                  <a:latin typeface="Arial" panose="020B0604020202020204" pitchFamily="34" charset="0"/>
                </a:defRPr>
              </a:lvl3pPr>
              <a:lvl4pPr marL="1600200" indent="-228600">
                <a:spcBef>
                  <a:spcPct val="20000"/>
                </a:spcBef>
                <a:buClr>
                  <a:srgbClr val="FF9900"/>
                </a:buClr>
                <a:buChar char="–"/>
                <a:defRPr sz="2000" b="1">
                  <a:solidFill>
                    <a:srgbClr val="01035B"/>
                  </a:solidFill>
                  <a:latin typeface="Arial" panose="020B0604020202020204" pitchFamily="34" charset="0"/>
                </a:defRPr>
              </a:lvl4pPr>
              <a:lvl5pPr marL="2057400" indent="-228600">
                <a:spcBef>
                  <a:spcPct val="20000"/>
                </a:spcBef>
                <a:buClr>
                  <a:srgbClr val="FF9900"/>
                </a:buClr>
                <a:buChar char="»"/>
                <a:defRPr sz="2000" b="1">
                  <a:solidFill>
                    <a:srgbClr val="01035B"/>
                  </a:solidFill>
                  <a:latin typeface="Arial" panose="020B0604020202020204" pitchFamily="34" charset="0"/>
                </a:defRPr>
              </a:lvl5pPr>
              <a:lvl6pPr marL="25146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6pPr>
              <a:lvl7pPr marL="29718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7pPr>
              <a:lvl8pPr marL="34290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8pPr>
              <a:lvl9pPr marL="38862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9pPr>
            </a:lstStyle>
            <a:p>
              <a:pPr marL="0" marR="0" lvl="0" indent="0" algn="ctr" defTabSz="812810" rtl="0" eaLnBrk="1" fontAlgn="auto" latinLnBrk="0" hangingPunct="1">
                <a:lnSpc>
                  <a:spcPct val="100000"/>
                </a:lnSpc>
                <a:spcBef>
                  <a:spcPct val="0"/>
                </a:spcBef>
                <a:spcAft>
                  <a:spcPts val="0"/>
                </a:spcAft>
                <a:buClrTx/>
                <a:buSzTx/>
                <a:buFontTx/>
                <a:buNone/>
                <a:tabLst/>
                <a:defRPr/>
              </a:pPr>
              <a:r>
                <a:rPr kumimoji="0" lang="en-US" altLang="en-US" sz="2000" b="0" i="0" u="none" strike="noStrike" kern="1200" cap="none" spc="0" normalizeH="0" baseline="0" noProof="0">
                  <a:ln>
                    <a:noFill/>
                  </a:ln>
                  <a:solidFill>
                    <a:srgbClr val="00274C"/>
                  </a:solidFill>
                  <a:effectLst/>
                  <a:uLnTx/>
                  <a:uFillTx/>
                  <a:latin typeface="Arial" panose="020B0604020202020204" pitchFamily="34" charset="0"/>
                  <a:ea typeface="+mn-ea"/>
                  <a:cs typeface="Arial" panose="020B0604020202020204" pitchFamily="34" charset="0"/>
                </a:rPr>
                <a:t>5 Incandescent bulbs</a:t>
              </a:r>
            </a:p>
          </p:txBody>
        </p:sp>
        <p:cxnSp>
          <p:nvCxnSpPr>
            <p:cNvPr id="37" name="Elbow Connector 10">
              <a:extLst>
                <a:ext uri="{FF2B5EF4-FFF2-40B4-BE49-F238E27FC236}">
                  <a16:creationId xmlns:a16="http://schemas.microsoft.com/office/drawing/2014/main" id="{3345EECF-6844-1D4F-8B16-504585BA483F}"/>
                </a:ext>
              </a:extLst>
            </p:cNvPr>
            <p:cNvCxnSpPr>
              <a:cxnSpLocks noChangeShapeType="1"/>
              <a:stCxn id="27" idx="3"/>
              <a:endCxn id="26" idx="1"/>
            </p:cNvCxnSpPr>
            <p:nvPr/>
          </p:nvCxnSpPr>
          <p:spPr bwMode="auto">
            <a:xfrm flipV="1">
              <a:off x="7585075" y="3797132"/>
              <a:ext cx="615950" cy="1571794"/>
            </a:xfrm>
            <a:prstGeom prst="bentConnector3">
              <a:avLst>
                <a:gd name="adj1" fmla="val 50000"/>
              </a:avLst>
            </a:prstGeom>
            <a:noFill/>
            <a:ln w="28575" algn="ctr">
              <a:solidFill>
                <a:schemeClr val="accent1"/>
              </a:solidFill>
              <a:round/>
              <a:headEnd/>
              <a:tailEnd type="arrow" w="med" len="med"/>
            </a:ln>
          </p:spPr>
        </p:cxnSp>
        <p:cxnSp>
          <p:nvCxnSpPr>
            <p:cNvPr id="38" name="Straight Arrow Connector 12">
              <a:extLst>
                <a:ext uri="{FF2B5EF4-FFF2-40B4-BE49-F238E27FC236}">
                  <a16:creationId xmlns:a16="http://schemas.microsoft.com/office/drawing/2014/main" id="{8F9C3D88-AC66-6B4B-9068-395695C91A64}"/>
                </a:ext>
              </a:extLst>
            </p:cNvPr>
            <p:cNvCxnSpPr>
              <a:cxnSpLocks noChangeShapeType="1"/>
              <a:stCxn id="29" idx="3"/>
              <a:endCxn id="26" idx="1"/>
            </p:cNvCxnSpPr>
            <p:nvPr/>
          </p:nvCxnSpPr>
          <p:spPr bwMode="auto">
            <a:xfrm flipV="1">
              <a:off x="7585075" y="3797132"/>
              <a:ext cx="615950" cy="99"/>
            </a:xfrm>
            <a:prstGeom prst="straightConnector1">
              <a:avLst/>
            </a:prstGeom>
            <a:noFill/>
            <a:ln w="28575" algn="ctr">
              <a:solidFill>
                <a:schemeClr val="accent1"/>
              </a:solidFill>
              <a:round/>
              <a:headEnd/>
              <a:tailEnd type="arrow" w="med" len="med"/>
            </a:ln>
          </p:spPr>
        </p:cxnSp>
      </p:grpSp>
      <p:sp>
        <p:nvSpPr>
          <p:cNvPr id="9" name="TextBox 29">
            <a:extLst>
              <a:ext uri="{FF2B5EF4-FFF2-40B4-BE49-F238E27FC236}">
                <a16:creationId xmlns:a16="http://schemas.microsoft.com/office/drawing/2014/main" id="{CBD5CFC9-B4EC-0D4B-BA6C-9B193DA59D9D}"/>
              </a:ext>
            </a:extLst>
          </p:cNvPr>
          <p:cNvSpPr txBox="1">
            <a:spLocks noChangeArrowheads="1"/>
          </p:cNvSpPr>
          <p:nvPr/>
        </p:nvSpPr>
        <p:spPr bwMode="auto">
          <a:xfrm>
            <a:off x="1784268" y="1503629"/>
            <a:ext cx="13396906"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812810" rtl="0" eaLnBrk="1" fontAlgn="auto" latinLnBrk="0" hangingPunct="1">
              <a:lnSpc>
                <a:spcPct val="100000"/>
              </a:lnSpc>
              <a:spcBef>
                <a:spcPts val="0"/>
              </a:spcBef>
              <a:spcAft>
                <a:spcPts val="0"/>
              </a:spcAft>
              <a:buClrTx/>
              <a:buSzTx/>
              <a:buFontTx/>
              <a:buNone/>
              <a:tabLst/>
              <a:defRPr/>
            </a:pPr>
            <a:r>
              <a:rPr kumimoji="0" lang="en-US" altLang="en-US" sz="3200" b="0" i="0" u="none" strike="noStrike" kern="1200" cap="none" spc="0" normalizeH="0" baseline="0" noProof="0" dirty="0">
                <a:ln>
                  <a:noFill/>
                </a:ln>
                <a:solidFill>
                  <a:srgbClr val="00274C"/>
                </a:solidFill>
                <a:effectLst/>
                <a:uLnTx/>
                <a:uFillTx/>
                <a:latin typeface="Arial" panose="020B0604020202020204" pitchFamily="34" charset="0"/>
                <a:ea typeface="+mn-ea"/>
                <a:cs typeface="+mn-cs"/>
              </a:rPr>
              <a:t>Start with reference flows at Tier 1, draw one box per reference flow</a:t>
            </a:r>
          </a:p>
        </p:txBody>
      </p:sp>
      <p:sp>
        <p:nvSpPr>
          <p:cNvPr id="10" name="Oval 9">
            <a:extLst>
              <a:ext uri="{FF2B5EF4-FFF2-40B4-BE49-F238E27FC236}">
                <a16:creationId xmlns:a16="http://schemas.microsoft.com/office/drawing/2014/main" id="{BDF4C85C-A7D7-C340-891B-43D37FD69E05}"/>
              </a:ext>
            </a:extLst>
          </p:cNvPr>
          <p:cNvSpPr/>
          <p:nvPr/>
        </p:nvSpPr>
        <p:spPr>
          <a:xfrm>
            <a:off x="991783" y="1442201"/>
            <a:ext cx="707629" cy="707629"/>
          </a:xfrm>
          <a:prstGeom prst="ellipse">
            <a:avLst/>
          </a:prstGeom>
          <a:solidFill>
            <a:schemeClr val="accent6"/>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812810" rtl="0" eaLnBrk="1" fontAlgn="auto" latinLnBrk="0" hangingPunct="1">
              <a:lnSpc>
                <a:spcPct val="100000"/>
              </a:lnSpc>
              <a:spcBef>
                <a:spcPts val="0"/>
              </a:spcBef>
              <a:spcAft>
                <a:spcPts val="0"/>
              </a:spcAft>
              <a:buClrTx/>
              <a:buSzTx/>
              <a:buFontTx/>
              <a:buNone/>
              <a:tabLst/>
              <a:defRPr/>
            </a:pPr>
            <a:r>
              <a:rPr kumimoji="0" lang="en-US" sz="3600" b="1" i="0" u="none" strike="noStrike" kern="1200" cap="none" spc="0" normalizeH="0" baseline="0" noProof="0" dirty="0">
                <a:ln>
                  <a:noFill/>
                </a:ln>
                <a:solidFill>
                  <a:prstClr val="white"/>
                </a:solidFill>
                <a:effectLst/>
                <a:uLnTx/>
                <a:uFillTx/>
                <a:latin typeface="Arial" panose="020B0604020202020204"/>
                <a:ea typeface="+mn-ea"/>
                <a:cs typeface="+mn-cs"/>
              </a:rPr>
              <a:t>1</a:t>
            </a:r>
          </a:p>
        </p:txBody>
      </p:sp>
    </p:spTree>
    <p:extLst>
      <p:ext uri="{BB962C8B-B14F-4D97-AF65-F5344CB8AC3E}">
        <p14:creationId xmlns:p14="http://schemas.microsoft.com/office/powerpoint/2010/main" val="1965243515"/>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8439A4-B037-4F4E-AFCE-96000C7C1237}"/>
              </a:ext>
            </a:extLst>
          </p:cNvPr>
          <p:cNvSpPr>
            <a:spLocks noGrp="1"/>
          </p:cNvSpPr>
          <p:nvPr>
            <p:ph type="title"/>
          </p:nvPr>
        </p:nvSpPr>
        <p:spPr>
          <a:xfrm>
            <a:off x="812880" y="279400"/>
            <a:ext cx="14631828" cy="870385"/>
          </a:xfrm>
        </p:spPr>
        <p:txBody>
          <a:bodyPr/>
          <a:lstStyle/>
          <a:p>
            <a:r>
              <a:rPr lang="en-US" altLang="en-US" sz="4000" dirty="0"/>
              <a:t>Elementary and intermediary flows of an incandescent bulb</a:t>
            </a:r>
            <a:endParaRPr lang="en-US" sz="4000" dirty="0">
              <a:solidFill>
                <a:schemeClr val="tx2"/>
              </a:solidFill>
            </a:endParaRPr>
          </a:p>
        </p:txBody>
      </p:sp>
      <p:sp>
        <p:nvSpPr>
          <p:cNvPr id="32" name="Text Box 14">
            <a:extLst>
              <a:ext uri="{FF2B5EF4-FFF2-40B4-BE49-F238E27FC236}">
                <a16:creationId xmlns:a16="http://schemas.microsoft.com/office/drawing/2014/main" id="{C17AB0CB-F274-6F4D-9FA3-3E5F9DFE5534}"/>
              </a:ext>
            </a:extLst>
          </p:cNvPr>
          <p:cNvSpPr txBox="1">
            <a:spLocks noChangeArrowheads="1"/>
          </p:cNvSpPr>
          <p:nvPr/>
        </p:nvSpPr>
        <p:spPr bwMode="auto">
          <a:xfrm>
            <a:off x="7407425" y="2425700"/>
            <a:ext cx="2205037" cy="3816429"/>
          </a:xfrm>
          <a:prstGeom prst="rect">
            <a:avLst/>
          </a:prstGeom>
          <a:noFill/>
          <a:ln w="50800">
            <a:solidFill>
              <a:schemeClr val="accent6"/>
            </a:solidFill>
            <a:miter lim="800000"/>
            <a:headEnd/>
            <a:tailEnd/>
          </a:ln>
          <a:extLst>
            <a:ext uri="{909E8E84-426E-40DD-AFC4-6F175D3DCCD1}">
              <a14:hiddenFill xmlns:a14="http://schemas.microsoft.com/office/drawing/2010/main">
                <a:solidFill>
                  <a:srgbClr val="FFFFFF"/>
                </a:solidFill>
              </a14:hiddenFill>
            </a:ext>
          </a:extLst>
        </p:spPr>
        <p:txBody>
          <a:bodyPr wrap="square">
            <a:spAutoFit/>
          </a:bodyPr>
          <a:lstStyle>
            <a:lvl1pPr>
              <a:spcBef>
                <a:spcPct val="20000"/>
              </a:spcBef>
              <a:buClr>
                <a:srgbClr val="FF9900"/>
              </a:buClr>
              <a:buChar char="•"/>
              <a:defRPr sz="3200" b="1">
                <a:solidFill>
                  <a:srgbClr val="01035B"/>
                </a:solidFill>
                <a:latin typeface="Arial" panose="020B0604020202020204" pitchFamily="34" charset="0"/>
              </a:defRPr>
            </a:lvl1pPr>
            <a:lvl2pPr marL="742950" indent="-285750">
              <a:spcBef>
                <a:spcPct val="20000"/>
              </a:spcBef>
              <a:buClr>
                <a:srgbClr val="FF9900"/>
              </a:buClr>
              <a:buChar char="–"/>
              <a:defRPr sz="2800" b="1">
                <a:solidFill>
                  <a:srgbClr val="01035B"/>
                </a:solidFill>
                <a:latin typeface="Arial" panose="020B0604020202020204" pitchFamily="34" charset="0"/>
              </a:defRPr>
            </a:lvl2pPr>
            <a:lvl3pPr marL="1143000" indent="-228600">
              <a:spcBef>
                <a:spcPct val="20000"/>
              </a:spcBef>
              <a:buClr>
                <a:srgbClr val="FF9900"/>
              </a:buClr>
              <a:buChar char="•"/>
              <a:defRPr sz="2400" b="1">
                <a:solidFill>
                  <a:srgbClr val="01035B"/>
                </a:solidFill>
                <a:latin typeface="Arial" panose="020B0604020202020204" pitchFamily="34" charset="0"/>
              </a:defRPr>
            </a:lvl3pPr>
            <a:lvl4pPr marL="1600200" indent="-228600">
              <a:spcBef>
                <a:spcPct val="20000"/>
              </a:spcBef>
              <a:buClr>
                <a:srgbClr val="FF9900"/>
              </a:buClr>
              <a:buChar char="–"/>
              <a:defRPr sz="2000" b="1">
                <a:solidFill>
                  <a:srgbClr val="01035B"/>
                </a:solidFill>
                <a:latin typeface="Arial" panose="020B0604020202020204" pitchFamily="34" charset="0"/>
              </a:defRPr>
            </a:lvl4pPr>
            <a:lvl5pPr marL="2057400" indent="-228600">
              <a:spcBef>
                <a:spcPct val="20000"/>
              </a:spcBef>
              <a:buClr>
                <a:srgbClr val="FF9900"/>
              </a:buClr>
              <a:buChar char="»"/>
              <a:defRPr sz="2000" b="1">
                <a:solidFill>
                  <a:srgbClr val="01035B"/>
                </a:solidFill>
                <a:latin typeface="Arial" panose="020B0604020202020204" pitchFamily="34" charset="0"/>
              </a:defRPr>
            </a:lvl5pPr>
            <a:lvl6pPr marL="25146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6pPr>
            <a:lvl7pPr marL="29718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7pPr>
            <a:lvl8pPr marL="34290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8pPr>
            <a:lvl9pPr marL="38862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9pPr>
          </a:lstStyle>
          <a:p>
            <a:pPr marL="0" marR="0" lvl="0" indent="0" algn="ctr" defTabSz="812810" rtl="0" eaLnBrk="1" fontAlgn="auto" latinLnBrk="0" hangingPunct="1">
              <a:lnSpc>
                <a:spcPct val="100000"/>
              </a:lnSpc>
              <a:spcBef>
                <a:spcPct val="0"/>
              </a:spcBef>
              <a:spcAft>
                <a:spcPts val="0"/>
              </a:spcAft>
              <a:buClrTx/>
              <a:buSzTx/>
              <a:buFontTx/>
              <a:buNone/>
              <a:tabLst/>
              <a:defRPr/>
            </a:pPr>
            <a:endParaRPr kumimoji="0" lang="en-US" altLang="fr-FR" sz="2000" b="1" i="0" u="none" strike="noStrike" kern="1200" cap="none" spc="0" normalizeH="0" baseline="0" noProof="0" dirty="0">
              <a:ln>
                <a:noFill/>
              </a:ln>
              <a:solidFill>
                <a:srgbClr val="00B2A9"/>
              </a:solidFill>
              <a:effectLst/>
              <a:uLnTx/>
              <a:uFillTx/>
              <a:latin typeface="Arial" panose="020B0604020202020204" pitchFamily="34" charset="0"/>
              <a:ea typeface="+mn-ea"/>
              <a:cs typeface="Arial" panose="020B0604020202020204" pitchFamily="34" charset="0"/>
            </a:endParaRPr>
          </a:p>
          <a:p>
            <a:pPr marL="0" marR="0" lvl="0" indent="0" algn="ctr" defTabSz="812810" rtl="0" eaLnBrk="1" fontAlgn="auto" latinLnBrk="0" hangingPunct="1">
              <a:lnSpc>
                <a:spcPct val="100000"/>
              </a:lnSpc>
              <a:spcBef>
                <a:spcPct val="0"/>
              </a:spcBef>
              <a:spcAft>
                <a:spcPts val="0"/>
              </a:spcAft>
              <a:buClrTx/>
              <a:buSzTx/>
              <a:buFontTx/>
              <a:buNone/>
              <a:tabLst/>
              <a:defRPr/>
            </a:pPr>
            <a:r>
              <a:rPr kumimoji="0" lang="en-US" altLang="en-US" sz="2000" b="1" i="0" u="none" strike="noStrike" kern="1200" cap="none" spc="0" normalizeH="0" baseline="0" noProof="0" dirty="0">
                <a:ln>
                  <a:noFill/>
                </a:ln>
                <a:solidFill>
                  <a:srgbClr val="00B2A9"/>
                </a:solidFill>
                <a:effectLst/>
                <a:uLnTx/>
                <a:uFillTx/>
                <a:latin typeface="Arial" panose="020B0604020202020204" pitchFamily="34" charset="0"/>
                <a:ea typeface="+mn-ea"/>
                <a:cs typeface="Arial" panose="020B0604020202020204" pitchFamily="34" charset="0"/>
              </a:rPr>
              <a:t>1 incandescent bulb at retail</a:t>
            </a:r>
          </a:p>
          <a:p>
            <a:pPr marL="0" marR="0" lvl="0" indent="0" algn="ctr" defTabSz="812810" rtl="0" eaLnBrk="1" fontAlgn="auto" latinLnBrk="0" hangingPunct="1">
              <a:lnSpc>
                <a:spcPct val="100000"/>
              </a:lnSpc>
              <a:spcBef>
                <a:spcPct val="0"/>
              </a:spcBef>
              <a:spcAft>
                <a:spcPts val="0"/>
              </a:spcAft>
              <a:buClrTx/>
              <a:buSzTx/>
              <a:buFontTx/>
              <a:buNone/>
              <a:tabLst/>
              <a:defRPr/>
            </a:pPr>
            <a:endParaRPr kumimoji="0" lang="en-US" altLang="en-US" sz="1800" b="0" i="0" u="none" strike="noStrike" kern="120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endParaRPr>
          </a:p>
          <a:p>
            <a:pPr marL="0" marR="0" lvl="0" indent="0" algn="ctr" defTabSz="812810" rtl="0" eaLnBrk="1" fontAlgn="auto" latinLnBrk="0" hangingPunct="1">
              <a:lnSpc>
                <a:spcPct val="100000"/>
              </a:lnSpc>
              <a:spcBef>
                <a:spcPct val="0"/>
              </a:spcBef>
              <a:spcAft>
                <a:spcPts val="0"/>
              </a:spcAft>
              <a:buClrTx/>
              <a:buSzTx/>
              <a:buFontTx/>
              <a:buNone/>
              <a:tabLst/>
              <a:defRPr/>
            </a:pPr>
            <a:r>
              <a:rPr kumimoji="0" lang="en-US" altLang="en-US" sz="2000" b="1" i="0" u="none" strike="noStrike" kern="1200" cap="none" spc="0" normalizeH="0" baseline="0" noProof="0" dirty="0">
                <a:ln>
                  <a:noFill/>
                </a:ln>
                <a:solidFill>
                  <a:srgbClr val="00274C"/>
                </a:solidFill>
                <a:effectLst/>
                <a:uLnTx/>
                <a:uFillTx/>
                <a:latin typeface="Arial" panose="020B0604020202020204" pitchFamily="34" charset="0"/>
                <a:ea typeface="+mn-ea"/>
                <a:cs typeface="Arial" panose="020B0604020202020204" pitchFamily="34" charset="0"/>
              </a:rPr>
              <a:t>35.7g</a:t>
            </a:r>
          </a:p>
          <a:p>
            <a:pPr marL="0" marR="0" lvl="0" indent="0" algn="ctr" defTabSz="812810" rtl="0" eaLnBrk="1" fontAlgn="auto" latinLnBrk="0" hangingPunct="1">
              <a:lnSpc>
                <a:spcPct val="100000"/>
              </a:lnSpc>
              <a:spcBef>
                <a:spcPct val="0"/>
              </a:spcBef>
              <a:spcAft>
                <a:spcPts val="0"/>
              </a:spcAft>
              <a:buClrTx/>
              <a:buSzTx/>
              <a:buFontTx/>
              <a:buNone/>
              <a:tabLst/>
              <a:defRPr/>
            </a:pPr>
            <a:endParaRPr kumimoji="0" lang="en-US" altLang="fr-FR" sz="1800" b="0" i="0" u="none" strike="noStrike" kern="120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endParaRPr>
          </a:p>
          <a:p>
            <a:pPr marL="0" marR="0" lvl="0" indent="0" algn="ctr" defTabSz="812810" rtl="0" eaLnBrk="1" fontAlgn="auto" latinLnBrk="0" hangingPunct="1">
              <a:lnSpc>
                <a:spcPct val="100000"/>
              </a:lnSpc>
              <a:spcBef>
                <a:spcPct val="0"/>
              </a:spcBef>
              <a:spcAft>
                <a:spcPts val="0"/>
              </a:spcAft>
              <a:buClrTx/>
              <a:buSzTx/>
              <a:buFontTx/>
              <a:buNone/>
              <a:tabLst/>
              <a:defRPr/>
            </a:pPr>
            <a:endParaRPr kumimoji="0" lang="en-US" altLang="fr-FR" sz="1800" b="0" i="0" u="none" strike="noStrike" kern="120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endParaRPr>
          </a:p>
          <a:p>
            <a:pPr marL="0" marR="0" lvl="0" indent="0" algn="ctr" defTabSz="812810" rtl="0" eaLnBrk="1" fontAlgn="auto" latinLnBrk="0" hangingPunct="1">
              <a:lnSpc>
                <a:spcPct val="100000"/>
              </a:lnSpc>
              <a:spcBef>
                <a:spcPct val="0"/>
              </a:spcBef>
              <a:spcAft>
                <a:spcPts val="0"/>
              </a:spcAft>
              <a:buClrTx/>
              <a:buSzTx/>
              <a:buFontTx/>
              <a:buNone/>
              <a:tabLst/>
              <a:defRPr/>
            </a:pPr>
            <a:endParaRPr kumimoji="0" lang="en-US" altLang="fr-FR" sz="1800" b="0" i="0" u="none" strike="noStrike" kern="120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endParaRPr>
          </a:p>
          <a:p>
            <a:pPr marL="0" marR="0" lvl="0" indent="0" algn="ctr" defTabSz="812810" rtl="0" eaLnBrk="1" fontAlgn="auto" latinLnBrk="0" hangingPunct="1">
              <a:lnSpc>
                <a:spcPct val="100000"/>
              </a:lnSpc>
              <a:spcBef>
                <a:spcPct val="0"/>
              </a:spcBef>
              <a:spcAft>
                <a:spcPts val="0"/>
              </a:spcAft>
              <a:buClrTx/>
              <a:buSzTx/>
              <a:buFontTx/>
              <a:buNone/>
              <a:tabLst/>
              <a:defRPr/>
            </a:pPr>
            <a:endParaRPr kumimoji="0" lang="en-US" altLang="fr-FR" sz="1800" b="0" i="0" u="none" strike="noStrike" kern="120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endParaRPr>
          </a:p>
          <a:p>
            <a:pPr marL="0" marR="0" lvl="0" indent="0" algn="ctr" defTabSz="812810" rtl="0" eaLnBrk="1" fontAlgn="auto" latinLnBrk="0" hangingPunct="1">
              <a:lnSpc>
                <a:spcPct val="100000"/>
              </a:lnSpc>
              <a:spcBef>
                <a:spcPct val="0"/>
              </a:spcBef>
              <a:spcAft>
                <a:spcPts val="0"/>
              </a:spcAft>
              <a:buClrTx/>
              <a:buSzTx/>
              <a:buFontTx/>
              <a:buNone/>
              <a:tabLst/>
              <a:defRPr/>
            </a:pPr>
            <a:endParaRPr kumimoji="0" lang="en-US" altLang="fr-FR" sz="1800" b="0" i="0" u="none" strike="noStrike" kern="120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endParaRPr>
          </a:p>
          <a:p>
            <a:pPr marL="0" marR="0" lvl="0" indent="0" algn="ctr" defTabSz="812810" rtl="0" eaLnBrk="1" fontAlgn="auto" latinLnBrk="0" hangingPunct="1">
              <a:lnSpc>
                <a:spcPct val="100000"/>
              </a:lnSpc>
              <a:spcBef>
                <a:spcPct val="0"/>
              </a:spcBef>
              <a:spcAft>
                <a:spcPts val="0"/>
              </a:spcAft>
              <a:buClrTx/>
              <a:buSzTx/>
              <a:buFontTx/>
              <a:buNone/>
              <a:tabLst/>
              <a:defRPr/>
            </a:pPr>
            <a:endParaRPr kumimoji="0" lang="en-US" altLang="fr-FR" sz="1800" b="0" i="0" u="none" strike="noStrike" kern="120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endParaRPr>
          </a:p>
          <a:p>
            <a:pPr marL="0" marR="0" lvl="0" indent="0" algn="ctr" defTabSz="812810" rtl="0" eaLnBrk="1" fontAlgn="auto" latinLnBrk="0" hangingPunct="1">
              <a:lnSpc>
                <a:spcPct val="100000"/>
              </a:lnSpc>
              <a:spcBef>
                <a:spcPct val="0"/>
              </a:spcBef>
              <a:spcAft>
                <a:spcPts val="0"/>
              </a:spcAft>
              <a:buClrTx/>
              <a:buSzTx/>
              <a:buFontTx/>
              <a:buNone/>
              <a:tabLst/>
              <a:defRPr/>
            </a:pPr>
            <a:endParaRPr kumimoji="0" lang="en-US" altLang="fr-FR" sz="1800" b="0" i="0" u="none" strike="noStrike" kern="120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endParaRPr>
          </a:p>
          <a:p>
            <a:pPr marL="0" marR="0" lvl="0" indent="0" algn="ctr" defTabSz="812810" rtl="0" eaLnBrk="1" fontAlgn="auto" latinLnBrk="0" hangingPunct="1">
              <a:lnSpc>
                <a:spcPct val="100000"/>
              </a:lnSpc>
              <a:spcBef>
                <a:spcPct val="0"/>
              </a:spcBef>
              <a:spcAft>
                <a:spcPts val="0"/>
              </a:spcAft>
              <a:buClrTx/>
              <a:buSzTx/>
              <a:buFontTx/>
              <a:buNone/>
              <a:tabLst/>
              <a:defRPr/>
            </a:pPr>
            <a:endParaRPr kumimoji="0" lang="en-US" altLang="fr-FR" sz="1800" b="0" i="0" u="none" strike="noStrike" kern="120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endParaRPr>
          </a:p>
        </p:txBody>
      </p:sp>
      <p:sp>
        <p:nvSpPr>
          <p:cNvPr id="38" name="Line 16">
            <a:extLst>
              <a:ext uri="{FF2B5EF4-FFF2-40B4-BE49-F238E27FC236}">
                <a16:creationId xmlns:a16="http://schemas.microsoft.com/office/drawing/2014/main" id="{2D8857B5-A726-D04E-A6EC-5B1A04B67375}"/>
              </a:ext>
            </a:extLst>
          </p:cNvPr>
          <p:cNvSpPr>
            <a:spLocks noChangeShapeType="1"/>
          </p:cNvSpPr>
          <p:nvPr/>
        </p:nvSpPr>
        <p:spPr bwMode="auto">
          <a:xfrm>
            <a:off x="6716863" y="2909887"/>
            <a:ext cx="609600" cy="0"/>
          </a:xfrm>
          <a:prstGeom prst="line">
            <a:avLst/>
          </a:prstGeom>
          <a:noFill/>
          <a:ln w="28575">
            <a:solidFill>
              <a:schemeClr val="tx2"/>
            </a:solidFill>
            <a:round/>
            <a:headEnd/>
            <a:tailEnd type="arrow" w="sm" len="med"/>
          </a:ln>
          <a:extLst>
            <a:ext uri="{909E8E84-426E-40DD-AFC4-6F175D3DCCD1}">
              <a14:hiddenFill xmlns:a14="http://schemas.microsoft.com/office/drawing/2010/main">
                <a:noFill/>
              </a14:hiddenFill>
            </a:ext>
          </a:extLst>
        </p:spPr>
        <p:txBody>
          <a:bodyPr/>
          <a:lstStyle/>
          <a:p>
            <a:pPr marL="0" marR="0" lvl="0" indent="0" algn="l" defTabSz="812810" rtl="0" eaLnBrk="1" fontAlgn="auto" latinLnBrk="0" hangingPunct="1">
              <a:lnSpc>
                <a:spcPct val="100000"/>
              </a:lnSpc>
              <a:spcBef>
                <a:spcPts val="0"/>
              </a:spcBef>
              <a:spcAft>
                <a:spcPts val="0"/>
              </a:spcAft>
              <a:buClrTx/>
              <a:buSzTx/>
              <a:buFontTx/>
              <a:buNone/>
              <a:tabLst/>
              <a:defRPr/>
            </a:pPr>
            <a:endParaRPr kumimoji="0" lang="en-US" sz="3200" b="0" i="0" u="none" strike="noStrike" kern="120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endParaRPr>
          </a:p>
        </p:txBody>
      </p:sp>
      <p:sp>
        <p:nvSpPr>
          <p:cNvPr id="40" name="Line 18">
            <a:extLst>
              <a:ext uri="{FF2B5EF4-FFF2-40B4-BE49-F238E27FC236}">
                <a16:creationId xmlns:a16="http://schemas.microsoft.com/office/drawing/2014/main" id="{A0F6A872-0335-6043-BF17-3347A3EBB29F}"/>
              </a:ext>
            </a:extLst>
          </p:cNvPr>
          <p:cNvSpPr>
            <a:spLocks noChangeShapeType="1"/>
          </p:cNvSpPr>
          <p:nvPr/>
        </p:nvSpPr>
        <p:spPr bwMode="auto">
          <a:xfrm>
            <a:off x="6716863" y="3394075"/>
            <a:ext cx="609600" cy="0"/>
          </a:xfrm>
          <a:prstGeom prst="line">
            <a:avLst/>
          </a:prstGeom>
          <a:noFill/>
          <a:ln w="28575">
            <a:solidFill>
              <a:schemeClr val="tx2"/>
            </a:solidFill>
            <a:round/>
            <a:headEnd/>
            <a:tailEnd type="arrow" w="sm" len="med"/>
          </a:ln>
          <a:extLst>
            <a:ext uri="{909E8E84-426E-40DD-AFC4-6F175D3DCCD1}">
              <a14:hiddenFill xmlns:a14="http://schemas.microsoft.com/office/drawing/2010/main">
                <a:noFill/>
              </a14:hiddenFill>
            </a:ext>
          </a:extLst>
        </p:spPr>
        <p:txBody>
          <a:bodyPr/>
          <a:lstStyle/>
          <a:p>
            <a:pPr marL="0" marR="0" lvl="0" indent="0" algn="l" defTabSz="812810" rtl="0" eaLnBrk="1" fontAlgn="auto" latinLnBrk="0" hangingPunct="1">
              <a:lnSpc>
                <a:spcPct val="100000"/>
              </a:lnSpc>
              <a:spcBef>
                <a:spcPts val="0"/>
              </a:spcBef>
              <a:spcAft>
                <a:spcPts val="0"/>
              </a:spcAft>
              <a:buClrTx/>
              <a:buSzTx/>
              <a:buFontTx/>
              <a:buNone/>
              <a:tabLst/>
              <a:defRPr/>
            </a:pPr>
            <a:endParaRPr kumimoji="0" lang="en-US" sz="3200" b="0" i="0" u="none" strike="noStrike" kern="120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endParaRPr>
          </a:p>
        </p:txBody>
      </p:sp>
      <p:sp>
        <p:nvSpPr>
          <p:cNvPr id="41" name="Line 19">
            <a:extLst>
              <a:ext uri="{FF2B5EF4-FFF2-40B4-BE49-F238E27FC236}">
                <a16:creationId xmlns:a16="http://schemas.microsoft.com/office/drawing/2014/main" id="{E520FDD1-6481-E548-82F3-6D27D6328E04}"/>
              </a:ext>
            </a:extLst>
          </p:cNvPr>
          <p:cNvSpPr>
            <a:spLocks noChangeShapeType="1"/>
          </p:cNvSpPr>
          <p:nvPr/>
        </p:nvSpPr>
        <p:spPr bwMode="auto">
          <a:xfrm>
            <a:off x="6716863" y="4421187"/>
            <a:ext cx="609600" cy="0"/>
          </a:xfrm>
          <a:prstGeom prst="line">
            <a:avLst/>
          </a:prstGeom>
          <a:noFill/>
          <a:ln w="28575">
            <a:solidFill>
              <a:schemeClr val="tx2"/>
            </a:solidFill>
            <a:round/>
            <a:headEnd/>
            <a:tailEnd type="arrow" w="sm" len="med"/>
          </a:ln>
          <a:extLst>
            <a:ext uri="{909E8E84-426E-40DD-AFC4-6F175D3DCCD1}">
              <a14:hiddenFill xmlns:a14="http://schemas.microsoft.com/office/drawing/2010/main">
                <a:noFill/>
              </a14:hiddenFill>
            </a:ext>
          </a:extLst>
        </p:spPr>
        <p:txBody>
          <a:bodyPr/>
          <a:lstStyle/>
          <a:p>
            <a:pPr marL="0" marR="0" lvl="0" indent="0" algn="l" defTabSz="812810" rtl="0" eaLnBrk="1" fontAlgn="auto" latinLnBrk="0" hangingPunct="1">
              <a:lnSpc>
                <a:spcPct val="100000"/>
              </a:lnSpc>
              <a:spcBef>
                <a:spcPts val="0"/>
              </a:spcBef>
              <a:spcAft>
                <a:spcPts val="0"/>
              </a:spcAft>
              <a:buClrTx/>
              <a:buSzTx/>
              <a:buFontTx/>
              <a:buNone/>
              <a:tabLst/>
              <a:defRPr/>
            </a:pPr>
            <a:endParaRPr kumimoji="0" lang="en-US" sz="3200" b="0" i="0" u="none" strike="noStrike" kern="120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endParaRPr>
          </a:p>
        </p:txBody>
      </p:sp>
      <p:sp>
        <p:nvSpPr>
          <p:cNvPr id="42" name="Line 20">
            <a:extLst>
              <a:ext uri="{FF2B5EF4-FFF2-40B4-BE49-F238E27FC236}">
                <a16:creationId xmlns:a16="http://schemas.microsoft.com/office/drawing/2014/main" id="{291DCAEE-1F6F-9942-B188-1D61CABDC713}"/>
              </a:ext>
            </a:extLst>
          </p:cNvPr>
          <p:cNvSpPr>
            <a:spLocks noChangeShapeType="1"/>
          </p:cNvSpPr>
          <p:nvPr/>
        </p:nvSpPr>
        <p:spPr bwMode="auto">
          <a:xfrm>
            <a:off x="6716863" y="5010150"/>
            <a:ext cx="609600" cy="0"/>
          </a:xfrm>
          <a:prstGeom prst="line">
            <a:avLst/>
          </a:prstGeom>
          <a:noFill/>
          <a:ln w="28575">
            <a:solidFill>
              <a:schemeClr val="tx2"/>
            </a:solidFill>
            <a:round/>
            <a:headEnd/>
            <a:tailEnd type="arrow" w="sm" len="med"/>
          </a:ln>
          <a:extLst>
            <a:ext uri="{909E8E84-426E-40DD-AFC4-6F175D3DCCD1}">
              <a14:hiddenFill xmlns:a14="http://schemas.microsoft.com/office/drawing/2010/main">
                <a:noFill/>
              </a14:hiddenFill>
            </a:ext>
          </a:extLst>
        </p:spPr>
        <p:txBody>
          <a:bodyPr/>
          <a:lstStyle/>
          <a:p>
            <a:pPr marL="0" marR="0" lvl="0" indent="0" algn="l" defTabSz="812810" rtl="0" eaLnBrk="1" fontAlgn="auto" latinLnBrk="0" hangingPunct="1">
              <a:lnSpc>
                <a:spcPct val="100000"/>
              </a:lnSpc>
              <a:spcBef>
                <a:spcPts val="0"/>
              </a:spcBef>
              <a:spcAft>
                <a:spcPts val="0"/>
              </a:spcAft>
              <a:buClrTx/>
              <a:buSzTx/>
              <a:buFontTx/>
              <a:buNone/>
              <a:tabLst/>
              <a:defRPr/>
            </a:pPr>
            <a:endParaRPr kumimoji="0" lang="en-US" sz="3200" b="0" i="0" u="none" strike="noStrike" kern="120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endParaRPr>
          </a:p>
        </p:txBody>
      </p:sp>
      <p:sp>
        <p:nvSpPr>
          <p:cNvPr id="43" name="Text Box 24">
            <a:extLst>
              <a:ext uri="{FF2B5EF4-FFF2-40B4-BE49-F238E27FC236}">
                <a16:creationId xmlns:a16="http://schemas.microsoft.com/office/drawing/2014/main" id="{3929129D-854F-A94F-8D7F-B22B6029546F}"/>
              </a:ext>
            </a:extLst>
          </p:cNvPr>
          <p:cNvSpPr txBox="1">
            <a:spLocks noChangeArrowheads="1"/>
          </p:cNvSpPr>
          <p:nvPr/>
        </p:nvSpPr>
        <p:spPr bwMode="auto">
          <a:xfrm>
            <a:off x="4093133" y="2665412"/>
            <a:ext cx="2598738"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FF9900"/>
              </a:buClr>
              <a:buChar char="•"/>
              <a:defRPr sz="3200" b="1">
                <a:solidFill>
                  <a:srgbClr val="01035B"/>
                </a:solidFill>
                <a:latin typeface="Arial" panose="020B0604020202020204" pitchFamily="34" charset="0"/>
              </a:defRPr>
            </a:lvl1pPr>
            <a:lvl2pPr marL="742950" indent="-285750">
              <a:spcBef>
                <a:spcPct val="20000"/>
              </a:spcBef>
              <a:buClr>
                <a:srgbClr val="FF9900"/>
              </a:buClr>
              <a:buChar char="–"/>
              <a:defRPr sz="2800" b="1">
                <a:solidFill>
                  <a:srgbClr val="01035B"/>
                </a:solidFill>
                <a:latin typeface="Arial" panose="020B0604020202020204" pitchFamily="34" charset="0"/>
              </a:defRPr>
            </a:lvl2pPr>
            <a:lvl3pPr marL="1143000" indent="-228600">
              <a:spcBef>
                <a:spcPct val="20000"/>
              </a:spcBef>
              <a:buClr>
                <a:srgbClr val="FF9900"/>
              </a:buClr>
              <a:buChar char="•"/>
              <a:defRPr sz="2400" b="1">
                <a:solidFill>
                  <a:srgbClr val="01035B"/>
                </a:solidFill>
                <a:latin typeface="Arial" panose="020B0604020202020204" pitchFamily="34" charset="0"/>
              </a:defRPr>
            </a:lvl3pPr>
            <a:lvl4pPr marL="1600200" indent="-228600">
              <a:spcBef>
                <a:spcPct val="20000"/>
              </a:spcBef>
              <a:buClr>
                <a:srgbClr val="FF9900"/>
              </a:buClr>
              <a:buChar char="–"/>
              <a:defRPr sz="2000" b="1">
                <a:solidFill>
                  <a:srgbClr val="01035B"/>
                </a:solidFill>
                <a:latin typeface="Arial" panose="020B0604020202020204" pitchFamily="34" charset="0"/>
              </a:defRPr>
            </a:lvl4pPr>
            <a:lvl5pPr marL="2057400" indent="-228600">
              <a:spcBef>
                <a:spcPct val="20000"/>
              </a:spcBef>
              <a:buClr>
                <a:srgbClr val="FF9900"/>
              </a:buClr>
              <a:buChar char="»"/>
              <a:defRPr sz="2000" b="1">
                <a:solidFill>
                  <a:srgbClr val="01035B"/>
                </a:solidFill>
                <a:latin typeface="Arial" panose="020B0604020202020204" pitchFamily="34" charset="0"/>
              </a:defRPr>
            </a:lvl5pPr>
            <a:lvl6pPr marL="25146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6pPr>
            <a:lvl7pPr marL="29718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7pPr>
            <a:lvl8pPr marL="34290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8pPr>
            <a:lvl9pPr marL="38862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9pPr>
          </a:lstStyle>
          <a:p>
            <a:pPr marL="0" marR="0" lvl="0" indent="0" algn="r" defTabSz="812810" rtl="0" eaLnBrk="1" fontAlgn="auto" latinLnBrk="0" hangingPunct="1">
              <a:lnSpc>
                <a:spcPct val="100000"/>
              </a:lnSpc>
              <a:spcBef>
                <a:spcPct val="0"/>
              </a:spcBef>
              <a:spcAft>
                <a:spcPts val="0"/>
              </a:spcAft>
              <a:buClrTx/>
              <a:buSzTx/>
              <a:buFontTx/>
              <a:buNone/>
              <a:tabLst/>
              <a:defRPr/>
            </a:pPr>
            <a:r>
              <a:rPr kumimoji="0" lang="en-US" altLang="fr-FR" sz="2000" b="0" i="0" u="none" strike="noStrike" kern="1200" cap="none" spc="0" normalizeH="0" baseline="0" noProof="0">
                <a:ln>
                  <a:noFill/>
                </a:ln>
                <a:solidFill>
                  <a:srgbClr val="00274C"/>
                </a:solidFill>
                <a:effectLst/>
                <a:uLnTx/>
                <a:uFillTx/>
                <a:latin typeface="Arial" panose="020B0604020202020204" pitchFamily="34" charset="0"/>
                <a:ea typeface="+mn-ea"/>
                <a:cs typeface="Arial" panose="020B0604020202020204" pitchFamily="34" charset="0"/>
              </a:rPr>
              <a:t>20 g glass</a:t>
            </a:r>
          </a:p>
        </p:txBody>
      </p:sp>
      <p:sp>
        <p:nvSpPr>
          <p:cNvPr id="44" name="Text Box 25">
            <a:extLst>
              <a:ext uri="{FF2B5EF4-FFF2-40B4-BE49-F238E27FC236}">
                <a16:creationId xmlns:a16="http://schemas.microsoft.com/office/drawing/2014/main" id="{10184BEB-34BE-3543-86BE-C296FAC8E877}"/>
              </a:ext>
            </a:extLst>
          </p:cNvPr>
          <p:cNvSpPr txBox="1">
            <a:spLocks noChangeArrowheads="1"/>
          </p:cNvSpPr>
          <p:nvPr/>
        </p:nvSpPr>
        <p:spPr bwMode="auto">
          <a:xfrm>
            <a:off x="4093133" y="3149600"/>
            <a:ext cx="2598738"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FF9900"/>
              </a:buClr>
              <a:buChar char="•"/>
              <a:defRPr sz="3200" b="1">
                <a:solidFill>
                  <a:srgbClr val="01035B"/>
                </a:solidFill>
                <a:latin typeface="Arial" panose="020B0604020202020204" pitchFamily="34" charset="0"/>
              </a:defRPr>
            </a:lvl1pPr>
            <a:lvl2pPr marL="742950" indent="-285750">
              <a:spcBef>
                <a:spcPct val="20000"/>
              </a:spcBef>
              <a:buClr>
                <a:srgbClr val="FF9900"/>
              </a:buClr>
              <a:buChar char="–"/>
              <a:defRPr sz="2800" b="1">
                <a:solidFill>
                  <a:srgbClr val="01035B"/>
                </a:solidFill>
                <a:latin typeface="Arial" panose="020B0604020202020204" pitchFamily="34" charset="0"/>
              </a:defRPr>
            </a:lvl2pPr>
            <a:lvl3pPr marL="1143000" indent="-228600">
              <a:spcBef>
                <a:spcPct val="20000"/>
              </a:spcBef>
              <a:buClr>
                <a:srgbClr val="FF9900"/>
              </a:buClr>
              <a:buChar char="•"/>
              <a:defRPr sz="2400" b="1">
                <a:solidFill>
                  <a:srgbClr val="01035B"/>
                </a:solidFill>
                <a:latin typeface="Arial" panose="020B0604020202020204" pitchFamily="34" charset="0"/>
              </a:defRPr>
            </a:lvl3pPr>
            <a:lvl4pPr marL="1600200" indent="-228600">
              <a:spcBef>
                <a:spcPct val="20000"/>
              </a:spcBef>
              <a:buClr>
                <a:srgbClr val="FF9900"/>
              </a:buClr>
              <a:buChar char="–"/>
              <a:defRPr sz="2000" b="1">
                <a:solidFill>
                  <a:srgbClr val="01035B"/>
                </a:solidFill>
                <a:latin typeface="Arial" panose="020B0604020202020204" pitchFamily="34" charset="0"/>
              </a:defRPr>
            </a:lvl4pPr>
            <a:lvl5pPr marL="2057400" indent="-228600">
              <a:spcBef>
                <a:spcPct val="20000"/>
              </a:spcBef>
              <a:buClr>
                <a:srgbClr val="FF9900"/>
              </a:buClr>
              <a:buChar char="»"/>
              <a:defRPr sz="2000" b="1">
                <a:solidFill>
                  <a:srgbClr val="01035B"/>
                </a:solidFill>
                <a:latin typeface="Arial" panose="020B0604020202020204" pitchFamily="34" charset="0"/>
              </a:defRPr>
            </a:lvl5pPr>
            <a:lvl6pPr marL="25146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6pPr>
            <a:lvl7pPr marL="29718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7pPr>
            <a:lvl8pPr marL="34290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8pPr>
            <a:lvl9pPr marL="38862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9pPr>
          </a:lstStyle>
          <a:p>
            <a:pPr marL="0" marR="0" lvl="0" indent="0" algn="r" defTabSz="812810" rtl="0" eaLnBrk="1" fontAlgn="auto" latinLnBrk="0" hangingPunct="1">
              <a:lnSpc>
                <a:spcPct val="100000"/>
              </a:lnSpc>
              <a:spcBef>
                <a:spcPct val="0"/>
              </a:spcBef>
              <a:spcAft>
                <a:spcPts val="0"/>
              </a:spcAft>
              <a:buClrTx/>
              <a:buSzTx/>
              <a:buFontTx/>
              <a:buNone/>
              <a:tabLst/>
              <a:defRPr/>
            </a:pPr>
            <a:r>
              <a:rPr kumimoji="0" lang="en-US" altLang="fr-FR" sz="2000" b="0" i="0" u="none" strike="noStrike" kern="1200" cap="none" spc="0" normalizeH="0" baseline="0" noProof="0">
                <a:ln>
                  <a:noFill/>
                </a:ln>
                <a:solidFill>
                  <a:srgbClr val="00274C"/>
                </a:solidFill>
                <a:effectLst/>
                <a:uLnTx/>
                <a:uFillTx/>
                <a:latin typeface="Arial" panose="020B0604020202020204" pitchFamily="34" charset="0"/>
                <a:ea typeface="+mn-ea"/>
                <a:cs typeface="Arial" panose="020B0604020202020204" pitchFamily="34" charset="0"/>
              </a:rPr>
              <a:t>15 g aluminum</a:t>
            </a:r>
          </a:p>
        </p:txBody>
      </p:sp>
      <p:sp>
        <p:nvSpPr>
          <p:cNvPr id="47" name="Text Box 26">
            <a:extLst>
              <a:ext uri="{FF2B5EF4-FFF2-40B4-BE49-F238E27FC236}">
                <a16:creationId xmlns:a16="http://schemas.microsoft.com/office/drawing/2014/main" id="{1DDF84E9-B6CB-A345-BBF4-DAFAC015B3AE}"/>
              </a:ext>
            </a:extLst>
          </p:cNvPr>
          <p:cNvSpPr txBox="1">
            <a:spLocks noChangeArrowheads="1"/>
          </p:cNvSpPr>
          <p:nvPr/>
        </p:nvSpPr>
        <p:spPr bwMode="auto">
          <a:xfrm>
            <a:off x="3921683" y="4818062"/>
            <a:ext cx="274320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FF9900"/>
              </a:buClr>
              <a:buChar char="•"/>
              <a:defRPr sz="3200" b="1">
                <a:solidFill>
                  <a:srgbClr val="01035B"/>
                </a:solidFill>
                <a:latin typeface="Arial" panose="020B0604020202020204" pitchFamily="34" charset="0"/>
              </a:defRPr>
            </a:lvl1pPr>
            <a:lvl2pPr marL="742950" indent="-285750">
              <a:spcBef>
                <a:spcPct val="20000"/>
              </a:spcBef>
              <a:buClr>
                <a:srgbClr val="FF9900"/>
              </a:buClr>
              <a:buChar char="–"/>
              <a:defRPr sz="2800" b="1">
                <a:solidFill>
                  <a:srgbClr val="01035B"/>
                </a:solidFill>
                <a:latin typeface="Arial" panose="020B0604020202020204" pitchFamily="34" charset="0"/>
              </a:defRPr>
            </a:lvl2pPr>
            <a:lvl3pPr marL="1143000" indent="-228600">
              <a:spcBef>
                <a:spcPct val="20000"/>
              </a:spcBef>
              <a:buClr>
                <a:srgbClr val="FF9900"/>
              </a:buClr>
              <a:buChar char="•"/>
              <a:defRPr sz="2400" b="1">
                <a:solidFill>
                  <a:srgbClr val="01035B"/>
                </a:solidFill>
                <a:latin typeface="Arial" panose="020B0604020202020204" pitchFamily="34" charset="0"/>
              </a:defRPr>
            </a:lvl3pPr>
            <a:lvl4pPr marL="1600200" indent="-228600">
              <a:spcBef>
                <a:spcPct val="20000"/>
              </a:spcBef>
              <a:buClr>
                <a:srgbClr val="FF9900"/>
              </a:buClr>
              <a:buChar char="–"/>
              <a:defRPr sz="2000" b="1">
                <a:solidFill>
                  <a:srgbClr val="01035B"/>
                </a:solidFill>
                <a:latin typeface="Arial" panose="020B0604020202020204" pitchFamily="34" charset="0"/>
              </a:defRPr>
            </a:lvl4pPr>
            <a:lvl5pPr marL="2057400" indent="-228600">
              <a:spcBef>
                <a:spcPct val="20000"/>
              </a:spcBef>
              <a:buClr>
                <a:srgbClr val="FF9900"/>
              </a:buClr>
              <a:buChar char="»"/>
              <a:defRPr sz="2000" b="1">
                <a:solidFill>
                  <a:srgbClr val="01035B"/>
                </a:solidFill>
                <a:latin typeface="Arial" panose="020B0604020202020204" pitchFamily="34" charset="0"/>
              </a:defRPr>
            </a:lvl5pPr>
            <a:lvl6pPr marL="25146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6pPr>
            <a:lvl7pPr marL="29718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7pPr>
            <a:lvl8pPr marL="34290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8pPr>
            <a:lvl9pPr marL="38862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9pPr>
          </a:lstStyle>
          <a:p>
            <a:pPr marL="0" marR="0" lvl="0" indent="0" algn="r" defTabSz="812810" rtl="0" eaLnBrk="1" fontAlgn="auto" latinLnBrk="0" hangingPunct="1">
              <a:lnSpc>
                <a:spcPct val="100000"/>
              </a:lnSpc>
              <a:spcBef>
                <a:spcPct val="0"/>
              </a:spcBef>
              <a:spcAft>
                <a:spcPts val="0"/>
              </a:spcAft>
              <a:buClrTx/>
              <a:buSzTx/>
              <a:buFontTx/>
              <a:buNone/>
              <a:tabLst/>
              <a:defRPr/>
            </a:pPr>
            <a:r>
              <a:rPr kumimoji="0" lang="en-US" altLang="fr-FR" sz="2000" b="0" i="0" u="none" strike="noStrike" kern="1200" cap="none" spc="0" normalizeH="0" baseline="0" noProof="0">
                <a:ln>
                  <a:noFill/>
                </a:ln>
                <a:solidFill>
                  <a:srgbClr val="00274C"/>
                </a:solidFill>
                <a:effectLst/>
                <a:uLnTx/>
                <a:uFillTx/>
                <a:latin typeface="Arial" panose="020B0604020202020204" pitchFamily="34" charset="0"/>
                <a:ea typeface="+mn-ea"/>
                <a:cs typeface="Arial" panose="020B0604020202020204" pitchFamily="34" charset="0"/>
              </a:rPr>
              <a:t>10g packaging paper </a:t>
            </a:r>
          </a:p>
        </p:txBody>
      </p:sp>
      <p:sp>
        <p:nvSpPr>
          <p:cNvPr id="49" name="Text Box 27">
            <a:extLst>
              <a:ext uri="{FF2B5EF4-FFF2-40B4-BE49-F238E27FC236}">
                <a16:creationId xmlns:a16="http://schemas.microsoft.com/office/drawing/2014/main" id="{F1007FAB-35A5-F74D-929F-F113C28FD4F1}"/>
              </a:ext>
            </a:extLst>
          </p:cNvPr>
          <p:cNvSpPr txBox="1">
            <a:spLocks noChangeArrowheads="1"/>
          </p:cNvSpPr>
          <p:nvPr/>
        </p:nvSpPr>
        <p:spPr bwMode="auto">
          <a:xfrm>
            <a:off x="3251544" y="4224337"/>
            <a:ext cx="3413339"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rgbClr val="FF9900"/>
              </a:buClr>
              <a:buChar char="•"/>
              <a:defRPr sz="3200" b="1">
                <a:solidFill>
                  <a:srgbClr val="01035B"/>
                </a:solidFill>
                <a:latin typeface="Arial" panose="020B0604020202020204" pitchFamily="34" charset="0"/>
              </a:defRPr>
            </a:lvl1pPr>
            <a:lvl2pPr marL="742950" indent="-285750">
              <a:spcBef>
                <a:spcPct val="20000"/>
              </a:spcBef>
              <a:buClr>
                <a:srgbClr val="FF9900"/>
              </a:buClr>
              <a:buChar char="–"/>
              <a:defRPr sz="2800" b="1">
                <a:solidFill>
                  <a:srgbClr val="01035B"/>
                </a:solidFill>
                <a:latin typeface="Arial" panose="020B0604020202020204" pitchFamily="34" charset="0"/>
              </a:defRPr>
            </a:lvl2pPr>
            <a:lvl3pPr marL="1143000" indent="-228600">
              <a:spcBef>
                <a:spcPct val="20000"/>
              </a:spcBef>
              <a:buClr>
                <a:srgbClr val="FF9900"/>
              </a:buClr>
              <a:buChar char="•"/>
              <a:defRPr sz="2400" b="1">
                <a:solidFill>
                  <a:srgbClr val="01035B"/>
                </a:solidFill>
                <a:latin typeface="Arial" panose="020B0604020202020204" pitchFamily="34" charset="0"/>
              </a:defRPr>
            </a:lvl3pPr>
            <a:lvl4pPr marL="1600200" indent="-228600">
              <a:spcBef>
                <a:spcPct val="20000"/>
              </a:spcBef>
              <a:buClr>
                <a:srgbClr val="FF9900"/>
              </a:buClr>
              <a:buChar char="–"/>
              <a:defRPr sz="2000" b="1">
                <a:solidFill>
                  <a:srgbClr val="01035B"/>
                </a:solidFill>
                <a:latin typeface="Arial" panose="020B0604020202020204" pitchFamily="34" charset="0"/>
              </a:defRPr>
            </a:lvl4pPr>
            <a:lvl5pPr marL="2057400" indent="-228600">
              <a:spcBef>
                <a:spcPct val="20000"/>
              </a:spcBef>
              <a:buClr>
                <a:srgbClr val="FF9900"/>
              </a:buClr>
              <a:buChar char="»"/>
              <a:defRPr sz="2000" b="1">
                <a:solidFill>
                  <a:srgbClr val="01035B"/>
                </a:solidFill>
                <a:latin typeface="Arial" panose="020B0604020202020204" pitchFamily="34" charset="0"/>
              </a:defRPr>
            </a:lvl5pPr>
            <a:lvl6pPr marL="25146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6pPr>
            <a:lvl7pPr marL="29718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7pPr>
            <a:lvl8pPr marL="34290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8pPr>
            <a:lvl9pPr marL="38862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9pPr>
          </a:lstStyle>
          <a:p>
            <a:pPr marL="0" marR="0" lvl="0" indent="0" algn="r" defTabSz="812810" rtl="0" eaLnBrk="1" fontAlgn="auto" latinLnBrk="0" hangingPunct="1">
              <a:lnSpc>
                <a:spcPct val="100000"/>
              </a:lnSpc>
              <a:spcBef>
                <a:spcPct val="0"/>
              </a:spcBef>
              <a:spcAft>
                <a:spcPts val="0"/>
              </a:spcAft>
              <a:buClrTx/>
              <a:buSzTx/>
              <a:buFontTx/>
              <a:buNone/>
              <a:tabLst/>
              <a:defRPr/>
            </a:pPr>
            <a:r>
              <a:rPr kumimoji="0" lang="en-US" altLang="fr-FR" sz="2000" b="0" i="0" u="none" strike="noStrike" kern="1200" cap="none" spc="0" normalizeH="0" baseline="0" noProof="0" dirty="0">
                <a:ln>
                  <a:noFill/>
                </a:ln>
                <a:solidFill>
                  <a:srgbClr val="00274C"/>
                </a:solidFill>
                <a:effectLst/>
                <a:uLnTx/>
                <a:uFillTx/>
                <a:latin typeface="Arial" panose="020B0604020202020204" pitchFamily="34" charset="0"/>
                <a:ea typeface="+mn-ea"/>
                <a:cs typeface="Arial" panose="020B0604020202020204" pitchFamily="34" charset="0"/>
              </a:rPr>
              <a:t>0.38 MJ primary energy</a:t>
            </a:r>
          </a:p>
        </p:txBody>
      </p:sp>
      <p:sp>
        <p:nvSpPr>
          <p:cNvPr id="58" name="Line 18">
            <a:extLst>
              <a:ext uri="{FF2B5EF4-FFF2-40B4-BE49-F238E27FC236}">
                <a16:creationId xmlns:a16="http://schemas.microsoft.com/office/drawing/2014/main" id="{932EC6FF-97BE-5643-950D-1F9B2480827F}"/>
              </a:ext>
            </a:extLst>
          </p:cNvPr>
          <p:cNvSpPr>
            <a:spLocks noChangeShapeType="1"/>
          </p:cNvSpPr>
          <p:nvPr/>
        </p:nvSpPr>
        <p:spPr bwMode="auto">
          <a:xfrm>
            <a:off x="6716863" y="3917950"/>
            <a:ext cx="609600" cy="0"/>
          </a:xfrm>
          <a:prstGeom prst="line">
            <a:avLst/>
          </a:prstGeom>
          <a:noFill/>
          <a:ln w="28575">
            <a:solidFill>
              <a:schemeClr val="tx2"/>
            </a:solidFill>
            <a:round/>
            <a:headEnd/>
            <a:tailEnd type="arrow" w="sm" len="med"/>
          </a:ln>
          <a:extLst>
            <a:ext uri="{909E8E84-426E-40DD-AFC4-6F175D3DCCD1}">
              <a14:hiddenFill xmlns:a14="http://schemas.microsoft.com/office/drawing/2010/main">
                <a:noFill/>
              </a14:hiddenFill>
            </a:ext>
          </a:extLst>
        </p:spPr>
        <p:txBody>
          <a:bodyPr/>
          <a:lstStyle/>
          <a:p>
            <a:pPr marL="0" marR="0" lvl="0" indent="0" algn="l" defTabSz="812810" rtl="0" eaLnBrk="1" fontAlgn="auto" latinLnBrk="0" hangingPunct="1">
              <a:lnSpc>
                <a:spcPct val="100000"/>
              </a:lnSpc>
              <a:spcBef>
                <a:spcPts val="0"/>
              </a:spcBef>
              <a:spcAft>
                <a:spcPts val="0"/>
              </a:spcAft>
              <a:buClrTx/>
              <a:buSzTx/>
              <a:buFontTx/>
              <a:buNone/>
              <a:tabLst/>
              <a:defRPr/>
            </a:pPr>
            <a:endParaRPr kumimoji="0" lang="en-US" sz="3200" b="0" i="0" u="none" strike="noStrike" kern="120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endParaRPr>
          </a:p>
        </p:txBody>
      </p:sp>
      <p:sp>
        <p:nvSpPr>
          <p:cNvPr id="59" name="Text Box 25">
            <a:extLst>
              <a:ext uri="{FF2B5EF4-FFF2-40B4-BE49-F238E27FC236}">
                <a16:creationId xmlns:a16="http://schemas.microsoft.com/office/drawing/2014/main" id="{D1E59826-B590-5B44-90F0-3BCF3C1E12FB}"/>
              </a:ext>
            </a:extLst>
          </p:cNvPr>
          <p:cNvSpPr txBox="1">
            <a:spLocks noChangeArrowheads="1"/>
          </p:cNvSpPr>
          <p:nvPr/>
        </p:nvSpPr>
        <p:spPr bwMode="auto">
          <a:xfrm>
            <a:off x="4328083" y="3673475"/>
            <a:ext cx="236220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FF9900"/>
              </a:buClr>
              <a:buChar char="•"/>
              <a:defRPr sz="3200" b="1">
                <a:solidFill>
                  <a:srgbClr val="01035B"/>
                </a:solidFill>
                <a:latin typeface="Arial" panose="020B0604020202020204" pitchFamily="34" charset="0"/>
              </a:defRPr>
            </a:lvl1pPr>
            <a:lvl2pPr marL="742950" indent="-285750">
              <a:spcBef>
                <a:spcPct val="20000"/>
              </a:spcBef>
              <a:buClr>
                <a:srgbClr val="FF9900"/>
              </a:buClr>
              <a:buChar char="–"/>
              <a:defRPr sz="2800" b="1">
                <a:solidFill>
                  <a:srgbClr val="01035B"/>
                </a:solidFill>
                <a:latin typeface="Arial" panose="020B0604020202020204" pitchFamily="34" charset="0"/>
              </a:defRPr>
            </a:lvl2pPr>
            <a:lvl3pPr marL="1143000" indent="-228600">
              <a:spcBef>
                <a:spcPct val="20000"/>
              </a:spcBef>
              <a:buClr>
                <a:srgbClr val="FF9900"/>
              </a:buClr>
              <a:buChar char="•"/>
              <a:defRPr sz="2400" b="1">
                <a:solidFill>
                  <a:srgbClr val="01035B"/>
                </a:solidFill>
                <a:latin typeface="Arial" panose="020B0604020202020204" pitchFamily="34" charset="0"/>
              </a:defRPr>
            </a:lvl3pPr>
            <a:lvl4pPr marL="1600200" indent="-228600">
              <a:spcBef>
                <a:spcPct val="20000"/>
              </a:spcBef>
              <a:buClr>
                <a:srgbClr val="FF9900"/>
              </a:buClr>
              <a:buChar char="–"/>
              <a:defRPr sz="2000" b="1">
                <a:solidFill>
                  <a:srgbClr val="01035B"/>
                </a:solidFill>
                <a:latin typeface="Arial" panose="020B0604020202020204" pitchFamily="34" charset="0"/>
              </a:defRPr>
            </a:lvl4pPr>
            <a:lvl5pPr marL="2057400" indent="-228600">
              <a:spcBef>
                <a:spcPct val="20000"/>
              </a:spcBef>
              <a:buClr>
                <a:srgbClr val="FF9900"/>
              </a:buClr>
              <a:buChar char="»"/>
              <a:defRPr sz="2000" b="1">
                <a:solidFill>
                  <a:srgbClr val="01035B"/>
                </a:solidFill>
                <a:latin typeface="Arial" panose="020B0604020202020204" pitchFamily="34" charset="0"/>
              </a:defRPr>
            </a:lvl5pPr>
            <a:lvl6pPr marL="25146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6pPr>
            <a:lvl7pPr marL="29718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7pPr>
            <a:lvl8pPr marL="34290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8pPr>
            <a:lvl9pPr marL="38862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9pPr>
          </a:lstStyle>
          <a:p>
            <a:pPr marL="0" marR="0" lvl="0" indent="0" algn="r" defTabSz="812810" rtl="0" eaLnBrk="1" fontAlgn="auto" latinLnBrk="0" hangingPunct="1">
              <a:lnSpc>
                <a:spcPct val="100000"/>
              </a:lnSpc>
              <a:spcBef>
                <a:spcPct val="0"/>
              </a:spcBef>
              <a:spcAft>
                <a:spcPts val="0"/>
              </a:spcAft>
              <a:buClrTx/>
              <a:buSzTx/>
              <a:buFontTx/>
              <a:buNone/>
              <a:tabLst/>
              <a:defRPr/>
            </a:pPr>
            <a:r>
              <a:rPr kumimoji="0" lang="en-US" altLang="fr-FR" sz="2000" b="0" i="0" u="none" strike="noStrike" kern="1200" cap="none" spc="0" normalizeH="0" baseline="0" noProof="0">
                <a:ln>
                  <a:noFill/>
                </a:ln>
                <a:solidFill>
                  <a:srgbClr val="00274C"/>
                </a:solidFill>
                <a:effectLst/>
                <a:uLnTx/>
                <a:uFillTx/>
                <a:latin typeface="Arial" panose="020B0604020202020204" pitchFamily="34" charset="0"/>
                <a:ea typeface="+mn-ea"/>
                <a:cs typeface="Arial" panose="020B0604020202020204" pitchFamily="34" charset="0"/>
              </a:rPr>
              <a:t>0.7 g tungsten</a:t>
            </a:r>
          </a:p>
        </p:txBody>
      </p:sp>
      <p:sp>
        <p:nvSpPr>
          <p:cNvPr id="70" name="Line 20">
            <a:extLst>
              <a:ext uri="{FF2B5EF4-FFF2-40B4-BE49-F238E27FC236}">
                <a16:creationId xmlns:a16="http://schemas.microsoft.com/office/drawing/2014/main" id="{836EFB9C-6EFC-C642-983C-68E866C3013B}"/>
              </a:ext>
            </a:extLst>
          </p:cNvPr>
          <p:cNvSpPr>
            <a:spLocks noChangeShapeType="1"/>
          </p:cNvSpPr>
          <p:nvPr/>
        </p:nvSpPr>
        <p:spPr bwMode="auto">
          <a:xfrm>
            <a:off x="9713654" y="3903662"/>
            <a:ext cx="609600" cy="0"/>
          </a:xfrm>
          <a:prstGeom prst="line">
            <a:avLst/>
          </a:prstGeom>
          <a:noFill/>
          <a:ln w="28575">
            <a:solidFill>
              <a:schemeClr val="tx2"/>
            </a:solidFill>
            <a:round/>
            <a:headEnd/>
            <a:tailEnd type="arrow" w="sm" len="med"/>
          </a:ln>
          <a:extLst>
            <a:ext uri="{909E8E84-426E-40DD-AFC4-6F175D3DCCD1}">
              <a14:hiddenFill xmlns:a14="http://schemas.microsoft.com/office/drawing/2010/main">
                <a:noFill/>
              </a14:hiddenFill>
            </a:ext>
          </a:extLst>
        </p:spPr>
        <p:txBody>
          <a:bodyPr/>
          <a:lstStyle/>
          <a:p>
            <a:pPr marL="0" marR="0" lvl="0" indent="0" algn="l" defTabSz="812810" rtl="0" eaLnBrk="1" fontAlgn="auto" latinLnBrk="0" hangingPunct="1">
              <a:lnSpc>
                <a:spcPct val="100000"/>
              </a:lnSpc>
              <a:spcBef>
                <a:spcPts val="0"/>
              </a:spcBef>
              <a:spcAft>
                <a:spcPts val="0"/>
              </a:spcAft>
              <a:buClrTx/>
              <a:buSzTx/>
              <a:buFontTx/>
              <a:buNone/>
              <a:tabLst/>
              <a:defRPr/>
            </a:pPr>
            <a:endParaRPr kumimoji="0" lang="en-US" sz="3200" b="0" i="0" u="none" strike="noStrike" kern="120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endParaRPr>
          </a:p>
        </p:txBody>
      </p:sp>
      <p:sp>
        <p:nvSpPr>
          <p:cNvPr id="72" name="Text Box 27">
            <a:extLst>
              <a:ext uri="{FF2B5EF4-FFF2-40B4-BE49-F238E27FC236}">
                <a16:creationId xmlns:a16="http://schemas.microsoft.com/office/drawing/2014/main" id="{F358D2CF-7CA3-A24B-8655-503022BFC7B4}"/>
              </a:ext>
            </a:extLst>
          </p:cNvPr>
          <p:cNvSpPr txBox="1">
            <a:spLocks noChangeArrowheads="1"/>
          </p:cNvSpPr>
          <p:nvPr/>
        </p:nvSpPr>
        <p:spPr bwMode="auto">
          <a:xfrm>
            <a:off x="10322846" y="3703607"/>
            <a:ext cx="4407158"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rgbClr val="FF9900"/>
              </a:buClr>
              <a:buChar char="•"/>
              <a:defRPr sz="3200" b="1">
                <a:solidFill>
                  <a:srgbClr val="01035B"/>
                </a:solidFill>
                <a:latin typeface="Arial" panose="020B0604020202020204" pitchFamily="34" charset="0"/>
              </a:defRPr>
            </a:lvl1pPr>
            <a:lvl2pPr marL="742950" indent="-285750">
              <a:spcBef>
                <a:spcPct val="20000"/>
              </a:spcBef>
              <a:buClr>
                <a:srgbClr val="FF9900"/>
              </a:buClr>
              <a:buChar char="–"/>
              <a:defRPr sz="2800" b="1">
                <a:solidFill>
                  <a:srgbClr val="01035B"/>
                </a:solidFill>
                <a:latin typeface="Arial" panose="020B0604020202020204" pitchFamily="34" charset="0"/>
              </a:defRPr>
            </a:lvl2pPr>
            <a:lvl3pPr marL="1143000" indent="-228600">
              <a:spcBef>
                <a:spcPct val="20000"/>
              </a:spcBef>
              <a:buClr>
                <a:srgbClr val="FF9900"/>
              </a:buClr>
              <a:buChar char="•"/>
              <a:defRPr sz="2400" b="1">
                <a:solidFill>
                  <a:srgbClr val="01035B"/>
                </a:solidFill>
                <a:latin typeface="Arial" panose="020B0604020202020204" pitchFamily="34" charset="0"/>
              </a:defRPr>
            </a:lvl3pPr>
            <a:lvl4pPr marL="1600200" indent="-228600">
              <a:spcBef>
                <a:spcPct val="20000"/>
              </a:spcBef>
              <a:buClr>
                <a:srgbClr val="FF9900"/>
              </a:buClr>
              <a:buChar char="–"/>
              <a:defRPr sz="2000" b="1">
                <a:solidFill>
                  <a:srgbClr val="01035B"/>
                </a:solidFill>
                <a:latin typeface="Arial" panose="020B0604020202020204" pitchFamily="34" charset="0"/>
              </a:defRPr>
            </a:lvl4pPr>
            <a:lvl5pPr marL="2057400" indent="-228600">
              <a:spcBef>
                <a:spcPct val="20000"/>
              </a:spcBef>
              <a:buClr>
                <a:srgbClr val="FF9900"/>
              </a:buClr>
              <a:buChar char="»"/>
              <a:defRPr sz="2000" b="1">
                <a:solidFill>
                  <a:srgbClr val="01035B"/>
                </a:solidFill>
                <a:latin typeface="Arial" panose="020B0604020202020204" pitchFamily="34" charset="0"/>
              </a:defRPr>
            </a:lvl5pPr>
            <a:lvl6pPr marL="25146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6pPr>
            <a:lvl7pPr marL="29718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7pPr>
            <a:lvl8pPr marL="34290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8pPr>
            <a:lvl9pPr marL="38862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9pPr>
          </a:lstStyle>
          <a:p>
            <a:pPr marL="0" marR="0" lvl="0" indent="0" algn="l" defTabSz="812810" rtl="0" eaLnBrk="1" fontAlgn="auto" latinLnBrk="0" hangingPunct="1">
              <a:lnSpc>
                <a:spcPct val="100000"/>
              </a:lnSpc>
              <a:spcBef>
                <a:spcPct val="0"/>
              </a:spcBef>
              <a:spcAft>
                <a:spcPts val="0"/>
              </a:spcAft>
              <a:buClrTx/>
              <a:buSzTx/>
              <a:buFontTx/>
              <a:buNone/>
              <a:tabLst/>
              <a:defRPr/>
            </a:pPr>
            <a:r>
              <a:rPr kumimoji="0" lang="en-US" altLang="fr-FR" sz="2000" b="0" i="0" u="none" strike="noStrike" kern="1200" cap="none" spc="0" normalizeH="0" baseline="0" noProof="0" dirty="0">
                <a:ln>
                  <a:noFill/>
                </a:ln>
                <a:solidFill>
                  <a:srgbClr val="00274C"/>
                </a:solidFill>
                <a:effectLst/>
                <a:uLnTx/>
                <a:uFillTx/>
                <a:latin typeface="Arial" panose="020B0604020202020204" pitchFamily="34" charset="0"/>
                <a:ea typeface="+mn-ea"/>
                <a:cs typeface="Arial" panose="020B0604020202020204" pitchFamily="34" charset="0"/>
              </a:rPr>
              <a:t>1 bulb &amp; 10g packaging to landfill</a:t>
            </a:r>
          </a:p>
        </p:txBody>
      </p:sp>
      <p:sp>
        <p:nvSpPr>
          <p:cNvPr id="73" name="Line 19">
            <a:extLst>
              <a:ext uri="{FF2B5EF4-FFF2-40B4-BE49-F238E27FC236}">
                <a16:creationId xmlns:a16="http://schemas.microsoft.com/office/drawing/2014/main" id="{4CBE73F0-4320-704A-9A43-06F4E23CB58B}"/>
              </a:ext>
            </a:extLst>
          </p:cNvPr>
          <p:cNvSpPr>
            <a:spLocks noChangeShapeType="1"/>
          </p:cNvSpPr>
          <p:nvPr/>
        </p:nvSpPr>
        <p:spPr bwMode="auto">
          <a:xfrm>
            <a:off x="6716863" y="5522912"/>
            <a:ext cx="609600" cy="0"/>
          </a:xfrm>
          <a:prstGeom prst="line">
            <a:avLst/>
          </a:prstGeom>
          <a:noFill/>
          <a:ln w="28575">
            <a:solidFill>
              <a:schemeClr val="tx2"/>
            </a:solidFill>
            <a:round/>
            <a:headEnd/>
            <a:tailEnd type="arrow" w="sm" len="med"/>
          </a:ln>
          <a:extLst>
            <a:ext uri="{909E8E84-426E-40DD-AFC4-6F175D3DCCD1}">
              <a14:hiddenFill xmlns:a14="http://schemas.microsoft.com/office/drawing/2010/main">
                <a:noFill/>
              </a14:hiddenFill>
            </a:ext>
          </a:extLst>
        </p:spPr>
        <p:txBody>
          <a:bodyPr/>
          <a:lstStyle/>
          <a:p>
            <a:pPr marL="0" marR="0" lvl="0" indent="0" algn="l" defTabSz="812810" rtl="0" eaLnBrk="1" fontAlgn="auto" latinLnBrk="0" hangingPunct="1">
              <a:lnSpc>
                <a:spcPct val="100000"/>
              </a:lnSpc>
              <a:spcBef>
                <a:spcPts val="0"/>
              </a:spcBef>
              <a:spcAft>
                <a:spcPts val="0"/>
              </a:spcAft>
              <a:buClrTx/>
              <a:buSzTx/>
              <a:buFontTx/>
              <a:buNone/>
              <a:tabLst/>
              <a:defRPr/>
            </a:pPr>
            <a:endParaRPr kumimoji="0" lang="en-US" sz="3200" b="0" i="0" u="none" strike="noStrike" kern="120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endParaRPr>
          </a:p>
        </p:txBody>
      </p:sp>
      <p:sp>
        <p:nvSpPr>
          <p:cNvPr id="76" name="Line 20">
            <a:extLst>
              <a:ext uri="{FF2B5EF4-FFF2-40B4-BE49-F238E27FC236}">
                <a16:creationId xmlns:a16="http://schemas.microsoft.com/office/drawing/2014/main" id="{0326B75A-FEE3-6B41-8BD1-30A1EA4BB80C}"/>
              </a:ext>
            </a:extLst>
          </p:cNvPr>
          <p:cNvSpPr>
            <a:spLocks noChangeShapeType="1"/>
          </p:cNvSpPr>
          <p:nvPr/>
        </p:nvSpPr>
        <p:spPr bwMode="auto">
          <a:xfrm>
            <a:off x="6716863" y="6018212"/>
            <a:ext cx="609600" cy="0"/>
          </a:xfrm>
          <a:prstGeom prst="line">
            <a:avLst/>
          </a:prstGeom>
          <a:noFill/>
          <a:ln w="28575">
            <a:solidFill>
              <a:schemeClr val="tx2"/>
            </a:solidFill>
            <a:round/>
            <a:headEnd/>
            <a:tailEnd type="arrow" w="sm" len="med"/>
          </a:ln>
          <a:extLst>
            <a:ext uri="{909E8E84-426E-40DD-AFC4-6F175D3DCCD1}">
              <a14:hiddenFill xmlns:a14="http://schemas.microsoft.com/office/drawing/2010/main">
                <a:noFill/>
              </a14:hiddenFill>
            </a:ext>
          </a:extLst>
        </p:spPr>
        <p:txBody>
          <a:bodyPr/>
          <a:lstStyle/>
          <a:p>
            <a:pPr marL="0" marR="0" lvl="0" indent="0" algn="l" defTabSz="812810" rtl="0" eaLnBrk="1" fontAlgn="auto" latinLnBrk="0" hangingPunct="1">
              <a:lnSpc>
                <a:spcPct val="100000"/>
              </a:lnSpc>
              <a:spcBef>
                <a:spcPts val="0"/>
              </a:spcBef>
              <a:spcAft>
                <a:spcPts val="0"/>
              </a:spcAft>
              <a:buClrTx/>
              <a:buSzTx/>
              <a:buFontTx/>
              <a:buNone/>
              <a:tabLst/>
              <a:defRPr/>
            </a:pPr>
            <a:endParaRPr kumimoji="0" lang="en-US" sz="3200" b="0" i="0" u="none" strike="noStrike" kern="120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endParaRPr>
          </a:p>
        </p:txBody>
      </p:sp>
      <p:sp>
        <p:nvSpPr>
          <p:cNvPr id="77" name="Text Box 26">
            <a:extLst>
              <a:ext uri="{FF2B5EF4-FFF2-40B4-BE49-F238E27FC236}">
                <a16:creationId xmlns:a16="http://schemas.microsoft.com/office/drawing/2014/main" id="{02F49018-005F-3C4E-BA6B-363C70E4FA57}"/>
              </a:ext>
            </a:extLst>
          </p:cNvPr>
          <p:cNvSpPr txBox="1">
            <a:spLocks noChangeArrowheads="1"/>
          </p:cNvSpPr>
          <p:nvPr/>
        </p:nvSpPr>
        <p:spPr bwMode="auto">
          <a:xfrm>
            <a:off x="2796146" y="5826125"/>
            <a:ext cx="3817937"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FF9900"/>
              </a:buClr>
              <a:buChar char="•"/>
              <a:defRPr sz="3200" b="1">
                <a:solidFill>
                  <a:srgbClr val="01035B"/>
                </a:solidFill>
                <a:latin typeface="Arial" panose="020B0604020202020204" pitchFamily="34" charset="0"/>
              </a:defRPr>
            </a:lvl1pPr>
            <a:lvl2pPr marL="742950" indent="-285750">
              <a:spcBef>
                <a:spcPct val="20000"/>
              </a:spcBef>
              <a:buClr>
                <a:srgbClr val="FF9900"/>
              </a:buClr>
              <a:buChar char="–"/>
              <a:defRPr sz="2800" b="1">
                <a:solidFill>
                  <a:srgbClr val="01035B"/>
                </a:solidFill>
                <a:latin typeface="Arial" panose="020B0604020202020204" pitchFamily="34" charset="0"/>
              </a:defRPr>
            </a:lvl2pPr>
            <a:lvl3pPr marL="1143000" indent="-228600">
              <a:spcBef>
                <a:spcPct val="20000"/>
              </a:spcBef>
              <a:buClr>
                <a:srgbClr val="FF9900"/>
              </a:buClr>
              <a:buChar char="•"/>
              <a:defRPr sz="2400" b="1">
                <a:solidFill>
                  <a:srgbClr val="01035B"/>
                </a:solidFill>
                <a:latin typeface="Arial" panose="020B0604020202020204" pitchFamily="34" charset="0"/>
              </a:defRPr>
            </a:lvl3pPr>
            <a:lvl4pPr marL="1600200" indent="-228600">
              <a:spcBef>
                <a:spcPct val="20000"/>
              </a:spcBef>
              <a:buClr>
                <a:srgbClr val="FF9900"/>
              </a:buClr>
              <a:buChar char="–"/>
              <a:defRPr sz="2000" b="1">
                <a:solidFill>
                  <a:srgbClr val="01035B"/>
                </a:solidFill>
                <a:latin typeface="Arial" panose="020B0604020202020204" pitchFamily="34" charset="0"/>
              </a:defRPr>
            </a:lvl4pPr>
            <a:lvl5pPr marL="2057400" indent="-228600">
              <a:spcBef>
                <a:spcPct val="20000"/>
              </a:spcBef>
              <a:buClr>
                <a:srgbClr val="FF9900"/>
              </a:buClr>
              <a:buChar char="»"/>
              <a:defRPr sz="2000" b="1">
                <a:solidFill>
                  <a:srgbClr val="01035B"/>
                </a:solidFill>
                <a:latin typeface="Arial" panose="020B0604020202020204" pitchFamily="34" charset="0"/>
              </a:defRPr>
            </a:lvl5pPr>
            <a:lvl6pPr marL="25146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6pPr>
            <a:lvl7pPr marL="29718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7pPr>
            <a:lvl8pPr marL="34290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8pPr>
            <a:lvl9pPr marL="38862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9pPr>
          </a:lstStyle>
          <a:p>
            <a:pPr marL="0" marR="0" lvl="0" indent="0" algn="r" defTabSz="812810" rtl="0" eaLnBrk="1" fontAlgn="auto" latinLnBrk="0" hangingPunct="1">
              <a:lnSpc>
                <a:spcPct val="100000"/>
              </a:lnSpc>
              <a:spcBef>
                <a:spcPct val="0"/>
              </a:spcBef>
              <a:spcAft>
                <a:spcPts val="0"/>
              </a:spcAft>
              <a:buClrTx/>
              <a:buSzTx/>
              <a:buFontTx/>
              <a:buNone/>
              <a:tabLst/>
              <a:defRPr/>
            </a:pPr>
            <a:r>
              <a:rPr kumimoji="0" lang="en-US" altLang="fr-FR" sz="2000" b="0" i="0" u="none" strike="noStrike" kern="1200" cap="none" spc="0" normalizeH="0" baseline="0" noProof="0" dirty="0">
                <a:ln>
                  <a:noFill/>
                </a:ln>
                <a:solidFill>
                  <a:srgbClr val="00274C"/>
                </a:solidFill>
                <a:effectLst/>
                <a:uLnTx/>
                <a:uFillTx/>
                <a:latin typeface="Arial" panose="020B0604020202020204" pitchFamily="34" charset="0"/>
                <a:ea typeface="+mn-ea"/>
                <a:cs typeface="Arial" panose="020B0604020202020204" pitchFamily="34" charset="0"/>
              </a:rPr>
              <a:t>10,000 km transoceanic freight</a:t>
            </a:r>
          </a:p>
        </p:txBody>
      </p:sp>
      <p:sp>
        <p:nvSpPr>
          <p:cNvPr id="78" name="Text Box 27">
            <a:extLst>
              <a:ext uri="{FF2B5EF4-FFF2-40B4-BE49-F238E27FC236}">
                <a16:creationId xmlns:a16="http://schemas.microsoft.com/office/drawing/2014/main" id="{263DD8A5-ECF0-4046-A542-A5C79FE9972A}"/>
              </a:ext>
            </a:extLst>
          </p:cNvPr>
          <p:cNvSpPr txBox="1">
            <a:spLocks noChangeArrowheads="1"/>
          </p:cNvSpPr>
          <p:nvPr/>
        </p:nvSpPr>
        <p:spPr bwMode="auto">
          <a:xfrm>
            <a:off x="3745471" y="5321300"/>
            <a:ext cx="2819400" cy="401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FF9900"/>
              </a:buClr>
              <a:buChar char="•"/>
              <a:defRPr sz="3200" b="1">
                <a:solidFill>
                  <a:srgbClr val="01035B"/>
                </a:solidFill>
                <a:latin typeface="Arial" panose="020B0604020202020204" pitchFamily="34" charset="0"/>
              </a:defRPr>
            </a:lvl1pPr>
            <a:lvl2pPr marL="742950" indent="-285750">
              <a:spcBef>
                <a:spcPct val="20000"/>
              </a:spcBef>
              <a:buClr>
                <a:srgbClr val="FF9900"/>
              </a:buClr>
              <a:buChar char="–"/>
              <a:defRPr sz="2800" b="1">
                <a:solidFill>
                  <a:srgbClr val="01035B"/>
                </a:solidFill>
                <a:latin typeface="Arial" panose="020B0604020202020204" pitchFamily="34" charset="0"/>
              </a:defRPr>
            </a:lvl2pPr>
            <a:lvl3pPr marL="1143000" indent="-228600">
              <a:spcBef>
                <a:spcPct val="20000"/>
              </a:spcBef>
              <a:buClr>
                <a:srgbClr val="FF9900"/>
              </a:buClr>
              <a:buChar char="•"/>
              <a:defRPr sz="2400" b="1">
                <a:solidFill>
                  <a:srgbClr val="01035B"/>
                </a:solidFill>
                <a:latin typeface="Arial" panose="020B0604020202020204" pitchFamily="34" charset="0"/>
              </a:defRPr>
            </a:lvl3pPr>
            <a:lvl4pPr marL="1600200" indent="-228600">
              <a:spcBef>
                <a:spcPct val="20000"/>
              </a:spcBef>
              <a:buClr>
                <a:srgbClr val="FF9900"/>
              </a:buClr>
              <a:buChar char="–"/>
              <a:defRPr sz="2000" b="1">
                <a:solidFill>
                  <a:srgbClr val="01035B"/>
                </a:solidFill>
                <a:latin typeface="Arial" panose="020B0604020202020204" pitchFamily="34" charset="0"/>
              </a:defRPr>
            </a:lvl4pPr>
            <a:lvl5pPr marL="2057400" indent="-228600">
              <a:spcBef>
                <a:spcPct val="20000"/>
              </a:spcBef>
              <a:buClr>
                <a:srgbClr val="FF9900"/>
              </a:buClr>
              <a:buChar char="»"/>
              <a:defRPr sz="2000" b="1">
                <a:solidFill>
                  <a:srgbClr val="01035B"/>
                </a:solidFill>
                <a:latin typeface="Arial" panose="020B0604020202020204" pitchFamily="34" charset="0"/>
              </a:defRPr>
            </a:lvl5pPr>
            <a:lvl6pPr marL="25146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6pPr>
            <a:lvl7pPr marL="29718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7pPr>
            <a:lvl8pPr marL="34290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8pPr>
            <a:lvl9pPr marL="38862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9pPr>
          </a:lstStyle>
          <a:p>
            <a:pPr marL="0" marR="0" lvl="0" indent="0" algn="r" defTabSz="812810" rtl="0" eaLnBrk="1" fontAlgn="auto" latinLnBrk="0" hangingPunct="1">
              <a:lnSpc>
                <a:spcPct val="100000"/>
              </a:lnSpc>
              <a:spcBef>
                <a:spcPct val="0"/>
              </a:spcBef>
              <a:spcAft>
                <a:spcPts val="0"/>
              </a:spcAft>
              <a:buClrTx/>
              <a:buSzTx/>
              <a:buFontTx/>
              <a:buNone/>
              <a:tabLst/>
              <a:defRPr/>
            </a:pPr>
            <a:r>
              <a:rPr kumimoji="0" lang="en-US" altLang="fr-FR" sz="2000" b="0" i="0" u="none" strike="noStrike" kern="1200" cap="none" spc="0" normalizeH="0" baseline="0" noProof="0">
                <a:ln>
                  <a:noFill/>
                </a:ln>
                <a:solidFill>
                  <a:srgbClr val="00274C"/>
                </a:solidFill>
                <a:effectLst/>
                <a:uLnTx/>
                <a:uFillTx/>
                <a:latin typeface="Arial" panose="020B0604020202020204" pitchFamily="34" charset="0"/>
                <a:ea typeface="+mn-ea"/>
                <a:cs typeface="Arial" panose="020B0604020202020204" pitchFamily="34" charset="0"/>
              </a:rPr>
              <a:t>3,200 km truck</a:t>
            </a:r>
          </a:p>
        </p:txBody>
      </p:sp>
      <p:pic>
        <p:nvPicPr>
          <p:cNvPr id="4" name="Picture 3" descr="A picture containing object, light, lamp, standing&#10;&#10;Description automatically generated">
            <a:extLst>
              <a:ext uri="{FF2B5EF4-FFF2-40B4-BE49-F238E27FC236}">
                <a16:creationId xmlns:a16="http://schemas.microsoft.com/office/drawing/2014/main" id="{59A6CA9A-8533-DF42-AF2D-5C37C1CCEEB6}"/>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7990383" y="4352686"/>
            <a:ext cx="988319" cy="1483202"/>
          </a:xfrm>
          <a:prstGeom prst="rect">
            <a:avLst/>
          </a:prstGeom>
        </p:spPr>
      </p:pic>
      <p:sp>
        <p:nvSpPr>
          <p:cNvPr id="21" name="TextBox 29">
            <a:extLst>
              <a:ext uri="{FF2B5EF4-FFF2-40B4-BE49-F238E27FC236}">
                <a16:creationId xmlns:a16="http://schemas.microsoft.com/office/drawing/2014/main" id="{CBD5CFC9-B4EC-0D4B-BA6C-9B193DA59D9D}"/>
              </a:ext>
            </a:extLst>
          </p:cNvPr>
          <p:cNvSpPr txBox="1">
            <a:spLocks noChangeArrowheads="1"/>
          </p:cNvSpPr>
          <p:nvPr/>
        </p:nvSpPr>
        <p:spPr bwMode="auto">
          <a:xfrm>
            <a:off x="1798675" y="1534157"/>
            <a:ext cx="13070476"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812810" rtl="0" eaLnBrk="1" fontAlgn="auto" latinLnBrk="0" hangingPunct="1">
              <a:lnSpc>
                <a:spcPct val="100000"/>
              </a:lnSpc>
              <a:spcBef>
                <a:spcPts val="0"/>
              </a:spcBef>
              <a:spcAft>
                <a:spcPts val="0"/>
              </a:spcAft>
              <a:buClrTx/>
              <a:buSzTx/>
              <a:buFontTx/>
              <a:buNone/>
              <a:tabLst/>
              <a:defRPr/>
            </a:pPr>
            <a:r>
              <a:rPr kumimoji="0" lang="en-US" altLang="en-US" sz="3200" b="0" i="0" u="none" strike="noStrike" kern="1200" cap="none" spc="0" normalizeH="0" baseline="0" noProof="0" dirty="0">
                <a:ln>
                  <a:noFill/>
                </a:ln>
                <a:solidFill>
                  <a:srgbClr val="00274C"/>
                </a:solidFill>
                <a:effectLst/>
                <a:uLnTx/>
                <a:uFillTx/>
                <a:latin typeface="Arial" panose="020B0604020202020204" pitchFamily="34" charset="0"/>
                <a:ea typeface="+mn-ea"/>
                <a:cs typeface="+mn-cs"/>
              </a:rPr>
              <a:t>Use the bulb </a:t>
            </a:r>
            <a:r>
              <a:rPr kumimoji="0" lang="en-US" altLang="en-US" sz="3200" b="0" i="0" u="none" strike="noStrike" kern="1200" cap="none" spc="0" normalizeH="0" baseline="0" noProof="0" dirty="0">
                <a:ln>
                  <a:noFill/>
                </a:ln>
                <a:solidFill>
                  <a:srgbClr val="407EC9"/>
                </a:solidFill>
                <a:effectLst/>
                <a:uLnTx/>
                <a:uFillTx/>
                <a:latin typeface="Arial" panose="020B0604020202020204" pitchFamily="34" charset="0"/>
                <a:ea typeface="+mn-ea"/>
                <a:cs typeface="+mn-cs"/>
              </a:rPr>
              <a:t>intermediary</a:t>
            </a:r>
            <a:r>
              <a:rPr kumimoji="0" lang="en-US" altLang="en-US" sz="3200" b="0" i="0" u="none" strike="noStrike" kern="1200" cap="none" spc="0" normalizeH="0" baseline="0" noProof="0" dirty="0">
                <a:ln>
                  <a:noFill/>
                </a:ln>
                <a:solidFill>
                  <a:srgbClr val="00274C"/>
                </a:solidFill>
                <a:effectLst/>
                <a:uLnTx/>
                <a:uFillTx/>
                <a:latin typeface="Arial" panose="020B0604020202020204" pitchFamily="34" charset="0"/>
                <a:ea typeface="+mn-ea"/>
                <a:cs typeface="+mn-cs"/>
              </a:rPr>
              <a:t> flows to design the Tier 2 processes</a:t>
            </a:r>
          </a:p>
        </p:txBody>
      </p:sp>
      <p:sp>
        <p:nvSpPr>
          <p:cNvPr id="23" name="Oval 22">
            <a:extLst>
              <a:ext uri="{FF2B5EF4-FFF2-40B4-BE49-F238E27FC236}">
                <a16:creationId xmlns:a16="http://schemas.microsoft.com/office/drawing/2014/main" id="{2BCAF102-8395-1143-9584-47BAA692EA1F}"/>
              </a:ext>
            </a:extLst>
          </p:cNvPr>
          <p:cNvSpPr/>
          <p:nvPr/>
        </p:nvSpPr>
        <p:spPr>
          <a:xfrm>
            <a:off x="991783" y="1442201"/>
            <a:ext cx="707629" cy="707629"/>
          </a:xfrm>
          <a:prstGeom prst="ellipse">
            <a:avLst/>
          </a:prstGeom>
          <a:solidFill>
            <a:schemeClr val="accent6"/>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812810" rtl="0" eaLnBrk="1" fontAlgn="auto" latinLnBrk="0" hangingPunct="1">
              <a:lnSpc>
                <a:spcPct val="100000"/>
              </a:lnSpc>
              <a:spcBef>
                <a:spcPts val="0"/>
              </a:spcBef>
              <a:spcAft>
                <a:spcPts val="0"/>
              </a:spcAft>
              <a:buClrTx/>
              <a:buSzTx/>
              <a:buFontTx/>
              <a:buNone/>
              <a:tabLst/>
              <a:defRPr/>
            </a:pPr>
            <a:r>
              <a:rPr kumimoji="0" lang="en-US" sz="3600" b="1" i="0" u="none" strike="noStrike" kern="1200" cap="none" spc="0" normalizeH="0" baseline="0" noProof="0" dirty="0">
                <a:ln>
                  <a:noFill/>
                </a:ln>
                <a:solidFill>
                  <a:prstClr val="white"/>
                </a:solidFill>
                <a:effectLst/>
                <a:uLnTx/>
                <a:uFillTx/>
                <a:latin typeface="Arial" panose="020B0604020202020204"/>
                <a:ea typeface="+mn-ea"/>
                <a:cs typeface="+mn-cs"/>
              </a:rPr>
              <a:t>2</a:t>
            </a:r>
          </a:p>
        </p:txBody>
      </p:sp>
    </p:spTree>
    <p:extLst>
      <p:ext uri="{BB962C8B-B14F-4D97-AF65-F5344CB8AC3E}">
        <p14:creationId xmlns:p14="http://schemas.microsoft.com/office/powerpoint/2010/main" val="3768634589"/>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8439A4-B037-4F4E-AFCE-96000C7C1237}"/>
              </a:ext>
            </a:extLst>
          </p:cNvPr>
          <p:cNvSpPr>
            <a:spLocks noGrp="1"/>
          </p:cNvSpPr>
          <p:nvPr>
            <p:ph type="title"/>
          </p:nvPr>
        </p:nvSpPr>
        <p:spPr>
          <a:xfrm>
            <a:off x="812880" y="279400"/>
            <a:ext cx="14631828" cy="870385"/>
          </a:xfrm>
        </p:spPr>
        <p:txBody>
          <a:bodyPr/>
          <a:lstStyle/>
          <a:p>
            <a:r>
              <a:rPr lang="en-US" altLang="en-US" dirty="0">
                <a:solidFill>
                  <a:schemeClr val="tx2"/>
                </a:solidFill>
              </a:rPr>
              <a:t>Process Tree: illuminating with incandescent bulbs</a:t>
            </a:r>
            <a:endParaRPr lang="en-US" dirty="0">
              <a:solidFill>
                <a:schemeClr val="tx2"/>
              </a:solidFill>
            </a:endParaRPr>
          </a:p>
        </p:txBody>
      </p:sp>
      <p:sp>
        <p:nvSpPr>
          <p:cNvPr id="48" name="Text Box 41">
            <a:extLst>
              <a:ext uri="{FF2B5EF4-FFF2-40B4-BE49-F238E27FC236}">
                <a16:creationId xmlns:a16="http://schemas.microsoft.com/office/drawing/2014/main" id="{3A7B05EC-E3C1-B14D-A694-15B544CB3056}"/>
              </a:ext>
            </a:extLst>
          </p:cNvPr>
          <p:cNvSpPr txBox="1">
            <a:spLocks noChangeArrowheads="1"/>
          </p:cNvSpPr>
          <p:nvPr/>
        </p:nvSpPr>
        <p:spPr bwMode="auto">
          <a:xfrm>
            <a:off x="10304145" y="4116777"/>
            <a:ext cx="1920873" cy="1015663"/>
          </a:xfrm>
          <a:prstGeom prst="rect">
            <a:avLst/>
          </a:prstGeom>
          <a:solidFill>
            <a:schemeClr val="accent6">
              <a:alpha val="20000"/>
            </a:schemeClr>
          </a:solidFill>
          <a:ln w="9525">
            <a:noFill/>
            <a:miter lim="800000"/>
            <a:headEnd/>
            <a:tailEnd/>
          </a:ln>
        </p:spPr>
        <p:txBody>
          <a:bodyPr wrap="square">
            <a:spAutoFit/>
          </a:bodyPr>
          <a:lstStyle>
            <a:lvl1pPr>
              <a:spcBef>
                <a:spcPct val="20000"/>
              </a:spcBef>
              <a:buClr>
                <a:srgbClr val="FF9900"/>
              </a:buClr>
              <a:buChar char="•"/>
              <a:defRPr sz="3200" b="1">
                <a:solidFill>
                  <a:srgbClr val="01035B"/>
                </a:solidFill>
                <a:latin typeface="Arial" panose="020B0604020202020204" pitchFamily="34" charset="0"/>
              </a:defRPr>
            </a:lvl1pPr>
            <a:lvl2pPr marL="742950" indent="-285750">
              <a:spcBef>
                <a:spcPct val="20000"/>
              </a:spcBef>
              <a:buClr>
                <a:srgbClr val="FF9900"/>
              </a:buClr>
              <a:buChar char="–"/>
              <a:defRPr sz="2800" b="1">
                <a:solidFill>
                  <a:srgbClr val="01035B"/>
                </a:solidFill>
                <a:latin typeface="Arial" panose="020B0604020202020204" pitchFamily="34" charset="0"/>
              </a:defRPr>
            </a:lvl2pPr>
            <a:lvl3pPr marL="1143000" indent="-228600">
              <a:spcBef>
                <a:spcPct val="20000"/>
              </a:spcBef>
              <a:buClr>
                <a:srgbClr val="FF9900"/>
              </a:buClr>
              <a:buChar char="•"/>
              <a:defRPr sz="2400" b="1">
                <a:solidFill>
                  <a:srgbClr val="01035B"/>
                </a:solidFill>
                <a:latin typeface="Arial" panose="020B0604020202020204" pitchFamily="34" charset="0"/>
              </a:defRPr>
            </a:lvl3pPr>
            <a:lvl4pPr marL="1600200" indent="-228600">
              <a:spcBef>
                <a:spcPct val="20000"/>
              </a:spcBef>
              <a:buClr>
                <a:srgbClr val="FF9900"/>
              </a:buClr>
              <a:buChar char="–"/>
              <a:defRPr sz="2000" b="1">
                <a:solidFill>
                  <a:srgbClr val="01035B"/>
                </a:solidFill>
                <a:latin typeface="Arial" panose="020B0604020202020204" pitchFamily="34" charset="0"/>
              </a:defRPr>
            </a:lvl4pPr>
            <a:lvl5pPr marL="2057400" indent="-228600">
              <a:spcBef>
                <a:spcPct val="20000"/>
              </a:spcBef>
              <a:buClr>
                <a:srgbClr val="FF9900"/>
              </a:buClr>
              <a:buChar char="»"/>
              <a:defRPr sz="2000" b="1">
                <a:solidFill>
                  <a:srgbClr val="01035B"/>
                </a:solidFill>
                <a:latin typeface="Arial" panose="020B0604020202020204" pitchFamily="34" charset="0"/>
              </a:defRPr>
            </a:lvl5pPr>
            <a:lvl6pPr marL="25146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6pPr>
            <a:lvl7pPr marL="29718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7pPr>
            <a:lvl8pPr marL="34290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8pPr>
            <a:lvl9pPr marL="38862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9pPr>
          </a:lstStyle>
          <a:p>
            <a:pPr marL="0" marR="0" lvl="0" indent="0" algn="ctr" defTabSz="812810" rtl="0" eaLnBrk="1" fontAlgn="auto" latinLnBrk="0" hangingPunct="1">
              <a:lnSpc>
                <a:spcPct val="100000"/>
              </a:lnSpc>
              <a:spcBef>
                <a:spcPct val="0"/>
              </a:spcBef>
              <a:spcAft>
                <a:spcPts val="0"/>
              </a:spcAft>
              <a:buClrTx/>
              <a:buSzTx/>
              <a:buFontTx/>
              <a:buNone/>
              <a:tabLst/>
              <a:defRPr/>
            </a:pPr>
            <a:r>
              <a:rPr kumimoji="0" lang="en-US" altLang="en-US" sz="2000" b="0" i="0" u="none" strike="noStrike" kern="1200" cap="none" spc="0" normalizeH="0" baseline="0" noProof="0" dirty="0">
                <a:ln>
                  <a:noFill/>
                </a:ln>
                <a:solidFill>
                  <a:srgbClr val="00B2A9"/>
                </a:solidFill>
                <a:effectLst/>
                <a:uLnTx/>
                <a:uFillTx/>
                <a:latin typeface="Arial" panose="020B0604020202020204" pitchFamily="34" charset="0"/>
                <a:ea typeface="+mn-ea"/>
                <a:cs typeface="Arial" panose="020B0604020202020204" pitchFamily="34" charset="0"/>
              </a:rPr>
              <a:t>Illumination</a:t>
            </a:r>
          </a:p>
          <a:p>
            <a:pPr marL="0" marR="0" lvl="0" indent="0" algn="ctr" defTabSz="812810" rtl="0" eaLnBrk="1" fontAlgn="auto" latinLnBrk="0" hangingPunct="1">
              <a:lnSpc>
                <a:spcPct val="100000"/>
              </a:lnSpc>
              <a:spcBef>
                <a:spcPct val="0"/>
              </a:spcBef>
              <a:spcAft>
                <a:spcPts val="0"/>
              </a:spcAft>
              <a:buClrTx/>
              <a:buSzTx/>
              <a:buFontTx/>
              <a:buNone/>
              <a:tabLst/>
              <a:defRPr/>
            </a:pPr>
            <a:r>
              <a:rPr kumimoji="0" lang="en-US" altLang="en-US" sz="2000" b="0" i="0" u="none" strike="noStrike" kern="1200" cap="none" spc="0" normalizeH="0" baseline="0" noProof="0" dirty="0">
                <a:ln>
                  <a:noFill/>
                </a:ln>
                <a:solidFill>
                  <a:srgbClr val="00B2A9"/>
                </a:solidFill>
                <a:effectLst/>
                <a:uLnTx/>
                <a:uFillTx/>
                <a:latin typeface="Arial" panose="020B0604020202020204" pitchFamily="34" charset="0"/>
                <a:ea typeface="+mn-ea"/>
                <a:cs typeface="Arial" panose="020B0604020202020204" pitchFamily="34" charset="0"/>
              </a:rPr>
              <a:t>800 lumen </a:t>
            </a:r>
          </a:p>
          <a:p>
            <a:pPr marL="0" marR="0" lvl="0" indent="0" algn="ctr" defTabSz="812810" rtl="0" eaLnBrk="1" fontAlgn="auto" latinLnBrk="0" hangingPunct="1">
              <a:lnSpc>
                <a:spcPct val="100000"/>
              </a:lnSpc>
              <a:spcBef>
                <a:spcPct val="0"/>
              </a:spcBef>
              <a:spcAft>
                <a:spcPts val="0"/>
              </a:spcAft>
              <a:buClrTx/>
              <a:buSzTx/>
              <a:buFontTx/>
              <a:buNone/>
              <a:tabLst/>
              <a:defRPr/>
            </a:pPr>
            <a:r>
              <a:rPr kumimoji="0" lang="en-US" altLang="en-US" sz="2000" b="0" i="0" u="none" strike="noStrike" kern="1200" cap="none" spc="0" normalizeH="0" baseline="0" noProof="0" dirty="0">
                <a:ln>
                  <a:noFill/>
                </a:ln>
                <a:solidFill>
                  <a:srgbClr val="00B2A9"/>
                </a:solidFill>
                <a:effectLst/>
                <a:uLnTx/>
                <a:uFillTx/>
                <a:latin typeface="Arial" panose="020B0604020202020204" pitchFamily="34" charset="0"/>
                <a:ea typeface="+mn-ea"/>
                <a:cs typeface="Arial" panose="020B0604020202020204" pitchFamily="34" charset="0"/>
              </a:rPr>
              <a:t>During 5000 h </a:t>
            </a:r>
          </a:p>
        </p:txBody>
      </p:sp>
      <p:sp>
        <p:nvSpPr>
          <p:cNvPr id="49" name="Text Box 41">
            <a:extLst>
              <a:ext uri="{FF2B5EF4-FFF2-40B4-BE49-F238E27FC236}">
                <a16:creationId xmlns:a16="http://schemas.microsoft.com/office/drawing/2014/main" id="{2037A831-DA5C-BE45-8907-3F73462E2DAD}"/>
              </a:ext>
            </a:extLst>
          </p:cNvPr>
          <p:cNvSpPr txBox="1">
            <a:spLocks noChangeArrowheads="1"/>
          </p:cNvSpPr>
          <p:nvPr/>
        </p:nvSpPr>
        <p:spPr bwMode="auto">
          <a:xfrm>
            <a:off x="7605395" y="5842390"/>
            <a:ext cx="2082800" cy="708025"/>
          </a:xfrm>
          <a:prstGeom prst="rect">
            <a:avLst/>
          </a:prstGeom>
          <a:solidFill>
            <a:schemeClr val="accent4">
              <a:alpha val="20000"/>
            </a:schemeClr>
          </a:solidFill>
          <a:ln w="9525">
            <a:noFill/>
            <a:miter lim="800000"/>
            <a:headEnd/>
            <a:tailEnd/>
          </a:ln>
        </p:spPr>
        <p:txBody>
          <a:bodyPr>
            <a:spAutoFit/>
          </a:bodyPr>
          <a:lstStyle>
            <a:lvl1pPr>
              <a:spcBef>
                <a:spcPct val="20000"/>
              </a:spcBef>
              <a:buClr>
                <a:srgbClr val="FF9900"/>
              </a:buClr>
              <a:buChar char="•"/>
              <a:defRPr sz="3200" b="1">
                <a:solidFill>
                  <a:srgbClr val="01035B"/>
                </a:solidFill>
                <a:latin typeface="Arial" panose="020B0604020202020204" pitchFamily="34" charset="0"/>
              </a:defRPr>
            </a:lvl1pPr>
            <a:lvl2pPr marL="742950" indent="-285750">
              <a:spcBef>
                <a:spcPct val="20000"/>
              </a:spcBef>
              <a:buClr>
                <a:srgbClr val="FF9900"/>
              </a:buClr>
              <a:buChar char="–"/>
              <a:defRPr sz="2800" b="1">
                <a:solidFill>
                  <a:srgbClr val="01035B"/>
                </a:solidFill>
                <a:latin typeface="Arial" panose="020B0604020202020204" pitchFamily="34" charset="0"/>
              </a:defRPr>
            </a:lvl2pPr>
            <a:lvl3pPr marL="1143000" indent="-228600">
              <a:spcBef>
                <a:spcPct val="20000"/>
              </a:spcBef>
              <a:buClr>
                <a:srgbClr val="FF9900"/>
              </a:buClr>
              <a:buChar char="•"/>
              <a:defRPr sz="2400" b="1">
                <a:solidFill>
                  <a:srgbClr val="01035B"/>
                </a:solidFill>
                <a:latin typeface="Arial" panose="020B0604020202020204" pitchFamily="34" charset="0"/>
              </a:defRPr>
            </a:lvl3pPr>
            <a:lvl4pPr marL="1600200" indent="-228600">
              <a:spcBef>
                <a:spcPct val="20000"/>
              </a:spcBef>
              <a:buClr>
                <a:srgbClr val="FF9900"/>
              </a:buClr>
              <a:buChar char="–"/>
              <a:defRPr sz="2000" b="1">
                <a:solidFill>
                  <a:srgbClr val="01035B"/>
                </a:solidFill>
                <a:latin typeface="Arial" panose="020B0604020202020204" pitchFamily="34" charset="0"/>
              </a:defRPr>
            </a:lvl4pPr>
            <a:lvl5pPr marL="2057400" indent="-228600">
              <a:spcBef>
                <a:spcPct val="20000"/>
              </a:spcBef>
              <a:buClr>
                <a:srgbClr val="FF9900"/>
              </a:buClr>
              <a:buChar char="»"/>
              <a:defRPr sz="2000" b="1">
                <a:solidFill>
                  <a:srgbClr val="01035B"/>
                </a:solidFill>
                <a:latin typeface="Arial" panose="020B0604020202020204" pitchFamily="34" charset="0"/>
              </a:defRPr>
            </a:lvl5pPr>
            <a:lvl6pPr marL="25146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6pPr>
            <a:lvl7pPr marL="29718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7pPr>
            <a:lvl8pPr marL="34290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8pPr>
            <a:lvl9pPr marL="38862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9pPr>
          </a:lstStyle>
          <a:p>
            <a:pPr marL="0" marR="0" lvl="0" indent="0" algn="ctr" defTabSz="812810" rtl="0" eaLnBrk="1" fontAlgn="auto" latinLnBrk="0" hangingPunct="1">
              <a:lnSpc>
                <a:spcPct val="100000"/>
              </a:lnSpc>
              <a:spcBef>
                <a:spcPct val="0"/>
              </a:spcBef>
              <a:spcAft>
                <a:spcPts val="0"/>
              </a:spcAft>
              <a:buClrTx/>
              <a:buSzTx/>
              <a:buFontTx/>
              <a:buNone/>
              <a:tabLst/>
              <a:defRPr/>
            </a:pPr>
            <a:r>
              <a:rPr kumimoji="0" lang="en-US" altLang="en-US" sz="2000" b="0" i="0" u="none" strike="noStrike" kern="1200" cap="none" spc="0" normalizeH="0" baseline="0" noProof="0">
                <a:ln>
                  <a:noFill/>
                </a:ln>
                <a:solidFill>
                  <a:srgbClr val="00274C"/>
                </a:solidFill>
                <a:effectLst/>
                <a:uLnTx/>
                <a:uFillTx/>
                <a:latin typeface="Arial" panose="020B0604020202020204" pitchFamily="34" charset="0"/>
                <a:ea typeface="+mn-ea"/>
                <a:cs typeface="Arial" panose="020B0604020202020204" pitchFamily="34" charset="0"/>
              </a:rPr>
              <a:t>Electricity</a:t>
            </a:r>
          </a:p>
          <a:p>
            <a:pPr marL="0" marR="0" lvl="0" indent="0" algn="ctr" defTabSz="812810" rtl="0" eaLnBrk="1" fontAlgn="auto" latinLnBrk="0" hangingPunct="1">
              <a:lnSpc>
                <a:spcPct val="100000"/>
              </a:lnSpc>
              <a:spcBef>
                <a:spcPct val="0"/>
              </a:spcBef>
              <a:spcAft>
                <a:spcPts val="0"/>
              </a:spcAft>
              <a:buClrTx/>
              <a:buSzTx/>
              <a:buFontTx/>
              <a:buNone/>
              <a:tabLst/>
              <a:defRPr/>
            </a:pPr>
            <a:r>
              <a:rPr kumimoji="0" lang="en-US" altLang="en-US" sz="2000" b="0" i="0" u="none" strike="noStrike" kern="1200" cap="none" spc="0" normalizeH="0" baseline="0" noProof="0">
                <a:ln>
                  <a:noFill/>
                </a:ln>
                <a:solidFill>
                  <a:srgbClr val="00274C"/>
                </a:solidFill>
                <a:effectLst/>
                <a:uLnTx/>
                <a:uFillTx/>
                <a:latin typeface="Arial" panose="020B0604020202020204" pitchFamily="34" charset="0"/>
                <a:ea typeface="+mn-ea"/>
                <a:cs typeface="Arial" panose="020B0604020202020204" pitchFamily="34" charset="0"/>
              </a:rPr>
              <a:t>300 kWh</a:t>
            </a:r>
          </a:p>
        </p:txBody>
      </p:sp>
      <p:sp>
        <p:nvSpPr>
          <p:cNvPr id="54" name="Text Box 41">
            <a:extLst>
              <a:ext uri="{FF2B5EF4-FFF2-40B4-BE49-F238E27FC236}">
                <a16:creationId xmlns:a16="http://schemas.microsoft.com/office/drawing/2014/main" id="{C274F3F6-6EA7-B348-9C85-885277C2F1EA}"/>
              </a:ext>
            </a:extLst>
          </p:cNvPr>
          <p:cNvSpPr txBox="1">
            <a:spLocks noChangeArrowheads="1"/>
          </p:cNvSpPr>
          <p:nvPr/>
        </p:nvSpPr>
        <p:spPr bwMode="auto">
          <a:xfrm>
            <a:off x="4905059" y="4258065"/>
            <a:ext cx="2082800" cy="707886"/>
          </a:xfrm>
          <a:prstGeom prst="rect">
            <a:avLst/>
          </a:prstGeom>
          <a:solidFill>
            <a:schemeClr val="accent4">
              <a:alpha val="20000"/>
            </a:schemeClr>
          </a:solidFill>
          <a:ln w="9525">
            <a:noFill/>
            <a:miter lim="800000"/>
            <a:headEnd/>
            <a:tailEnd/>
          </a:ln>
        </p:spPr>
        <p:txBody>
          <a:bodyPr wrap="square">
            <a:spAutoFit/>
          </a:bodyPr>
          <a:lstStyle>
            <a:lvl1pPr>
              <a:spcBef>
                <a:spcPct val="20000"/>
              </a:spcBef>
              <a:buClr>
                <a:srgbClr val="FF9900"/>
              </a:buClr>
              <a:buChar char="•"/>
              <a:defRPr sz="3200" b="1">
                <a:solidFill>
                  <a:srgbClr val="01035B"/>
                </a:solidFill>
                <a:latin typeface="Arial" panose="020B0604020202020204" pitchFamily="34" charset="0"/>
              </a:defRPr>
            </a:lvl1pPr>
            <a:lvl2pPr marL="742950" indent="-285750">
              <a:spcBef>
                <a:spcPct val="20000"/>
              </a:spcBef>
              <a:buClr>
                <a:srgbClr val="FF9900"/>
              </a:buClr>
              <a:buChar char="–"/>
              <a:defRPr sz="2800" b="1">
                <a:solidFill>
                  <a:srgbClr val="01035B"/>
                </a:solidFill>
                <a:latin typeface="Arial" panose="020B0604020202020204" pitchFamily="34" charset="0"/>
              </a:defRPr>
            </a:lvl2pPr>
            <a:lvl3pPr marL="1143000" indent="-228600">
              <a:spcBef>
                <a:spcPct val="20000"/>
              </a:spcBef>
              <a:buClr>
                <a:srgbClr val="FF9900"/>
              </a:buClr>
              <a:buChar char="•"/>
              <a:defRPr sz="2400" b="1">
                <a:solidFill>
                  <a:srgbClr val="01035B"/>
                </a:solidFill>
                <a:latin typeface="Arial" panose="020B0604020202020204" pitchFamily="34" charset="0"/>
              </a:defRPr>
            </a:lvl3pPr>
            <a:lvl4pPr marL="1600200" indent="-228600">
              <a:spcBef>
                <a:spcPct val="20000"/>
              </a:spcBef>
              <a:buClr>
                <a:srgbClr val="FF9900"/>
              </a:buClr>
              <a:buChar char="–"/>
              <a:defRPr sz="2000" b="1">
                <a:solidFill>
                  <a:srgbClr val="01035B"/>
                </a:solidFill>
                <a:latin typeface="Arial" panose="020B0604020202020204" pitchFamily="34" charset="0"/>
              </a:defRPr>
            </a:lvl4pPr>
            <a:lvl5pPr marL="2057400" indent="-228600">
              <a:spcBef>
                <a:spcPct val="20000"/>
              </a:spcBef>
              <a:buClr>
                <a:srgbClr val="FF9900"/>
              </a:buClr>
              <a:buChar char="»"/>
              <a:defRPr sz="2000" b="1">
                <a:solidFill>
                  <a:srgbClr val="01035B"/>
                </a:solidFill>
                <a:latin typeface="Arial" panose="020B0604020202020204" pitchFamily="34" charset="0"/>
              </a:defRPr>
            </a:lvl5pPr>
            <a:lvl6pPr marL="25146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6pPr>
            <a:lvl7pPr marL="29718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7pPr>
            <a:lvl8pPr marL="34290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8pPr>
            <a:lvl9pPr marL="38862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9pPr>
          </a:lstStyle>
          <a:p>
            <a:pPr marL="0" marR="0" lvl="0" indent="0" algn="ctr" defTabSz="812810" rtl="0" eaLnBrk="1" fontAlgn="auto" latinLnBrk="0" hangingPunct="1">
              <a:lnSpc>
                <a:spcPct val="100000"/>
              </a:lnSpc>
              <a:spcBef>
                <a:spcPct val="0"/>
              </a:spcBef>
              <a:spcAft>
                <a:spcPts val="0"/>
              </a:spcAft>
              <a:buClrTx/>
              <a:buSzTx/>
              <a:buFontTx/>
              <a:buNone/>
              <a:tabLst/>
              <a:defRPr/>
            </a:pPr>
            <a:r>
              <a:rPr kumimoji="0" lang="en-US" altLang="en-US" sz="2000" b="0" i="0" u="none" strike="noStrike" kern="1200" cap="none" spc="0" normalizeH="0" baseline="0" noProof="0" dirty="0">
                <a:ln>
                  <a:noFill/>
                </a:ln>
                <a:solidFill>
                  <a:srgbClr val="00274C"/>
                </a:solidFill>
                <a:effectLst/>
                <a:uLnTx/>
                <a:uFillTx/>
                <a:latin typeface="Arial" panose="020B0604020202020204" pitchFamily="34" charset="0"/>
                <a:ea typeface="+mn-ea"/>
                <a:cs typeface="Arial" panose="020B0604020202020204" pitchFamily="34" charset="0"/>
              </a:rPr>
              <a:t>5 Incandescent bulbs</a:t>
            </a:r>
          </a:p>
        </p:txBody>
      </p:sp>
      <p:cxnSp>
        <p:nvCxnSpPr>
          <p:cNvPr id="56" name="Elbow Connector 10">
            <a:extLst>
              <a:ext uri="{FF2B5EF4-FFF2-40B4-BE49-F238E27FC236}">
                <a16:creationId xmlns:a16="http://schemas.microsoft.com/office/drawing/2014/main" id="{8C744CA9-F26F-1446-BA94-DB0C1DFB5BE9}"/>
              </a:ext>
            </a:extLst>
          </p:cNvPr>
          <p:cNvCxnSpPr>
            <a:cxnSpLocks noChangeShapeType="1"/>
            <a:stCxn id="49" idx="3"/>
            <a:endCxn id="48" idx="1"/>
          </p:cNvCxnSpPr>
          <p:nvPr/>
        </p:nvCxnSpPr>
        <p:spPr bwMode="auto">
          <a:xfrm flipV="1">
            <a:off x="9688195" y="4624609"/>
            <a:ext cx="615950" cy="1571794"/>
          </a:xfrm>
          <a:prstGeom prst="bentConnector3">
            <a:avLst>
              <a:gd name="adj1" fmla="val 50000"/>
            </a:avLst>
          </a:prstGeom>
          <a:noFill/>
          <a:ln w="28575" algn="ctr">
            <a:solidFill>
              <a:schemeClr val="accent1"/>
            </a:solidFill>
            <a:round/>
            <a:headEnd/>
            <a:tailEnd type="arrow" w="med" len="med"/>
          </a:ln>
          <a:effectLst/>
        </p:spPr>
      </p:cxnSp>
      <p:sp>
        <p:nvSpPr>
          <p:cNvPr id="57" name="Text Box 41">
            <a:extLst>
              <a:ext uri="{FF2B5EF4-FFF2-40B4-BE49-F238E27FC236}">
                <a16:creationId xmlns:a16="http://schemas.microsoft.com/office/drawing/2014/main" id="{B0A9A569-F302-EA41-A1DA-6D6EA369E164}"/>
              </a:ext>
            </a:extLst>
          </p:cNvPr>
          <p:cNvSpPr txBox="1">
            <a:spLocks noChangeArrowheads="1"/>
          </p:cNvSpPr>
          <p:nvPr/>
        </p:nvSpPr>
        <p:spPr bwMode="auto">
          <a:xfrm>
            <a:off x="7605395" y="2772165"/>
            <a:ext cx="2082800" cy="1016000"/>
          </a:xfrm>
          <a:prstGeom prst="rect">
            <a:avLst/>
          </a:prstGeom>
          <a:solidFill>
            <a:schemeClr val="accent4">
              <a:alpha val="20000"/>
            </a:schemeClr>
          </a:solidFill>
          <a:ln w="9525">
            <a:noFill/>
            <a:miter lim="800000"/>
            <a:headEnd/>
            <a:tailEnd/>
          </a:ln>
        </p:spPr>
        <p:txBody>
          <a:bodyPr>
            <a:spAutoFit/>
          </a:bodyPr>
          <a:lstStyle>
            <a:lvl1pPr>
              <a:spcBef>
                <a:spcPct val="20000"/>
              </a:spcBef>
              <a:buClr>
                <a:srgbClr val="FF9900"/>
              </a:buClr>
              <a:buChar char="•"/>
              <a:defRPr sz="3200" b="1">
                <a:solidFill>
                  <a:srgbClr val="01035B"/>
                </a:solidFill>
                <a:latin typeface="Arial" panose="020B0604020202020204" pitchFamily="34" charset="0"/>
              </a:defRPr>
            </a:lvl1pPr>
            <a:lvl2pPr marL="742950" indent="-285750">
              <a:spcBef>
                <a:spcPct val="20000"/>
              </a:spcBef>
              <a:buClr>
                <a:srgbClr val="FF9900"/>
              </a:buClr>
              <a:buChar char="–"/>
              <a:defRPr sz="2800" b="1">
                <a:solidFill>
                  <a:srgbClr val="01035B"/>
                </a:solidFill>
                <a:latin typeface="Arial" panose="020B0604020202020204" pitchFamily="34" charset="0"/>
              </a:defRPr>
            </a:lvl2pPr>
            <a:lvl3pPr marL="1143000" indent="-228600">
              <a:spcBef>
                <a:spcPct val="20000"/>
              </a:spcBef>
              <a:buClr>
                <a:srgbClr val="FF9900"/>
              </a:buClr>
              <a:buChar char="•"/>
              <a:defRPr sz="2400" b="1">
                <a:solidFill>
                  <a:srgbClr val="01035B"/>
                </a:solidFill>
                <a:latin typeface="Arial" panose="020B0604020202020204" pitchFamily="34" charset="0"/>
              </a:defRPr>
            </a:lvl3pPr>
            <a:lvl4pPr marL="1600200" indent="-228600">
              <a:spcBef>
                <a:spcPct val="20000"/>
              </a:spcBef>
              <a:buClr>
                <a:srgbClr val="FF9900"/>
              </a:buClr>
              <a:buChar char="–"/>
              <a:defRPr sz="2000" b="1">
                <a:solidFill>
                  <a:srgbClr val="01035B"/>
                </a:solidFill>
                <a:latin typeface="Arial" panose="020B0604020202020204" pitchFamily="34" charset="0"/>
              </a:defRPr>
            </a:lvl4pPr>
            <a:lvl5pPr marL="2057400" indent="-228600">
              <a:spcBef>
                <a:spcPct val="20000"/>
              </a:spcBef>
              <a:buClr>
                <a:srgbClr val="FF9900"/>
              </a:buClr>
              <a:buChar char="»"/>
              <a:defRPr sz="2000" b="1">
                <a:solidFill>
                  <a:srgbClr val="01035B"/>
                </a:solidFill>
                <a:latin typeface="Arial" panose="020B0604020202020204" pitchFamily="34" charset="0"/>
              </a:defRPr>
            </a:lvl5pPr>
            <a:lvl6pPr marL="25146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6pPr>
            <a:lvl7pPr marL="29718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7pPr>
            <a:lvl8pPr marL="34290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8pPr>
            <a:lvl9pPr marL="38862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9pPr>
          </a:lstStyle>
          <a:p>
            <a:pPr marL="0" marR="0" lvl="0" indent="0" algn="ctr" defTabSz="812810" rtl="0" eaLnBrk="1" fontAlgn="auto" latinLnBrk="0" hangingPunct="1">
              <a:lnSpc>
                <a:spcPct val="100000"/>
              </a:lnSpc>
              <a:spcBef>
                <a:spcPct val="0"/>
              </a:spcBef>
              <a:spcAft>
                <a:spcPts val="0"/>
              </a:spcAft>
              <a:buClrTx/>
              <a:buSzTx/>
              <a:buFontTx/>
              <a:buNone/>
              <a:tabLst/>
              <a:defRPr/>
            </a:pPr>
            <a:r>
              <a:rPr kumimoji="0" lang="en-US" altLang="en-US" sz="2000" b="0" i="0" u="none" strike="noStrike" kern="1200" cap="none" spc="0" normalizeH="0" baseline="0" noProof="0">
                <a:ln>
                  <a:noFill/>
                </a:ln>
                <a:solidFill>
                  <a:srgbClr val="00274C"/>
                </a:solidFill>
                <a:effectLst/>
                <a:uLnTx/>
                <a:uFillTx/>
                <a:latin typeface="Arial" panose="020B0604020202020204" pitchFamily="34" charset="0"/>
                <a:ea typeface="+mn-ea"/>
                <a:cs typeface="Arial" panose="020B0604020202020204" pitchFamily="34" charset="0"/>
              </a:rPr>
              <a:t>Transportation</a:t>
            </a:r>
          </a:p>
          <a:p>
            <a:pPr marL="0" marR="0" lvl="0" indent="0" algn="ctr" defTabSz="812810" rtl="0" eaLnBrk="1" fontAlgn="auto" latinLnBrk="0" hangingPunct="1">
              <a:lnSpc>
                <a:spcPct val="100000"/>
              </a:lnSpc>
              <a:spcBef>
                <a:spcPct val="0"/>
              </a:spcBef>
              <a:spcAft>
                <a:spcPts val="0"/>
              </a:spcAft>
              <a:buClrTx/>
              <a:buSzTx/>
              <a:buFontTx/>
              <a:buNone/>
              <a:tabLst/>
              <a:defRPr/>
            </a:pPr>
            <a:r>
              <a:rPr kumimoji="0" lang="en-US" altLang="en-US" sz="2000" b="0" i="0" u="none" strike="noStrike" kern="1200" cap="none" spc="0" normalizeH="0" baseline="0" noProof="0">
                <a:ln>
                  <a:noFill/>
                </a:ln>
                <a:solidFill>
                  <a:srgbClr val="00274C"/>
                </a:solidFill>
                <a:effectLst/>
                <a:uLnTx/>
                <a:uFillTx/>
                <a:latin typeface="Arial" panose="020B0604020202020204" pitchFamily="34" charset="0"/>
                <a:ea typeface="+mn-ea"/>
                <a:cs typeface="Arial" panose="020B0604020202020204" pitchFamily="34" charset="0"/>
              </a:rPr>
              <a:t>Truck 3200 km            </a:t>
            </a:r>
          </a:p>
          <a:p>
            <a:pPr marL="0" marR="0" lvl="0" indent="0" algn="ctr" defTabSz="812810" rtl="0" eaLnBrk="1" fontAlgn="auto" latinLnBrk="0" hangingPunct="1">
              <a:lnSpc>
                <a:spcPct val="100000"/>
              </a:lnSpc>
              <a:spcBef>
                <a:spcPct val="0"/>
              </a:spcBef>
              <a:spcAft>
                <a:spcPts val="0"/>
              </a:spcAft>
              <a:buClrTx/>
              <a:buSzTx/>
              <a:buFontTx/>
              <a:buNone/>
              <a:tabLst/>
              <a:defRPr/>
            </a:pPr>
            <a:endParaRPr kumimoji="0" lang="en-US" altLang="en-US" sz="2000" b="0" i="0" u="none" strike="noStrike" kern="1200" cap="none" spc="0" normalizeH="0" baseline="0" noProof="0">
              <a:ln>
                <a:noFill/>
              </a:ln>
              <a:solidFill>
                <a:srgbClr val="00274C"/>
              </a:solidFill>
              <a:effectLst/>
              <a:uLnTx/>
              <a:uFillTx/>
              <a:latin typeface="Arial" panose="020B0604020202020204" pitchFamily="34" charset="0"/>
              <a:ea typeface="+mn-ea"/>
              <a:cs typeface="Arial" panose="020B0604020202020204" pitchFamily="34" charset="0"/>
            </a:endParaRPr>
          </a:p>
        </p:txBody>
      </p:sp>
      <p:sp>
        <p:nvSpPr>
          <p:cNvPr id="59" name="Text Box 41">
            <a:extLst>
              <a:ext uri="{FF2B5EF4-FFF2-40B4-BE49-F238E27FC236}">
                <a16:creationId xmlns:a16="http://schemas.microsoft.com/office/drawing/2014/main" id="{C63DDDA7-58F8-564F-A590-439A41E391D1}"/>
              </a:ext>
            </a:extLst>
          </p:cNvPr>
          <p:cNvSpPr txBox="1">
            <a:spLocks noChangeArrowheads="1"/>
          </p:cNvSpPr>
          <p:nvPr/>
        </p:nvSpPr>
        <p:spPr bwMode="auto">
          <a:xfrm>
            <a:off x="7605395" y="4172340"/>
            <a:ext cx="2082800" cy="1322387"/>
          </a:xfrm>
          <a:prstGeom prst="rect">
            <a:avLst/>
          </a:prstGeom>
          <a:solidFill>
            <a:schemeClr val="accent4">
              <a:alpha val="20000"/>
            </a:schemeClr>
          </a:solidFill>
          <a:ln w="9525">
            <a:noFill/>
            <a:miter lim="800000"/>
            <a:headEnd/>
            <a:tailEnd/>
          </a:ln>
        </p:spPr>
        <p:txBody>
          <a:bodyPr>
            <a:spAutoFit/>
          </a:bodyPr>
          <a:lstStyle>
            <a:lvl1pPr>
              <a:spcBef>
                <a:spcPct val="20000"/>
              </a:spcBef>
              <a:buClr>
                <a:srgbClr val="FF9900"/>
              </a:buClr>
              <a:buChar char="•"/>
              <a:defRPr sz="3200" b="1">
                <a:solidFill>
                  <a:srgbClr val="01035B"/>
                </a:solidFill>
                <a:latin typeface="Arial" panose="020B0604020202020204" pitchFamily="34" charset="0"/>
              </a:defRPr>
            </a:lvl1pPr>
            <a:lvl2pPr marL="742950" indent="-285750">
              <a:spcBef>
                <a:spcPct val="20000"/>
              </a:spcBef>
              <a:buClr>
                <a:srgbClr val="FF9900"/>
              </a:buClr>
              <a:buChar char="–"/>
              <a:defRPr sz="2800" b="1">
                <a:solidFill>
                  <a:srgbClr val="01035B"/>
                </a:solidFill>
                <a:latin typeface="Arial" panose="020B0604020202020204" pitchFamily="34" charset="0"/>
              </a:defRPr>
            </a:lvl2pPr>
            <a:lvl3pPr marL="1143000" indent="-228600">
              <a:spcBef>
                <a:spcPct val="20000"/>
              </a:spcBef>
              <a:buClr>
                <a:srgbClr val="FF9900"/>
              </a:buClr>
              <a:buChar char="•"/>
              <a:defRPr sz="2400" b="1">
                <a:solidFill>
                  <a:srgbClr val="01035B"/>
                </a:solidFill>
                <a:latin typeface="Arial" panose="020B0604020202020204" pitchFamily="34" charset="0"/>
              </a:defRPr>
            </a:lvl3pPr>
            <a:lvl4pPr marL="1600200" indent="-228600">
              <a:spcBef>
                <a:spcPct val="20000"/>
              </a:spcBef>
              <a:buClr>
                <a:srgbClr val="FF9900"/>
              </a:buClr>
              <a:buChar char="–"/>
              <a:defRPr sz="2000" b="1">
                <a:solidFill>
                  <a:srgbClr val="01035B"/>
                </a:solidFill>
                <a:latin typeface="Arial" panose="020B0604020202020204" pitchFamily="34" charset="0"/>
              </a:defRPr>
            </a:lvl4pPr>
            <a:lvl5pPr marL="2057400" indent="-228600">
              <a:spcBef>
                <a:spcPct val="20000"/>
              </a:spcBef>
              <a:buClr>
                <a:srgbClr val="FF9900"/>
              </a:buClr>
              <a:buChar char="»"/>
              <a:defRPr sz="2000" b="1">
                <a:solidFill>
                  <a:srgbClr val="01035B"/>
                </a:solidFill>
                <a:latin typeface="Arial" panose="020B0604020202020204" pitchFamily="34" charset="0"/>
              </a:defRPr>
            </a:lvl5pPr>
            <a:lvl6pPr marL="25146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6pPr>
            <a:lvl7pPr marL="29718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7pPr>
            <a:lvl8pPr marL="34290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8pPr>
            <a:lvl9pPr marL="38862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9pPr>
          </a:lstStyle>
          <a:p>
            <a:pPr marL="0" marR="0" lvl="0" indent="0" algn="ctr" defTabSz="812810" rtl="0" eaLnBrk="1" fontAlgn="auto" latinLnBrk="0" hangingPunct="1">
              <a:lnSpc>
                <a:spcPct val="100000"/>
              </a:lnSpc>
              <a:spcBef>
                <a:spcPct val="0"/>
              </a:spcBef>
              <a:spcAft>
                <a:spcPts val="0"/>
              </a:spcAft>
              <a:buClrTx/>
              <a:buSzTx/>
              <a:buFontTx/>
              <a:buNone/>
              <a:tabLst/>
              <a:defRPr/>
            </a:pPr>
            <a:r>
              <a:rPr kumimoji="0" lang="en-US" altLang="en-US" sz="2000" b="0" i="0" u="none" strike="noStrike" kern="1200" cap="none" spc="0" normalizeH="0" baseline="0" noProof="0">
                <a:ln>
                  <a:noFill/>
                </a:ln>
                <a:solidFill>
                  <a:srgbClr val="00274C"/>
                </a:solidFill>
                <a:effectLst/>
                <a:uLnTx/>
                <a:uFillTx/>
                <a:latin typeface="Arial" panose="020B0604020202020204" pitchFamily="34" charset="0"/>
                <a:ea typeface="+mn-ea"/>
                <a:cs typeface="Arial" panose="020B0604020202020204" pitchFamily="34" charset="0"/>
              </a:rPr>
              <a:t>Transportation</a:t>
            </a:r>
          </a:p>
          <a:p>
            <a:pPr marL="0" marR="0" lvl="0" indent="0" algn="ctr" defTabSz="812810" rtl="0" eaLnBrk="1" fontAlgn="auto" latinLnBrk="0" hangingPunct="1">
              <a:lnSpc>
                <a:spcPct val="100000"/>
              </a:lnSpc>
              <a:spcBef>
                <a:spcPct val="0"/>
              </a:spcBef>
              <a:spcAft>
                <a:spcPts val="0"/>
              </a:spcAft>
              <a:buClrTx/>
              <a:buSzTx/>
              <a:buFontTx/>
              <a:buNone/>
              <a:tabLst/>
              <a:defRPr/>
            </a:pPr>
            <a:r>
              <a:rPr kumimoji="0" lang="en-US" altLang="en-US" sz="2000" b="0" i="0" u="none" strike="noStrike" kern="1200" cap="none" spc="0" normalizeH="0" baseline="0" noProof="0">
                <a:ln>
                  <a:noFill/>
                </a:ln>
                <a:solidFill>
                  <a:srgbClr val="00274C"/>
                </a:solidFill>
                <a:effectLst/>
                <a:uLnTx/>
                <a:uFillTx/>
                <a:latin typeface="Arial" panose="020B0604020202020204" pitchFamily="34" charset="0"/>
                <a:ea typeface="+mn-ea"/>
                <a:cs typeface="Arial" panose="020B0604020202020204" pitchFamily="34" charset="0"/>
              </a:rPr>
              <a:t>Oceanic freight 10,000 km</a:t>
            </a:r>
          </a:p>
          <a:p>
            <a:pPr marL="0" marR="0" lvl="0" indent="0" algn="ctr" defTabSz="812810" rtl="0" eaLnBrk="1" fontAlgn="auto" latinLnBrk="0" hangingPunct="1">
              <a:lnSpc>
                <a:spcPct val="100000"/>
              </a:lnSpc>
              <a:spcBef>
                <a:spcPct val="0"/>
              </a:spcBef>
              <a:spcAft>
                <a:spcPts val="0"/>
              </a:spcAft>
              <a:buClrTx/>
              <a:buSzTx/>
              <a:buFontTx/>
              <a:buNone/>
              <a:tabLst/>
              <a:defRPr/>
            </a:pPr>
            <a:endParaRPr kumimoji="0" lang="en-US" altLang="en-US" sz="2000" b="0" i="0" u="none" strike="noStrike" kern="1200" cap="none" spc="0" normalizeH="0" baseline="0" noProof="0">
              <a:ln>
                <a:noFill/>
              </a:ln>
              <a:solidFill>
                <a:srgbClr val="00274C"/>
              </a:solidFill>
              <a:effectLst/>
              <a:uLnTx/>
              <a:uFillTx/>
              <a:latin typeface="Arial" panose="020B0604020202020204" pitchFamily="34" charset="0"/>
              <a:ea typeface="+mn-ea"/>
              <a:cs typeface="Arial" panose="020B0604020202020204" pitchFamily="34" charset="0"/>
            </a:endParaRPr>
          </a:p>
        </p:txBody>
      </p:sp>
      <p:cxnSp>
        <p:nvCxnSpPr>
          <p:cNvPr id="60" name="Straight Arrow Connector 13">
            <a:extLst>
              <a:ext uri="{FF2B5EF4-FFF2-40B4-BE49-F238E27FC236}">
                <a16:creationId xmlns:a16="http://schemas.microsoft.com/office/drawing/2014/main" id="{C26FDE61-5617-5140-BE35-FA691A1A7C0F}"/>
              </a:ext>
            </a:extLst>
          </p:cNvPr>
          <p:cNvCxnSpPr>
            <a:cxnSpLocks noChangeShapeType="1"/>
          </p:cNvCxnSpPr>
          <p:nvPr/>
        </p:nvCxnSpPr>
        <p:spPr bwMode="auto">
          <a:xfrm>
            <a:off x="6987858" y="4612008"/>
            <a:ext cx="617537" cy="0"/>
          </a:xfrm>
          <a:prstGeom prst="straightConnector1">
            <a:avLst/>
          </a:prstGeom>
          <a:noFill/>
          <a:ln w="28575" algn="ctr">
            <a:solidFill>
              <a:schemeClr val="accent1"/>
            </a:solidFill>
            <a:round/>
            <a:headEnd/>
            <a:tailEnd type="arrow" w="med" len="med"/>
          </a:ln>
          <a:effectLst/>
        </p:spPr>
      </p:cxnSp>
      <p:cxnSp>
        <p:nvCxnSpPr>
          <p:cNvPr id="62" name="Straight Arrow Connector 14">
            <a:extLst>
              <a:ext uri="{FF2B5EF4-FFF2-40B4-BE49-F238E27FC236}">
                <a16:creationId xmlns:a16="http://schemas.microsoft.com/office/drawing/2014/main" id="{783A27D6-CE93-244D-A2DA-20DD43B04E92}"/>
              </a:ext>
            </a:extLst>
          </p:cNvPr>
          <p:cNvCxnSpPr>
            <a:cxnSpLocks noChangeShapeType="1"/>
            <a:stCxn id="59" idx="0"/>
            <a:endCxn id="57" idx="2"/>
          </p:cNvCxnSpPr>
          <p:nvPr/>
        </p:nvCxnSpPr>
        <p:spPr bwMode="auto">
          <a:xfrm flipV="1">
            <a:off x="8646795" y="3788165"/>
            <a:ext cx="0" cy="384175"/>
          </a:xfrm>
          <a:prstGeom prst="straightConnector1">
            <a:avLst/>
          </a:prstGeom>
          <a:noFill/>
          <a:ln w="28575" algn="ctr">
            <a:solidFill>
              <a:schemeClr val="accent1"/>
            </a:solidFill>
            <a:round/>
            <a:headEnd/>
            <a:tailEnd type="arrow" w="med" len="med"/>
          </a:ln>
          <a:effectLst/>
        </p:spPr>
      </p:cxnSp>
      <p:cxnSp>
        <p:nvCxnSpPr>
          <p:cNvPr id="63" name="Elbow Connector 15">
            <a:extLst>
              <a:ext uri="{FF2B5EF4-FFF2-40B4-BE49-F238E27FC236}">
                <a16:creationId xmlns:a16="http://schemas.microsoft.com/office/drawing/2014/main" id="{E0E085A5-B312-1649-AA61-113BD2B94094}"/>
              </a:ext>
            </a:extLst>
          </p:cNvPr>
          <p:cNvCxnSpPr>
            <a:cxnSpLocks noChangeShapeType="1"/>
            <a:stCxn id="57" idx="3"/>
            <a:endCxn id="48" idx="0"/>
          </p:cNvCxnSpPr>
          <p:nvPr/>
        </p:nvCxnSpPr>
        <p:spPr bwMode="auto">
          <a:xfrm>
            <a:off x="9688195" y="3280165"/>
            <a:ext cx="1576387" cy="836612"/>
          </a:xfrm>
          <a:prstGeom prst="bentConnector2">
            <a:avLst/>
          </a:prstGeom>
          <a:noFill/>
          <a:ln w="28575" algn="ctr">
            <a:solidFill>
              <a:schemeClr val="accent1"/>
            </a:solidFill>
            <a:round/>
            <a:headEnd/>
            <a:tailEnd type="arrow" w="med" len="med"/>
          </a:ln>
          <a:effectLst/>
        </p:spPr>
      </p:cxnSp>
      <p:sp>
        <p:nvSpPr>
          <p:cNvPr id="64" name="Text Box 41">
            <a:extLst>
              <a:ext uri="{FF2B5EF4-FFF2-40B4-BE49-F238E27FC236}">
                <a16:creationId xmlns:a16="http://schemas.microsoft.com/office/drawing/2014/main" id="{F9BE2778-E588-2C4F-A55F-820739AF8991}"/>
              </a:ext>
            </a:extLst>
          </p:cNvPr>
          <p:cNvSpPr txBox="1">
            <a:spLocks noChangeArrowheads="1"/>
          </p:cNvSpPr>
          <p:nvPr/>
        </p:nvSpPr>
        <p:spPr bwMode="auto">
          <a:xfrm>
            <a:off x="5212365" y="5562237"/>
            <a:ext cx="1711325" cy="1016000"/>
          </a:xfrm>
          <a:prstGeom prst="rect">
            <a:avLst/>
          </a:prstGeom>
          <a:solidFill>
            <a:schemeClr val="accent4">
              <a:alpha val="20000"/>
            </a:schemeClr>
          </a:solidFill>
          <a:ln w="9525">
            <a:noFill/>
            <a:miter lim="800000"/>
            <a:headEnd/>
            <a:tailEnd/>
          </a:ln>
        </p:spPr>
        <p:txBody>
          <a:bodyPr>
            <a:spAutoFit/>
          </a:bodyPr>
          <a:lstStyle>
            <a:lvl1pPr>
              <a:spcBef>
                <a:spcPct val="20000"/>
              </a:spcBef>
              <a:buClr>
                <a:srgbClr val="FF9900"/>
              </a:buClr>
              <a:buChar char="•"/>
              <a:defRPr sz="3200" b="1">
                <a:solidFill>
                  <a:srgbClr val="01035B"/>
                </a:solidFill>
                <a:latin typeface="Arial" panose="020B0604020202020204" pitchFamily="34" charset="0"/>
              </a:defRPr>
            </a:lvl1pPr>
            <a:lvl2pPr marL="742950" indent="-285750">
              <a:spcBef>
                <a:spcPct val="20000"/>
              </a:spcBef>
              <a:buClr>
                <a:srgbClr val="FF9900"/>
              </a:buClr>
              <a:buChar char="–"/>
              <a:defRPr sz="2800" b="1">
                <a:solidFill>
                  <a:srgbClr val="01035B"/>
                </a:solidFill>
                <a:latin typeface="Arial" panose="020B0604020202020204" pitchFamily="34" charset="0"/>
              </a:defRPr>
            </a:lvl2pPr>
            <a:lvl3pPr marL="1143000" indent="-228600">
              <a:spcBef>
                <a:spcPct val="20000"/>
              </a:spcBef>
              <a:buClr>
                <a:srgbClr val="FF9900"/>
              </a:buClr>
              <a:buChar char="•"/>
              <a:defRPr sz="2400" b="1">
                <a:solidFill>
                  <a:srgbClr val="01035B"/>
                </a:solidFill>
                <a:latin typeface="Arial" panose="020B0604020202020204" pitchFamily="34" charset="0"/>
              </a:defRPr>
            </a:lvl3pPr>
            <a:lvl4pPr marL="1600200" indent="-228600">
              <a:spcBef>
                <a:spcPct val="20000"/>
              </a:spcBef>
              <a:buClr>
                <a:srgbClr val="FF9900"/>
              </a:buClr>
              <a:buChar char="–"/>
              <a:defRPr sz="2000" b="1">
                <a:solidFill>
                  <a:srgbClr val="01035B"/>
                </a:solidFill>
                <a:latin typeface="Arial" panose="020B0604020202020204" pitchFamily="34" charset="0"/>
              </a:defRPr>
            </a:lvl4pPr>
            <a:lvl5pPr marL="2057400" indent="-228600">
              <a:spcBef>
                <a:spcPct val="20000"/>
              </a:spcBef>
              <a:buClr>
                <a:srgbClr val="FF9900"/>
              </a:buClr>
              <a:buChar char="»"/>
              <a:defRPr sz="2000" b="1">
                <a:solidFill>
                  <a:srgbClr val="01035B"/>
                </a:solidFill>
                <a:latin typeface="Arial" panose="020B0604020202020204" pitchFamily="34" charset="0"/>
              </a:defRPr>
            </a:lvl5pPr>
            <a:lvl6pPr marL="25146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6pPr>
            <a:lvl7pPr marL="29718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7pPr>
            <a:lvl8pPr marL="34290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8pPr>
            <a:lvl9pPr marL="38862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9pPr>
          </a:lstStyle>
          <a:p>
            <a:pPr marL="0" marR="0" lvl="0" indent="0" algn="ctr" defTabSz="812810" rtl="0" eaLnBrk="1" fontAlgn="auto" latinLnBrk="0" hangingPunct="1">
              <a:lnSpc>
                <a:spcPct val="100000"/>
              </a:lnSpc>
              <a:spcBef>
                <a:spcPct val="0"/>
              </a:spcBef>
              <a:spcAft>
                <a:spcPts val="0"/>
              </a:spcAft>
              <a:buClrTx/>
              <a:buSzTx/>
              <a:buFontTx/>
              <a:buNone/>
              <a:tabLst/>
              <a:defRPr/>
            </a:pPr>
            <a:r>
              <a:rPr kumimoji="0" lang="en-US" altLang="en-US" sz="2000" b="0" i="0" u="none" strike="noStrike" kern="1200" cap="none" spc="0" normalizeH="0" baseline="0" noProof="0" dirty="0">
                <a:ln>
                  <a:noFill/>
                </a:ln>
                <a:solidFill>
                  <a:srgbClr val="00274C"/>
                </a:solidFill>
                <a:effectLst/>
                <a:uLnTx/>
                <a:uFillTx/>
                <a:latin typeface="Arial" panose="020B0604020202020204" pitchFamily="34" charset="0"/>
                <a:ea typeface="+mn-ea"/>
                <a:cs typeface="Arial" panose="020B0604020202020204" pitchFamily="34" charset="0"/>
              </a:rPr>
              <a:t>Paper packaging</a:t>
            </a:r>
          </a:p>
          <a:p>
            <a:pPr marL="0" marR="0" lvl="0" indent="0" algn="ctr" defTabSz="812810" rtl="0" eaLnBrk="1" fontAlgn="auto" latinLnBrk="0" hangingPunct="1">
              <a:lnSpc>
                <a:spcPct val="100000"/>
              </a:lnSpc>
              <a:spcBef>
                <a:spcPct val="0"/>
              </a:spcBef>
              <a:spcAft>
                <a:spcPts val="0"/>
              </a:spcAft>
              <a:buClrTx/>
              <a:buSzTx/>
              <a:buFontTx/>
              <a:buNone/>
              <a:tabLst/>
              <a:defRPr/>
            </a:pPr>
            <a:endParaRPr kumimoji="0" lang="en-US" altLang="en-US" sz="2000" b="0" i="0" u="none" strike="noStrike" kern="1200" cap="none" spc="0" normalizeH="0" baseline="0" noProof="0" dirty="0">
              <a:ln>
                <a:noFill/>
              </a:ln>
              <a:solidFill>
                <a:srgbClr val="00274C"/>
              </a:solidFill>
              <a:effectLst/>
              <a:uLnTx/>
              <a:uFillTx/>
              <a:latin typeface="Arial" panose="020B0604020202020204" pitchFamily="34" charset="0"/>
              <a:ea typeface="+mn-ea"/>
              <a:cs typeface="Arial" panose="020B0604020202020204" pitchFamily="34" charset="0"/>
            </a:endParaRPr>
          </a:p>
        </p:txBody>
      </p:sp>
      <p:sp>
        <p:nvSpPr>
          <p:cNvPr id="65" name="Text Box 41">
            <a:extLst>
              <a:ext uri="{FF2B5EF4-FFF2-40B4-BE49-F238E27FC236}">
                <a16:creationId xmlns:a16="http://schemas.microsoft.com/office/drawing/2014/main" id="{24102F60-AED6-9941-A169-CA17821799F1}"/>
              </a:ext>
            </a:extLst>
          </p:cNvPr>
          <p:cNvSpPr txBox="1">
            <a:spLocks noChangeArrowheads="1"/>
          </p:cNvSpPr>
          <p:nvPr/>
        </p:nvSpPr>
        <p:spPr bwMode="auto">
          <a:xfrm>
            <a:off x="2311837" y="4367184"/>
            <a:ext cx="1711325" cy="708025"/>
          </a:xfrm>
          <a:prstGeom prst="rect">
            <a:avLst/>
          </a:prstGeom>
          <a:solidFill>
            <a:schemeClr val="accent4">
              <a:alpha val="20000"/>
            </a:schemeClr>
          </a:solidFill>
          <a:ln w="9525">
            <a:noFill/>
            <a:miter lim="800000"/>
            <a:headEnd/>
            <a:tailEnd/>
          </a:ln>
        </p:spPr>
        <p:txBody>
          <a:bodyPr>
            <a:spAutoFit/>
          </a:bodyPr>
          <a:lstStyle>
            <a:lvl1pPr>
              <a:spcBef>
                <a:spcPct val="20000"/>
              </a:spcBef>
              <a:buClr>
                <a:srgbClr val="FF9900"/>
              </a:buClr>
              <a:buChar char="•"/>
              <a:defRPr sz="3200" b="1">
                <a:solidFill>
                  <a:srgbClr val="01035B"/>
                </a:solidFill>
                <a:latin typeface="Arial" panose="020B0604020202020204" pitchFamily="34" charset="0"/>
              </a:defRPr>
            </a:lvl1pPr>
            <a:lvl2pPr marL="742950" indent="-285750">
              <a:spcBef>
                <a:spcPct val="20000"/>
              </a:spcBef>
              <a:buClr>
                <a:srgbClr val="FF9900"/>
              </a:buClr>
              <a:buChar char="–"/>
              <a:defRPr sz="2800" b="1">
                <a:solidFill>
                  <a:srgbClr val="01035B"/>
                </a:solidFill>
                <a:latin typeface="Arial" panose="020B0604020202020204" pitchFamily="34" charset="0"/>
              </a:defRPr>
            </a:lvl2pPr>
            <a:lvl3pPr marL="1143000" indent="-228600">
              <a:spcBef>
                <a:spcPct val="20000"/>
              </a:spcBef>
              <a:buClr>
                <a:srgbClr val="FF9900"/>
              </a:buClr>
              <a:buChar char="•"/>
              <a:defRPr sz="2400" b="1">
                <a:solidFill>
                  <a:srgbClr val="01035B"/>
                </a:solidFill>
                <a:latin typeface="Arial" panose="020B0604020202020204" pitchFamily="34" charset="0"/>
              </a:defRPr>
            </a:lvl3pPr>
            <a:lvl4pPr marL="1600200" indent="-228600">
              <a:spcBef>
                <a:spcPct val="20000"/>
              </a:spcBef>
              <a:buClr>
                <a:srgbClr val="FF9900"/>
              </a:buClr>
              <a:buChar char="–"/>
              <a:defRPr sz="2000" b="1">
                <a:solidFill>
                  <a:srgbClr val="01035B"/>
                </a:solidFill>
                <a:latin typeface="Arial" panose="020B0604020202020204" pitchFamily="34" charset="0"/>
              </a:defRPr>
            </a:lvl4pPr>
            <a:lvl5pPr marL="2057400" indent="-228600">
              <a:spcBef>
                <a:spcPct val="20000"/>
              </a:spcBef>
              <a:buClr>
                <a:srgbClr val="FF9900"/>
              </a:buClr>
              <a:buChar char="»"/>
              <a:defRPr sz="2000" b="1">
                <a:solidFill>
                  <a:srgbClr val="01035B"/>
                </a:solidFill>
                <a:latin typeface="Arial" panose="020B0604020202020204" pitchFamily="34" charset="0"/>
              </a:defRPr>
            </a:lvl5pPr>
            <a:lvl6pPr marL="25146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6pPr>
            <a:lvl7pPr marL="29718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7pPr>
            <a:lvl8pPr marL="34290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8pPr>
            <a:lvl9pPr marL="38862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9pPr>
          </a:lstStyle>
          <a:p>
            <a:pPr marL="0" marR="0" lvl="0" indent="0" algn="ctr" defTabSz="812810" rtl="0" eaLnBrk="1" fontAlgn="auto" latinLnBrk="0" hangingPunct="1">
              <a:lnSpc>
                <a:spcPct val="100000"/>
              </a:lnSpc>
              <a:spcBef>
                <a:spcPct val="0"/>
              </a:spcBef>
              <a:spcAft>
                <a:spcPts val="0"/>
              </a:spcAft>
              <a:buClrTx/>
              <a:buSzTx/>
              <a:buFontTx/>
              <a:buNone/>
              <a:tabLst/>
              <a:defRPr/>
            </a:pPr>
            <a:r>
              <a:rPr kumimoji="0" lang="en-US" altLang="en-US" sz="2000" b="0" i="0" u="none" strike="noStrike" kern="1200" cap="none" spc="0" normalizeH="0" baseline="0" noProof="0" dirty="0">
                <a:ln>
                  <a:noFill/>
                </a:ln>
                <a:solidFill>
                  <a:srgbClr val="00274C"/>
                </a:solidFill>
                <a:effectLst/>
                <a:uLnTx/>
                <a:uFillTx/>
                <a:latin typeface="Arial" panose="020B0604020202020204" pitchFamily="34" charset="0"/>
                <a:ea typeface="+mn-ea"/>
                <a:cs typeface="Arial" panose="020B0604020202020204" pitchFamily="34" charset="0"/>
              </a:rPr>
              <a:t>Aluminum</a:t>
            </a:r>
          </a:p>
          <a:p>
            <a:pPr marL="0" marR="0" lvl="0" indent="0" algn="ctr" defTabSz="812810" rtl="0" eaLnBrk="1" fontAlgn="auto" latinLnBrk="0" hangingPunct="1">
              <a:lnSpc>
                <a:spcPct val="100000"/>
              </a:lnSpc>
              <a:spcBef>
                <a:spcPct val="0"/>
              </a:spcBef>
              <a:spcAft>
                <a:spcPts val="0"/>
              </a:spcAft>
              <a:buClrTx/>
              <a:buSzTx/>
              <a:buFontTx/>
              <a:buNone/>
              <a:tabLst/>
              <a:defRPr/>
            </a:pPr>
            <a:endParaRPr kumimoji="0" lang="en-US" altLang="en-US" sz="2000" b="0" i="0" u="none" strike="noStrike" kern="1200" cap="none" spc="0" normalizeH="0" baseline="0" noProof="0" dirty="0">
              <a:ln>
                <a:noFill/>
              </a:ln>
              <a:solidFill>
                <a:srgbClr val="00274C"/>
              </a:solidFill>
              <a:effectLst/>
              <a:uLnTx/>
              <a:uFillTx/>
              <a:latin typeface="Arial" panose="020B0604020202020204" pitchFamily="34" charset="0"/>
              <a:ea typeface="+mn-ea"/>
              <a:cs typeface="Arial" panose="020B0604020202020204" pitchFamily="34" charset="0"/>
            </a:endParaRPr>
          </a:p>
        </p:txBody>
      </p:sp>
      <p:sp>
        <p:nvSpPr>
          <p:cNvPr id="66" name="Text Box 41">
            <a:extLst>
              <a:ext uri="{FF2B5EF4-FFF2-40B4-BE49-F238E27FC236}">
                <a16:creationId xmlns:a16="http://schemas.microsoft.com/office/drawing/2014/main" id="{C39B93DC-E94B-A34B-808C-8B9423E1326E}"/>
              </a:ext>
            </a:extLst>
          </p:cNvPr>
          <p:cNvSpPr txBox="1">
            <a:spLocks noChangeArrowheads="1"/>
          </p:cNvSpPr>
          <p:nvPr/>
        </p:nvSpPr>
        <p:spPr bwMode="auto">
          <a:xfrm>
            <a:off x="2283262" y="3453620"/>
            <a:ext cx="1709738" cy="708025"/>
          </a:xfrm>
          <a:prstGeom prst="rect">
            <a:avLst/>
          </a:prstGeom>
          <a:solidFill>
            <a:schemeClr val="accent4">
              <a:alpha val="20000"/>
            </a:schemeClr>
          </a:solidFill>
          <a:ln w="9525">
            <a:noFill/>
            <a:miter lim="800000"/>
            <a:headEnd/>
            <a:tailEnd/>
          </a:ln>
        </p:spPr>
        <p:txBody>
          <a:bodyPr>
            <a:spAutoFit/>
          </a:bodyPr>
          <a:lstStyle>
            <a:lvl1pPr>
              <a:spcBef>
                <a:spcPct val="20000"/>
              </a:spcBef>
              <a:buClr>
                <a:srgbClr val="FF9900"/>
              </a:buClr>
              <a:buChar char="•"/>
              <a:defRPr sz="3200" b="1">
                <a:solidFill>
                  <a:srgbClr val="01035B"/>
                </a:solidFill>
                <a:latin typeface="Arial" panose="020B0604020202020204" pitchFamily="34" charset="0"/>
              </a:defRPr>
            </a:lvl1pPr>
            <a:lvl2pPr marL="742950" indent="-285750">
              <a:spcBef>
                <a:spcPct val="20000"/>
              </a:spcBef>
              <a:buClr>
                <a:srgbClr val="FF9900"/>
              </a:buClr>
              <a:buChar char="–"/>
              <a:defRPr sz="2800" b="1">
                <a:solidFill>
                  <a:srgbClr val="01035B"/>
                </a:solidFill>
                <a:latin typeface="Arial" panose="020B0604020202020204" pitchFamily="34" charset="0"/>
              </a:defRPr>
            </a:lvl2pPr>
            <a:lvl3pPr marL="1143000" indent="-228600">
              <a:spcBef>
                <a:spcPct val="20000"/>
              </a:spcBef>
              <a:buClr>
                <a:srgbClr val="FF9900"/>
              </a:buClr>
              <a:buChar char="•"/>
              <a:defRPr sz="2400" b="1">
                <a:solidFill>
                  <a:srgbClr val="01035B"/>
                </a:solidFill>
                <a:latin typeface="Arial" panose="020B0604020202020204" pitchFamily="34" charset="0"/>
              </a:defRPr>
            </a:lvl3pPr>
            <a:lvl4pPr marL="1600200" indent="-228600">
              <a:spcBef>
                <a:spcPct val="20000"/>
              </a:spcBef>
              <a:buClr>
                <a:srgbClr val="FF9900"/>
              </a:buClr>
              <a:buChar char="–"/>
              <a:defRPr sz="2000" b="1">
                <a:solidFill>
                  <a:srgbClr val="01035B"/>
                </a:solidFill>
                <a:latin typeface="Arial" panose="020B0604020202020204" pitchFamily="34" charset="0"/>
              </a:defRPr>
            </a:lvl4pPr>
            <a:lvl5pPr marL="2057400" indent="-228600">
              <a:spcBef>
                <a:spcPct val="20000"/>
              </a:spcBef>
              <a:buClr>
                <a:srgbClr val="FF9900"/>
              </a:buClr>
              <a:buChar char="»"/>
              <a:defRPr sz="2000" b="1">
                <a:solidFill>
                  <a:srgbClr val="01035B"/>
                </a:solidFill>
                <a:latin typeface="Arial" panose="020B0604020202020204" pitchFamily="34" charset="0"/>
              </a:defRPr>
            </a:lvl5pPr>
            <a:lvl6pPr marL="25146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6pPr>
            <a:lvl7pPr marL="29718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7pPr>
            <a:lvl8pPr marL="34290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8pPr>
            <a:lvl9pPr marL="38862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9pPr>
          </a:lstStyle>
          <a:p>
            <a:pPr marL="0" marR="0" lvl="0" indent="0" algn="ctr" defTabSz="812810" rtl="0" eaLnBrk="1" fontAlgn="auto" latinLnBrk="0" hangingPunct="1">
              <a:lnSpc>
                <a:spcPct val="100000"/>
              </a:lnSpc>
              <a:spcBef>
                <a:spcPct val="0"/>
              </a:spcBef>
              <a:spcAft>
                <a:spcPts val="0"/>
              </a:spcAft>
              <a:buClrTx/>
              <a:buSzTx/>
              <a:buFontTx/>
              <a:buNone/>
              <a:tabLst/>
              <a:defRPr/>
            </a:pPr>
            <a:r>
              <a:rPr kumimoji="0" lang="en-US" altLang="en-US" sz="2000" b="0" i="0" u="none" strike="noStrike" kern="1200" cap="none" spc="0" normalizeH="0" baseline="0" noProof="0">
                <a:ln>
                  <a:noFill/>
                </a:ln>
                <a:solidFill>
                  <a:srgbClr val="00274C"/>
                </a:solidFill>
                <a:effectLst/>
                <a:uLnTx/>
                <a:uFillTx/>
                <a:latin typeface="Arial" panose="020B0604020202020204" pitchFamily="34" charset="0"/>
                <a:ea typeface="+mn-ea"/>
                <a:cs typeface="Arial" panose="020B0604020202020204" pitchFamily="34" charset="0"/>
              </a:rPr>
              <a:t>Glass</a:t>
            </a:r>
          </a:p>
          <a:p>
            <a:pPr marL="0" marR="0" lvl="0" indent="0" algn="ctr" defTabSz="812810" rtl="0" eaLnBrk="1" fontAlgn="auto" latinLnBrk="0" hangingPunct="1">
              <a:lnSpc>
                <a:spcPct val="100000"/>
              </a:lnSpc>
              <a:spcBef>
                <a:spcPct val="0"/>
              </a:spcBef>
              <a:spcAft>
                <a:spcPts val="0"/>
              </a:spcAft>
              <a:buClrTx/>
              <a:buSzTx/>
              <a:buFontTx/>
              <a:buNone/>
              <a:tabLst/>
              <a:defRPr/>
            </a:pPr>
            <a:endParaRPr kumimoji="0" lang="en-US" altLang="en-US" sz="2000" b="0" i="0" u="none" strike="noStrike" kern="1200" cap="none" spc="0" normalizeH="0" baseline="0" noProof="0">
              <a:ln>
                <a:noFill/>
              </a:ln>
              <a:solidFill>
                <a:srgbClr val="00274C"/>
              </a:solidFill>
              <a:effectLst/>
              <a:uLnTx/>
              <a:uFillTx/>
              <a:latin typeface="Arial" panose="020B0604020202020204" pitchFamily="34" charset="0"/>
              <a:ea typeface="+mn-ea"/>
              <a:cs typeface="Arial" panose="020B0604020202020204" pitchFamily="34" charset="0"/>
            </a:endParaRPr>
          </a:p>
        </p:txBody>
      </p:sp>
      <p:sp>
        <p:nvSpPr>
          <p:cNvPr id="67" name="Text Box 41">
            <a:extLst>
              <a:ext uri="{FF2B5EF4-FFF2-40B4-BE49-F238E27FC236}">
                <a16:creationId xmlns:a16="http://schemas.microsoft.com/office/drawing/2014/main" id="{D5CAE1EC-CEBF-4947-A1D8-648B5E62FADF}"/>
              </a:ext>
            </a:extLst>
          </p:cNvPr>
          <p:cNvSpPr txBox="1">
            <a:spLocks noChangeArrowheads="1"/>
          </p:cNvSpPr>
          <p:nvPr/>
        </p:nvSpPr>
        <p:spPr bwMode="auto">
          <a:xfrm>
            <a:off x="2283262" y="5435738"/>
            <a:ext cx="1709738" cy="708025"/>
          </a:xfrm>
          <a:prstGeom prst="rect">
            <a:avLst/>
          </a:prstGeom>
          <a:solidFill>
            <a:schemeClr val="accent4">
              <a:alpha val="20000"/>
            </a:schemeClr>
          </a:solidFill>
          <a:ln w="9525">
            <a:noFill/>
            <a:miter lim="800000"/>
            <a:headEnd/>
            <a:tailEnd/>
          </a:ln>
        </p:spPr>
        <p:txBody>
          <a:bodyPr>
            <a:spAutoFit/>
          </a:bodyPr>
          <a:lstStyle>
            <a:lvl1pPr>
              <a:spcBef>
                <a:spcPct val="20000"/>
              </a:spcBef>
              <a:buClr>
                <a:srgbClr val="FF9900"/>
              </a:buClr>
              <a:buChar char="•"/>
              <a:defRPr sz="3200" b="1">
                <a:solidFill>
                  <a:srgbClr val="01035B"/>
                </a:solidFill>
                <a:latin typeface="Arial" panose="020B0604020202020204" pitchFamily="34" charset="0"/>
              </a:defRPr>
            </a:lvl1pPr>
            <a:lvl2pPr marL="742950" indent="-285750">
              <a:spcBef>
                <a:spcPct val="20000"/>
              </a:spcBef>
              <a:buClr>
                <a:srgbClr val="FF9900"/>
              </a:buClr>
              <a:buChar char="–"/>
              <a:defRPr sz="2800" b="1">
                <a:solidFill>
                  <a:srgbClr val="01035B"/>
                </a:solidFill>
                <a:latin typeface="Arial" panose="020B0604020202020204" pitchFamily="34" charset="0"/>
              </a:defRPr>
            </a:lvl2pPr>
            <a:lvl3pPr marL="1143000" indent="-228600">
              <a:spcBef>
                <a:spcPct val="20000"/>
              </a:spcBef>
              <a:buClr>
                <a:srgbClr val="FF9900"/>
              </a:buClr>
              <a:buChar char="•"/>
              <a:defRPr sz="2400" b="1">
                <a:solidFill>
                  <a:srgbClr val="01035B"/>
                </a:solidFill>
                <a:latin typeface="Arial" panose="020B0604020202020204" pitchFamily="34" charset="0"/>
              </a:defRPr>
            </a:lvl3pPr>
            <a:lvl4pPr marL="1600200" indent="-228600">
              <a:spcBef>
                <a:spcPct val="20000"/>
              </a:spcBef>
              <a:buClr>
                <a:srgbClr val="FF9900"/>
              </a:buClr>
              <a:buChar char="–"/>
              <a:defRPr sz="2000" b="1">
                <a:solidFill>
                  <a:srgbClr val="01035B"/>
                </a:solidFill>
                <a:latin typeface="Arial" panose="020B0604020202020204" pitchFamily="34" charset="0"/>
              </a:defRPr>
            </a:lvl4pPr>
            <a:lvl5pPr marL="2057400" indent="-228600">
              <a:spcBef>
                <a:spcPct val="20000"/>
              </a:spcBef>
              <a:buClr>
                <a:srgbClr val="FF9900"/>
              </a:buClr>
              <a:buChar char="»"/>
              <a:defRPr sz="2000" b="1">
                <a:solidFill>
                  <a:srgbClr val="01035B"/>
                </a:solidFill>
                <a:latin typeface="Arial" panose="020B0604020202020204" pitchFamily="34" charset="0"/>
              </a:defRPr>
            </a:lvl5pPr>
            <a:lvl6pPr marL="25146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6pPr>
            <a:lvl7pPr marL="29718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7pPr>
            <a:lvl8pPr marL="34290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8pPr>
            <a:lvl9pPr marL="38862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9pPr>
          </a:lstStyle>
          <a:p>
            <a:pPr marL="0" marR="0" lvl="0" indent="0" algn="ctr" defTabSz="812810" rtl="0" eaLnBrk="1" fontAlgn="auto" latinLnBrk="0" hangingPunct="1">
              <a:lnSpc>
                <a:spcPct val="100000"/>
              </a:lnSpc>
              <a:spcBef>
                <a:spcPct val="0"/>
              </a:spcBef>
              <a:spcAft>
                <a:spcPts val="0"/>
              </a:spcAft>
              <a:buClrTx/>
              <a:buSzTx/>
              <a:buFontTx/>
              <a:buNone/>
              <a:tabLst/>
              <a:defRPr/>
            </a:pPr>
            <a:r>
              <a:rPr kumimoji="0" lang="en-US" altLang="en-US" sz="2000" b="0" i="0" u="none" strike="noStrike" kern="1200" cap="none" spc="0" normalizeH="0" baseline="0" noProof="0" dirty="0">
                <a:ln>
                  <a:noFill/>
                </a:ln>
                <a:solidFill>
                  <a:srgbClr val="00274C"/>
                </a:solidFill>
                <a:effectLst/>
                <a:uLnTx/>
                <a:uFillTx/>
                <a:latin typeface="Arial" panose="020B0604020202020204" pitchFamily="34" charset="0"/>
                <a:ea typeface="+mn-ea"/>
                <a:cs typeface="Arial" panose="020B0604020202020204" pitchFamily="34" charset="0"/>
              </a:rPr>
              <a:t>Tungsten</a:t>
            </a:r>
          </a:p>
          <a:p>
            <a:pPr marL="0" marR="0" lvl="0" indent="0" algn="ctr" defTabSz="812810" rtl="0" eaLnBrk="1" fontAlgn="auto" latinLnBrk="0" hangingPunct="1">
              <a:lnSpc>
                <a:spcPct val="100000"/>
              </a:lnSpc>
              <a:spcBef>
                <a:spcPct val="0"/>
              </a:spcBef>
              <a:spcAft>
                <a:spcPts val="0"/>
              </a:spcAft>
              <a:buClrTx/>
              <a:buSzTx/>
              <a:buFontTx/>
              <a:buNone/>
              <a:tabLst/>
              <a:defRPr/>
            </a:pPr>
            <a:endParaRPr kumimoji="0" lang="en-US" altLang="en-US" sz="2000" b="0" i="0" u="none" strike="noStrike" kern="1200" cap="none" spc="0" normalizeH="0" baseline="0" noProof="0" dirty="0">
              <a:ln>
                <a:noFill/>
              </a:ln>
              <a:solidFill>
                <a:srgbClr val="00274C"/>
              </a:solidFill>
              <a:effectLst/>
              <a:uLnTx/>
              <a:uFillTx/>
              <a:latin typeface="Arial" panose="020B0604020202020204" pitchFamily="34" charset="0"/>
              <a:ea typeface="+mn-ea"/>
              <a:cs typeface="Arial" panose="020B0604020202020204" pitchFamily="34" charset="0"/>
            </a:endParaRPr>
          </a:p>
        </p:txBody>
      </p:sp>
      <p:cxnSp>
        <p:nvCxnSpPr>
          <p:cNvPr id="68" name="Straight Arrow Connector 22">
            <a:extLst>
              <a:ext uri="{FF2B5EF4-FFF2-40B4-BE49-F238E27FC236}">
                <a16:creationId xmlns:a16="http://schemas.microsoft.com/office/drawing/2014/main" id="{21306E63-F609-A843-908F-2B2723B385EB}"/>
              </a:ext>
            </a:extLst>
          </p:cNvPr>
          <p:cNvCxnSpPr>
            <a:cxnSpLocks noChangeShapeType="1"/>
            <a:stCxn id="64" idx="0"/>
          </p:cNvCxnSpPr>
          <p:nvPr/>
        </p:nvCxnSpPr>
        <p:spPr bwMode="auto">
          <a:xfrm flipV="1">
            <a:off x="6068028" y="4965951"/>
            <a:ext cx="0" cy="596286"/>
          </a:xfrm>
          <a:prstGeom prst="straightConnector1">
            <a:avLst/>
          </a:prstGeom>
          <a:noFill/>
          <a:ln w="28575" algn="ctr">
            <a:solidFill>
              <a:schemeClr val="accent1"/>
            </a:solidFill>
            <a:round/>
            <a:headEnd/>
            <a:tailEnd type="arrow" w="med" len="med"/>
          </a:ln>
        </p:spPr>
      </p:cxnSp>
      <p:cxnSp>
        <p:nvCxnSpPr>
          <p:cNvPr id="70" name="Elbow Connector 28">
            <a:extLst>
              <a:ext uri="{FF2B5EF4-FFF2-40B4-BE49-F238E27FC236}">
                <a16:creationId xmlns:a16="http://schemas.microsoft.com/office/drawing/2014/main" id="{AE2FCF28-3F5B-FC4D-9CB7-EA5FA8C1FCED}"/>
              </a:ext>
            </a:extLst>
          </p:cNvPr>
          <p:cNvCxnSpPr>
            <a:cxnSpLocks noChangeShapeType="1"/>
          </p:cNvCxnSpPr>
          <p:nvPr/>
        </p:nvCxnSpPr>
        <p:spPr bwMode="auto">
          <a:xfrm>
            <a:off x="3993000" y="3599746"/>
            <a:ext cx="898525" cy="1131719"/>
          </a:xfrm>
          <a:prstGeom prst="bentConnector3">
            <a:avLst>
              <a:gd name="adj1" fmla="val 50000"/>
            </a:avLst>
          </a:prstGeom>
          <a:noFill/>
          <a:ln w="28575" algn="ctr">
            <a:solidFill>
              <a:schemeClr val="accent1"/>
            </a:solidFill>
            <a:round/>
            <a:headEnd/>
            <a:tailEnd type="arrow" w="med" len="med"/>
          </a:ln>
          <a:effectLst/>
        </p:spPr>
      </p:cxnSp>
      <p:cxnSp>
        <p:nvCxnSpPr>
          <p:cNvPr id="72" name="Straight Arrow Connector 39">
            <a:extLst>
              <a:ext uri="{FF2B5EF4-FFF2-40B4-BE49-F238E27FC236}">
                <a16:creationId xmlns:a16="http://schemas.microsoft.com/office/drawing/2014/main" id="{B5D8D3F6-DA11-284E-9AA9-86D5FBC4F8E0}"/>
              </a:ext>
            </a:extLst>
          </p:cNvPr>
          <p:cNvCxnSpPr>
            <a:cxnSpLocks noChangeShapeType="1"/>
            <a:stCxn id="48" idx="3"/>
            <a:endCxn id="73" idx="1"/>
          </p:cNvCxnSpPr>
          <p:nvPr/>
        </p:nvCxnSpPr>
        <p:spPr bwMode="auto">
          <a:xfrm>
            <a:off x="12225018" y="4624609"/>
            <a:ext cx="382839" cy="6518"/>
          </a:xfrm>
          <a:prstGeom prst="straightConnector1">
            <a:avLst/>
          </a:prstGeom>
          <a:noFill/>
          <a:ln w="28575" algn="ctr">
            <a:solidFill>
              <a:schemeClr val="accent1"/>
            </a:solidFill>
            <a:round/>
            <a:headEnd/>
            <a:tailEnd type="arrow" w="med" len="med"/>
          </a:ln>
          <a:effectLst/>
        </p:spPr>
      </p:cxnSp>
      <p:sp>
        <p:nvSpPr>
          <p:cNvPr id="73" name="Text Box 41">
            <a:extLst>
              <a:ext uri="{FF2B5EF4-FFF2-40B4-BE49-F238E27FC236}">
                <a16:creationId xmlns:a16="http://schemas.microsoft.com/office/drawing/2014/main" id="{96522511-0F0A-8B45-8BF7-F6C17B2BDF11}"/>
              </a:ext>
            </a:extLst>
          </p:cNvPr>
          <p:cNvSpPr txBox="1">
            <a:spLocks noChangeArrowheads="1"/>
          </p:cNvSpPr>
          <p:nvPr/>
        </p:nvSpPr>
        <p:spPr bwMode="auto">
          <a:xfrm>
            <a:off x="12607857" y="4123127"/>
            <a:ext cx="1490663" cy="1016000"/>
          </a:xfrm>
          <a:prstGeom prst="rect">
            <a:avLst/>
          </a:prstGeom>
          <a:solidFill>
            <a:schemeClr val="accent4">
              <a:alpha val="20000"/>
            </a:schemeClr>
          </a:solidFill>
          <a:ln w="9525">
            <a:noFill/>
            <a:miter lim="800000"/>
            <a:headEnd/>
            <a:tailEnd/>
          </a:ln>
        </p:spPr>
        <p:txBody>
          <a:bodyPr>
            <a:spAutoFit/>
          </a:bodyPr>
          <a:lstStyle>
            <a:lvl1pPr>
              <a:spcBef>
                <a:spcPct val="20000"/>
              </a:spcBef>
              <a:buClr>
                <a:srgbClr val="FF9900"/>
              </a:buClr>
              <a:buChar char="•"/>
              <a:defRPr sz="3200" b="1">
                <a:solidFill>
                  <a:srgbClr val="01035B"/>
                </a:solidFill>
                <a:latin typeface="Arial" panose="020B0604020202020204" pitchFamily="34" charset="0"/>
              </a:defRPr>
            </a:lvl1pPr>
            <a:lvl2pPr marL="742950" indent="-285750">
              <a:spcBef>
                <a:spcPct val="20000"/>
              </a:spcBef>
              <a:buClr>
                <a:srgbClr val="FF9900"/>
              </a:buClr>
              <a:buChar char="–"/>
              <a:defRPr sz="2800" b="1">
                <a:solidFill>
                  <a:srgbClr val="01035B"/>
                </a:solidFill>
                <a:latin typeface="Arial" panose="020B0604020202020204" pitchFamily="34" charset="0"/>
              </a:defRPr>
            </a:lvl2pPr>
            <a:lvl3pPr marL="1143000" indent="-228600">
              <a:spcBef>
                <a:spcPct val="20000"/>
              </a:spcBef>
              <a:buClr>
                <a:srgbClr val="FF9900"/>
              </a:buClr>
              <a:buChar char="•"/>
              <a:defRPr sz="2400" b="1">
                <a:solidFill>
                  <a:srgbClr val="01035B"/>
                </a:solidFill>
                <a:latin typeface="Arial" panose="020B0604020202020204" pitchFamily="34" charset="0"/>
              </a:defRPr>
            </a:lvl3pPr>
            <a:lvl4pPr marL="1600200" indent="-228600">
              <a:spcBef>
                <a:spcPct val="20000"/>
              </a:spcBef>
              <a:buClr>
                <a:srgbClr val="FF9900"/>
              </a:buClr>
              <a:buChar char="–"/>
              <a:defRPr sz="2000" b="1">
                <a:solidFill>
                  <a:srgbClr val="01035B"/>
                </a:solidFill>
                <a:latin typeface="Arial" panose="020B0604020202020204" pitchFamily="34" charset="0"/>
              </a:defRPr>
            </a:lvl4pPr>
            <a:lvl5pPr marL="2057400" indent="-228600">
              <a:spcBef>
                <a:spcPct val="20000"/>
              </a:spcBef>
              <a:buClr>
                <a:srgbClr val="FF9900"/>
              </a:buClr>
              <a:buChar char="»"/>
              <a:defRPr sz="2000" b="1">
                <a:solidFill>
                  <a:srgbClr val="01035B"/>
                </a:solidFill>
                <a:latin typeface="Arial" panose="020B0604020202020204" pitchFamily="34" charset="0"/>
              </a:defRPr>
            </a:lvl5pPr>
            <a:lvl6pPr marL="25146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6pPr>
            <a:lvl7pPr marL="29718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7pPr>
            <a:lvl8pPr marL="34290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8pPr>
            <a:lvl9pPr marL="38862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9pPr>
          </a:lstStyle>
          <a:p>
            <a:pPr marL="0" marR="0" lvl="0" indent="0" algn="ctr" defTabSz="812810" rtl="0" eaLnBrk="1" fontAlgn="auto" latinLnBrk="0" hangingPunct="1">
              <a:lnSpc>
                <a:spcPct val="100000"/>
              </a:lnSpc>
              <a:spcBef>
                <a:spcPct val="0"/>
              </a:spcBef>
              <a:spcAft>
                <a:spcPts val="0"/>
              </a:spcAft>
              <a:buClrTx/>
              <a:buSzTx/>
              <a:buFontTx/>
              <a:buNone/>
              <a:tabLst/>
              <a:defRPr/>
            </a:pPr>
            <a:r>
              <a:rPr kumimoji="0" lang="en-US" altLang="en-US" sz="2000" b="0" i="0" u="none" strike="noStrike" kern="1200" cap="none" spc="0" normalizeH="0" baseline="0" noProof="0" dirty="0">
                <a:ln>
                  <a:noFill/>
                </a:ln>
                <a:solidFill>
                  <a:srgbClr val="00274C"/>
                </a:solidFill>
                <a:effectLst/>
                <a:uLnTx/>
                <a:uFillTx/>
                <a:latin typeface="Arial" panose="020B0604020202020204" pitchFamily="34" charset="0"/>
                <a:ea typeface="+mn-ea"/>
                <a:cs typeface="Arial" panose="020B0604020202020204" pitchFamily="34" charset="0"/>
              </a:rPr>
              <a:t>Bulbs to </a:t>
            </a:r>
          </a:p>
          <a:p>
            <a:pPr marL="0" marR="0" lvl="0" indent="0" algn="ctr" defTabSz="812810" rtl="0" eaLnBrk="1" fontAlgn="auto" latinLnBrk="0" hangingPunct="1">
              <a:lnSpc>
                <a:spcPct val="100000"/>
              </a:lnSpc>
              <a:spcBef>
                <a:spcPct val="0"/>
              </a:spcBef>
              <a:spcAft>
                <a:spcPts val="0"/>
              </a:spcAft>
              <a:buClrTx/>
              <a:buSzTx/>
              <a:buFontTx/>
              <a:buNone/>
              <a:tabLst/>
              <a:defRPr/>
            </a:pPr>
            <a:r>
              <a:rPr kumimoji="0" lang="en-US" altLang="en-US" sz="2000" b="0" i="0" u="none" strike="noStrike" kern="1200" cap="none" spc="0" normalizeH="0" baseline="0" noProof="0" dirty="0">
                <a:ln>
                  <a:noFill/>
                </a:ln>
                <a:solidFill>
                  <a:srgbClr val="00274C"/>
                </a:solidFill>
                <a:effectLst/>
                <a:uLnTx/>
                <a:uFillTx/>
                <a:latin typeface="Arial" panose="020B0604020202020204" pitchFamily="34" charset="0"/>
                <a:ea typeface="+mn-ea"/>
                <a:cs typeface="Arial" panose="020B0604020202020204" pitchFamily="34" charset="0"/>
              </a:rPr>
              <a:t>Landfill</a:t>
            </a:r>
          </a:p>
          <a:p>
            <a:pPr marL="0" marR="0" lvl="0" indent="0" algn="ctr" defTabSz="812810" rtl="0" eaLnBrk="1" fontAlgn="auto" latinLnBrk="0" hangingPunct="1">
              <a:lnSpc>
                <a:spcPct val="100000"/>
              </a:lnSpc>
              <a:spcBef>
                <a:spcPct val="0"/>
              </a:spcBef>
              <a:spcAft>
                <a:spcPts val="0"/>
              </a:spcAft>
              <a:buClrTx/>
              <a:buSzTx/>
              <a:buFontTx/>
              <a:buNone/>
              <a:tabLst/>
              <a:defRPr/>
            </a:pPr>
            <a:endParaRPr kumimoji="0" lang="en-US" altLang="en-US" sz="2000" b="0" i="0" u="none" strike="noStrike" kern="1200" cap="none" spc="0" normalizeH="0" baseline="0" noProof="0" dirty="0">
              <a:ln>
                <a:noFill/>
              </a:ln>
              <a:solidFill>
                <a:srgbClr val="00274C"/>
              </a:solidFill>
              <a:effectLst/>
              <a:uLnTx/>
              <a:uFillTx/>
              <a:latin typeface="Arial" panose="020B0604020202020204" pitchFamily="34" charset="0"/>
              <a:ea typeface="+mn-ea"/>
              <a:cs typeface="Arial" panose="020B0604020202020204" pitchFamily="34" charset="0"/>
            </a:endParaRPr>
          </a:p>
        </p:txBody>
      </p:sp>
      <p:sp>
        <p:nvSpPr>
          <p:cNvPr id="74" name="Text Box 41">
            <a:extLst>
              <a:ext uri="{FF2B5EF4-FFF2-40B4-BE49-F238E27FC236}">
                <a16:creationId xmlns:a16="http://schemas.microsoft.com/office/drawing/2014/main" id="{6049ED45-6AEA-7B4A-A099-204CE6F22828}"/>
              </a:ext>
            </a:extLst>
          </p:cNvPr>
          <p:cNvSpPr txBox="1">
            <a:spLocks noChangeArrowheads="1"/>
          </p:cNvSpPr>
          <p:nvPr/>
        </p:nvSpPr>
        <p:spPr bwMode="auto">
          <a:xfrm>
            <a:off x="2283262" y="6327831"/>
            <a:ext cx="1709738" cy="708025"/>
          </a:xfrm>
          <a:prstGeom prst="rect">
            <a:avLst/>
          </a:prstGeom>
          <a:solidFill>
            <a:schemeClr val="accent4">
              <a:alpha val="20000"/>
            </a:schemeClr>
          </a:solidFill>
          <a:ln w="9525">
            <a:noFill/>
            <a:miter lim="800000"/>
            <a:headEnd/>
            <a:tailEnd/>
          </a:ln>
        </p:spPr>
        <p:txBody>
          <a:bodyPr>
            <a:spAutoFit/>
          </a:bodyPr>
          <a:lstStyle>
            <a:lvl1pPr>
              <a:spcBef>
                <a:spcPct val="20000"/>
              </a:spcBef>
              <a:buClr>
                <a:srgbClr val="FF9900"/>
              </a:buClr>
              <a:buChar char="•"/>
              <a:defRPr sz="3200" b="1">
                <a:solidFill>
                  <a:srgbClr val="01035B"/>
                </a:solidFill>
                <a:latin typeface="Arial" panose="020B0604020202020204" pitchFamily="34" charset="0"/>
              </a:defRPr>
            </a:lvl1pPr>
            <a:lvl2pPr marL="742950" indent="-285750">
              <a:spcBef>
                <a:spcPct val="20000"/>
              </a:spcBef>
              <a:buClr>
                <a:srgbClr val="FF9900"/>
              </a:buClr>
              <a:buChar char="–"/>
              <a:defRPr sz="2800" b="1">
                <a:solidFill>
                  <a:srgbClr val="01035B"/>
                </a:solidFill>
                <a:latin typeface="Arial" panose="020B0604020202020204" pitchFamily="34" charset="0"/>
              </a:defRPr>
            </a:lvl2pPr>
            <a:lvl3pPr marL="1143000" indent="-228600">
              <a:spcBef>
                <a:spcPct val="20000"/>
              </a:spcBef>
              <a:buClr>
                <a:srgbClr val="FF9900"/>
              </a:buClr>
              <a:buChar char="•"/>
              <a:defRPr sz="2400" b="1">
                <a:solidFill>
                  <a:srgbClr val="01035B"/>
                </a:solidFill>
                <a:latin typeface="Arial" panose="020B0604020202020204" pitchFamily="34" charset="0"/>
              </a:defRPr>
            </a:lvl3pPr>
            <a:lvl4pPr marL="1600200" indent="-228600">
              <a:spcBef>
                <a:spcPct val="20000"/>
              </a:spcBef>
              <a:buClr>
                <a:srgbClr val="FF9900"/>
              </a:buClr>
              <a:buChar char="–"/>
              <a:defRPr sz="2000" b="1">
                <a:solidFill>
                  <a:srgbClr val="01035B"/>
                </a:solidFill>
                <a:latin typeface="Arial" panose="020B0604020202020204" pitchFamily="34" charset="0"/>
              </a:defRPr>
            </a:lvl4pPr>
            <a:lvl5pPr marL="2057400" indent="-228600">
              <a:spcBef>
                <a:spcPct val="20000"/>
              </a:spcBef>
              <a:buClr>
                <a:srgbClr val="FF9900"/>
              </a:buClr>
              <a:buChar char="»"/>
              <a:defRPr sz="2000" b="1">
                <a:solidFill>
                  <a:srgbClr val="01035B"/>
                </a:solidFill>
                <a:latin typeface="Arial" panose="020B0604020202020204" pitchFamily="34" charset="0"/>
              </a:defRPr>
            </a:lvl5pPr>
            <a:lvl6pPr marL="25146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6pPr>
            <a:lvl7pPr marL="29718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7pPr>
            <a:lvl8pPr marL="34290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8pPr>
            <a:lvl9pPr marL="38862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9pPr>
          </a:lstStyle>
          <a:p>
            <a:pPr marL="0" marR="0" lvl="0" indent="0" algn="ctr" defTabSz="812810" rtl="0" eaLnBrk="1" fontAlgn="auto" latinLnBrk="0" hangingPunct="1">
              <a:lnSpc>
                <a:spcPct val="100000"/>
              </a:lnSpc>
              <a:spcBef>
                <a:spcPct val="0"/>
              </a:spcBef>
              <a:spcAft>
                <a:spcPts val="0"/>
              </a:spcAft>
              <a:buClrTx/>
              <a:buSzTx/>
              <a:buFontTx/>
              <a:buNone/>
              <a:tabLst/>
              <a:defRPr/>
            </a:pPr>
            <a:r>
              <a:rPr kumimoji="0" lang="en-US" altLang="en-US" sz="2000" b="0" i="0" u="none" strike="noStrike" kern="1200" cap="none" spc="0" normalizeH="0" baseline="0" noProof="0">
                <a:ln>
                  <a:noFill/>
                </a:ln>
                <a:solidFill>
                  <a:srgbClr val="00274C"/>
                </a:solidFill>
                <a:effectLst/>
                <a:uLnTx/>
                <a:uFillTx/>
                <a:latin typeface="Arial" panose="020B0604020202020204" pitchFamily="34" charset="0"/>
                <a:ea typeface="+mn-ea"/>
                <a:cs typeface="Arial" panose="020B0604020202020204" pitchFamily="34" charset="0"/>
              </a:rPr>
              <a:t>Energy</a:t>
            </a:r>
          </a:p>
          <a:p>
            <a:pPr marL="0" marR="0" lvl="0" indent="0" algn="ctr" defTabSz="812810" rtl="0" eaLnBrk="1" fontAlgn="auto" latinLnBrk="0" hangingPunct="1">
              <a:lnSpc>
                <a:spcPct val="100000"/>
              </a:lnSpc>
              <a:spcBef>
                <a:spcPct val="0"/>
              </a:spcBef>
              <a:spcAft>
                <a:spcPts val="0"/>
              </a:spcAft>
              <a:buClrTx/>
              <a:buSzTx/>
              <a:buFontTx/>
              <a:buNone/>
              <a:tabLst/>
              <a:defRPr/>
            </a:pPr>
            <a:endParaRPr kumimoji="0" lang="en-US" altLang="en-US" sz="2000" b="0" i="0" u="none" strike="noStrike" kern="1200" cap="none" spc="0" normalizeH="0" baseline="0" noProof="0">
              <a:ln>
                <a:noFill/>
              </a:ln>
              <a:solidFill>
                <a:srgbClr val="00274C"/>
              </a:solidFill>
              <a:effectLst/>
              <a:uLnTx/>
              <a:uFillTx/>
              <a:latin typeface="Arial" panose="020B0604020202020204" pitchFamily="34" charset="0"/>
              <a:ea typeface="+mn-ea"/>
              <a:cs typeface="Arial" panose="020B0604020202020204" pitchFamily="34" charset="0"/>
            </a:endParaRPr>
          </a:p>
        </p:txBody>
      </p:sp>
      <p:cxnSp>
        <p:nvCxnSpPr>
          <p:cNvPr id="75" name="Elbow Connector 45">
            <a:extLst>
              <a:ext uri="{FF2B5EF4-FFF2-40B4-BE49-F238E27FC236}">
                <a16:creationId xmlns:a16="http://schemas.microsoft.com/office/drawing/2014/main" id="{645E7D2C-8641-B643-9BB4-EC996002C823}"/>
              </a:ext>
            </a:extLst>
          </p:cNvPr>
          <p:cNvCxnSpPr>
            <a:cxnSpLocks noChangeShapeType="1"/>
            <a:stCxn id="74" idx="3"/>
          </p:cNvCxnSpPr>
          <p:nvPr/>
        </p:nvCxnSpPr>
        <p:spPr bwMode="auto">
          <a:xfrm flipV="1">
            <a:off x="3993000" y="4733813"/>
            <a:ext cx="898525" cy="1948031"/>
          </a:xfrm>
          <a:prstGeom prst="bentConnector3">
            <a:avLst>
              <a:gd name="adj1" fmla="val 50000"/>
            </a:avLst>
          </a:prstGeom>
          <a:noFill/>
          <a:ln w="28575" algn="ctr">
            <a:solidFill>
              <a:schemeClr val="accent1"/>
            </a:solidFill>
            <a:round/>
            <a:headEnd/>
            <a:tailEnd type="triangle" w="med" len="med"/>
          </a:ln>
        </p:spPr>
      </p:cxnSp>
      <p:cxnSp>
        <p:nvCxnSpPr>
          <p:cNvPr id="30" name="Straight Arrow Connector 39">
            <a:extLst>
              <a:ext uri="{FF2B5EF4-FFF2-40B4-BE49-F238E27FC236}">
                <a16:creationId xmlns:a16="http://schemas.microsoft.com/office/drawing/2014/main" id="{99174339-345F-6846-AC0E-9A35607F2B68}"/>
              </a:ext>
            </a:extLst>
          </p:cNvPr>
          <p:cNvCxnSpPr>
            <a:cxnSpLocks noChangeShapeType="1"/>
          </p:cNvCxnSpPr>
          <p:nvPr/>
        </p:nvCxnSpPr>
        <p:spPr bwMode="auto">
          <a:xfrm flipV="1">
            <a:off x="3993000" y="5834284"/>
            <a:ext cx="449429" cy="8106"/>
          </a:xfrm>
          <a:prstGeom prst="straightConnector1">
            <a:avLst/>
          </a:prstGeom>
          <a:noFill/>
          <a:ln w="28575" algn="ctr">
            <a:solidFill>
              <a:schemeClr val="accent1"/>
            </a:solidFill>
            <a:round/>
            <a:headEnd/>
            <a:tailEnd type="none" w="med" len="med"/>
          </a:ln>
          <a:effectLst/>
        </p:spPr>
      </p:cxnSp>
      <p:cxnSp>
        <p:nvCxnSpPr>
          <p:cNvPr id="31" name="Straight Arrow Connector 39">
            <a:extLst>
              <a:ext uri="{FF2B5EF4-FFF2-40B4-BE49-F238E27FC236}">
                <a16:creationId xmlns:a16="http://schemas.microsoft.com/office/drawing/2014/main" id="{045F45ED-AC85-7E42-A180-B5D21F31F461}"/>
              </a:ext>
            </a:extLst>
          </p:cNvPr>
          <p:cNvCxnSpPr>
            <a:cxnSpLocks noChangeShapeType="1"/>
          </p:cNvCxnSpPr>
          <p:nvPr/>
        </p:nvCxnSpPr>
        <p:spPr bwMode="auto">
          <a:xfrm>
            <a:off x="4026504" y="4737071"/>
            <a:ext cx="415925" cy="6350"/>
          </a:xfrm>
          <a:prstGeom prst="straightConnector1">
            <a:avLst/>
          </a:prstGeom>
          <a:noFill/>
          <a:ln w="28575" algn="ctr">
            <a:solidFill>
              <a:schemeClr val="accent1"/>
            </a:solidFill>
            <a:round/>
            <a:headEnd/>
            <a:tailEnd type="none" w="med" len="med"/>
          </a:ln>
          <a:effectLst/>
        </p:spPr>
      </p:cxnSp>
      <p:sp>
        <p:nvSpPr>
          <p:cNvPr id="27" name="TextBox 29">
            <a:extLst>
              <a:ext uri="{FF2B5EF4-FFF2-40B4-BE49-F238E27FC236}">
                <a16:creationId xmlns:a16="http://schemas.microsoft.com/office/drawing/2014/main" id="{CBD5CFC9-B4EC-0D4B-BA6C-9B193DA59D9D}"/>
              </a:ext>
            </a:extLst>
          </p:cNvPr>
          <p:cNvSpPr txBox="1">
            <a:spLocks noChangeArrowheads="1"/>
          </p:cNvSpPr>
          <p:nvPr/>
        </p:nvSpPr>
        <p:spPr bwMode="auto">
          <a:xfrm>
            <a:off x="1844843" y="1542274"/>
            <a:ext cx="13070476"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812810" rtl="0" eaLnBrk="1" fontAlgn="auto" latinLnBrk="0" hangingPunct="1">
              <a:lnSpc>
                <a:spcPct val="100000"/>
              </a:lnSpc>
              <a:spcBef>
                <a:spcPts val="0"/>
              </a:spcBef>
              <a:spcAft>
                <a:spcPts val="0"/>
              </a:spcAft>
              <a:buClrTx/>
              <a:buSzTx/>
              <a:buFontTx/>
              <a:buNone/>
              <a:tabLst/>
              <a:defRPr/>
            </a:pPr>
            <a:r>
              <a:rPr kumimoji="0" lang="en-US" altLang="en-US" sz="3200" b="0" i="0" u="none" strike="noStrike" kern="1200" cap="none" spc="0" normalizeH="0" baseline="0" noProof="0" dirty="0">
                <a:ln>
                  <a:noFill/>
                </a:ln>
                <a:solidFill>
                  <a:srgbClr val="00274C"/>
                </a:solidFill>
                <a:effectLst/>
                <a:uLnTx/>
                <a:uFillTx/>
                <a:latin typeface="Arial" panose="020B0604020202020204" pitchFamily="34" charset="0"/>
                <a:ea typeface="+mn-ea"/>
                <a:cs typeface="+mn-cs"/>
              </a:rPr>
              <a:t>Design the process tree</a:t>
            </a:r>
          </a:p>
        </p:txBody>
      </p:sp>
      <p:sp>
        <p:nvSpPr>
          <p:cNvPr id="28" name="Oval 27">
            <a:extLst>
              <a:ext uri="{FF2B5EF4-FFF2-40B4-BE49-F238E27FC236}">
                <a16:creationId xmlns:a16="http://schemas.microsoft.com/office/drawing/2014/main" id="{337D94E6-6B08-1D42-890B-AD094C4AAAEB}"/>
              </a:ext>
            </a:extLst>
          </p:cNvPr>
          <p:cNvSpPr/>
          <p:nvPr/>
        </p:nvSpPr>
        <p:spPr>
          <a:xfrm>
            <a:off x="991783" y="1442201"/>
            <a:ext cx="707629" cy="707629"/>
          </a:xfrm>
          <a:prstGeom prst="ellipse">
            <a:avLst/>
          </a:prstGeom>
          <a:solidFill>
            <a:schemeClr val="accent6"/>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812810" rtl="0" eaLnBrk="1" fontAlgn="auto" latinLnBrk="0" hangingPunct="1">
              <a:lnSpc>
                <a:spcPct val="100000"/>
              </a:lnSpc>
              <a:spcBef>
                <a:spcPts val="0"/>
              </a:spcBef>
              <a:spcAft>
                <a:spcPts val="0"/>
              </a:spcAft>
              <a:buClrTx/>
              <a:buSzTx/>
              <a:buFontTx/>
              <a:buNone/>
              <a:tabLst/>
              <a:defRPr/>
            </a:pPr>
            <a:r>
              <a:rPr kumimoji="0" lang="en-US" sz="3600" b="1" i="0" u="none" strike="noStrike" kern="1200" cap="none" spc="0" normalizeH="0" baseline="0" noProof="0" dirty="0">
                <a:ln>
                  <a:noFill/>
                </a:ln>
                <a:solidFill>
                  <a:prstClr val="white"/>
                </a:solidFill>
                <a:effectLst/>
                <a:uLnTx/>
                <a:uFillTx/>
                <a:latin typeface="Arial" panose="020B0604020202020204"/>
                <a:ea typeface="+mn-ea"/>
                <a:cs typeface="+mn-cs"/>
              </a:rPr>
              <a:t>3</a:t>
            </a:r>
          </a:p>
        </p:txBody>
      </p:sp>
    </p:spTree>
    <p:extLst>
      <p:ext uri="{BB962C8B-B14F-4D97-AF65-F5344CB8AC3E}">
        <p14:creationId xmlns:p14="http://schemas.microsoft.com/office/powerpoint/2010/main" val="2256296105"/>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8439A4-B037-4F4E-AFCE-96000C7C1237}"/>
              </a:ext>
            </a:extLst>
          </p:cNvPr>
          <p:cNvSpPr>
            <a:spLocks noGrp="1"/>
          </p:cNvSpPr>
          <p:nvPr>
            <p:ph type="title"/>
          </p:nvPr>
        </p:nvSpPr>
        <p:spPr>
          <a:xfrm>
            <a:off x="812880" y="279400"/>
            <a:ext cx="14631828" cy="870385"/>
          </a:xfrm>
        </p:spPr>
        <p:txBody>
          <a:bodyPr/>
          <a:lstStyle/>
          <a:p>
            <a:r>
              <a:rPr lang="en-US" altLang="en-US" dirty="0"/>
              <a:t>Process Tree: illuminating with incandescent bulbs</a:t>
            </a:r>
            <a:endParaRPr lang="en-US" dirty="0">
              <a:solidFill>
                <a:schemeClr val="tx2"/>
              </a:solidFill>
            </a:endParaRPr>
          </a:p>
        </p:txBody>
      </p:sp>
      <p:sp>
        <p:nvSpPr>
          <p:cNvPr id="48" name="Text Box 41">
            <a:extLst>
              <a:ext uri="{FF2B5EF4-FFF2-40B4-BE49-F238E27FC236}">
                <a16:creationId xmlns:a16="http://schemas.microsoft.com/office/drawing/2014/main" id="{3A7B05EC-E3C1-B14D-A694-15B544CB3056}"/>
              </a:ext>
            </a:extLst>
          </p:cNvPr>
          <p:cNvSpPr txBox="1">
            <a:spLocks noChangeArrowheads="1"/>
          </p:cNvSpPr>
          <p:nvPr/>
        </p:nvSpPr>
        <p:spPr bwMode="auto">
          <a:xfrm>
            <a:off x="10304145" y="3821806"/>
            <a:ext cx="1920873" cy="1015663"/>
          </a:xfrm>
          <a:prstGeom prst="rect">
            <a:avLst/>
          </a:prstGeom>
          <a:solidFill>
            <a:schemeClr val="accent6">
              <a:alpha val="20000"/>
            </a:schemeClr>
          </a:solidFill>
          <a:ln w="9525">
            <a:noFill/>
            <a:miter lim="800000"/>
            <a:headEnd/>
            <a:tailEnd/>
          </a:ln>
        </p:spPr>
        <p:txBody>
          <a:bodyPr wrap="square">
            <a:spAutoFit/>
          </a:bodyPr>
          <a:lstStyle>
            <a:lvl1pPr>
              <a:spcBef>
                <a:spcPct val="20000"/>
              </a:spcBef>
              <a:buClr>
                <a:srgbClr val="FF9900"/>
              </a:buClr>
              <a:buChar char="•"/>
              <a:defRPr sz="3200" b="1">
                <a:solidFill>
                  <a:srgbClr val="01035B"/>
                </a:solidFill>
                <a:latin typeface="Arial" panose="020B0604020202020204" pitchFamily="34" charset="0"/>
              </a:defRPr>
            </a:lvl1pPr>
            <a:lvl2pPr marL="742950" indent="-285750">
              <a:spcBef>
                <a:spcPct val="20000"/>
              </a:spcBef>
              <a:buClr>
                <a:srgbClr val="FF9900"/>
              </a:buClr>
              <a:buChar char="–"/>
              <a:defRPr sz="2800" b="1">
                <a:solidFill>
                  <a:srgbClr val="01035B"/>
                </a:solidFill>
                <a:latin typeface="Arial" panose="020B0604020202020204" pitchFamily="34" charset="0"/>
              </a:defRPr>
            </a:lvl2pPr>
            <a:lvl3pPr marL="1143000" indent="-228600">
              <a:spcBef>
                <a:spcPct val="20000"/>
              </a:spcBef>
              <a:buClr>
                <a:srgbClr val="FF9900"/>
              </a:buClr>
              <a:buChar char="•"/>
              <a:defRPr sz="2400" b="1">
                <a:solidFill>
                  <a:srgbClr val="01035B"/>
                </a:solidFill>
                <a:latin typeface="Arial" panose="020B0604020202020204" pitchFamily="34" charset="0"/>
              </a:defRPr>
            </a:lvl3pPr>
            <a:lvl4pPr marL="1600200" indent="-228600">
              <a:spcBef>
                <a:spcPct val="20000"/>
              </a:spcBef>
              <a:buClr>
                <a:srgbClr val="FF9900"/>
              </a:buClr>
              <a:buChar char="–"/>
              <a:defRPr sz="2000" b="1">
                <a:solidFill>
                  <a:srgbClr val="01035B"/>
                </a:solidFill>
                <a:latin typeface="Arial" panose="020B0604020202020204" pitchFamily="34" charset="0"/>
              </a:defRPr>
            </a:lvl4pPr>
            <a:lvl5pPr marL="2057400" indent="-228600">
              <a:spcBef>
                <a:spcPct val="20000"/>
              </a:spcBef>
              <a:buClr>
                <a:srgbClr val="FF9900"/>
              </a:buClr>
              <a:buChar char="»"/>
              <a:defRPr sz="2000" b="1">
                <a:solidFill>
                  <a:srgbClr val="01035B"/>
                </a:solidFill>
                <a:latin typeface="Arial" panose="020B0604020202020204" pitchFamily="34" charset="0"/>
              </a:defRPr>
            </a:lvl5pPr>
            <a:lvl6pPr marL="25146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6pPr>
            <a:lvl7pPr marL="29718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7pPr>
            <a:lvl8pPr marL="34290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8pPr>
            <a:lvl9pPr marL="38862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9pPr>
          </a:lstStyle>
          <a:p>
            <a:pPr marL="0" marR="0" lvl="0" indent="0" algn="ctr" defTabSz="812810" rtl="0" eaLnBrk="1" fontAlgn="auto" latinLnBrk="0" hangingPunct="1">
              <a:lnSpc>
                <a:spcPct val="100000"/>
              </a:lnSpc>
              <a:spcBef>
                <a:spcPct val="0"/>
              </a:spcBef>
              <a:spcAft>
                <a:spcPts val="0"/>
              </a:spcAft>
              <a:buClrTx/>
              <a:buSzTx/>
              <a:buFontTx/>
              <a:buNone/>
              <a:tabLst/>
              <a:defRPr/>
            </a:pPr>
            <a:r>
              <a:rPr kumimoji="0" lang="en-US" altLang="en-US" sz="2000" b="0" i="0" u="none" strike="noStrike" kern="1200" cap="none" spc="0" normalizeH="0" baseline="0" noProof="0" dirty="0">
                <a:ln>
                  <a:noFill/>
                </a:ln>
                <a:solidFill>
                  <a:srgbClr val="00B2A9"/>
                </a:solidFill>
                <a:effectLst/>
                <a:uLnTx/>
                <a:uFillTx/>
                <a:latin typeface="Arial" panose="020B0604020202020204" pitchFamily="34" charset="0"/>
                <a:ea typeface="+mn-ea"/>
                <a:cs typeface="Arial" panose="020B0604020202020204" pitchFamily="34" charset="0"/>
              </a:rPr>
              <a:t>Illumination</a:t>
            </a:r>
          </a:p>
          <a:p>
            <a:pPr marL="0" marR="0" lvl="0" indent="0" algn="ctr" defTabSz="812810" rtl="0" eaLnBrk="1" fontAlgn="auto" latinLnBrk="0" hangingPunct="1">
              <a:lnSpc>
                <a:spcPct val="100000"/>
              </a:lnSpc>
              <a:spcBef>
                <a:spcPct val="0"/>
              </a:spcBef>
              <a:spcAft>
                <a:spcPts val="0"/>
              </a:spcAft>
              <a:buClrTx/>
              <a:buSzTx/>
              <a:buFontTx/>
              <a:buNone/>
              <a:tabLst/>
              <a:defRPr/>
            </a:pPr>
            <a:r>
              <a:rPr kumimoji="0" lang="en-US" altLang="en-US" sz="2000" b="0" i="0" u="none" strike="noStrike" kern="1200" cap="none" spc="0" normalizeH="0" baseline="0" noProof="0" dirty="0">
                <a:ln>
                  <a:noFill/>
                </a:ln>
                <a:solidFill>
                  <a:srgbClr val="00B2A9"/>
                </a:solidFill>
                <a:effectLst/>
                <a:uLnTx/>
                <a:uFillTx/>
                <a:latin typeface="Arial" panose="020B0604020202020204" pitchFamily="34" charset="0"/>
                <a:ea typeface="+mn-ea"/>
                <a:cs typeface="Arial" panose="020B0604020202020204" pitchFamily="34" charset="0"/>
              </a:rPr>
              <a:t>800 lumen </a:t>
            </a:r>
          </a:p>
          <a:p>
            <a:pPr marL="0" marR="0" lvl="0" indent="0" algn="ctr" defTabSz="812810" rtl="0" eaLnBrk="1" fontAlgn="auto" latinLnBrk="0" hangingPunct="1">
              <a:lnSpc>
                <a:spcPct val="100000"/>
              </a:lnSpc>
              <a:spcBef>
                <a:spcPct val="0"/>
              </a:spcBef>
              <a:spcAft>
                <a:spcPts val="0"/>
              </a:spcAft>
              <a:buClrTx/>
              <a:buSzTx/>
              <a:buFontTx/>
              <a:buNone/>
              <a:tabLst/>
              <a:defRPr/>
            </a:pPr>
            <a:r>
              <a:rPr kumimoji="0" lang="en-US" altLang="en-US" sz="2000" b="0" i="0" u="none" strike="noStrike" kern="1200" cap="none" spc="0" normalizeH="0" baseline="0" noProof="0" dirty="0">
                <a:ln>
                  <a:noFill/>
                </a:ln>
                <a:solidFill>
                  <a:srgbClr val="00B2A9"/>
                </a:solidFill>
                <a:effectLst/>
                <a:uLnTx/>
                <a:uFillTx/>
                <a:latin typeface="Arial" panose="020B0604020202020204" pitchFamily="34" charset="0"/>
                <a:ea typeface="+mn-ea"/>
                <a:cs typeface="Arial" panose="020B0604020202020204" pitchFamily="34" charset="0"/>
              </a:rPr>
              <a:t>During 5000 h </a:t>
            </a:r>
          </a:p>
        </p:txBody>
      </p:sp>
      <p:sp>
        <p:nvSpPr>
          <p:cNvPr id="49" name="Text Box 41">
            <a:extLst>
              <a:ext uri="{FF2B5EF4-FFF2-40B4-BE49-F238E27FC236}">
                <a16:creationId xmlns:a16="http://schemas.microsoft.com/office/drawing/2014/main" id="{2037A831-DA5C-BE45-8907-3F73462E2DAD}"/>
              </a:ext>
            </a:extLst>
          </p:cNvPr>
          <p:cNvSpPr txBox="1">
            <a:spLocks noChangeArrowheads="1"/>
          </p:cNvSpPr>
          <p:nvPr/>
        </p:nvSpPr>
        <p:spPr bwMode="auto">
          <a:xfrm>
            <a:off x="7605395" y="5547419"/>
            <a:ext cx="2082800" cy="708025"/>
          </a:xfrm>
          <a:prstGeom prst="rect">
            <a:avLst/>
          </a:prstGeom>
          <a:solidFill>
            <a:schemeClr val="accent4">
              <a:alpha val="20000"/>
            </a:schemeClr>
          </a:solidFill>
          <a:ln w="9525">
            <a:noFill/>
            <a:miter lim="800000"/>
            <a:headEnd/>
            <a:tailEnd/>
          </a:ln>
        </p:spPr>
        <p:txBody>
          <a:bodyPr>
            <a:spAutoFit/>
          </a:bodyPr>
          <a:lstStyle>
            <a:lvl1pPr>
              <a:spcBef>
                <a:spcPct val="20000"/>
              </a:spcBef>
              <a:buClr>
                <a:srgbClr val="FF9900"/>
              </a:buClr>
              <a:buChar char="•"/>
              <a:defRPr sz="3200" b="1">
                <a:solidFill>
                  <a:srgbClr val="01035B"/>
                </a:solidFill>
                <a:latin typeface="Arial" panose="020B0604020202020204" pitchFamily="34" charset="0"/>
              </a:defRPr>
            </a:lvl1pPr>
            <a:lvl2pPr marL="742950" indent="-285750">
              <a:spcBef>
                <a:spcPct val="20000"/>
              </a:spcBef>
              <a:buClr>
                <a:srgbClr val="FF9900"/>
              </a:buClr>
              <a:buChar char="–"/>
              <a:defRPr sz="2800" b="1">
                <a:solidFill>
                  <a:srgbClr val="01035B"/>
                </a:solidFill>
                <a:latin typeface="Arial" panose="020B0604020202020204" pitchFamily="34" charset="0"/>
              </a:defRPr>
            </a:lvl2pPr>
            <a:lvl3pPr marL="1143000" indent="-228600">
              <a:spcBef>
                <a:spcPct val="20000"/>
              </a:spcBef>
              <a:buClr>
                <a:srgbClr val="FF9900"/>
              </a:buClr>
              <a:buChar char="•"/>
              <a:defRPr sz="2400" b="1">
                <a:solidFill>
                  <a:srgbClr val="01035B"/>
                </a:solidFill>
                <a:latin typeface="Arial" panose="020B0604020202020204" pitchFamily="34" charset="0"/>
              </a:defRPr>
            </a:lvl3pPr>
            <a:lvl4pPr marL="1600200" indent="-228600">
              <a:spcBef>
                <a:spcPct val="20000"/>
              </a:spcBef>
              <a:buClr>
                <a:srgbClr val="FF9900"/>
              </a:buClr>
              <a:buChar char="–"/>
              <a:defRPr sz="2000" b="1">
                <a:solidFill>
                  <a:srgbClr val="01035B"/>
                </a:solidFill>
                <a:latin typeface="Arial" panose="020B0604020202020204" pitchFamily="34" charset="0"/>
              </a:defRPr>
            </a:lvl4pPr>
            <a:lvl5pPr marL="2057400" indent="-228600">
              <a:spcBef>
                <a:spcPct val="20000"/>
              </a:spcBef>
              <a:buClr>
                <a:srgbClr val="FF9900"/>
              </a:buClr>
              <a:buChar char="»"/>
              <a:defRPr sz="2000" b="1">
                <a:solidFill>
                  <a:srgbClr val="01035B"/>
                </a:solidFill>
                <a:latin typeface="Arial" panose="020B0604020202020204" pitchFamily="34" charset="0"/>
              </a:defRPr>
            </a:lvl5pPr>
            <a:lvl6pPr marL="25146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6pPr>
            <a:lvl7pPr marL="29718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7pPr>
            <a:lvl8pPr marL="34290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8pPr>
            <a:lvl9pPr marL="38862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9pPr>
          </a:lstStyle>
          <a:p>
            <a:pPr marL="0" marR="0" lvl="0" indent="0" algn="ctr" defTabSz="812810" rtl="0" eaLnBrk="1" fontAlgn="auto" latinLnBrk="0" hangingPunct="1">
              <a:lnSpc>
                <a:spcPct val="100000"/>
              </a:lnSpc>
              <a:spcBef>
                <a:spcPct val="0"/>
              </a:spcBef>
              <a:spcAft>
                <a:spcPts val="0"/>
              </a:spcAft>
              <a:buClrTx/>
              <a:buSzTx/>
              <a:buFontTx/>
              <a:buNone/>
              <a:tabLst/>
              <a:defRPr/>
            </a:pPr>
            <a:r>
              <a:rPr kumimoji="0" lang="en-US" altLang="en-US" sz="2000" b="0" i="0" u="none" strike="noStrike" kern="1200" cap="none" spc="0" normalizeH="0" baseline="0" noProof="0">
                <a:ln>
                  <a:noFill/>
                </a:ln>
                <a:solidFill>
                  <a:srgbClr val="00274C"/>
                </a:solidFill>
                <a:effectLst/>
                <a:uLnTx/>
                <a:uFillTx/>
                <a:latin typeface="Arial" panose="020B0604020202020204" pitchFamily="34" charset="0"/>
                <a:ea typeface="+mn-ea"/>
                <a:cs typeface="Arial" panose="020B0604020202020204" pitchFamily="34" charset="0"/>
              </a:rPr>
              <a:t>Electricity</a:t>
            </a:r>
          </a:p>
          <a:p>
            <a:pPr marL="0" marR="0" lvl="0" indent="0" algn="ctr" defTabSz="812810" rtl="0" eaLnBrk="1" fontAlgn="auto" latinLnBrk="0" hangingPunct="1">
              <a:lnSpc>
                <a:spcPct val="100000"/>
              </a:lnSpc>
              <a:spcBef>
                <a:spcPct val="0"/>
              </a:spcBef>
              <a:spcAft>
                <a:spcPts val="0"/>
              </a:spcAft>
              <a:buClrTx/>
              <a:buSzTx/>
              <a:buFontTx/>
              <a:buNone/>
              <a:tabLst/>
              <a:defRPr/>
            </a:pPr>
            <a:r>
              <a:rPr kumimoji="0" lang="en-US" altLang="en-US" sz="2000" b="0" i="0" u="none" strike="noStrike" kern="1200" cap="none" spc="0" normalizeH="0" baseline="0" noProof="0">
                <a:ln>
                  <a:noFill/>
                </a:ln>
                <a:solidFill>
                  <a:srgbClr val="00274C"/>
                </a:solidFill>
                <a:effectLst/>
                <a:uLnTx/>
                <a:uFillTx/>
                <a:latin typeface="Arial" panose="020B0604020202020204" pitchFamily="34" charset="0"/>
                <a:ea typeface="+mn-ea"/>
                <a:cs typeface="Arial" panose="020B0604020202020204" pitchFamily="34" charset="0"/>
              </a:rPr>
              <a:t>300 kWh</a:t>
            </a:r>
          </a:p>
        </p:txBody>
      </p:sp>
      <p:sp>
        <p:nvSpPr>
          <p:cNvPr id="54" name="Text Box 41">
            <a:extLst>
              <a:ext uri="{FF2B5EF4-FFF2-40B4-BE49-F238E27FC236}">
                <a16:creationId xmlns:a16="http://schemas.microsoft.com/office/drawing/2014/main" id="{C274F3F6-6EA7-B348-9C85-885277C2F1EA}"/>
              </a:ext>
            </a:extLst>
          </p:cNvPr>
          <p:cNvSpPr txBox="1">
            <a:spLocks noChangeArrowheads="1"/>
          </p:cNvSpPr>
          <p:nvPr/>
        </p:nvSpPr>
        <p:spPr bwMode="auto">
          <a:xfrm>
            <a:off x="4905059" y="3963094"/>
            <a:ext cx="2082800" cy="707886"/>
          </a:xfrm>
          <a:prstGeom prst="rect">
            <a:avLst/>
          </a:prstGeom>
          <a:solidFill>
            <a:schemeClr val="accent4">
              <a:alpha val="20000"/>
            </a:schemeClr>
          </a:solidFill>
          <a:ln w="9525">
            <a:noFill/>
            <a:miter lim="800000"/>
            <a:headEnd/>
            <a:tailEnd/>
          </a:ln>
        </p:spPr>
        <p:txBody>
          <a:bodyPr wrap="square">
            <a:spAutoFit/>
          </a:bodyPr>
          <a:lstStyle>
            <a:lvl1pPr>
              <a:spcBef>
                <a:spcPct val="20000"/>
              </a:spcBef>
              <a:buClr>
                <a:srgbClr val="FF9900"/>
              </a:buClr>
              <a:buChar char="•"/>
              <a:defRPr sz="3200" b="1">
                <a:solidFill>
                  <a:srgbClr val="01035B"/>
                </a:solidFill>
                <a:latin typeface="Arial" panose="020B0604020202020204" pitchFamily="34" charset="0"/>
              </a:defRPr>
            </a:lvl1pPr>
            <a:lvl2pPr marL="742950" indent="-285750">
              <a:spcBef>
                <a:spcPct val="20000"/>
              </a:spcBef>
              <a:buClr>
                <a:srgbClr val="FF9900"/>
              </a:buClr>
              <a:buChar char="–"/>
              <a:defRPr sz="2800" b="1">
                <a:solidFill>
                  <a:srgbClr val="01035B"/>
                </a:solidFill>
                <a:latin typeface="Arial" panose="020B0604020202020204" pitchFamily="34" charset="0"/>
              </a:defRPr>
            </a:lvl2pPr>
            <a:lvl3pPr marL="1143000" indent="-228600">
              <a:spcBef>
                <a:spcPct val="20000"/>
              </a:spcBef>
              <a:buClr>
                <a:srgbClr val="FF9900"/>
              </a:buClr>
              <a:buChar char="•"/>
              <a:defRPr sz="2400" b="1">
                <a:solidFill>
                  <a:srgbClr val="01035B"/>
                </a:solidFill>
                <a:latin typeface="Arial" panose="020B0604020202020204" pitchFamily="34" charset="0"/>
              </a:defRPr>
            </a:lvl3pPr>
            <a:lvl4pPr marL="1600200" indent="-228600">
              <a:spcBef>
                <a:spcPct val="20000"/>
              </a:spcBef>
              <a:buClr>
                <a:srgbClr val="FF9900"/>
              </a:buClr>
              <a:buChar char="–"/>
              <a:defRPr sz="2000" b="1">
                <a:solidFill>
                  <a:srgbClr val="01035B"/>
                </a:solidFill>
                <a:latin typeface="Arial" panose="020B0604020202020204" pitchFamily="34" charset="0"/>
              </a:defRPr>
            </a:lvl4pPr>
            <a:lvl5pPr marL="2057400" indent="-228600">
              <a:spcBef>
                <a:spcPct val="20000"/>
              </a:spcBef>
              <a:buClr>
                <a:srgbClr val="FF9900"/>
              </a:buClr>
              <a:buChar char="»"/>
              <a:defRPr sz="2000" b="1">
                <a:solidFill>
                  <a:srgbClr val="01035B"/>
                </a:solidFill>
                <a:latin typeface="Arial" panose="020B0604020202020204" pitchFamily="34" charset="0"/>
              </a:defRPr>
            </a:lvl5pPr>
            <a:lvl6pPr marL="25146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6pPr>
            <a:lvl7pPr marL="29718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7pPr>
            <a:lvl8pPr marL="34290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8pPr>
            <a:lvl9pPr marL="38862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9pPr>
          </a:lstStyle>
          <a:p>
            <a:pPr marL="0" marR="0" lvl="0" indent="0" algn="ctr" defTabSz="812810" rtl="0" eaLnBrk="1" fontAlgn="auto" latinLnBrk="0" hangingPunct="1">
              <a:lnSpc>
                <a:spcPct val="100000"/>
              </a:lnSpc>
              <a:spcBef>
                <a:spcPct val="0"/>
              </a:spcBef>
              <a:spcAft>
                <a:spcPts val="0"/>
              </a:spcAft>
              <a:buClrTx/>
              <a:buSzTx/>
              <a:buFontTx/>
              <a:buNone/>
              <a:tabLst/>
              <a:defRPr/>
            </a:pPr>
            <a:r>
              <a:rPr kumimoji="0" lang="en-US" altLang="en-US" sz="2000" b="0" i="0" u="none" strike="noStrike" kern="1200" cap="none" spc="0" normalizeH="0" baseline="0" noProof="0" dirty="0">
                <a:ln>
                  <a:noFill/>
                </a:ln>
                <a:solidFill>
                  <a:srgbClr val="00274C"/>
                </a:solidFill>
                <a:effectLst/>
                <a:uLnTx/>
                <a:uFillTx/>
                <a:latin typeface="Arial" panose="020B0604020202020204" pitchFamily="34" charset="0"/>
                <a:ea typeface="+mn-ea"/>
                <a:cs typeface="Arial" panose="020B0604020202020204" pitchFamily="34" charset="0"/>
              </a:rPr>
              <a:t>5 Incandescent bulbs</a:t>
            </a:r>
          </a:p>
        </p:txBody>
      </p:sp>
      <p:cxnSp>
        <p:nvCxnSpPr>
          <p:cNvPr id="56" name="Elbow Connector 10">
            <a:extLst>
              <a:ext uri="{FF2B5EF4-FFF2-40B4-BE49-F238E27FC236}">
                <a16:creationId xmlns:a16="http://schemas.microsoft.com/office/drawing/2014/main" id="{8C744CA9-F26F-1446-BA94-DB0C1DFB5BE9}"/>
              </a:ext>
            </a:extLst>
          </p:cNvPr>
          <p:cNvCxnSpPr>
            <a:cxnSpLocks noChangeShapeType="1"/>
            <a:stCxn id="49" idx="3"/>
            <a:endCxn id="48" idx="1"/>
          </p:cNvCxnSpPr>
          <p:nvPr/>
        </p:nvCxnSpPr>
        <p:spPr bwMode="auto">
          <a:xfrm flipV="1">
            <a:off x="9688195" y="4329638"/>
            <a:ext cx="615950" cy="1571794"/>
          </a:xfrm>
          <a:prstGeom prst="bentConnector3">
            <a:avLst>
              <a:gd name="adj1" fmla="val 50000"/>
            </a:avLst>
          </a:prstGeom>
          <a:noFill/>
          <a:ln w="28575" algn="ctr">
            <a:solidFill>
              <a:schemeClr val="accent1"/>
            </a:solidFill>
            <a:round/>
            <a:headEnd/>
            <a:tailEnd type="arrow" w="med" len="med"/>
          </a:ln>
          <a:effectLst/>
        </p:spPr>
      </p:cxnSp>
      <p:sp>
        <p:nvSpPr>
          <p:cNvPr id="57" name="Text Box 41">
            <a:extLst>
              <a:ext uri="{FF2B5EF4-FFF2-40B4-BE49-F238E27FC236}">
                <a16:creationId xmlns:a16="http://schemas.microsoft.com/office/drawing/2014/main" id="{B0A9A569-F302-EA41-A1DA-6D6EA369E164}"/>
              </a:ext>
            </a:extLst>
          </p:cNvPr>
          <p:cNvSpPr txBox="1">
            <a:spLocks noChangeArrowheads="1"/>
          </p:cNvSpPr>
          <p:nvPr/>
        </p:nvSpPr>
        <p:spPr bwMode="auto">
          <a:xfrm>
            <a:off x="7605395" y="2477194"/>
            <a:ext cx="2082800" cy="1016000"/>
          </a:xfrm>
          <a:prstGeom prst="rect">
            <a:avLst/>
          </a:prstGeom>
          <a:solidFill>
            <a:schemeClr val="accent4">
              <a:alpha val="20000"/>
            </a:schemeClr>
          </a:solidFill>
          <a:ln w="9525">
            <a:noFill/>
            <a:miter lim="800000"/>
            <a:headEnd/>
            <a:tailEnd/>
          </a:ln>
        </p:spPr>
        <p:txBody>
          <a:bodyPr>
            <a:spAutoFit/>
          </a:bodyPr>
          <a:lstStyle>
            <a:lvl1pPr>
              <a:spcBef>
                <a:spcPct val="20000"/>
              </a:spcBef>
              <a:buClr>
                <a:srgbClr val="FF9900"/>
              </a:buClr>
              <a:buChar char="•"/>
              <a:defRPr sz="3200" b="1">
                <a:solidFill>
                  <a:srgbClr val="01035B"/>
                </a:solidFill>
                <a:latin typeface="Arial" panose="020B0604020202020204" pitchFamily="34" charset="0"/>
              </a:defRPr>
            </a:lvl1pPr>
            <a:lvl2pPr marL="742950" indent="-285750">
              <a:spcBef>
                <a:spcPct val="20000"/>
              </a:spcBef>
              <a:buClr>
                <a:srgbClr val="FF9900"/>
              </a:buClr>
              <a:buChar char="–"/>
              <a:defRPr sz="2800" b="1">
                <a:solidFill>
                  <a:srgbClr val="01035B"/>
                </a:solidFill>
                <a:latin typeface="Arial" panose="020B0604020202020204" pitchFamily="34" charset="0"/>
              </a:defRPr>
            </a:lvl2pPr>
            <a:lvl3pPr marL="1143000" indent="-228600">
              <a:spcBef>
                <a:spcPct val="20000"/>
              </a:spcBef>
              <a:buClr>
                <a:srgbClr val="FF9900"/>
              </a:buClr>
              <a:buChar char="•"/>
              <a:defRPr sz="2400" b="1">
                <a:solidFill>
                  <a:srgbClr val="01035B"/>
                </a:solidFill>
                <a:latin typeface="Arial" panose="020B0604020202020204" pitchFamily="34" charset="0"/>
              </a:defRPr>
            </a:lvl3pPr>
            <a:lvl4pPr marL="1600200" indent="-228600">
              <a:spcBef>
                <a:spcPct val="20000"/>
              </a:spcBef>
              <a:buClr>
                <a:srgbClr val="FF9900"/>
              </a:buClr>
              <a:buChar char="–"/>
              <a:defRPr sz="2000" b="1">
                <a:solidFill>
                  <a:srgbClr val="01035B"/>
                </a:solidFill>
                <a:latin typeface="Arial" panose="020B0604020202020204" pitchFamily="34" charset="0"/>
              </a:defRPr>
            </a:lvl4pPr>
            <a:lvl5pPr marL="2057400" indent="-228600">
              <a:spcBef>
                <a:spcPct val="20000"/>
              </a:spcBef>
              <a:buClr>
                <a:srgbClr val="FF9900"/>
              </a:buClr>
              <a:buChar char="»"/>
              <a:defRPr sz="2000" b="1">
                <a:solidFill>
                  <a:srgbClr val="01035B"/>
                </a:solidFill>
                <a:latin typeface="Arial" panose="020B0604020202020204" pitchFamily="34" charset="0"/>
              </a:defRPr>
            </a:lvl5pPr>
            <a:lvl6pPr marL="25146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6pPr>
            <a:lvl7pPr marL="29718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7pPr>
            <a:lvl8pPr marL="34290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8pPr>
            <a:lvl9pPr marL="38862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9pPr>
          </a:lstStyle>
          <a:p>
            <a:pPr marL="0" marR="0" lvl="0" indent="0" algn="ctr" defTabSz="812810" rtl="0" eaLnBrk="1" fontAlgn="auto" latinLnBrk="0" hangingPunct="1">
              <a:lnSpc>
                <a:spcPct val="100000"/>
              </a:lnSpc>
              <a:spcBef>
                <a:spcPct val="0"/>
              </a:spcBef>
              <a:spcAft>
                <a:spcPts val="0"/>
              </a:spcAft>
              <a:buClrTx/>
              <a:buSzTx/>
              <a:buFontTx/>
              <a:buNone/>
              <a:tabLst/>
              <a:defRPr/>
            </a:pPr>
            <a:r>
              <a:rPr kumimoji="0" lang="en-US" altLang="en-US" sz="2000" b="0" i="0" u="none" strike="noStrike" kern="1200" cap="none" spc="0" normalizeH="0" baseline="0" noProof="0">
                <a:ln>
                  <a:noFill/>
                </a:ln>
                <a:solidFill>
                  <a:srgbClr val="00274C"/>
                </a:solidFill>
                <a:effectLst/>
                <a:uLnTx/>
                <a:uFillTx/>
                <a:latin typeface="Arial" panose="020B0604020202020204" pitchFamily="34" charset="0"/>
                <a:ea typeface="+mn-ea"/>
                <a:cs typeface="Arial" panose="020B0604020202020204" pitchFamily="34" charset="0"/>
              </a:rPr>
              <a:t>Transportation</a:t>
            </a:r>
          </a:p>
          <a:p>
            <a:pPr marL="0" marR="0" lvl="0" indent="0" algn="ctr" defTabSz="812810" rtl="0" eaLnBrk="1" fontAlgn="auto" latinLnBrk="0" hangingPunct="1">
              <a:lnSpc>
                <a:spcPct val="100000"/>
              </a:lnSpc>
              <a:spcBef>
                <a:spcPct val="0"/>
              </a:spcBef>
              <a:spcAft>
                <a:spcPts val="0"/>
              </a:spcAft>
              <a:buClrTx/>
              <a:buSzTx/>
              <a:buFontTx/>
              <a:buNone/>
              <a:tabLst/>
              <a:defRPr/>
            </a:pPr>
            <a:r>
              <a:rPr kumimoji="0" lang="en-US" altLang="en-US" sz="2000" b="0" i="0" u="none" strike="noStrike" kern="1200" cap="none" spc="0" normalizeH="0" baseline="0" noProof="0">
                <a:ln>
                  <a:noFill/>
                </a:ln>
                <a:solidFill>
                  <a:srgbClr val="00274C"/>
                </a:solidFill>
                <a:effectLst/>
                <a:uLnTx/>
                <a:uFillTx/>
                <a:latin typeface="Arial" panose="020B0604020202020204" pitchFamily="34" charset="0"/>
                <a:ea typeface="+mn-ea"/>
                <a:cs typeface="Arial" panose="020B0604020202020204" pitchFamily="34" charset="0"/>
              </a:rPr>
              <a:t>Truck 3200 km            </a:t>
            </a:r>
          </a:p>
          <a:p>
            <a:pPr marL="0" marR="0" lvl="0" indent="0" algn="ctr" defTabSz="812810" rtl="0" eaLnBrk="1" fontAlgn="auto" latinLnBrk="0" hangingPunct="1">
              <a:lnSpc>
                <a:spcPct val="100000"/>
              </a:lnSpc>
              <a:spcBef>
                <a:spcPct val="0"/>
              </a:spcBef>
              <a:spcAft>
                <a:spcPts val="0"/>
              </a:spcAft>
              <a:buClrTx/>
              <a:buSzTx/>
              <a:buFontTx/>
              <a:buNone/>
              <a:tabLst/>
              <a:defRPr/>
            </a:pPr>
            <a:endParaRPr kumimoji="0" lang="en-US" altLang="en-US" sz="2000" b="0" i="0" u="none" strike="noStrike" kern="1200" cap="none" spc="0" normalizeH="0" baseline="0" noProof="0">
              <a:ln>
                <a:noFill/>
              </a:ln>
              <a:solidFill>
                <a:srgbClr val="00274C"/>
              </a:solidFill>
              <a:effectLst/>
              <a:uLnTx/>
              <a:uFillTx/>
              <a:latin typeface="Arial" panose="020B0604020202020204" pitchFamily="34" charset="0"/>
              <a:ea typeface="+mn-ea"/>
              <a:cs typeface="Arial" panose="020B0604020202020204" pitchFamily="34" charset="0"/>
            </a:endParaRPr>
          </a:p>
        </p:txBody>
      </p:sp>
      <p:sp>
        <p:nvSpPr>
          <p:cNvPr id="59" name="Text Box 41">
            <a:extLst>
              <a:ext uri="{FF2B5EF4-FFF2-40B4-BE49-F238E27FC236}">
                <a16:creationId xmlns:a16="http://schemas.microsoft.com/office/drawing/2014/main" id="{C63DDDA7-58F8-564F-A590-439A41E391D1}"/>
              </a:ext>
            </a:extLst>
          </p:cNvPr>
          <p:cNvSpPr txBox="1">
            <a:spLocks noChangeArrowheads="1"/>
          </p:cNvSpPr>
          <p:nvPr/>
        </p:nvSpPr>
        <p:spPr bwMode="auto">
          <a:xfrm>
            <a:off x="7605395" y="3877369"/>
            <a:ext cx="2082800" cy="1322387"/>
          </a:xfrm>
          <a:prstGeom prst="rect">
            <a:avLst/>
          </a:prstGeom>
          <a:solidFill>
            <a:schemeClr val="accent4">
              <a:alpha val="20000"/>
            </a:schemeClr>
          </a:solidFill>
          <a:ln w="9525">
            <a:noFill/>
            <a:miter lim="800000"/>
            <a:headEnd/>
            <a:tailEnd/>
          </a:ln>
        </p:spPr>
        <p:txBody>
          <a:bodyPr>
            <a:spAutoFit/>
          </a:bodyPr>
          <a:lstStyle>
            <a:lvl1pPr>
              <a:spcBef>
                <a:spcPct val="20000"/>
              </a:spcBef>
              <a:buClr>
                <a:srgbClr val="FF9900"/>
              </a:buClr>
              <a:buChar char="•"/>
              <a:defRPr sz="3200" b="1">
                <a:solidFill>
                  <a:srgbClr val="01035B"/>
                </a:solidFill>
                <a:latin typeface="Arial" panose="020B0604020202020204" pitchFamily="34" charset="0"/>
              </a:defRPr>
            </a:lvl1pPr>
            <a:lvl2pPr marL="742950" indent="-285750">
              <a:spcBef>
                <a:spcPct val="20000"/>
              </a:spcBef>
              <a:buClr>
                <a:srgbClr val="FF9900"/>
              </a:buClr>
              <a:buChar char="–"/>
              <a:defRPr sz="2800" b="1">
                <a:solidFill>
                  <a:srgbClr val="01035B"/>
                </a:solidFill>
                <a:latin typeface="Arial" panose="020B0604020202020204" pitchFamily="34" charset="0"/>
              </a:defRPr>
            </a:lvl2pPr>
            <a:lvl3pPr marL="1143000" indent="-228600">
              <a:spcBef>
                <a:spcPct val="20000"/>
              </a:spcBef>
              <a:buClr>
                <a:srgbClr val="FF9900"/>
              </a:buClr>
              <a:buChar char="•"/>
              <a:defRPr sz="2400" b="1">
                <a:solidFill>
                  <a:srgbClr val="01035B"/>
                </a:solidFill>
                <a:latin typeface="Arial" panose="020B0604020202020204" pitchFamily="34" charset="0"/>
              </a:defRPr>
            </a:lvl3pPr>
            <a:lvl4pPr marL="1600200" indent="-228600">
              <a:spcBef>
                <a:spcPct val="20000"/>
              </a:spcBef>
              <a:buClr>
                <a:srgbClr val="FF9900"/>
              </a:buClr>
              <a:buChar char="–"/>
              <a:defRPr sz="2000" b="1">
                <a:solidFill>
                  <a:srgbClr val="01035B"/>
                </a:solidFill>
                <a:latin typeface="Arial" panose="020B0604020202020204" pitchFamily="34" charset="0"/>
              </a:defRPr>
            </a:lvl4pPr>
            <a:lvl5pPr marL="2057400" indent="-228600">
              <a:spcBef>
                <a:spcPct val="20000"/>
              </a:spcBef>
              <a:buClr>
                <a:srgbClr val="FF9900"/>
              </a:buClr>
              <a:buChar char="»"/>
              <a:defRPr sz="2000" b="1">
                <a:solidFill>
                  <a:srgbClr val="01035B"/>
                </a:solidFill>
                <a:latin typeface="Arial" panose="020B0604020202020204" pitchFamily="34" charset="0"/>
              </a:defRPr>
            </a:lvl5pPr>
            <a:lvl6pPr marL="25146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6pPr>
            <a:lvl7pPr marL="29718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7pPr>
            <a:lvl8pPr marL="34290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8pPr>
            <a:lvl9pPr marL="38862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9pPr>
          </a:lstStyle>
          <a:p>
            <a:pPr marL="0" marR="0" lvl="0" indent="0" algn="ctr" defTabSz="812810" rtl="0" eaLnBrk="1" fontAlgn="auto" latinLnBrk="0" hangingPunct="1">
              <a:lnSpc>
                <a:spcPct val="100000"/>
              </a:lnSpc>
              <a:spcBef>
                <a:spcPct val="0"/>
              </a:spcBef>
              <a:spcAft>
                <a:spcPts val="0"/>
              </a:spcAft>
              <a:buClrTx/>
              <a:buSzTx/>
              <a:buFontTx/>
              <a:buNone/>
              <a:tabLst/>
              <a:defRPr/>
            </a:pPr>
            <a:r>
              <a:rPr kumimoji="0" lang="en-US" altLang="en-US" sz="2000" b="0" i="0" u="none" strike="noStrike" kern="1200" cap="none" spc="0" normalizeH="0" baseline="0" noProof="0">
                <a:ln>
                  <a:noFill/>
                </a:ln>
                <a:solidFill>
                  <a:srgbClr val="00274C"/>
                </a:solidFill>
                <a:effectLst/>
                <a:uLnTx/>
                <a:uFillTx/>
                <a:latin typeface="Arial" panose="020B0604020202020204" pitchFamily="34" charset="0"/>
                <a:ea typeface="+mn-ea"/>
                <a:cs typeface="Arial" panose="020B0604020202020204" pitchFamily="34" charset="0"/>
              </a:rPr>
              <a:t>Transportation</a:t>
            </a:r>
          </a:p>
          <a:p>
            <a:pPr marL="0" marR="0" lvl="0" indent="0" algn="ctr" defTabSz="812810" rtl="0" eaLnBrk="1" fontAlgn="auto" latinLnBrk="0" hangingPunct="1">
              <a:lnSpc>
                <a:spcPct val="100000"/>
              </a:lnSpc>
              <a:spcBef>
                <a:spcPct val="0"/>
              </a:spcBef>
              <a:spcAft>
                <a:spcPts val="0"/>
              </a:spcAft>
              <a:buClrTx/>
              <a:buSzTx/>
              <a:buFontTx/>
              <a:buNone/>
              <a:tabLst/>
              <a:defRPr/>
            </a:pPr>
            <a:r>
              <a:rPr kumimoji="0" lang="en-US" altLang="en-US" sz="2000" b="0" i="0" u="none" strike="noStrike" kern="1200" cap="none" spc="0" normalizeH="0" baseline="0" noProof="0">
                <a:ln>
                  <a:noFill/>
                </a:ln>
                <a:solidFill>
                  <a:srgbClr val="00274C"/>
                </a:solidFill>
                <a:effectLst/>
                <a:uLnTx/>
                <a:uFillTx/>
                <a:latin typeface="Arial" panose="020B0604020202020204" pitchFamily="34" charset="0"/>
                <a:ea typeface="+mn-ea"/>
                <a:cs typeface="Arial" panose="020B0604020202020204" pitchFamily="34" charset="0"/>
              </a:rPr>
              <a:t>Oceanic freight 10,000 km</a:t>
            </a:r>
          </a:p>
          <a:p>
            <a:pPr marL="0" marR="0" lvl="0" indent="0" algn="ctr" defTabSz="812810" rtl="0" eaLnBrk="1" fontAlgn="auto" latinLnBrk="0" hangingPunct="1">
              <a:lnSpc>
                <a:spcPct val="100000"/>
              </a:lnSpc>
              <a:spcBef>
                <a:spcPct val="0"/>
              </a:spcBef>
              <a:spcAft>
                <a:spcPts val="0"/>
              </a:spcAft>
              <a:buClrTx/>
              <a:buSzTx/>
              <a:buFontTx/>
              <a:buNone/>
              <a:tabLst/>
              <a:defRPr/>
            </a:pPr>
            <a:endParaRPr kumimoji="0" lang="en-US" altLang="en-US" sz="2000" b="0" i="0" u="none" strike="noStrike" kern="1200" cap="none" spc="0" normalizeH="0" baseline="0" noProof="0">
              <a:ln>
                <a:noFill/>
              </a:ln>
              <a:solidFill>
                <a:srgbClr val="00274C"/>
              </a:solidFill>
              <a:effectLst/>
              <a:uLnTx/>
              <a:uFillTx/>
              <a:latin typeface="Arial" panose="020B0604020202020204" pitchFamily="34" charset="0"/>
              <a:ea typeface="+mn-ea"/>
              <a:cs typeface="Arial" panose="020B0604020202020204" pitchFamily="34" charset="0"/>
            </a:endParaRPr>
          </a:p>
        </p:txBody>
      </p:sp>
      <p:cxnSp>
        <p:nvCxnSpPr>
          <p:cNvPr id="60" name="Straight Arrow Connector 13">
            <a:extLst>
              <a:ext uri="{FF2B5EF4-FFF2-40B4-BE49-F238E27FC236}">
                <a16:creationId xmlns:a16="http://schemas.microsoft.com/office/drawing/2014/main" id="{C26FDE61-5617-5140-BE35-FA691A1A7C0F}"/>
              </a:ext>
            </a:extLst>
          </p:cNvPr>
          <p:cNvCxnSpPr>
            <a:cxnSpLocks noChangeShapeType="1"/>
          </p:cNvCxnSpPr>
          <p:nvPr/>
        </p:nvCxnSpPr>
        <p:spPr bwMode="auto">
          <a:xfrm>
            <a:off x="6987858" y="4317037"/>
            <a:ext cx="617537" cy="0"/>
          </a:xfrm>
          <a:prstGeom prst="straightConnector1">
            <a:avLst/>
          </a:prstGeom>
          <a:noFill/>
          <a:ln w="28575" algn="ctr">
            <a:solidFill>
              <a:schemeClr val="accent1"/>
            </a:solidFill>
            <a:round/>
            <a:headEnd/>
            <a:tailEnd type="arrow" w="med" len="med"/>
          </a:ln>
          <a:effectLst/>
        </p:spPr>
      </p:cxnSp>
      <p:cxnSp>
        <p:nvCxnSpPr>
          <p:cNvPr id="62" name="Straight Arrow Connector 14">
            <a:extLst>
              <a:ext uri="{FF2B5EF4-FFF2-40B4-BE49-F238E27FC236}">
                <a16:creationId xmlns:a16="http://schemas.microsoft.com/office/drawing/2014/main" id="{783A27D6-CE93-244D-A2DA-20DD43B04E92}"/>
              </a:ext>
            </a:extLst>
          </p:cNvPr>
          <p:cNvCxnSpPr>
            <a:cxnSpLocks noChangeShapeType="1"/>
            <a:stCxn id="59" idx="0"/>
            <a:endCxn id="57" idx="2"/>
          </p:cNvCxnSpPr>
          <p:nvPr/>
        </p:nvCxnSpPr>
        <p:spPr bwMode="auto">
          <a:xfrm flipV="1">
            <a:off x="8646795" y="3493194"/>
            <a:ext cx="0" cy="384175"/>
          </a:xfrm>
          <a:prstGeom prst="straightConnector1">
            <a:avLst/>
          </a:prstGeom>
          <a:noFill/>
          <a:ln w="28575" algn="ctr">
            <a:solidFill>
              <a:schemeClr val="accent1"/>
            </a:solidFill>
            <a:round/>
            <a:headEnd/>
            <a:tailEnd type="arrow" w="med" len="med"/>
          </a:ln>
          <a:effectLst/>
        </p:spPr>
      </p:cxnSp>
      <p:cxnSp>
        <p:nvCxnSpPr>
          <p:cNvPr id="63" name="Elbow Connector 15">
            <a:extLst>
              <a:ext uri="{FF2B5EF4-FFF2-40B4-BE49-F238E27FC236}">
                <a16:creationId xmlns:a16="http://schemas.microsoft.com/office/drawing/2014/main" id="{E0E085A5-B312-1649-AA61-113BD2B94094}"/>
              </a:ext>
            </a:extLst>
          </p:cNvPr>
          <p:cNvCxnSpPr>
            <a:cxnSpLocks noChangeShapeType="1"/>
            <a:stCxn id="57" idx="3"/>
            <a:endCxn id="48" idx="0"/>
          </p:cNvCxnSpPr>
          <p:nvPr/>
        </p:nvCxnSpPr>
        <p:spPr bwMode="auto">
          <a:xfrm>
            <a:off x="9688195" y="2985194"/>
            <a:ext cx="1576387" cy="836612"/>
          </a:xfrm>
          <a:prstGeom prst="bentConnector2">
            <a:avLst/>
          </a:prstGeom>
          <a:noFill/>
          <a:ln w="28575" algn="ctr">
            <a:solidFill>
              <a:schemeClr val="accent1"/>
            </a:solidFill>
            <a:round/>
            <a:headEnd/>
            <a:tailEnd type="arrow" w="med" len="med"/>
          </a:ln>
          <a:effectLst/>
        </p:spPr>
      </p:cxnSp>
      <p:sp>
        <p:nvSpPr>
          <p:cNvPr id="64" name="Text Box 41">
            <a:extLst>
              <a:ext uri="{FF2B5EF4-FFF2-40B4-BE49-F238E27FC236}">
                <a16:creationId xmlns:a16="http://schemas.microsoft.com/office/drawing/2014/main" id="{F9BE2778-E588-2C4F-A55F-820739AF8991}"/>
              </a:ext>
            </a:extLst>
          </p:cNvPr>
          <p:cNvSpPr txBox="1">
            <a:spLocks noChangeArrowheads="1"/>
          </p:cNvSpPr>
          <p:nvPr/>
        </p:nvSpPr>
        <p:spPr bwMode="auto">
          <a:xfrm>
            <a:off x="5212365" y="5267266"/>
            <a:ext cx="1711325" cy="1016000"/>
          </a:xfrm>
          <a:prstGeom prst="rect">
            <a:avLst/>
          </a:prstGeom>
          <a:solidFill>
            <a:schemeClr val="accent4">
              <a:alpha val="20000"/>
            </a:schemeClr>
          </a:solidFill>
          <a:ln w="9525">
            <a:noFill/>
            <a:miter lim="800000"/>
            <a:headEnd/>
            <a:tailEnd/>
          </a:ln>
        </p:spPr>
        <p:txBody>
          <a:bodyPr>
            <a:spAutoFit/>
          </a:bodyPr>
          <a:lstStyle>
            <a:lvl1pPr>
              <a:spcBef>
                <a:spcPct val="20000"/>
              </a:spcBef>
              <a:buClr>
                <a:srgbClr val="FF9900"/>
              </a:buClr>
              <a:buChar char="•"/>
              <a:defRPr sz="3200" b="1">
                <a:solidFill>
                  <a:srgbClr val="01035B"/>
                </a:solidFill>
                <a:latin typeface="Arial" panose="020B0604020202020204" pitchFamily="34" charset="0"/>
              </a:defRPr>
            </a:lvl1pPr>
            <a:lvl2pPr marL="742950" indent="-285750">
              <a:spcBef>
                <a:spcPct val="20000"/>
              </a:spcBef>
              <a:buClr>
                <a:srgbClr val="FF9900"/>
              </a:buClr>
              <a:buChar char="–"/>
              <a:defRPr sz="2800" b="1">
                <a:solidFill>
                  <a:srgbClr val="01035B"/>
                </a:solidFill>
                <a:latin typeface="Arial" panose="020B0604020202020204" pitchFamily="34" charset="0"/>
              </a:defRPr>
            </a:lvl2pPr>
            <a:lvl3pPr marL="1143000" indent="-228600">
              <a:spcBef>
                <a:spcPct val="20000"/>
              </a:spcBef>
              <a:buClr>
                <a:srgbClr val="FF9900"/>
              </a:buClr>
              <a:buChar char="•"/>
              <a:defRPr sz="2400" b="1">
                <a:solidFill>
                  <a:srgbClr val="01035B"/>
                </a:solidFill>
                <a:latin typeface="Arial" panose="020B0604020202020204" pitchFamily="34" charset="0"/>
              </a:defRPr>
            </a:lvl3pPr>
            <a:lvl4pPr marL="1600200" indent="-228600">
              <a:spcBef>
                <a:spcPct val="20000"/>
              </a:spcBef>
              <a:buClr>
                <a:srgbClr val="FF9900"/>
              </a:buClr>
              <a:buChar char="–"/>
              <a:defRPr sz="2000" b="1">
                <a:solidFill>
                  <a:srgbClr val="01035B"/>
                </a:solidFill>
                <a:latin typeface="Arial" panose="020B0604020202020204" pitchFamily="34" charset="0"/>
              </a:defRPr>
            </a:lvl4pPr>
            <a:lvl5pPr marL="2057400" indent="-228600">
              <a:spcBef>
                <a:spcPct val="20000"/>
              </a:spcBef>
              <a:buClr>
                <a:srgbClr val="FF9900"/>
              </a:buClr>
              <a:buChar char="»"/>
              <a:defRPr sz="2000" b="1">
                <a:solidFill>
                  <a:srgbClr val="01035B"/>
                </a:solidFill>
                <a:latin typeface="Arial" panose="020B0604020202020204" pitchFamily="34" charset="0"/>
              </a:defRPr>
            </a:lvl5pPr>
            <a:lvl6pPr marL="25146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6pPr>
            <a:lvl7pPr marL="29718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7pPr>
            <a:lvl8pPr marL="34290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8pPr>
            <a:lvl9pPr marL="38862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9pPr>
          </a:lstStyle>
          <a:p>
            <a:pPr marL="0" marR="0" lvl="0" indent="0" algn="ctr" defTabSz="812810" rtl="0" eaLnBrk="1" fontAlgn="auto" latinLnBrk="0" hangingPunct="1">
              <a:lnSpc>
                <a:spcPct val="100000"/>
              </a:lnSpc>
              <a:spcBef>
                <a:spcPct val="0"/>
              </a:spcBef>
              <a:spcAft>
                <a:spcPts val="0"/>
              </a:spcAft>
              <a:buClrTx/>
              <a:buSzTx/>
              <a:buFontTx/>
              <a:buNone/>
              <a:tabLst/>
              <a:defRPr/>
            </a:pPr>
            <a:r>
              <a:rPr kumimoji="0" lang="en-US" altLang="en-US" sz="2000" b="0" i="0" u="none" strike="noStrike" kern="1200" cap="none" spc="0" normalizeH="0" baseline="0" noProof="0" dirty="0">
                <a:ln>
                  <a:noFill/>
                </a:ln>
                <a:solidFill>
                  <a:srgbClr val="00274C"/>
                </a:solidFill>
                <a:effectLst/>
                <a:uLnTx/>
                <a:uFillTx/>
                <a:latin typeface="Arial" panose="020B0604020202020204" pitchFamily="34" charset="0"/>
                <a:ea typeface="+mn-ea"/>
                <a:cs typeface="Arial" panose="020B0604020202020204" pitchFamily="34" charset="0"/>
              </a:rPr>
              <a:t>Paper packaging</a:t>
            </a:r>
          </a:p>
          <a:p>
            <a:pPr marL="0" marR="0" lvl="0" indent="0" algn="ctr" defTabSz="812810" rtl="0" eaLnBrk="1" fontAlgn="auto" latinLnBrk="0" hangingPunct="1">
              <a:lnSpc>
                <a:spcPct val="100000"/>
              </a:lnSpc>
              <a:spcBef>
                <a:spcPct val="0"/>
              </a:spcBef>
              <a:spcAft>
                <a:spcPts val="0"/>
              </a:spcAft>
              <a:buClrTx/>
              <a:buSzTx/>
              <a:buFontTx/>
              <a:buNone/>
              <a:tabLst/>
              <a:defRPr/>
            </a:pPr>
            <a:endParaRPr kumimoji="0" lang="en-US" altLang="en-US" sz="2000" b="0" i="0" u="none" strike="noStrike" kern="1200" cap="none" spc="0" normalizeH="0" baseline="0" noProof="0" dirty="0">
              <a:ln>
                <a:noFill/>
              </a:ln>
              <a:solidFill>
                <a:srgbClr val="00274C"/>
              </a:solidFill>
              <a:effectLst/>
              <a:uLnTx/>
              <a:uFillTx/>
              <a:latin typeface="Arial" panose="020B0604020202020204" pitchFamily="34" charset="0"/>
              <a:ea typeface="+mn-ea"/>
              <a:cs typeface="Arial" panose="020B0604020202020204" pitchFamily="34" charset="0"/>
            </a:endParaRPr>
          </a:p>
        </p:txBody>
      </p:sp>
      <p:sp>
        <p:nvSpPr>
          <p:cNvPr id="65" name="Text Box 41">
            <a:extLst>
              <a:ext uri="{FF2B5EF4-FFF2-40B4-BE49-F238E27FC236}">
                <a16:creationId xmlns:a16="http://schemas.microsoft.com/office/drawing/2014/main" id="{24102F60-AED6-9941-A169-CA17821799F1}"/>
              </a:ext>
            </a:extLst>
          </p:cNvPr>
          <p:cNvSpPr txBox="1">
            <a:spLocks noChangeArrowheads="1"/>
          </p:cNvSpPr>
          <p:nvPr/>
        </p:nvSpPr>
        <p:spPr bwMode="auto">
          <a:xfrm>
            <a:off x="2311837" y="4072213"/>
            <a:ext cx="1711325" cy="708025"/>
          </a:xfrm>
          <a:prstGeom prst="rect">
            <a:avLst/>
          </a:prstGeom>
          <a:solidFill>
            <a:schemeClr val="accent4">
              <a:alpha val="20000"/>
            </a:schemeClr>
          </a:solidFill>
          <a:ln w="9525">
            <a:noFill/>
            <a:miter lim="800000"/>
            <a:headEnd/>
            <a:tailEnd/>
          </a:ln>
        </p:spPr>
        <p:txBody>
          <a:bodyPr>
            <a:spAutoFit/>
          </a:bodyPr>
          <a:lstStyle>
            <a:lvl1pPr>
              <a:spcBef>
                <a:spcPct val="20000"/>
              </a:spcBef>
              <a:buClr>
                <a:srgbClr val="FF9900"/>
              </a:buClr>
              <a:buChar char="•"/>
              <a:defRPr sz="3200" b="1">
                <a:solidFill>
                  <a:srgbClr val="01035B"/>
                </a:solidFill>
                <a:latin typeface="Arial" panose="020B0604020202020204" pitchFamily="34" charset="0"/>
              </a:defRPr>
            </a:lvl1pPr>
            <a:lvl2pPr marL="742950" indent="-285750">
              <a:spcBef>
                <a:spcPct val="20000"/>
              </a:spcBef>
              <a:buClr>
                <a:srgbClr val="FF9900"/>
              </a:buClr>
              <a:buChar char="–"/>
              <a:defRPr sz="2800" b="1">
                <a:solidFill>
                  <a:srgbClr val="01035B"/>
                </a:solidFill>
                <a:latin typeface="Arial" panose="020B0604020202020204" pitchFamily="34" charset="0"/>
              </a:defRPr>
            </a:lvl2pPr>
            <a:lvl3pPr marL="1143000" indent="-228600">
              <a:spcBef>
                <a:spcPct val="20000"/>
              </a:spcBef>
              <a:buClr>
                <a:srgbClr val="FF9900"/>
              </a:buClr>
              <a:buChar char="•"/>
              <a:defRPr sz="2400" b="1">
                <a:solidFill>
                  <a:srgbClr val="01035B"/>
                </a:solidFill>
                <a:latin typeface="Arial" panose="020B0604020202020204" pitchFamily="34" charset="0"/>
              </a:defRPr>
            </a:lvl3pPr>
            <a:lvl4pPr marL="1600200" indent="-228600">
              <a:spcBef>
                <a:spcPct val="20000"/>
              </a:spcBef>
              <a:buClr>
                <a:srgbClr val="FF9900"/>
              </a:buClr>
              <a:buChar char="–"/>
              <a:defRPr sz="2000" b="1">
                <a:solidFill>
                  <a:srgbClr val="01035B"/>
                </a:solidFill>
                <a:latin typeface="Arial" panose="020B0604020202020204" pitchFamily="34" charset="0"/>
              </a:defRPr>
            </a:lvl4pPr>
            <a:lvl5pPr marL="2057400" indent="-228600">
              <a:spcBef>
                <a:spcPct val="20000"/>
              </a:spcBef>
              <a:buClr>
                <a:srgbClr val="FF9900"/>
              </a:buClr>
              <a:buChar char="»"/>
              <a:defRPr sz="2000" b="1">
                <a:solidFill>
                  <a:srgbClr val="01035B"/>
                </a:solidFill>
                <a:latin typeface="Arial" panose="020B0604020202020204" pitchFamily="34" charset="0"/>
              </a:defRPr>
            </a:lvl5pPr>
            <a:lvl6pPr marL="25146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6pPr>
            <a:lvl7pPr marL="29718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7pPr>
            <a:lvl8pPr marL="34290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8pPr>
            <a:lvl9pPr marL="38862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9pPr>
          </a:lstStyle>
          <a:p>
            <a:pPr marL="0" marR="0" lvl="0" indent="0" algn="ctr" defTabSz="812810" rtl="0" eaLnBrk="1" fontAlgn="auto" latinLnBrk="0" hangingPunct="1">
              <a:lnSpc>
                <a:spcPct val="100000"/>
              </a:lnSpc>
              <a:spcBef>
                <a:spcPct val="0"/>
              </a:spcBef>
              <a:spcAft>
                <a:spcPts val="0"/>
              </a:spcAft>
              <a:buClrTx/>
              <a:buSzTx/>
              <a:buFontTx/>
              <a:buNone/>
              <a:tabLst/>
              <a:defRPr/>
            </a:pPr>
            <a:r>
              <a:rPr kumimoji="0" lang="en-US" altLang="en-US" sz="2000" b="0" i="0" u="none" strike="noStrike" kern="1200" cap="none" spc="0" normalizeH="0" baseline="0" noProof="0" dirty="0">
                <a:ln>
                  <a:noFill/>
                </a:ln>
                <a:solidFill>
                  <a:srgbClr val="00274C"/>
                </a:solidFill>
                <a:effectLst/>
                <a:uLnTx/>
                <a:uFillTx/>
                <a:latin typeface="Arial" panose="020B0604020202020204" pitchFamily="34" charset="0"/>
                <a:ea typeface="+mn-ea"/>
                <a:cs typeface="Arial" panose="020B0604020202020204" pitchFamily="34" charset="0"/>
              </a:rPr>
              <a:t>Aluminum</a:t>
            </a:r>
          </a:p>
          <a:p>
            <a:pPr marL="0" marR="0" lvl="0" indent="0" algn="ctr" defTabSz="812810" rtl="0" eaLnBrk="1" fontAlgn="auto" latinLnBrk="0" hangingPunct="1">
              <a:lnSpc>
                <a:spcPct val="100000"/>
              </a:lnSpc>
              <a:spcBef>
                <a:spcPct val="0"/>
              </a:spcBef>
              <a:spcAft>
                <a:spcPts val="0"/>
              </a:spcAft>
              <a:buClrTx/>
              <a:buSzTx/>
              <a:buFontTx/>
              <a:buNone/>
              <a:tabLst/>
              <a:defRPr/>
            </a:pPr>
            <a:endParaRPr kumimoji="0" lang="en-US" altLang="en-US" sz="2000" b="0" i="0" u="none" strike="noStrike" kern="1200" cap="none" spc="0" normalizeH="0" baseline="0" noProof="0" dirty="0">
              <a:ln>
                <a:noFill/>
              </a:ln>
              <a:solidFill>
                <a:srgbClr val="00274C"/>
              </a:solidFill>
              <a:effectLst/>
              <a:uLnTx/>
              <a:uFillTx/>
              <a:latin typeface="Arial" panose="020B0604020202020204" pitchFamily="34" charset="0"/>
              <a:ea typeface="+mn-ea"/>
              <a:cs typeface="Arial" panose="020B0604020202020204" pitchFamily="34" charset="0"/>
            </a:endParaRPr>
          </a:p>
        </p:txBody>
      </p:sp>
      <p:sp>
        <p:nvSpPr>
          <p:cNvPr id="66" name="Text Box 41">
            <a:extLst>
              <a:ext uri="{FF2B5EF4-FFF2-40B4-BE49-F238E27FC236}">
                <a16:creationId xmlns:a16="http://schemas.microsoft.com/office/drawing/2014/main" id="{C39B93DC-E94B-A34B-808C-8B9423E1326E}"/>
              </a:ext>
            </a:extLst>
          </p:cNvPr>
          <p:cNvSpPr txBox="1">
            <a:spLocks noChangeArrowheads="1"/>
          </p:cNvSpPr>
          <p:nvPr/>
        </p:nvSpPr>
        <p:spPr bwMode="auto">
          <a:xfrm>
            <a:off x="2283262" y="3158649"/>
            <a:ext cx="1709738" cy="708025"/>
          </a:xfrm>
          <a:prstGeom prst="rect">
            <a:avLst/>
          </a:prstGeom>
          <a:solidFill>
            <a:schemeClr val="accent4">
              <a:alpha val="20000"/>
            </a:schemeClr>
          </a:solidFill>
          <a:ln w="9525">
            <a:noFill/>
            <a:miter lim="800000"/>
            <a:headEnd/>
            <a:tailEnd/>
          </a:ln>
        </p:spPr>
        <p:txBody>
          <a:bodyPr>
            <a:spAutoFit/>
          </a:bodyPr>
          <a:lstStyle>
            <a:lvl1pPr>
              <a:spcBef>
                <a:spcPct val="20000"/>
              </a:spcBef>
              <a:buClr>
                <a:srgbClr val="FF9900"/>
              </a:buClr>
              <a:buChar char="•"/>
              <a:defRPr sz="3200" b="1">
                <a:solidFill>
                  <a:srgbClr val="01035B"/>
                </a:solidFill>
                <a:latin typeface="Arial" panose="020B0604020202020204" pitchFamily="34" charset="0"/>
              </a:defRPr>
            </a:lvl1pPr>
            <a:lvl2pPr marL="742950" indent="-285750">
              <a:spcBef>
                <a:spcPct val="20000"/>
              </a:spcBef>
              <a:buClr>
                <a:srgbClr val="FF9900"/>
              </a:buClr>
              <a:buChar char="–"/>
              <a:defRPr sz="2800" b="1">
                <a:solidFill>
                  <a:srgbClr val="01035B"/>
                </a:solidFill>
                <a:latin typeface="Arial" panose="020B0604020202020204" pitchFamily="34" charset="0"/>
              </a:defRPr>
            </a:lvl2pPr>
            <a:lvl3pPr marL="1143000" indent="-228600">
              <a:spcBef>
                <a:spcPct val="20000"/>
              </a:spcBef>
              <a:buClr>
                <a:srgbClr val="FF9900"/>
              </a:buClr>
              <a:buChar char="•"/>
              <a:defRPr sz="2400" b="1">
                <a:solidFill>
                  <a:srgbClr val="01035B"/>
                </a:solidFill>
                <a:latin typeface="Arial" panose="020B0604020202020204" pitchFamily="34" charset="0"/>
              </a:defRPr>
            </a:lvl3pPr>
            <a:lvl4pPr marL="1600200" indent="-228600">
              <a:spcBef>
                <a:spcPct val="20000"/>
              </a:spcBef>
              <a:buClr>
                <a:srgbClr val="FF9900"/>
              </a:buClr>
              <a:buChar char="–"/>
              <a:defRPr sz="2000" b="1">
                <a:solidFill>
                  <a:srgbClr val="01035B"/>
                </a:solidFill>
                <a:latin typeface="Arial" panose="020B0604020202020204" pitchFamily="34" charset="0"/>
              </a:defRPr>
            </a:lvl4pPr>
            <a:lvl5pPr marL="2057400" indent="-228600">
              <a:spcBef>
                <a:spcPct val="20000"/>
              </a:spcBef>
              <a:buClr>
                <a:srgbClr val="FF9900"/>
              </a:buClr>
              <a:buChar char="»"/>
              <a:defRPr sz="2000" b="1">
                <a:solidFill>
                  <a:srgbClr val="01035B"/>
                </a:solidFill>
                <a:latin typeface="Arial" panose="020B0604020202020204" pitchFamily="34" charset="0"/>
              </a:defRPr>
            </a:lvl5pPr>
            <a:lvl6pPr marL="25146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6pPr>
            <a:lvl7pPr marL="29718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7pPr>
            <a:lvl8pPr marL="34290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8pPr>
            <a:lvl9pPr marL="38862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9pPr>
          </a:lstStyle>
          <a:p>
            <a:pPr marL="0" marR="0" lvl="0" indent="0" algn="ctr" defTabSz="812810" rtl="0" eaLnBrk="1" fontAlgn="auto" latinLnBrk="0" hangingPunct="1">
              <a:lnSpc>
                <a:spcPct val="100000"/>
              </a:lnSpc>
              <a:spcBef>
                <a:spcPct val="0"/>
              </a:spcBef>
              <a:spcAft>
                <a:spcPts val="0"/>
              </a:spcAft>
              <a:buClrTx/>
              <a:buSzTx/>
              <a:buFontTx/>
              <a:buNone/>
              <a:tabLst/>
              <a:defRPr/>
            </a:pPr>
            <a:r>
              <a:rPr kumimoji="0" lang="en-US" altLang="en-US" sz="2000" b="0" i="0" u="none" strike="noStrike" kern="1200" cap="none" spc="0" normalizeH="0" baseline="0" noProof="0">
                <a:ln>
                  <a:noFill/>
                </a:ln>
                <a:solidFill>
                  <a:srgbClr val="00274C"/>
                </a:solidFill>
                <a:effectLst/>
                <a:uLnTx/>
                <a:uFillTx/>
                <a:latin typeface="Arial" panose="020B0604020202020204" pitchFamily="34" charset="0"/>
                <a:ea typeface="+mn-ea"/>
                <a:cs typeface="Arial" panose="020B0604020202020204" pitchFamily="34" charset="0"/>
              </a:rPr>
              <a:t>Glass</a:t>
            </a:r>
          </a:p>
          <a:p>
            <a:pPr marL="0" marR="0" lvl="0" indent="0" algn="ctr" defTabSz="812810" rtl="0" eaLnBrk="1" fontAlgn="auto" latinLnBrk="0" hangingPunct="1">
              <a:lnSpc>
                <a:spcPct val="100000"/>
              </a:lnSpc>
              <a:spcBef>
                <a:spcPct val="0"/>
              </a:spcBef>
              <a:spcAft>
                <a:spcPts val="0"/>
              </a:spcAft>
              <a:buClrTx/>
              <a:buSzTx/>
              <a:buFontTx/>
              <a:buNone/>
              <a:tabLst/>
              <a:defRPr/>
            </a:pPr>
            <a:endParaRPr kumimoji="0" lang="en-US" altLang="en-US" sz="2000" b="0" i="0" u="none" strike="noStrike" kern="1200" cap="none" spc="0" normalizeH="0" baseline="0" noProof="0">
              <a:ln>
                <a:noFill/>
              </a:ln>
              <a:solidFill>
                <a:srgbClr val="00274C"/>
              </a:solidFill>
              <a:effectLst/>
              <a:uLnTx/>
              <a:uFillTx/>
              <a:latin typeface="Arial" panose="020B0604020202020204" pitchFamily="34" charset="0"/>
              <a:ea typeface="+mn-ea"/>
              <a:cs typeface="Arial" panose="020B0604020202020204" pitchFamily="34" charset="0"/>
            </a:endParaRPr>
          </a:p>
        </p:txBody>
      </p:sp>
      <p:sp>
        <p:nvSpPr>
          <p:cNvPr id="67" name="Text Box 41">
            <a:extLst>
              <a:ext uri="{FF2B5EF4-FFF2-40B4-BE49-F238E27FC236}">
                <a16:creationId xmlns:a16="http://schemas.microsoft.com/office/drawing/2014/main" id="{D5CAE1EC-CEBF-4947-A1D8-648B5E62FADF}"/>
              </a:ext>
            </a:extLst>
          </p:cNvPr>
          <p:cNvSpPr txBox="1">
            <a:spLocks noChangeArrowheads="1"/>
          </p:cNvSpPr>
          <p:nvPr/>
        </p:nvSpPr>
        <p:spPr bwMode="auto">
          <a:xfrm>
            <a:off x="2283262" y="5140767"/>
            <a:ext cx="1709738" cy="708025"/>
          </a:xfrm>
          <a:prstGeom prst="rect">
            <a:avLst/>
          </a:prstGeom>
          <a:solidFill>
            <a:schemeClr val="accent4">
              <a:alpha val="20000"/>
            </a:schemeClr>
          </a:solidFill>
          <a:ln w="9525">
            <a:noFill/>
            <a:miter lim="800000"/>
            <a:headEnd/>
            <a:tailEnd/>
          </a:ln>
        </p:spPr>
        <p:txBody>
          <a:bodyPr>
            <a:spAutoFit/>
          </a:bodyPr>
          <a:lstStyle>
            <a:lvl1pPr>
              <a:spcBef>
                <a:spcPct val="20000"/>
              </a:spcBef>
              <a:buClr>
                <a:srgbClr val="FF9900"/>
              </a:buClr>
              <a:buChar char="•"/>
              <a:defRPr sz="3200" b="1">
                <a:solidFill>
                  <a:srgbClr val="01035B"/>
                </a:solidFill>
                <a:latin typeface="Arial" panose="020B0604020202020204" pitchFamily="34" charset="0"/>
              </a:defRPr>
            </a:lvl1pPr>
            <a:lvl2pPr marL="742950" indent="-285750">
              <a:spcBef>
                <a:spcPct val="20000"/>
              </a:spcBef>
              <a:buClr>
                <a:srgbClr val="FF9900"/>
              </a:buClr>
              <a:buChar char="–"/>
              <a:defRPr sz="2800" b="1">
                <a:solidFill>
                  <a:srgbClr val="01035B"/>
                </a:solidFill>
                <a:latin typeface="Arial" panose="020B0604020202020204" pitchFamily="34" charset="0"/>
              </a:defRPr>
            </a:lvl2pPr>
            <a:lvl3pPr marL="1143000" indent="-228600">
              <a:spcBef>
                <a:spcPct val="20000"/>
              </a:spcBef>
              <a:buClr>
                <a:srgbClr val="FF9900"/>
              </a:buClr>
              <a:buChar char="•"/>
              <a:defRPr sz="2400" b="1">
                <a:solidFill>
                  <a:srgbClr val="01035B"/>
                </a:solidFill>
                <a:latin typeface="Arial" panose="020B0604020202020204" pitchFamily="34" charset="0"/>
              </a:defRPr>
            </a:lvl3pPr>
            <a:lvl4pPr marL="1600200" indent="-228600">
              <a:spcBef>
                <a:spcPct val="20000"/>
              </a:spcBef>
              <a:buClr>
                <a:srgbClr val="FF9900"/>
              </a:buClr>
              <a:buChar char="–"/>
              <a:defRPr sz="2000" b="1">
                <a:solidFill>
                  <a:srgbClr val="01035B"/>
                </a:solidFill>
                <a:latin typeface="Arial" panose="020B0604020202020204" pitchFamily="34" charset="0"/>
              </a:defRPr>
            </a:lvl4pPr>
            <a:lvl5pPr marL="2057400" indent="-228600">
              <a:spcBef>
                <a:spcPct val="20000"/>
              </a:spcBef>
              <a:buClr>
                <a:srgbClr val="FF9900"/>
              </a:buClr>
              <a:buChar char="»"/>
              <a:defRPr sz="2000" b="1">
                <a:solidFill>
                  <a:srgbClr val="01035B"/>
                </a:solidFill>
                <a:latin typeface="Arial" panose="020B0604020202020204" pitchFamily="34" charset="0"/>
              </a:defRPr>
            </a:lvl5pPr>
            <a:lvl6pPr marL="25146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6pPr>
            <a:lvl7pPr marL="29718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7pPr>
            <a:lvl8pPr marL="34290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8pPr>
            <a:lvl9pPr marL="38862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9pPr>
          </a:lstStyle>
          <a:p>
            <a:pPr marL="0" marR="0" lvl="0" indent="0" algn="ctr" defTabSz="812810" rtl="0" eaLnBrk="1" fontAlgn="auto" latinLnBrk="0" hangingPunct="1">
              <a:lnSpc>
                <a:spcPct val="100000"/>
              </a:lnSpc>
              <a:spcBef>
                <a:spcPct val="0"/>
              </a:spcBef>
              <a:spcAft>
                <a:spcPts val="0"/>
              </a:spcAft>
              <a:buClrTx/>
              <a:buSzTx/>
              <a:buFontTx/>
              <a:buNone/>
              <a:tabLst/>
              <a:defRPr/>
            </a:pPr>
            <a:r>
              <a:rPr kumimoji="0" lang="en-US" altLang="en-US" sz="2000" b="0" i="0" u="none" strike="noStrike" kern="1200" cap="none" spc="0" normalizeH="0" baseline="0" noProof="0" dirty="0">
                <a:ln>
                  <a:noFill/>
                </a:ln>
                <a:solidFill>
                  <a:srgbClr val="00274C"/>
                </a:solidFill>
                <a:effectLst/>
                <a:uLnTx/>
                <a:uFillTx/>
                <a:latin typeface="Arial" panose="020B0604020202020204" pitchFamily="34" charset="0"/>
                <a:ea typeface="+mn-ea"/>
                <a:cs typeface="Arial" panose="020B0604020202020204" pitchFamily="34" charset="0"/>
              </a:rPr>
              <a:t>Tungsten</a:t>
            </a:r>
          </a:p>
          <a:p>
            <a:pPr marL="0" marR="0" lvl="0" indent="0" algn="ctr" defTabSz="812810" rtl="0" eaLnBrk="1" fontAlgn="auto" latinLnBrk="0" hangingPunct="1">
              <a:lnSpc>
                <a:spcPct val="100000"/>
              </a:lnSpc>
              <a:spcBef>
                <a:spcPct val="0"/>
              </a:spcBef>
              <a:spcAft>
                <a:spcPts val="0"/>
              </a:spcAft>
              <a:buClrTx/>
              <a:buSzTx/>
              <a:buFontTx/>
              <a:buNone/>
              <a:tabLst/>
              <a:defRPr/>
            </a:pPr>
            <a:endParaRPr kumimoji="0" lang="en-US" altLang="en-US" sz="2000" b="0" i="0" u="none" strike="noStrike" kern="1200" cap="none" spc="0" normalizeH="0" baseline="0" noProof="0" dirty="0">
              <a:ln>
                <a:noFill/>
              </a:ln>
              <a:solidFill>
                <a:srgbClr val="00274C"/>
              </a:solidFill>
              <a:effectLst/>
              <a:uLnTx/>
              <a:uFillTx/>
              <a:latin typeface="Arial" panose="020B0604020202020204" pitchFamily="34" charset="0"/>
              <a:ea typeface="+mn-ea"/>
              <a:cs typeface="Arial" panose="020B0604020202020204" pitchFamily="34" charset="0"/>
            </a:endParaRPr>
          </a:p>
        </p:txBody>
      </p:sp>
      <p:cxnSp>
        <p:nvCxnSpPr>
          <p:cNvPr id="68" name="Straight Arrow Connector 22">
            <a:extLst>
              <a:ext uri="{FF2B5EF4-FFF2-40B4-BE49-F238E27FC236}">
                <a16:creationId xmlns:a16="http://schemas.microsoft.com/office/drawing/2014/main" id="{21306E63-F609-A843-908F-2B2723B385EB}"/>
              </a:ext>
            </a:extLst>
          </p:cNvPr>
          <p:cNvCxnSpPr>
            <a:cxnSpLocks noChangeShapeType="1"/>
            <a:stCxn id="64" idx="0"/>
          </p:cNvCxnSpPr>
          <p:nvPr/>
        </p:nvCxnSpPr>
        <p:spPr bwMode="auto">
          <a:xfrm flipV="1">
            <a:off x="6068028" y="4670980"/>
            <a:ext cx="0" cy="596286"/>
          </a:xfrm>
          <a:prstGeom prst="straightConnector1">
            <a:avLst/>
          </a:prstGeom>
          <a:noFill/>
          <a:ln w="28575" algn="ctr">
            <a:solidFill>
              <a:schemeClr val="accent1"/>
            </a:solidFill>
            <a:round/>
            <a:headEnd/>
            <a:tailEnd type="arrow" w="med" len="med"/>
          </a:ln>
        </p:spPr>
      </p:cxnSp>
      <p:cxnSp>
        <p:nvCxnSpPr>
          <p:cNvPr id="70" name="Elbow Connector 28">
            <a:extLst>
              <a:ext uri="{FF2B5EF4-FFF2-40B4-BE49-F238E27FC236}">
                <a16:creationId xmlns:a16="http://schemas.microsoft.com/office/drawing/2014/main" id="{AE2FCF28-3F5B-FC4D-9CB7-EA5FA8C1FCED}"/>
              </a:ext>
            </a:extLst>
          </p:cNvPr>
          <p:cNvCxnSpPr>
            <a:cxnSpLocks noChangeShapeType="1"/>
          </p:cNvCxnSpPr>
          <p:nvPr/>
        </p:nvCxnSpPr>
        <p:spPr bwMode="auto">
          <a:xfrm>
            <a:off x="3993000" y="3304775"/>
            <a:ext cx="898525" cy="1131719"/>
          </a:xfrm>
          <a:prstGeom prst="bentConnector3">
            <a:avLst>
              <a:gd name="adj1" fmla="val 50000"/>
            </a:avLst>
          </a:prstGeom>
          <a:noFill/>
          <a:ln w="28575" algn="ctr">
            <a:solidFill>
              <a:schemeClr val="accent1"/>
            </a:solidFill>
            <a:round/>
            <a:headEnd/>
            <a:tailEnd type="arrow" w="med" len="med"/>
          </a:ln>
          <a:effectLst/>
        </p:spPr>
      </p:cxnSp>
      <p:cxnSp>
        <p:nvCxnSpPr>
          <p:cNvPr id="72" name="Straight Arrow Connector 39">
            <a:extLst>
              <a:ext uri="{FF2B5EF4-FFF2-40B4-BE49-F238E27FC236}">
                <a16:creationId xmlns:a16="http://schemas.microsoft.com/office/drawing/2014/main" id="{B5D8D3F6-DA11-284E-9AA9-86D5FBC4F8E0}"/>
              </a:ext>
            </a:extLst>
          </p:cNvPr>
          <p:cNvCxnSpPr>
            <a:cxnSpLocks noChangeShapeType="1"/>
            <a:stCxn id="48" idx="3"/>
            <a:endCxn id="73" idx="1"/>
          </p:cNvCxnSpPr>
          <p:nvPr/>
        </p:nvCxnSpPr>
        <p:spPr bwMode="auto">
          <a:xfrm>
            <a:off x="12225018" y="4329638"/>
            <a:ext cx="382839" cy="6518"/>
          </a:xfrm>
          <a:prstGeom prst="straightConnector1">
            <a:avLst/>
          </a:prstGeom>
          <a:noFill/>
          <a:ln w="28575" algn="ctr">
            <a:solidFill>
              <a:schemeClr val="accent1"/>
            </a:solidFill>
            <a:round/>
            <a:headEnd/>
            <a:tailEnd type="arrow" w="med" len="med"/>
          </a:ln>
          <a:effectLst/>
        </p:spPr>
      </p:cxnSp>
      <p:sp>
        <p:nvSpPr>
          <p:cNvPr id="73" name="Text Box 41">
            <a:extLst>
              <a:ext uri="{FF2B5EF4-FFF2-40B4-BE49-F238E27FC236}">
                <a16:creationId xmlns:a16="http://schemas.microsoft.com/office/drawing/2014/main" id="{96522511-0F0A-8B45-8BF7-F6C17B2BDF11}"/>
              </a:ext>
            </a:extLst>
          </p:cNvPr>
          <p:cNvSpPr txBox="1">
            <a:spLocks noChangeArrowheads="1"/>
          </p:cNvSpPr>
          <p:nvPr/>
        </p:nvSpPr>
        <p:spPr bwMode="auto">
          <a:xfrm>
            <a:off x="12607857" y="3828156"/>
            <a:ext cx="1490663" cy="1016000"/>
          </a:xfrm>
          <a:prstGeom prst="rect">
            <a:avLst/>
          </a:prstGeom>
          <a:solidFill>
            <a:schemeClr val="accent4">
              <a:alpha val="20000"/>
            </a:schemeClr>
          </a:solidFill>
          <a:ln w="9525">
            <a:noFill/>
            <a:miter lim="800000"/>
            <a:headEnd/>
            <a:tailEnd/>
          </a:ln>
        </p:spPr>
        <p:txBody>
          <a:bodyPr>
            <a:spAutoFit/>
          </a:bodyPr>
          <a:lstStyle>
            <a:lvl1pPr>
              <a:spcBef>
                <a:spcPct val="20000"/>
              </a:spcBef>
              <a:buClr>
                <a:srgbClr val="FF9900"/>
              </a:buClr>
              <a:buChar char="•"/>
              <a:defRPr sz="3200" b="1">
                <a:solidFill>
                  <a:srgbClr val="01035B"/>
                </a:solidFill>
                <a:latin typeface="Arial" panose="020B0604020202020204" pitchFamily="34" charset="0"/>
              </a:defRPr>
            </a:lvl1pPr>
            <a:lvl2pPr marL="742950" indent="-285750">
              <a:spcBef>
                <a:spcPct val="20000"/>
              </a:spcBef>
              <a:buClr>
                <a:srgbClr val="FF9900"/>
              </a:buClr>
              <a:buChar char="–"/>
              <a:defRPr sz="2800" b="1">
                <a:solidFill>
                  <a:srgbClr val="01035B"/>
                </a:solidFill>
                <a:latin typeface="Arial" panose="020B0604020202020204" pitchFamily="34" charset="0"/>
              </a:defRPr>
            </a:lvl2pPr>
            <a:lvl3pPr marL="1143000" indent="-228600">
              <a:spcBef>
                <a:spcPct val="20000"/>
              </a:spcBef>
              <a:buClr>
                <a:srgbClr val="FF9900"/>
              </a:buClr>
              <a:buChar char="•"/>
              <a:defRPr sz="2400" b="1">
                <a:solidFill>
                  <a:srgbClr val="01035B"/>
                </a:solidFill>
                <a:latin typeface="Arial" panose="020B0604020202020204" pitchFamily="34" charset="0"/>
              </a:defRPr>
            </a:lvl3pPr>
            <a:lvl4pPr marL="1600200" indent="-228600">
              <a:spcBef>
                <a:spcPct val="20000"/>
              </a:spcBef>
              <a:buClr>
                <a:srgbClr val="FF9900"/>
              </a:buClr>
              <a:buChar char="–"/>
              <a:defRPr sz="2000" b="1">
                <a:solidFill>
                  <a:srgbClr val="01035B"/>
                </a:solidFill>
                <a:latin typeface="Arial" panose="020B0604020202020204" pitchFamily="34" charset="0"/>
              </a:defRPr>
            </a:lvl4pPr>
            <a:lvl5pPr marL="2057400" indent="-228600">
              <a:spcBef>
                <a:spcPct val="20000"/>
              </a:spcBef>
              <a:buClr>
                <a:srgbClr val="FF9900"/>
              </a:buClr>
              <a:buChar char="»"/>
              <a:defRPr sz="2000" b="1">
                <a:solidFill>
                  <a:srgbClr val="01035B"/>
                </a:solidFill>
                <a:latin typeface="Arial" panose="020B0604020202020204" pitchFamily="34" charset="0"/>
              </a:defRPr>
            </a:lvl5pPr>
            <a:lvl6pPr marL="25146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6pPr>
            <a:lvl7pPr marL="29718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7pPr>
            <a:lvl8pPr marL="34290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8pPr>
            <a:lvl9pPr marL="38862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9pPr>
          </a:lstStyle>
          <a:p>
            <a:pPr marL="0" marR="0" lvl="0" indent="0" algn="ctr" defTabSz="812810" rtl="0" eaLnBrk="1" fontAlgn="auto" latinLnBrk="0" hangingPunct="1">
              <a:lnSpc>
                <a:spcPct val="100000"/>
              </a:lnSpc>
              <a:spcBef>
                <a:spcPct val="0"/>
              </a:spcBef>
              <a:spcAft>
                <a:spcPts val="0"/>
              </a:spcAft>
              <a:buClrTx/>
              <a:buSzTx/>
              <a:buFontTx/>
              <a:buNone/>
              <a:tabLst/>
              <a:defRPr/>
            </a:pPr>
            <a:r>
              <a:rPr kumimoji="0" lang="en-US" altLang="en-US" sz="2000" b="0" i="0" u="none" strike="noStrike" kern="1200" cap="none" spc="0" normalizeH="0" baseline="0" noProof="0" dirty="0">
                <a:ln>
                  <a:noFill/>
                </a:ln>
                <a:solidFill>
                  <a:srgbClr val="00274C"/>
                </a:solidFill>
                <a:effectLst/>
                <a:uLnTx/>
                <a:uFillTx/>
                <a:latin typeface="Arial" panose="020B0604020202020204" pitchFamily="34" charset="0"/>
                <a:ea typeface="+mn-ea"/>
                <a:cs typeface="Arial" panose="020B0604020202020204" pitchFamily="34" charset="0"/>
              </a:rPr>
              <a:t>Bulbs to </a:t>
            </a:r>
          </a:p>
          <a:p>
            <a:pPr marL="0" marR="0" lvl="0" indent="0" algn="ctr" defTabSz="812810" rtl="0" eaLnBrk="1" fontAlgn="auto" latinLnBrk="0" hangingPunct="1">
              <a:lnSpc>
                <a:spcPct val="100000"/>
              </a:lnSpc>
              <a:spcBef>
                <a:spcPct val="0"/>
              </a:spcBef>
              <a:spcAft>
                <a:spcPts val="0"/>
              </a:spcAft>
              <a:buClrTx/>
              <a:buSzTx/>
              <a:buFontTx/>
              <a:buNone/>
              <a:tabLst/>
              <a:defRPr/>
            </a:pPr>
            <a:r>
              <a:rPr kumimoji="0" lang="en-US" altLang="en-US" sz="2000" b="0" i="0" u="none" strike="noStrike" kern="1200" cap="none" spc="0" normalizeH="0" baseline="0" noProof="0" dirty="0">
                <a:ln>
                  <a:noFill/>
                </a:ln>
                <a:solidFill>
                  <a:srgbClr val="00274C"/>
                </a:solidFill>
                <a:effectLst/>
                <a:uLnTx/>
                <a:uFillTx/>
                <a:latin typeface="Arial" panose="020B0604020202020204" pitchFamily="34" charset="0"/>
                <a:ea typeface="+mn-ea"/>
                <a:cs typeface="Arial" panose="020B0604020202020204" pitchFamily="34" charset="0"/>
              </a:rPr>
              <a:t>Landfill</a:t>
            </a:r>
          </a:p>
          <a:p>
            <a:pPr marL="0" marR="0" lvl="0" indent="0" algn="ctr" defTabSz="812810" rtl="0" eaLnBrk="1" fontAlgn="auto" latinLnBrk="0" hangingPunct="1">
              <a:lnSpc>
                <a:spcPct val="100000"/>
              </a:lnSpc>
              <a:spcBef>
                <a:spcPct val="0"/>
              </a:spcBef>
              <a:spcAft>
                <a:spcPts val="0"/>
              </a:spcAft>
              <a:buClrTx/>
              <a:buSzTx/>
              <a:buFontTx/>
              <a:buNone/>
              <a:tabLst/>
              <a:defRPr/>
            </a:pPr>
            <a:endParaRPr kumimoji="0" lang="en-US" altLang="en-US" sz="2000" b="0" i="0" u="none" strike="noStrike" kern="1200" cap="none" spc="0" normalizeH="0" baseline="0" noProof="0" dirty="0">
              <a:ln>
                <a:noFill/>
              </a:ln>
              <a:solidFill>
                <a:srgbClr val="00274C"/>
              </a:solidFill>
              <a:effectLst/>
              <a:uLnTx/>
              <a:uFillTx/>
              <a:latin typeface="Arial" panose="020B0604020202020204" pitchFamily="34" charset="0"/>
              <a:ea typeface="+mn-ea"/>
              <a:cs typeface="Arial" panose="020B0604020202020204" pitchFamily="34" charset="0"/>
            </a:endParaRPr>
          </a:p>
        </p:txBody>
      </p:sp>
      <p:sp>
        <p:nvSpPr>
          <p:cNvPr id="74" name="Text Box 41">
            <a:extLst>
              <a:ext uri="{FF2B5EF4-FFF2-40B4-BE49-F238E27FC236}">
                <a16:creationId xmlns:a16="http://schemas.microsoft.com/office/drawing/2014/main" id="{6049ED45-6AEA-7B4A-A099-204CE6F22828}"/>
              </a:ext>
            </a:extLst>
          </p:cNvPr>
          <p:cNvSpPr txBox="1">
            <a:spLocks noChangeArrowheads="1"/>
          </p:cNvSpPr>
          <p:nvPr/>
        </p:nvSpPr>
        <p:spPr bwMode="auto">
          <a:xfrm>
            <a:off x="2283262" y="6032860"/>
            <a:ext cx="1709738" cy="708025"/>
          </a:xfrm>
          <a:prstGeom prst="rect">
            <a:avLst/>
          </a:prstGeom>
          <a:solidFill>
            <a:schemeClr val="accent4">
              <a:alpha val="20000"/>
            </a:schemeClr>
          </a:solidFill>
          <a:ln w="9525">
            <a:noFill/>
            <a:miter lim="800000"/>
            <a:headEnd/>
            <a:tailEnd/>
          </a:ln>
        </p:spPr>
        <p:txBody>
          <a:bodyPr>
            <a:spAutoFit/>
          </a:bodyPr>
          <a:lstStyle>
            <a:lvl1pPr>
              <a:spcBef>
                <a:spcPct val="20000"/>
              </a:spcBef>
              <a:buClr>
                <a:srgbClr val="FF9900"/>
              </a:buClr>
              <a:buChar char="•"/>
              <a:defRPr sz="3200" b="1">
                <a:solidFill>
                  <a:srgbClr val="01035B"/>
                </a:solidFill>
                <a:latin typeface="Arial" panose="020B0604020202020204" pitchFamily="34" charset="0"/>
              </a:defRPr>
            </a:lvl1pPr>
            <a:lvl2pPr marL="742950" indent="-285750">
              <a:spcBef>
                <a:spcPct val="20000"/>
              </a:spcBef>
              <a:buClr>
                <a:srgbClr val="FF9900"/>
              </a:buClr>
              <a:buChar char="–"/>
              <a:defRPr sz="2800" b="1">
                <a:solidFill>
                  <a:srgbClr val="01035B"/>
                </a:solidFill>
                <a:latin typeface="Arial" panose="020B0604020202020204" pitchFamily="34" charset="0"/>
              </a:defRPr>
            </a:lvl2pPr>
            <a:lvl3pPr marL="1143000" indent="-228600">
              <a:spcBef>
                <a:spcPct val="20000"/>
              </a:spcBef>
              <a:buClr>
                <a:srgbClr val="FF9900"/>
              </a:buClr>
              <a:buChar char="•"/>
              <a:defRPr sz="2400" b="1">
                <a:solidFill>
                  <a:srgbClr val="01035B"/>
                </a:solidFill>
                <a:latin typeface="Arial" panose="020B0604020202020204" pitchFamily="34" charset="0"/>
              </a:defRPr>
            </a:lvl3pPr>
            <a:lvl4pPr marL="1600200" indent="-228600">
              <a:spcBef>
                <a:spcPct val="20000"/>
              </a:spcBef>
              <a:buClr>
                <a:srgbClr val="FF9900"/>
              </a:buClr>
              <a:buChar char="–"/>
              <a:defRPr sz="2000" b="1">
                <a:solidFill>
                  <a:srgbClr val="01035B"/>
                </a:solidFill>
                <a:latin typeface="Arial" panose="020B0604020202020204" pitchFamily="34" charset="0"/>
              </a:defRPr>
            </a:lvl4pPr>
            <a:lvl5pPr marL="2057400" indent="-228600">
              <a:spcBef>
                <a:spcPct val="20000"/>
              </a:spcBef>
              <a:buClr>
                <a:srgbClr val="FF9900"/>
              </a:buClr>
              <a:buChar char="»"/>
              <a:defRPr sz="2000" b="1">
                <a:solidFill>
                  <a:srgbClr val="01035B"/>
                </a:solidFill>
                <a:latin typeface="Arial" panose="020B0604020202020204" pitchFamily="34" charset="0"/>
              </a:defRPr>
            </a:lvl5pPr>
            <a:lvl6pPr marL="25146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6pPr>
            <a:lvl7pPr marL="29718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7pPr>
            <a:lvl8pPr marL="34290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8pPr>
            <a:lvl9pPr marL="38862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9pPr>
          </a:lstStyle>
          <a:p>
            <a:pPr marL="0" marR="0" lvl="0" indent="0" algn="ctr" defTabSz="812810" rtl="0" eaLnBrk="1" fontAlgn="auto" latinLnBrk="0" hangingPunct="1">
              <a:lnSpc>
                <a:spcPct val="100000"/>
              </a:lnSpc>
              <a:spcBef>
                <a:spcPct val="0"/>
              </a:spcBef>
              <a:spcAft>
                <a:spcPts val="0"/>
              </a:spcAft>
              <a:buClrTx/>
              <a:buSzTx/>
              <a:buFontTx/>
              <a:buNone/>
              <a:tabLst/>
              <a:defRPr/>
            </a:pPr>
            <a:r>
              <a:rPr kumimoji="0" lang="en-US" altLang="en-US" sz="2000" b="0" i="0" u="none" strike="noStrike" kern="1200" cap="none" spc="0" normalizeH="0" baseline="0" noProof="0">
                <a:ln>
                  <a:noFill/>
                </a:ln>
                <a:solidFill>
                  <a:srgbClr val="00274C"/>
                </a:solidFill>
                <a:effectLst/>
                <a:uLnTx/>
                <a:uFillTx/>
                <a:latin typeface="Arial" panose="020B0604020202020204" pitchFamily="34" charset="0"/>
                <a:ea typeface="+mn-ea"/>
                <a:cs typeface="Arial" panose="020B0604020202020204" pitchFamily="34" charset="0"/>
              </a:rPr>
              <a:t>Energy</a:t>
            </a:r>
          </a:p>
          <a:p>
            <a:pPr marL="0" marR="0" lvl="0" indent="0" algn="ctr" defTabSz="812810" rtl="0" eaLnBrk="1" fontAlgn="auto" latinLnBrk="0" hangingPunct="1">
              <a:lnSpc>
                <a:spcPct val="100000"/>
              </a:lnSpc>
              <a:spcBef>
                <a:spcPct val="0"/>
              </a:spcBef>
              <a:spcAft>
                <a:spcPts val="0"/>
              </a:spcAft>
              <a:buClrTx/>
              <a:buSzTx/>
              <a:buFontTx/>
              <a:buNone/>
              <a:tabLst/>
              <a:defRPr/>
            </a:pPr>
            <a:endParaRPr kumimoji="0" lang="en-US" altLang="en-US" sz="2000" b="0" i="0" u="none" strike="noStrike" kern="1200" cap="none" spc="0" normalizeH="0" baseline="0" noProof="0">
              <a:ln>
                <a:noFill/>
              </a:ln>
              <a:solidFill>
                <a:srgbClr val="00274C"/>
              </a:solidFill>
              <a:effectLst/>
              <a:uLnTx/>
              <a:uFillTx/>
              <a:latin typeface="Arial" panose="020B0604020202020204" pitchFamily="34" charset="0"/>
              <a:ea typeface="+mn-ea"/>
              <a:cs typeface="Arial" panose="020B0604020202020204" pitchFamily="34" charset="0"/>
            </a:endParaRPr>
          </a:p>
        </p:txBody>
      </p:sp>
      <p:cxnSp>
        <p:nvCxnSpPr>
          <p:cNvPr id="75" name="Elbow Connector 45">
            <a:extLst>
              <a:ext uri="{FF2B5EF4-FFF2-40B4-BE49-F238E27FC236}">
                <a16:creationId xmlns:a16="http://schemas.microsoft.com/office/drawing/2014/main" id="{645E7D2C-8641-B643-9BB4-EC996002C823}"/>
              </a:ext>
            </a:extLst>
          </p:cNvPr>
          <p:cNvCxnSpPr>
            <a:cxnSpLocks noChangeShapeType="1"/>
            <a:stCxn id="74" idx="3"/>
          </p:cNvCxnSpPr>
          <p:nvPr/>
        </p:nvCxnSpPr>
        <p:spPr bwMode="auto">
          <a:xfrm flipV="1">
            <a:off x="3993000" y="4438842"/>
            <a:ext cx="898525" cy="1948031"/>
          </a:xfrm>
          <a:prstGeom prst="bentConnector3">
            <a:avLst>
              <a:gd name="adj1" fmla="val 50000"/>
            </a:avLst>
          </a:prstGeom>
          <a:noFill/>
          <a:ln w="28575" algn="ctr">
            <a:solidFill>
              <a:schemeClr val="accent1"/>
            </a:solidFill>
            <a:round/>
            <a:headEnd/>
            <a:tailEnd type="triangle" w="med" len="med"/>
          </a:ln>
        </p:spPr>
      </p:cxnSp>
      <p:cxnSp>
        <p:nvCxnSpPr>
          <p:cNvPr id="30" name="Straight Arrow Connector 39">
            <a:extLst>
              <a:ext uri="{FF2B5EF4-FFF2-40B4-BE49-F238E27FC236}">
                <a16:creationId xmlns:a16="http://schemas.microsoft.com/office/drawing/2014/main" id="{99174339-345F-6846-AC0E-9A35607F2B68}"/>
              </a:ext>
            </a:extLst>
          </p:cNvPr>
          <p:cNvCxnSpPr>
            <a:cxnSpLocks noChangeShapeType="1"/>
          </p:cNvCxnSpPr>
          <p:nvPr/>
        </p:nvCxnSpPr>
        <p:spPr bwMode="auto">
          <a:xfrm flipV="1">
            <a:off x="3993000" y="5539313"/>
            <a:ext cx="449429" cy="8106"/>
          </a:xfrm>
          <a:prstGeom prst="straightConnector1">
            <a:avLst/>
          </a:prstGeom>
          <a:noFill/>
          <a:ln w="28575" algn="ctr">
            <a:solidFill>
              <a:schemeClr val="accent1"/>
            </a:solidFill>
            <a:round/>
            <a:headEnd/>
            <a:tailEnd type="none" w="med" len="med"/>
          </a:ln>
          <a:effectLst/>
        </p:spPr>
      </p:cxnSp>
      <p:cxnSp>
        <p:nvCxnSpPr>
          <p:cNvPr id="31" name="Straight Arrow Connector 39">
            <a:extLst>
              <a:ext uri="{FF2B5EF4-FFF2-40B4-BE49-F238E27FC236}">
                <a16:creationId xmlns:a16="http://schemas.microsoft.com/office/drawing/2014/main" id="{045F45ED-AC85-7E42-A180-B5D21F31F461}"/>
              </a:ext>
            </a:extLst>
          </p:cNvPr>
          <p:cNvCxnSpPr>
            <a:cxnSpLocks noChangeShapeType="1"/>
          </p:cNvCxnSpPr>
          <p:nvPr/>
        </p:nvCxnSpPr>
        <p:spPr bwMode="auto">
          <a:xfrm>
            <a:off x="4026504" y="4442100"/>
            <a:ext cx="415925" cy="6350"/>
          </a:xfrm>
          <a:prstGeom prst="straightConnector1">
            <a:avLst/>
          </a:prstGeom>
          <a:noFill/>
          <a:ln w="28575" algn="ctr">
            <a:solidFill>
              <a:schemeClr val="accent1"/>
            </a:solidFill>
            <a:round/>
            <a:headEnd/>
            <a:tailEnd type="none" w="med" len="med"/>
          </a:ln>
          <a:effectLst/>
        </p:spPr>
      </p:cxnSp>
      <p:sp>
        <p:nvSpPr>
          <p:cNvPr id="24" name="TextBox 23">
            <a:extLst>
              <a:ext uri="{FF2B5EF4-FFF2-40B4-BE49-F238E27FC236}">
                <a16:creationId xmlns:a16="http://schemas.microsoft.com/office/drawing/2014/main" id="{31C6EF1E-388D-1048-B216-9126CEBE596A}"/>
              </a:ext>
            </a:extLst>
          </p:cNvPr>
          <p:cNvSpPr txBox="1"/>
          <p:nvPr/>
        </p:nvSpPr>
        <p:spPr>
          <a:xfrm>
            <a:off x="2276023" y="2131286"/>
            <a:ext cx="3433953" cy="400110"/>
          </a:xfrm>
          <a:prstGeom prst="rect">
            <a:avLst/>
          </a:prstGeom>
          <a:noFill/>
        </p:spPr>
        <p:txBody>
          <a:bodyPr wrap="none" rtlCol="0">
            <a:spAutoFit/>
          </a:bodyPr>
          <a:lstStyle/>
          <a:p>
            <a:pPr marL="0" marR="0" lvl="0" indent="0" algn="l" defTabSz="81281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srgbClr val="00274C"/>
                </a:solidFill>
                <a:effectLst/>
                <a:uLnTx/>
                <a:uFillTx/>
                <a:latin typeface="Arial" panose="020B0604020202020204"/>
                <a:ea typeface="+mn-ea"/>
                <a:cs typeface="+mn-cs"/>
              </a:rPr>
              <a:t>5 bulbs/FU x 20g Glass/Bulb</a:t>
            </a:r>
          </a:p>
        </p:txBody>
      </p:sp>
      <p:sp>
        <p:nvSpPr>
          <p:cNvPr id="26" name="TextBox 25">
            <a:extLst>
              <a:ext uri="{FF2B5EF4-FFF2-40B4-BE49-F238E27FC236}">
                <a16:creationId xmlns:a16="http://schemas.microsoft.com/office/drawing/2014/main" id="{502B94AB-1372-004B-9D08-37360754114D}"/>
              </a:ext>
            </a:extLst>
          </p:cNvPr>
          <p:cNvSpPr txBox="1"/>
          <p:nvPr/>
        </p:nvSpPr>
        <p:spPr>
          <a:xfrm>
            <a:off x="2276023" y="2544940"/>
            <a:ext cx="2114681" cy="400110"/>
          </a:xfrm>
          <a:prstGeom prst="rect">
            <a:avLst/>
          </a:prstGeom>
          <a:noFill/>
        </p:spPr>
        <p:txBody>
          <a:bodyPr wrap="none" rtlCol="0">
            <a:spAutoFit/>
          </a:bodyPr>
          <a:lstStyle/>
          <a:p>
            <a:pPr marL="0" marR="0" lvl="0" indent="0" algn="l" defTabSz="81281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srgbClr val="00274C"/>
                </a:solidFill>
                <a:effectLst/>
                <a:uLnTx/>
                <a:uFillTx/>
                <a:latin typeface="Arial" panose="020B0604020202020204"/>
                <a:ea typeface="+mn-ea"/>
                <a:cs typeface="+mn-cs"/>
              </a:rPr>
              <a:t>= 100g Glass/FU</a:t>
            </a:r>
          </a:p>
        </p:txBody>
      </p:sp>
      <p:sp>
        <p:nvSpPr>
          <p:cNvPr id="27" name="TextBox 26">
            <a:extLst>
              <a:ext uri="{FF2B5EF4-FFF2-40B4-BE49-F238E27FC236}">
                <a16:creationId xmlns:a16="http://schemas.microsoft.com/office/drawing/2014/main" id="{769DC7CA-C5AE-D840-B8F7-B82EF1071138}"/>
              </a:ext>
            </a:extLst>
          </p:cNvPr>
          <p:cNvSpPr txBox="1"/>
          <p:nvPr/>
        </p:nvSpPr>
        <p:spPr>
          <a:xfrm>
            <a:off x="2276023" y="6901406"/>
            <a:ext cx="4927952" cy="400110"/>
          </a:xfrm>
          <a:prstGeom prst="rect">
            <a:avLst/>
          </a:prstGeom>
          <a:noFill/>
        </p:spPr>
        <p:txBody>
          <a:bodyPr wrap="none" rtlCol="0">
            <a:spAutoFit/>
          </a:bodyPr>
          <a:lstStyle/>
          <a:p>
            <a:pPr marL="0" marR="0" lvl="0" indent="0" algn="l" defTabSz="81281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srgbClr val="00274C"/>
                </a:solidFill>
                <a:effectLst/>
                <a:uLnTx/>
                <a:uFillTx/>
                <a:latin typeface="Arial" panose="020B0604020202020204"/>
                <a:ea typeface="+mn-ea"/>
                <a:cs typeface="+mn-cs"/>
              </a:rPr>
              <a:t>5 bulbs/FU x 0.38MJ primary Energy/Bulb</a:t>
            </a:r>
          </a:p>
        </p:txBody>
      </p:sp>
      <p:sp>
        <p:nvSpPr>
          <p:cNvPr id="28" name="TextBox 27">
            <a:extLst>
              <a:ext uri="{FF2B5EF4-FFF2-40B4-BE49-F238E27FC236}">
                <a16:creationId xmlns:a16="http://schemas.microsoft.com/office/drawing/2014/main" id="{2FF3A307-B5BB-7B41-AC13-0160789729C5}"/>
              </a:ext>
            </a:extLst>
          </p:cNvPr>
          <p:cNvSpPr txBox="1"/>
          <p:nvPr/>
        </p:nvSpPr>
        <p:spPr>
          <a:xfrm>
            <a:off x="2276023" y="7315060"/>
            <a:ext cx="3464410" cy="400110"/>
          </a:xfrm>
          <a:prstGeom prst="rect">
            <a:avLst/>
          </a:prstGeom>
          <a:noFill/>
        </p:spPr>
        <p:txBody>
          <a:bodyPr wrap="none" rtlCol="0">
            <a:spAutoFit/>
          </a:bodyPr>
          <a:lstStyle/>
          <a:p>
            <a:pPr marL="0" marR="0" lvl="0" indent="0" algn="l" defTabSz="81281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srgbClr val="00274C"/>
                </a:solidFill>
                <a:effectLst/>
                <a:uLnTx/>
                <a:uFillTx/>
                <a:latin typeface="Arial" panose="020B0604020202020204"/>
                <a:ea typeface="+mn-ea"/>
                <a:cs typeface="+mn-cs"/>
              </a:rPr>
              <a:t>= 1.9 Energy/FU MJ primary </a:t>
            </a:r>
          </a:p>
        </p:txBody>
      </p:sp>
      <p:sp>
        <p:nvSpPr>
          <p:cNvPr id="29" name="Rectangle 28"/>
          <p:cNvSpPr/>
          <p:nvPr/>
        </p:nvSpPr>
        <p:spPr>
          <a:xfrm>
            <a:off x="1692367" y="1418277"/>
            <a:ext cx="14357683" cy="584775"/>
          </a:xfrm>
          <a:prstGeom prst="rect">
            <a:avLst/>
          </a:prstGeom>
        </p:spPr>
        <p:txBody>
          <a:bodyPr wrap="square">
            <a:spAutoFit/>
          </a:bodyPr>
          <a:lstStyle/>
          <a:p>
            <a:pPr marL="0" marR="0" lvl="0" indent="0" algn="l" defTabSz="812810" rtl="0" eaLnBrk="1" fontAlgn="auto" latinLnBrk="0" hangingPunct="1">
              <a:lnSpc>
                <a:spcPct val="100000"/>
              </a:lnSpc>
              <a:spcBef>
                <a:spcPct val="0"/>
              </a:spcBef>
              <a:spcAft>
                <a:spcPts val="1600"/>
              </a:spcAft>
              <a:buClrTx/>
              <a:buSzTx/>
              <a:buFontTx/>
              <a:buNone/>
              <a:tabLst/>
              <a:defRPr/>
            </a:pPr>
            <a:r>
              <a:rPr kumimoji="0" lang="en-US" altLang="en-US" sz="3200" b="0" i="0" u="none" strike="noStrike" kern="1200" cap="none" spc="0" normalizeH="0" baseline="0" noProof="0" dirty="0">
                <a:ln>
                  <a:noFill/>
                </a:ln>
                <a:solidFill>
                  <a:srgbClr val="00274C"/>
                </a:solidFill>
                <a:effectLst/>
                <a:uLnTx/>
                <a:uFillTx/>
                <a:latin typeface="Arial" panose="020B0604020202020204"/>
                <a:ea typeface="+mn-ea"/>
                <a:cs typeface="+mn-cs"/>
              </a:rPr>
              <a:t>For each unit process, document in each box, the amount needed per FU.</a:t>
            </a:r>
          </a:p>
        </p:txBody>
      </p:sp>
      <p:sp>
        <p:nvSpPr>
          <p:cNvPr id="32" name="Oval 31">
            <a:extLst>
              <a:ext uri="{FF2B5EF4-FFF2-40B4-BE49-F238E27FC236}">
                <a16:creationId xmlns:a16="http://schemas.microsoft.com/office/drawing/2014/main" id="{18991E85-73FD-134B-9322-077E01D16916}"/>
              </a:ext>
            </a:extLst>
          </p:cNvPr>
          <p:cNvSpPr/>
          <p:nvPr/>
        </p:nvSpPr>
        <p:spPr>
          <a:xfrm>
            <a:off x="909559" y="1358643"/>
            <a:ext cx="707629" cy="707629"/>
          </a:xfrm>
          <a:prstGeom prst="ellipse">
            <a:avLst/>
          </a:prstGeom>
          <a:solidFill>
            <a:schemeClr val="accent6"/>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812810" rtl="0" eaLnBrk="1" fontAlgn="auto" latinLnBrk="0" hangingPunct="1">
              <a:lnSpc>
                <a:spcPct val="100000"/>
              </a:lnSpc>
              <a:spcBef>
                <a:spcPts val="0"/>
              </a:spcBef>
              <a:spcAft>
                <a:spcPts val="0"/>
              </a:spcAft>
              <a:buClrTx/>
              <a:buSzTx/>
              <a:buFontTx/>
              <a:buNone/>
              <a:tabLst/>
              <a:defRPr/>
            </a:pPr>
            <a:r>
              <a:rPr kumimoji="0" lang="en-US" sz="3600" b="1" i="0" u="none" strike="noStrike" kern="1200" cap="none" spc="0" normalizeH="0" baseline="0" noProof="0" dirty="0">
                <a:ln>
                  <a:noFill/>
                </a:ln>
                <a:solidFill>
                  <a:prstClr val="white"/>
                </a:solidFill>
                <a:effectLst/>
                <a:uLnTx/>
                <a:uFillTx/>
                <a:latin typeface="Arial" panose="020B0604020202020204"/>
                <a:ea typeface="+mn-ea"/>
                <a:cs typeface="+mn-cs"/>
              </a:rPr>
              <a:t>4</a:t>
            </a:r>
          </a:p>
        </p:txBody>
      </p:sp>
    </p:spTree>
    <p:extLst>
      <p:ext uri="{BB962C8B-B14F-4D97-AF65-F5344CB8AC3E}">
        <p14:creationId xmlns:p14="http://schemas.microsoft.com/office/powerpoint/2010/main" val="4051531760"/>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8439A4-B037-4F4E-AFCE-96000C7C1237}"/>
              </a:ext>
            </a:extLst>
          </p:cNvPr>
          <p:cNvSpPr>
            <a:spLocks noGrp="1"/>
          </p:cNvSpPr>
          <p:nvPr>
            <p:ph type="title"/>
          </p:nvPr>
        </p:nvSpPr>
        <p:spPr>
          <a:xfrm>
            <a:off x="812880" y="279400"/>
            <a:ext cx="14631828" cy="870385"/>
          </a:xfrm>
        </p:spPr>
        <p:txBody>
          <a:bodyPr/>
          <a:lstStyle/>
          <a:p>
            <a:r>
              <a:rPr lang="en-US" altLang="en-US" dirty="0"/>
              <a:t>Process tree – illuminating with incandescent bulbs</a:t>
            </a:r>
            <a:endParaRPr lang="en-US" dirty="0">
              <a:solidFill>
                <a:schemeClr val="tx2"/>
              </a:solidFill>
            </a:endParaRPr>
          </a:p>
        </p:txBody>
      </p:sp>
      <p:sp>
        <p:nvSpPr>
          <p:cNvPr id="131" name="Text Box 41">
            <a:extLst>
              <a:ext uri="{FF2B5EF4-FFF2-40B4-BE49-F238E27FC236}">
                <a16:creationId xmlns:a16="http://schemas.microsoft.com/office/drawing/2014/main" id="{590009EE-4DF8-194D-8296-AB8A8B50F1DA}"/>
              </a:ext>
            </a:extLst>
          </p:cNvPr>
          <p:cNvSpPr txBox="1">
            <a:spLocks noChangeArrowheads="1"/>
          </p:cNvSpPr>
          <p:nvPr/>
        </p:nvSpPr>
        <p:spPr bwMode="auto">
          <a:xfrm>
            <a:off x="12509850" y="5537355"/>
            <a:ext cx="2327275" cy="707886"/>
          </a:xfrm>
          <a:prstGeom prst="rect">
            <a:avLst/>
          </a:prstGeom>
          <a:solidFill>
            <a:schemeClr val="accent4">
              <a:alpha val="20000"/>
            </a:schemeClr>
          </a:solidFill>
          <a:ln w="9525">
            <a:noFill/>
            <a:miter lim="800000"/>
            <a:headEnd/>
            <a:tailEnd/>
          </a:ln>
        </p:spPr>
        <p:txBody>
          <a:bodyPr>
            <a:spAutoFit/>
          </a:bodyPr>
          <a:lstStyle>
            <a:lvl1pPr>
              <a:spcBef>
                <a:spcPct val="20000"/>
              </a:spcBef>
              <a:buClr>
                <a:srgbClr val="FF9900"/>
              </a:buClr>
              <a:buChar char="•"/>
              <a:defRPr sz="3200" b="1">
                <a:solidFill>
                  <a:srgbClr val="01035B"/>
                </a:solidFill>
                <a:latin typeface="Arial" panose="020B0604020202020204" pitchFamily="34" charset="0"/>
              </a:defRPr>
            </a:lvl1pPr>
            <a:lvl2pPr marL="742950" indent="-285750">
              <a:spcBef>
                <a:spcPct val="20000"/>
              </a:spcBef>
              <a:buClr>
                <a:srgbClr val="FF9900"/>
              </a:buClr>
              <a:buChar char="–"/>
              <a:defRPr sz="2800" b="1">
                <a:solidFill>
                  <a:srgbClr val="01035B"/>
                </a:solidFill>
                <a:latin typeface="Arial" panose="020B0604020202020204" pitchFamily="34" charset="0"/>
              </a:defRPr>
            </a:lvl2pPr>
            <a:lvl3pPr marL="1143000" indent="-228600">
              <a:spcBef>
                <a:spcPct val="20000"/>
              </a:spcBef>
              <a:buClr>
                <a:srgbClr val="FF9900"/>
              </a:buClr>
              <a:buChar char="•"/>
              <a:defRPr sz="2400" b="1">
                <a:solidFill>
                  <a:srgbClr val="01035B"/>
                </a:solidFill>
                <a:latin typeface="Arial" panose="020B0604020202020204" pitchFamily="34" charset="0"/>
              </a:defRPr>
            </a:lvl3pPr>
            <a:lvl4pPr marL="1600200" indent="-228600">
              <a:spcBef>
                <a:spcPct val="20000"/>
              </a:spcBef>
              <a:buClr>
                <a:srgbClr val="FF9900"/>
              </a:buClr>
              <a:buChar char="–"/>
              <a:defRPr sz="2000" b="1">
                <a:solidFill>
                  <a:srgbClr val="01035B"/>
                </a:solidFill>
                <a:latin typeface="Arial" panose="020B0604020202020204" pitchFamily="34" charset="0"/>
              </a:defRPr>
            </a:lvl4pPr>
            <a:lvl5pPr marL="2057400" indent="-228600">
              <a:spcBef>
                <a:spcPct val="20000"/>
              </a:spcBef>
              <a:buClr>
                <a:srgbClr val="FF9900"/>
              </a:buClr>
              <a:buChar char="»"/>
              <a:defRPr sz="2000" b="1">
                <a:solidFill>
                  <a:srgbClr val="01035B"/>
                </a:solidFill>
                <a:latin typeface="Arial" panose="020B0604020202020204" pitchFamily="34" charset="0"/>
              </a:defRPr>
            </a:lvl5pPr>
            <a:lvl6pPr marL="25146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6pPr>
            <a:lvl7pPr marL="29718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7pPr>
            <a:lvl8pPr marL="34290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8pPr>
            <a:lvl9pPr marL="38862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9pPr>
          </a:lstStyle>
          <a:p>
            <a:pPr marL="0" marR="0" lvl="0" indent="0" algn="ctr" defTabSz="812810" rtl="0" eaLnBrk="1" fontAlgn="auto" latinLnBrk="0" hangingPunct="1">
              <a:lnSpc>
                <a:spcPct val="100000"/>
              </a:lnSpc>
              <a:spcBef>
                <a:spcPct val="0"/>
              </a:spcBef>
              <a:spcAft>
                <a:spcPts val="0"/>
              </a:spcAft>
              <a:buClrTx/>
              <a:buSzTx/>
              <a:buFontTx/>
              <a:buNone/>
              <a:tabLst/>
              <a:defRPr/>
            </a:pPr>
            <a:r>
              <a:rPr kumimoji="0" lang="en-US" altLang="en-US" sz="2000" b="0" i="0" u="none" strike="noStrike" kern="1200" cap="none" spc="0" normalizeH="0" baseline="0" noProof="0" dirty="0">
                <a:ln>
                  <a:noFill/>
                </a:ln>
                <a:solidFill>
                  <a:srgbClr val="00274C"/>
                </a:solidFill>
                <a:effectLst/>
                <a:uLnTx/>
                <a:uFillTx/>
                <a:latin typeface="Arial" panose="020B0604020202020204" pitchFamily="34" charset="0"/>
                <a:ea typeface="+mn-ea"/>
                <a:cs typeface="Arial" panose="020B0604020202020204" pitchFamily="34" charset="0"/>
              </a:rPr>
              <a:t>Paper packaging</a:t>
            </a:r>
          </a:p>
          <a:p>
            <a:pPr marL="0" marR="0" lvl="0" indent="0" algn="ctr" defTabSz="812810" rtl="0" eaLnBrk="1" fontAlgn="auto" latinLnBrk="0" hangingPunct="1">
              <a:lnSpc>
                <a:spcPct val="100000"/>
              </a:lnSpc>
              <a:spcBef>
                <a:spcPct val="0"/>
              </a:spcBef>
              <a:spcAft>
                <a:spcPts val="0"/>
              </a:spcAft>
              <a:buClrTx/>
              <a:buSzTx/>
              <a:buFontTx/>
              <a:buNone/>
              <a:tabLst/>
              <a:defRPr/>
            </a:pPr>
            <a:r>
              <a:rPr kumimoji="0" lang="en-US" altLang="en-US" sz="2000" b="0" i="0" u="none" strike="noStrike" kern="1200" cap="none" spc="0" normalizeH="0" baseline="0" noProof="0" dirty="0">
                <a:ln>
                  <a:noFill/>
                </a:ln>
                <a:solidFill>
                  <a:srgbClr val="00274C"/>
                </a:solidFill>
                <a:effectLst/>
                <a:uLnTx/>
                <a:uFillTx/>
                <a:latin typeface="Arial" panose="020B0604020202020204" pitchFamily="34" charset="0"/>
                <a:ea typeface="+mn-ea"/>
                <a:cs typeface="Arial" panose="020B0604020202020204" pitchFamily="34" charset="0"/>
              </a:rPr>
              <a:t>50g to recycling</a:t>
            </a:r>
          </a:p>
        </p:txBody>
      </p:sp>
      <p:sp>
        <p:nvSpPr>
          <p:cNvPr id="132" name="Text Box 41">
            <a:extLst>
              <a:ext uri="{FF2B5EF4-FFF2-40B4-BE49-F238E27FC236}">
                <a16:creationId xmlns:a16="http://schemas.microsoft.com/office/drawing/2014/main" id="{05F688DB-37E0-B147-A6C4-CC873D1CF72F}"/>
              </a:ext>
            </a:extLst>
          </p:cNvPr>
          <p:cNvSpPr txBox="1">
            <a:spLocks noChangeArrowheads="1"/>
          </p:cNvSpPr>
          <p:nvPr/>
        </p:nvSpPr>
        <p:spPr bwMode="auto">
          <a:xfrm>
            <a:off x="12538425" y="3533330"/>
            <a:ext cx="2298700" cy="708025"/>
          </a:xfrm>
          <a:prstGeom prst="rect">
            <a:avLst/>
          </a:prstGeom>
          <a:solidFill>
            <a:schemeClr val="accent4">
              <a:alpha val="20000"/>
            </a:schemeClr>
          </a:solidFill>
          <a:ln w="9525">
            <a:noFill/>
            <a:miter lim="800000"/>
            <a:headEnd/>
            <a:tailEnd/>
          </a:ln>
        </p:spPr>
        <p:txBody>
          <a:bodyPr>
            <a:spAutoFit/>
          </a:bodyPr>
          <a:lstStyle>
            <a:lvl1pPr>
              <a:spcBef>
                <a:spcPct val="20000"/>
              </a:spcBef>
              <a:buClr>
                <a:srgbClr val="FF9900"/>
              </a:buClr>
              <a:buChar char="•"/>
              <a:defRPr sz="3200" b="1">
                <a:solidFill>
                  <a:srgbClr val="01035B"/>
                </a:solidFill>
                <a:latin typeface="Arial" panose="020B0604020202020204" pitchFamily="34" charset="0"/>
              </a:defRPr>
            </a:lvl1pPr>
            <a:lvl2pPr marL="742950" indent="-285750">
              <a:spcBef>
                <a:spcPct val="20000"/>
              </a:spcBef>
              <a:buClr>
                <a:srgbClr val="FF9900"/>
              </a:buClr>
              <a:buChar char="–"/>
              <a:defRPr sz="2800" b="1">
                <a:solidFill>
                  <a:srgbClr val="01035B"/>
                </a:solidFill>
                <a:latin typeface="Arial" panose="020B0604020202020204" pitchFamily="34" charset="0"/>
              </a:defRPr>
            </a:lvl2pPr>
            <a:lvl3pPr marL="1143000" indent="-228600">
              <a:spcBef>
                <a:spcPct val="20000"/>
              </a:spcBef>
              <a:buClr>
                <a:srgbClr val="FF9900"/>
              </a:buClr>
              <a:buChar char="•"/>
              <a:defRPr sz="2400" b="1">
                <a:solidFill>
                  <a:srgbClr val="01035B"/>
                </a:solidFill>
                <a:latin typeface="Arial" panose="020B0604020202020204" pitchFamily="34" charset="0"/>
              </a:defRPr>
            </a:lvl3pPr>
            <a:lvl4pPr marL="1600200" indent="-228600">
              <a:spcBef>
                <a:spcPct val="20000"/>
              </a:spcBef>
              <a:buClr>
                <a:srgbClr val="FF9900"/>
              </a:buClr>
              <a:buChar char="–"/>
              <a:defRPr sz="2000" b="1">
                <a:solidFill>
                  <a:srgbClr val="01035B"/>
                </a:solidFill>
                <a:latin typeface="Arial" panose="020B0604020202020204" pitchFamily="34" charset="0"/>
              </a:defRPr>
            </a:lvl4pPr>
            <a:lvl5pPr marL="2057400" indent="-228600">
              <a:spcBef>
                <a:spcPct val="20000"/>
              </a:spcBef>
              <a:buClr>
                <a:srgbClr val="FF9900"/>
              </a:buClr>
              <a:buChar char="»"/>
              <a:defRPr sz="2000" b="1">
                <a:solidFill>
                  <a:srgbClr val="01035B"/>
                </a:solidFill>
                <a:latin typeface="Arial" panose="020B0604020202020204" pitchFamily="34" charset="0"/>
              </a:defRPr>
            </a:lvl5pPr>
            <a:lvl6pPr marL="25146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6pPr>
            <a:lvl7pPr marL="29718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7pPr>
            <a:lvl8pPr marL="34290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8pPr>
            <a:lvl9pPr marL="38862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9pPr>
          </a:lstStyle>
          <a:p>
            <a:pPr marL="0" marR="0" lvl="0" indent="0" algn="ctr" defTabSz="812810" rtl="0" eaLnBrk="1" fontAlgn="auto" latinLnBrk="0" hangingPunct="1">
              <a:lnSpc>
                <a:spcPct val="100000"/>
              </a:lnSpc>
              <a:spcBef>
                <a:spcPct val="0"/>
              </a:spcBef>
              <a:spcAft>
                <a:spcPts val="0"/>
              </a:spcAft>
              <a:buClrTx/>
              <a:buSzTx/>
              <a:buFontTx/>
              <a:buNone/>
              <a:tabLst/>
              <a:defRPr/>
            </a:pPr>
            <a:r>
              <a:rPr kumimoji="0" lang="en-US" altLang="en-US" sz="2000" b="0" i="0" u="none" strike="noStrike" kern="1200" cap="none" spc="0" normalizeH="0" baseline="0" noProof="0" dirty="0">
                <a:ln>
                  <a:noFill/>
                </a:ln>
                <a:solidFill>
                  <a:srgbClr val="00274C"/>
                </a:solidFill>
                <a:effectLst/>
                <a:uLnTx/>
                <a:uFillTx/>
                <a:latin typeface="Arial" panose="020B0604020202020204" pitchFamily="34" charset="0"/>
                <a:ea typeface="+mn-ea"/>
                <a:cs typeface="Arial" panose="020B0604020202020204" pitchFamily="34" charset="0"/>
              </a:rPr>
              <a:t>Aluminum to landfill 75g</a:t>
            </a:r>
          </a:p>
        </p:txBody>
      </p:sp>
      <p:sp>
        <p:nvSpPr>
          <p:cNvPr id="133" name="Text Box 41">
            <a:extLst>
              <a:ext uri="{FF2B5EF4-FFF2-40B4-BE49-F238E27FC236}">
                <a16:creationId xmlns:a16="http://schemas.microsoft.com/office/drawing/2014/main" id="{8C081DA3-954C-4346-9E4F-664D48E1522A}"/>
              </a:ext>
            </a:extLst>
          </p:cNvPr>
          <p:cNvSpPr txBox="1">
            <a:spLocks noChangeArrowheads="1"/>
          </p:cNvSpPr>
          <p:nvPr/>
        </p:nvSpPr>
        <p:spPr bwMode="auto">
          <a:xfrm>
            <a:off x="12509850" y="2523880"/>
            <a:ext cx="2327275" cy="708025"/>
          </a:xfrm>
          <a:prstGeom prst="rect">
            <a:avLst/>
          </a:prstGeom>
          <a:solidFill>
            <a:schemeClr val="accent4">
              <a:alpha val="20000"/>
            </a:schemeClr>
          </a:solidFill>
          <a:ln w="9525">
            <a:noFill/>
            <a:miter lim="800000"/>
            <a:headEnd/>
            <a:tailEnd/>
          </a:ln>
        </p:spPr>
        <p:txBody>
          <a:bodyPr>
            <a:spAutoFit/>
          </a:bodyPr>
          <a:lstStyle>
            <a:lvl1pPr>
              <a:spcBef>
                <a:spcPct val="20000"/>
              </a:spcBef>
              <a:buClr>
                <a:srgbClr val="FF9900"/>
              </a:buClr>
              <a:buChar char="•"/>
              <a:defRPr sz="3200" b="1">
                <a:solidFill>
                  <a:srgbClr val="01035B"/>
                </a:solidFill>
                <a:latin typeface="Arial" panose="020B0604020202020204" pitchFamily="34" charset="0"/>
              </a:defRPr>
            </a:lvl1pPr>
            <a:lvl2pPr marL="742950" indent="-285750">
              <a:spcBef>
                <a:spcPct val="20000"/>
              </a:spcBef>
              <a:buClr>
                <a:srgbClr val="FF9900"/>
              </a:buClr>
              <a:buChar char="–"/>
              <a:defRPr sz="2800" b="1">
                <a:solidFill>
                  <a:srgbClr val="01035B"/>
                </a:solidFill>
                <a:latin typeface="Arial" panose="020B0604020202020204" pitchFamily="34" charset="0"/>
              </a:defRPr>
            </a:lvl2pPr>
            <a:lvl3pPr marL="1143000" indent="-228600">
              <a:spcBef>
                <a:spcPct val="20000"/>
              </a:spcBef>
              <a:buClr>
                <a:srgbClr val="FF9900"/>
              </a:buClr>
              <a:buChar char="•"/>
              <a:defRPr sz="2400" b="1">
                <a:solidFill>
                  <a:srgbClr val="01035B"/>
                </a:solidFill>
                <a:latin typeface="Arial" panose="020B0604020202020204" pitchFamily="34" charset="0"/>
              </a:defRPr>
            </a:lvl3pPr>
            <a:lvl4pPr marL="1600200" indent="-228600">
              <a:spcBef>
                <a:spcPct val="20000"/>
              </a:spcBef>
              <a:buClr>
                <a:srgbClr val="FF9900"/>
              </a:buClr>
              <a:buChar char="–"/>
              <a:defRPr sz="2000" b="1">
                <a:solidFill>
                  <a:srgbClr val="01035B"/>
                </a:solidFill>
                <a:latin typeface="Arial" panose="020B0604020202020204" pitchFamily="34" charset="0"/>
              </a:defRPr>
            </a:lvl4pPr>
            <a:lvl5pPr marL="2057400" indent="-228600">
              <a:spcBef>
                <a:spcPct val="20000"/>
              </a:spcBef>
              <a:buClr>
                <a:srgbClr val="FF9900"/>
              </a:buClr>
              <a:buChar char="»"/>
              <a:defRPr sz="2000" b="1">
                <a:solidFill>
                  <a:srgbClr val="01035B"/>
                </a:solidFill>
                <a:latin typeface="Arial" panose="020B0604020202020204" pitchFamily="34" charset="0"/>
              </a:defRPr>
            </a:lvl5pPr>
            <a:lvl6pPr marL="25146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6pPr>
            <a:lvl7pPr marL="29718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7pPr>
            <a:lvl8pPr marL="34290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8pPr>
            <a:lvl9pPr marL="38862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9pPr>
          </a:lstStyle>
          <a:p>
            <a:pPr marL="0" marR="0" lvl="0" indent="0" algn="ctr" defTabSz="812810" rtl="0" eaLnBrk="1" fontAlgn="auto" latinLnBrk="0" hangingPunct="1">
              <a:lnSpc>
                <a:spcPct val="100000"/>
              </a:lnSpc>
              <a:spcBef>
                <a:spcPct val="0"/>
              </a:spcBef>
              <a:spcAft>
                <a:spcPts val="0"/>
              </a:spcAft>
              <a:buClrTx/>
              <a:buSzTx/>
              <a:buFontTx/>
              <a:buNone/>
              <a:tabLst/>
              <a:defRPr/>
            </a:pPr>
            <a:r>
              <a:rPr kumimoji="0" lang="en-US" altLang="en-US" sz="2000" b="0" i="0" u="none" strike="noStrike" kern="1200" cap="none" spc="0" normalizeH="0" baseline="0" noProof="0" dirty="0">
                <a:ln>
                  <a:noFill/>
                </a:ln>
                <a:solidFill>
                  <a:srgbClr val="00274C"/>
                </a:solidFill>
                <a:effectLst/>
                <a:uLnTx/>
                <a:uFillTx/>
                <a:latin typeface="Arial" panose="020B0604020202020204" pitchFamily="34" charset="0"/>
                <a:ea typeface="+mn-ea"/>
                <a:cs typeface="Arial" panose="020B0604020202020204" pitchFamily="34" charset="0"/>
              </a:rPr>
              <a:t>Glass to landfill</a:t>
            </a:r>
          </a:p>
          <a:p>
            <a:pPr marL="0" marR="0" lvl="0" indent="0" algn="ctr" defTabSz="812810" rtl="0" eaLnBrk="1" fontAlgn="auto" latinLnBrk="0" hangingPunct="1">
              <a:lnSpc>
                <a:spcPct val="100000"/>
              </a:lnSpc>
              <a:spcBef>
                <a:spcPct val="0"/>
              </a:spcBef>
              <a:spcAft>
                <a:spcPts val="0"/>
              </a:spcAft>
              <a:buClrTx/>
              <a:buSzTx/>
              <a:buFontTx/>
              <a:buNone/>
              <a:tabLst/>
              <a:defRPr/>
            </a:pPr>
            <a:r>
              <a:rPr kumimoji="0" lang="en-US" altLang="en-US" sz="2000" b="0" i="0" u="none" strike="noStrike" kern="1200" cap="none" spc="0" normalizeH="0" baseline="0" noProof="0" dirty="0">
                <a:ln>
                  <a:noFill/>
                </a:ln>
                <a:solidFill>
                  <a:srgbClr val="00274C"/>
                </a:solidFill>
                <a:effectLst/>
                <a:uLnTx/>
                <a:uFillTx/>
                <a:latin typeface="Arial" panose="020B0604020202020204" pitchFamily="34" charset="0"/>
                <a:ea typeface="+mn-ea"/>
                <a:cs typeface="Arial" panose="020B0604020202020204" pitchFamily="34" charset="0"/>
              </a:rPr>
              <a:t>100g</a:t>
            </a:r>
          </a:p>
        </p:txBody>
      </p:sp>
      <p:sp>
        <p:nvSpPr>
          <p:cNvPr id="134" name="Text Box 41">
            <a:extLst>
              <a:ext uri="{FF2B5EF4-FFF2-40B4-BE49-F238E27FC236}">
                <a16:creationId xmlns:a16="http://schemas.microsoft.com/office/drawing/2014/main" id="{CE8E0F7B-24D2-7F48-90ED-B64AA9CEF0DB}"/>
              </a:ext>
            </a:extLst>
          </p:cNvPr>
          <p:cNvSpPr txBox="1">
            <a:spLocks noChangeArrowheads="1"/>
          </p:cNvSpPr>
          <p:nvPr/>
        </p:nvSpPr>
        <p:spPr bwMode="auto">
          <a:xfrm>
            <a:off x="12538424" y="4530480"/>
            <a:ext cx="2327275" cy="707886"/>
          </a:xfrm>
          <a:prstGeom prst="rect">
            <a:avLst/>
          </a:prstGeom>
          <a:solidFill>
            <a:schemeClr val="accent4">
              <a:alpha val="20000"/>
            </a:schemeClr>
          </a:solidFill>
          <a:ln w="9525">
            <a:noFill/>
            <a:miter lim="800000"/>
            <a:headEnd/>
            <a:tailEnd/>
          </a:ln>
        </p:spPr>
        <p:txBody>
          <a:bodyPr wrap="square">
            <a:spAutoFit/>
          </a:bodyPr>
          <a:lstStyle>
            <a:lvl1pPr>
              <a:spcBef>
                <a:spcPct val="20000"/>
              </a:spcBef>
              <a:buClr>
                <a:srgbClr val="FF9900"/>
              </a:buClr>
              <a:buChar char="•"/>
              <a:defRPr sz="3200" b="1">
                <a:solidFill>
                  <a:srgbClr val="01035B"/>
                </a:solidFill>
                <a:latin typeface="Arial" panose="020B0604020202020204" pitchFamily="34" charset="0"/>
              </a:defRPr>
            </a:lvl1pPr>
            <a:lvl2pPr marL="742950" indent="-285750">
              <a:spcBef>
                <a:spcPct val="20000"/>
              </a:spcBef>
              <a:buClr>
                <a:srgbClr val="FF9900"/>
              </a:buClr>
              <a:buChar char="–"/>
              <a:defRPr sz="2800" b="1">
                <a:solidFill>
                  <a:srgbClr val="01035B"/>
                </a:solidFill>
                <a:latin typeface="Arial" panose="020B0604020202020204" pitchFamily="34" charset="0"/>
              </a:defRPr>
            </a:lvl2pPr>
            <a:lvl3pPr marL="1143000" indent="-228600">
              <a:spcBef>
                <a:spcPct val="20000"/>
              </a:spcBef>
              <a:buClr>
                <a:srgbClr val="FF9900"/>
              </a:buClr>
              <a:buChar char="•"/>
              <a:defRPr sz="2400" b="1">
                <a:solidFill>
                  <a:srgbClr val="01035B"/>
                </a:solidFill>
                <a:latin typeface="Arial" panose="020B0604020202020204" pitchFamily="34" charset="0"/>
              </a:defRPr>
            </a:lvl3pPr>
            <a:lvl4pPr marL="1600200" indent="-228600">
              <a:spcBef>
                <a:spcPct val="20000"/>
              </a:spcBef>
              <a:buClr>
                <a:srgbClr val="FF9900"/>
              </a:buClr>
              <a:buChar char="–"/>
              <a:defRPr sz="2000" b="1">
                <a:solidFill>
                  <a:srgbClr val="01035B"/>
                </a:solidFill>
                <a:latin typeface="Arial" panose="020B0604020202020204" pitchFamily="34" charset="0"/>
              </a:defRPr>
            </a:lvl4pPr>
            <a:lvl5pPr marL="2057400" indent="-228600">
              <a:spcBef>
                <a:spcPct val="20000"/>
              </a:spcBef>
              <a:buClr>
                <a:srgbClr val="FF9900"/>
              </a:buClr>
              <a:buChar char="»"/>
              <a:defRPr sz="2000" b="1">
                <a:solidFill>
                  <a:srgbClr val="01035B"/>
                </a:solidFill>
                <a:latin typeface="Arial" panose="020B0604020202020204" pitchFamily="34" charset="0"/>
              </a:defRPr>
            </a:lvl5pPr>
            <a:lvl6pPr marL="25146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6pPr>
            <a:lvl7pPr marL="29718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7pPr>
            <a:lvl8pPr marL="34290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8pPr>
            <a:lvl9pPr marL="38862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9pPr>
          </a:lstStyle>
          <a:p>
            <a:pPr marL="0" marR="0" lvl="0" indent="0" algn="ctr" defTabSz="812810" rtl="0" eaLnBrk="1" fontAlgn="auto" latinLnBrk="0" hangingPunct="1">
              <a:lnSpc>
                <a:spcPct val="100000"/>
              </a:lnSpc>
              <a:spcBef>
                <a:spcPct val="0"/>
              </a:spcBef>
              <a:spcAft>
                <a:spcPts val="0"/>
              </a:spcAft>
              <a:buClrTx/>
              <a:buSzTx/>
              <a:buFontTx/>
              <a:buNone/>
              <a:tabLst/>
              <a:defRPr/>
            </a:pPr>
            <a:r>
              <a:rPr kumimoji="0" lang="en-US" altLang="en-US" sz="2000" b="0" i="0" u="none" strike="noStrike" kern="1200" cap="none" spc="0" normalizeH="0" baseline="0" noProof="0" dirty="0">
                <a:ln>
                  <a:noFill/>
                </a:ln>
                <a:solidFill>
                  <a:srgbClr val="00274C"/>
                </a:solidFill>
                <a:effectLst/>
                <a:uLnTx/>
                <a:uFillTx/>
                <a:latin typeface="Arial" panose="020B0604020202020204" pitchFamily="34" charset="0"/>
                <a:ea typeface="+mn-ea"/>
                <a:cs typeface="Arial" panose="020B0604020202020204" pitchFamily="34" charset="0"/>
              </a:rPr>
              <a:t>Tungsten to landfill</a:t>
            </a:r>
          </a:p>
          <a:p>
            <a:pPr marL="0" marR="0" lvl="0" indent="0" algn="ctr" defTabSz="812810" rtl="0" eaLnBrk="1" fontAlgn="auto" latinLnBrk="0" hangingPunct="1">
              <a:lnSpc>
                <a:spcPct val="100000"/>
              </a:lnSpc>
              <a:spcBef>
                <a:spcPct val="0"/>
              </a:spcBef>
              <a:spcAft>
                <a:spcPts val="0"/>
              </a:spcAft>
              <a:buClrTx/>
              <a:buSzTx/>
              <a:buFontTx/>
              <a:buNone/>
              <a:tabLst/>
              <a:defRPr/>
            </a:pPr>
            <a:r>
              <a:rPr kumimoji="0" lang="en-US" altLang="en-US" sz="2000" b="0" i="0" u="none" strike="noStrike" kern="1200" cap="none" spc="0" normalizeH="0" baseline="0" noProof="0" dirty="0">
                <a:ln>
                  <a:noFill/>
                </a:ln>
                <a:solidFill>
                  <a:srgbClr val="00274C"/>
                </a:solidFill>
                <a:effectLst/>
                <a:uLnTx/>
                <a:uFillTx/>
                <a:latin typeface="Arial" panose="020B0604020202020204" pitchFamily="34" charset="0"/>
                <a:ea typeface="+mn-ea"/>
                <a:cs typeface="Arial" panose="020B0604020202020204" pitchFamily="34" charset="0"/>
              </a:rPr>
              <a:t>3.5g</a:t>
            </a:r>
          </a:p>
        </p:txBody>
      </p:sp>
      <p:sp>
        <p:nvSpPr>
          <p:cNvPr id="53" name="Text Box 41">
            <a:extLst>
              <a:ext uri="{FF2B5EF4-FFF2-40B4-BE49-F238E27FC236}">
                <a16:creationId xmlns:a16="http://schemas.microsoft.com/office/drawing/2014/main" id="{108FF7E9-F790-E24B-B422-E2E815C0EA47}"/>
              </a:ext>
            </a:extLst>
          </p:cNvPr>
          <p:cNvSpPr txBox="1">
            <a:spLocks noChangeArrowheads="1"/>
          </p:cNvSpPr>
          <p:nvPr/>
        </p:nvSpPr>
        <p:spPr bwMode="auto">
          <a:xfrm>
            <a:off x="9804978" y="3845897"/>
            <a:ext cx="1920873" cy="1015663"/>
          </a:xfrm>
          <a:prstGeom prst="rect">
            <a:avLst/>
          </a:prstGeom>
          <a:solidFill>
            <a:schemeClr val="accent6">
              <a:alpha val="20000"/>
            </a:schemeClr>
          </a:solidFill>
          <a:ln w="9525">
            <a:noFill/>
            <a:miter lim="800000"/>
            <a:headEnd/>
            <a:tailEnd/>
          </a:ln>
        </p:spPr>
        <p:txBody>
          <a:bodyPr wrap="square">
            <a:spAutoFit/>
          </a:bodyPr>
          <a:lstStyle>
            <a:lvl1pPr>
              <a:spcBef>
                <a:spcPct val="20000"/>
              </a:spcBef>
              <a:buClr>
                <a:srgbClr val="FF9900"/>
              </a:buClr>
              <a:buChar char="•"/>
              <a:defRPr sz="3200" b="1">
                <a:solidFill>
                  <a:srgbClr val="01035B"/>
                </a:solidFill>
                <a:latin typeface="Arial" panose="020B0604020202020204" pitchFamily="34" charset="0"/>
              </a:defRPr>
            </a:lvl1pPr>
            <a:lvl2pPr marL="742950" indent="-285750">
              <a:spcBef>
                <a:spcPct val="20000"/>
              </a:spcBef>
              <a:buClr>
                <a:srgbClr val="FF9900"/>
              </a:buClr>
              <a:buChar char="–"/>
              <a:defRPr sz="2800" b="1">
                <a:solidFill>
                  <a:srgbClr val="01035B"/>
                </a:solidFill>
                <a:latin typeface="Arial" panose="020B0604020202020204" pitchFamily="34" charset="0"/>
              </a:defRPr>
            </a:lvl2pPr>
            <a:lvl3pPr marL="1143000" indent="-228600">
              <a:spcBef>
                <a:spcPct val="20000"/>
              </a:spcBef>
              <a:buClr>
                <a:srgbClr val="FF9900"/>
              </a:buClr>
              <a:buChar char="•"/>
              <a:defRPr sz="2400" b="1">
                <a:solidFill>
                  <a:srgbClr val="01035B"/>
                </a:solidFill>
                <a:latin typeface="Arial" panose="020B0604020202020204" pitchFamily="34" charset="0"/>
              </a:defRPr>
            </a:lvl3pPr>
            <a:lvl4pPr marL="1600200" indent="-228600">
              <a:spcBef>
                <a:spcPct val="20000"/>
              </a:spcBef>
              <a:buClr>
                <a:srgbClr val="FF9900"/>
              </a:buClr>
              <a:buChar char="–"/>
              <a:defRPr sz="2000" b="1">
                <a:solidFill>
                  <a:srgbClr val="01035B"/>
                </a:solidFill>
                <a:latin typeface="Arial" panose="020B0604020202020204" pitchFamily="34" charset="0"/>
              </a:defRPr>
            </a:lvl4pPr>
            <a:lvl5pPr marL="2057400" indent="-228600">
              <a:spcBef>
                <a:spcPct val="20000"/>
              </a:spcBef>
              <a:buClr>
                <a:srgbClr val="FF9900"/>
              </a:buClr>
              <a:buChar char="»"/>
              <a:defRPr sz="2000" b="1">
                <a:solidFill>
                  <a:srgbClr val="01035B"/>
                </a:solidFill>
                <a:latin typeface="Arial" panose="020B0604020202020204" pitchFamily="34" charset="0"/>
              </a:defRPr>
            </a:lvl5pPr>
            <a:lvl6pPr marL="25146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6pPr>
            <a:lvl7pPr marL="29718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7pPr>
            <a:lvl8pPr marL="34290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8pPr>
            <a:lvl9pPr marL="38862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9pPr>
          </a:lstStyle>
          <a:p>
            <a:pPr marL="0" marR="0" lvl="0" indent="0" algn="ctr" defTabSz="812810" rtl="0" eaLnBrk="1" fontAlgn="auto" latinLnBrk="0" hangingPunct="1">
              <a:lnSpc>
                <a:spcPct val="100000"/>
              </a:lnSpc>
              <a:spcBef>
                <a:spcPct val="0"/>
              </a:spcBef>
              <a:spcAft>
                <a:spcPts val="0"/>
              </a:spcAft>
              <a:buClrTx/>
              <a:buSzTx/>
              <a:buFontTx/>
              <a:buNone/>
              <a:tabLst/>
              <a:defRPr/>
            </a:pPr>
            <a:r>
              <a:rPr kumimoji="0" lang="en-US" altLang="en-US" sz="2000" b="0" i="0" u="none" strike="noStrike" kern="1200" cap="none" spc="0" normalizeH="0" baseline="0" noProof="0" dirty="0">
                <a:ln>
                  <a:noFill/>
                </a:ln>
                <a:solidFill>
                  <a:srgbClr val="00B2A9"/>
                </a:solidFill>
                <a:effectLst/>
                <a:uLnTx/>
                <a:uFillTx/>
                <a:latin typeface="Arial" panose="020B0604020202020204" pitchFamily="34" charset="0"/>
                <a:ea typeface="+mn-ea"/>
                <a:cs typeface="Arial" panose="020B0604020202020204" pitchFamily="34" charset="0"/>
              </a:rPr>
              <a:t>Illumination</a:t>
            </a:r>
          </a:p>
          <a:p>
            <a:pPr marL="0" marR="0" lvl="0" indent="0" algn="ctr" defTabSz="812810" rtl="0" eaLnBrk="1" fontAlgn="auto" latinLnBrk="0" hangingPunct="1">
              <a:lnSpc>
                <a:spcPct val="100000"/>
              </a:lnSpc>
              <a:spcBef>
                <a:spcPct val="0"/>
              </a:spcBef>
              <a:spcAft>
                <a:spcPts val="0"/>
              </a:spcAft>
              <a:buClrTx/>
              <a:buSzTx/>
              <a:buFontTx/>
              <a:buNone/>
              <a:tabLst/>
              <a:defRPr/>
            </a:pPr>
            <a:r>
              <a:rPr kumimoji="0" lang="en-US" altLang="en-US" sz="2000" b="0" i="0" u="none" strike="noStrike" kern="1200" cap="none" spc="0" normalizeH="0" baseline="0" noProof="0" dirty="0">
                <a:ln>
                  <a:noFill/>
                </a:ln>
                <a:solidFill>
                  <a:srgbClr val="00B2A9"/>
                </a:solidFill>
                <a:effectLst/>
                <a:uLnTx/>
                <a:uFillTx/>
                <a:latin typeface="Arial" panose="020B0604020202020204" pitchFamily="34" charset="0"/>
                <a:ea typeface="+mn-ea"/>
                <a:cs typeface="Arial" panose="020B0604020202020204" pitchFamily="34" charset="0"/>
              </a:rPr>
              <a:t>800 lumen </a:t>
            </a:r>
          </a:p>
          <a:p>
            <a:pPr marL="0" marR="0" lvl="0" indent="0" algn="ctr" defTabSz="812810" rtl="0" eaLnBrk="1" fontAlgn="auto" latinLnBrk="0" hangingPunct="1">
              <a:lnSpc>
                <a:spcPct val="100000"/>
              </a:lnSpc>
              <a:spcBef>
                <a:spcPct val="0"/>
              </a:spcBef>
              <a:spcAft>
                <a:spcPts val="0"/>
              </a:spcAft>
              <a:buClrTx/>
              <a:buSzTx/>
              <a:buFontTx/>
              <a:buNone/>
              <a:tabLst/>
              <a:defRPr/>
            </a:pPr>
            <a:r>
              <a:rPr kumimoji="0" lang="en-US" altLang="en-US" sz="2000" b="0" i="0" u="none" strike="noStrike" kern="1200" cap="none" spc="0" normalizeH="0" baseline="0" noProof="0" dirty="0">
                <a:ln>
                  <a:noFill/>
                </a:ln>
                <a:solidFill>
                  <a:srgbClr val="00B2A9"/>
                </a:solidFill>
                <a:effectLst/>
                <a:uLnTx/>
                <a:uFillTx/>
                <a:latin typeface="Arial" panose="020B0604020202020204" pitchFamily="34" charset="0"/>
                <a:ea typeface="+mn-ea"/>
                <a:cs typeface="Arial" panose="020B0604020202020204" pitchFamily="34" charset="0"/>
              </a:rPr>
              <a:t>During 5000 h </a:t>
            </a:r>
          </a:p>
        </p:txBody>
      </p:sp>
      <p:sp>
        <p:nvSpPr>
          <p:cNvPr id="57" name="Text Box 41">
            <a:extLst>
              <a:ext uri="{FF2B5EF4-FFF2-40B4-BE49-F238E27FC236}">
                <a16:creationId xmlns:a16="http://schemas.microsoft.com/office/drawing/2014/main" id="{9B3B77ED-9DAD-9648-A1C7-8AF83138251F}"/>
              </a:ext>
            </a:extLst>
          </p:cNvPr>
          <p:cNvSpPr txBox="1">
            <a:spLocks noChangeArrowheads="1"/>
          </p:cNvSpPr>
          <p:nvPr/>
        </p:nvSpPr>
        <p:spPr bwMode="auto">
          <a:xfrm>
            <a:off x="7106228" y="5571510"/>
            <a:ext cx="2082800" cy="708025"/>
          </a:xfrm>
          <a:prstGeom prst="rect">
            <a:avLst/>
          </a:prstGeom>
          <a:solidFill>
            <a:schemeClr val="accent4">
              <a:alpha val="20000"/>
            </a:schemeClr>
          </a:solidFill>
          <a:ln w="9525">
            <a:noFill/>
            <a:miter lim="800000"/>
            <a:headEnd/>
            <a:tailEnd/>
          </a:ln>
        </p:spPr>
        <p:txBody>
          <a:bodyPr>
            <a:spAutoFit/>
          </a:bodyPr>
          <a:lstStyle>
            <a:lvl1pPr>
              <a:spcBef>
                <a:spcPct val="20000"/>
              </a:spcBef>
              <a:buClr>
                <a:srgbClr val="FF9900"/>
              </a:buClr>
              <a:buChar char="•"/>
              <a:defRPr sz="3200" b="1">
                <a:solidFill>
                  <a:srgbClr val="01035B"/>
                </a:solidFill>
                <a:latin typeface="Arial" panose="020B0604020202020204" pitchFamily="34" charset="0"/>
              </a:defRPr>
            </a:lvl1pPr>
            <a:lvl2pPr marL="742950" indent="-285750">
              <a:spcBef>
                <a:spcPct val="20000"/>
              </a:spcBef>
              <a:buClr>
                <a:srgbClr val="FF9900"/>
              </a:buClr>
              <a:buChar char="–"/>
              <a:defRPr sz="2800" b="1">
                <a:solidFill>
                  <a:srgbClr val="01035B"/>
                </a:solidFill>
                <a:latin typeface="Arial" panose="020B0604020202020204" pitchFamily="34" charset="0"/>
              </a:defRPr>
            </a:lvl2pPr>
            <a:lvl3pPr marL="1143000" indent="-228600">
              <a:spcBef>
                <a:spcPct val="20000"/>
              </a:spcBef>
              <a:buClr>
                <a:srgbClr val="FF9900"/>
              </a:buClr>
              <a:buChar char="•"/>
              <a:defRPr sz="2400" b="1">
                <a:solidFill>
                  <a:srgbClr val="01035B"/>
                </a:solidFill>
                <a:latin typeface="Arial" panose="020B0604020202020204" pitchFamily="34" charset="0"/>
              </a:defRPr>
            </a:lvl3pPr>
            <a:lvl4pPr marL="1600200" indent="-228600">
              <a:spcBef>
                <a:spcPct val="20000"/>
              </a:spcBef>
              <a:buClr>
                <a:srgbClr val="FF9900"/>
              </a:buClr>
              <a:buChar char="–"/>
              <a:defRPr sz="2000" b="1">
                <a:solidFill>
                  <a:srgbClr val="01035B"/>
                </a:solidFill>
                <a:latin typeface="Arial" panose="020B0604020202020204" pitchFamily="34" charset="0"/>
              </a:defRPr>
            </a:lvl4pPr>
            <a:lvl5pPr marL="2057400" indent="-228600">
              <a:spcBef>
                <a:spcPct val="20000"/>
              </a:spcBef>
              <a:buClr>
                <a:srgbClr val="FF9900"/>
              </a:buClr>
              <a:buChar char="»"/>
              <a:defRPr sz="2000" b="1">
                <a:solidFill>
                  <a:srgbClr val="01035B"/>
                </a:solidFill>
                <a:latin typeface="Arial" panose="020B0604020202020204" pitchFamily="34" charset="0"/>
              </a:defRPr>
            </a:lvl5pPr>
            <a:lvl6pPr marL="25146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6pPr>
            <a:lvl7pPr marL="29718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7pPr>
            <a:lvl8pPr marL="34290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8pPr>
            <a:lvl9pPr marL="38862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9pPr>
          </a:lstStyle>
          <a:p>
            <a:pPr marL="0" marR="0" lvl="0" indent="0" algn="ctr" defTabSz="812810" rtl="0" eaLnBrk="1" fontAlgn="auto" latinLnBrk="0" hangingPunct="1">
              <a:lnSpc>
                <a:spcPct val="100000"/>
              </a:lnSpc>
              <a:spcBef>
                <a:spcPct val="0"/>
              </a:spcBef>
              <a:spcAft>
                <a:spcPts val="0"/>
              </a:spcAft>
              <a:buClrTx/>
              <a:buSzTx/>
              <a:buFontTx/>
              <a:buNone/>
              <a:tabLst/>
              <a:defRPr/>
            </a:pPr>
            <a:r>
              <a:rPr kumimoji="0" lang="en-US" altLang="en-US" sz="2000" b="0" i="0" u="none" strike="noStrike" kern="1200" cap="none" spc="0" normalizeH="0" baseline="0" noProof="0">
                <a:ln>
                  <a:noFill/>
                </a:ln>
                <a:solidFill>
                  <a:srgbClr val="00274C"/>
                </a:solidFill>
                <a:effectLst/>
                <a:uLnTx/>
                <a:uFillTx/>
                <a:latin typeface="Arial" panose="020B0604020202020204" pitchFamily="34" charset="0"/>
                <a:ea typeface="+mn-ea"/>
                <a:cs typeface="Arial" panose="020B0604020202020204" pitchFamily="34" charset="0"/>
              </a:rPr>
              <a:t>Electricity</a:t>
            </a:r>
          </a:p>
          <a:p>
            <a:pPr marL="0" marR="0" lvl="0" indent="0" algn="ctr" defTabSz="812810" rtl="0" eaLnBrk="1" fontAlgn="auto" latinLnBrk="0" hangingPunct="1">
              <a:lnSpc>
                <a:spcPct val="100000"/>
              </a:lnSpc>
              <a:spcBef>
                <a:spcPct val="0"/>
              </a:spcBef>
              <a:spcAft>
                <a:spcPts val="0"/>
              </a:spcAft>
              <a:buClrTx/>
              <a:buSzTx/>
              <a:buFontTx/>
              <a:buNone/>
              <a:tabLst/>
              <a:defRPr/>
            </a:pPr>
            <a:r>
              <a:rPr kumimoji="0" lang="en-US" altLang="en-US" sz="2000" b="0" i="0" u="none" strike="noStrike" kern="1200" cap="none" spc="0" normalizeH="0" baseline="0" noProof="0">
                <a:ln>
                  <a:noFill/>
                </a:ln>
                <a:solidFill>
                  <a:srgbClr val="00274C"/>
                </a:solidFill>
                <a:effectLst/>
                <a:uLnTx/>
                <a:uFillTx/>
                <a:latin typeface="Arial" panose="020B0604020202020204" pitchFamily="34" charset="0"/>
                <a:ea typeface="+mn-ea"/>
                <a:cs typeface="Arial" panose="020B0604020202020204" pitchFamily="34" charset="0"/>
              </a:rPr>
              <a:t>300 kWh</a:t>
            </a:r>
          </a:p>
        </p:txBody>
      </p:sp>
      <p:sp>
        <p:nvSpPr>
          <p:cNvPr id="58" name="Text Box 41">
            <a:extLst>
              <a:ext uri="{FF2B5EF4-FFF2-40B4-BE49-F238E27FC236}">
                <a16:creationId xmlns:a16="http://schemas.microsoft.com/office/drawing/2014/main" id="{9305B3EB-FE3C-7542-9553-C1C5021E3AE1}"/>
              </a:ext>
            </a:extLst>
          </p:cNvPr>
          <p:cNvSpPr txBox="1">
            <a:spLocks noChangeArrowheads="1"/>
          </p:cNvSpPr>
          <p:nvPr/>
        </p:nvSpPr>
        <p:spPr bwMode="auto">
          <a:xfrm>
            <a:off x="4405892" y="3987185"/>
            <a:ext cx="2082800" cy="707886"/>
          </a:xfrm>
          <a:prstGeom prst="rect">
            <a:avLst/>
          </a:prstGeom>
          <a:solidFill>
            <a:schemeClr val="accent4">
              <a:alpha val="20000"/>
            </a:schemeClr>
          </a:solidFill>
          <a:ln w="9525">
            <a:noFill/>
            <a:miter lim="800000"/>
            <a:headEnd/>
            <a:tailEnd/>
          </a:ln>
        </p:spPr>
        <p:txBody>
          <a:bodyPr wrap="square">
            <a:spAutoFit/>
          </a:bodyPr>
          <a:lstStyle>
            <a:lvl1pPr>
              <a:spcBef>
                <a:spcPct val="20000"/>
              </a:spcBef>
              <a:buClr>
                <a:srgbClr val="FF9900"/>
              </a:buClr>
              <a:buChar char="•"/>
              <a:defRPr sz="3200" b="1">
                <a:solidFill>
                  <a:srgbClr val="01035B"/>
                </a:solidFill>
                <a:latin typeface="Arial" panose="020B0604020202020204" pitchFamily="34" charset="0"/>
              </a:defRPr>
            </a:lvl1pPr>
            <a:lvl2pPr marL="742950" indent="-285750">
              <a:spcBef>
                <a:spcPct val="20000"/>
              </a:spcBef>
              <a:buClr>
                <a:srgbClr val="FF9900"/>
              </a:buClr>
              <a:buChar char="–"/>
              <a:defRPr sz="2800" b="1">
                <a:solidFill>
                  <a:srgbClr val="01035B"/>
                </a:solidFill>
                <a:latin typeface="Arial" panose="020B0604020202020204" pitchFamily="34" charset="0"/>
              </a:defRPr>
            </a:lvl2pPr>
            <a:lvl3pPr marL="1143000" indent="-228600">
              <a:spcBef>
                <a:spcPct val="20000"/>
              </a:spcBef>
              <a:buClr>
                <a:srgbClr val="FF9900"/>
              </a:buClr>
              <a:buChar char="•"/>
              <a:defRPr sz="2400" b="1">
                <a:solidFill>
                  <a:srgbClr val="01035B"/>
                </a:solidFill>
                <a:latin typeface="Arial" panose="020B0604020202020204" pitchFamily="34" charset="0"/>
              </a:defRPr>
            </a:lvl3pPr>
            <a:lvl4pPr marL="1600200" indent="-228600">
              <a:spcBef>
                <a:spcPct val="20000"/>
              </a:spcBef>
              <a:buClr>
                <a:srgbClr val="FF9900"/>
              </a:buClr>
              <a:buChar char="–"/>
              <a:defRPr sz="2000" b="1">
                <a:solidFill>
                  <a:srgbClr val="01035B"/>
                </a:solidFill>
                <a:latin typeface="Arial" panose="020B0604020202020204" pitchFamily="34" charset="0"/>
              </a:defRPr>
            </a:lvl4pPr>
            <a:lvl5pPr marL="2057400" indent="-228600">
              <a:spcBef>
                <a:spcPct val="20000"/>
              </a:spcBef>
              <a:buClr>
                <a:srgbClr val="FF9900"/>
              </a:buClr>
              <a:buChar char="»"/>
              <a:defRPr sz="2000" b="1">
                <a:solidFill>
                  <a:srgbClr val="01035B"/>
                </a:solidFill>
                <a:latin typeface="Arial" panose="020B0604020202020204" pitchFamily="34" charset="0"/>
              </a:defRPr>
            </a:lvl5pPr>
            <a:lvl6pPr marL="25146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6pPr>
            <a:lvl7pPr marL="29718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7pPr>
            <a:lvl8pPr marL="34290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8pPr>
            <a:lvl9pPr marL="38862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9pPr>
          </a:lstStyle>
          <a:p>
            <a:pPr marL="0" marR="0" lvl="0" indent="0" algn="ctr" defTabSz="812810" rtl="0" eaLnBrk="1" fontAlgn="auto" latinLnBrk="0" hangingPunct="1">
              <a:lnSpc>
                <a:spcPct val="100000"/>
              </a:lnSpc>
              <a:spcBef>
                <a:spcPct val="0"/>
              </a:spcBef>
              <a:spcAft>
                <a:spcPts val="0"/>
              </a:spcAft>
              <a:buClrTx/>
              <a:buSzTx/>
              <a:buFontTx/>
              <a:buNone/>
              <a:tabLst/>
              <a:defRPr/>
            </a:pPr>
            <a:r>
              <a:rPr kumimoji="0" lang="en-US" altLang="en-US" sz="2000" b="0" i="0" u="none" strike="noStrike" kern="1200" cap="none" spc="0" normalizeH="0" baseline="0" noProof="0" dirty="0">
                <a:ln>
                  <a:noFill/>
                </a:ln>
                <a:solidFill>
                  <a:srgbClr val="00274C"/>
                </a:solidFill>
                <a:effectLst/>
                <a:uLnTx/>
                <a:uFillTx/>
                <a:latin typeface="Arial" panose="020B0604020202020204" pitchFamily="34" charset="0"/>
                <a:ea typeface="+mn-ea"/>
                <a:cs typeface="Arial" panose="020B0604020202020204" pitchFamily="34" charset="0"/>
              </a:rPr>
              <a:t>5 Incandescent bulbs</a:t>
            </a:r>
          </a:p>
        </p:txBody>
      </p:sp>
      <p:cxnSp>
        <p:nvCxnSpPr>
          <p:cNvPr id="59" name="Elbow Connector 10">
            <a:extLst>
              <a:ext uri="{FF2B5EF4-FFF2-40B4-BE49-F238E27FC236}">
                <a16:creationId xmlns:a16="http://schemas.microsoft.com/office/drawing/2014/main" id="{C32C57BD-A0A6-CF4D-8D89-99F11C658C8A}"/>
              </a:ext>
            </a:extLst>
          </p:cNvPr>
          <p:cNvCxnSpPr>
            <a:cxnSpLocks noChangeShapeType="1"/>
            <a:stCxn id="57" idx="3"/>
            <a:endCxn id="53" idx="1"/>
          </p:cNvCxnSpPr>
          <p:nvPr/>
        </p:nvCxnSpPr>
        <p:spPr bwMode="auto">
          <a:xfrm flipV="1">
            <a:off x="9189028" y="4353729"/>
            <a:ext cx="615950" cy="1571794"/>
          </a:xfrm>
          <a:prstGeom prst="bentConnector3">
            <a:avLst>
              <a:gd name="adj1" fmla="val 50000"/>
            </a:avLst>
          </a:prstGeom>
          <a:noFill/>
          <a:ln w="28575" algn="ctr">
            <a:solidFill>
              <a:schemeClr val="accent1"/>
            </a:solidFill>
            <a:round/>
            <a:headEnd/>
            <a:tailEnd type="arrow" w="med" len="med"/>
          </a:ln>
          <a:effectLst/>
        </p:spPr>
      </p:cxnSp>
      <p:sp>
        <p:nvSpPr>
          <p:cNvPr id="60" name="Text Box 41">
            <a:extLst>
              <a:ext uri="{FF2B5EF4-FFF2-40B4-BE49-F238E27FC236}">
                <a16:creationId xmlns:a16="http://schemas.microsoft.com/office/drawing/2014/main" id="{094281D4-57F1-9E42-B0DA-3C0D9F74DF2F}"/>
              </a:ext>
            </a:extLst>
          </p:cNvPr>
          <p:cNvSpPr txBox="1">
            <a:spLocks noChangeArrowheads="1"/>
          </p:cNvSpPr>
          <p:nvPr/>
        </p:nvSpPr>
        <p:spPr bwMode="auto">
          <a:xfrm>
            <a:off x="7106228" y="2501285"/>
            <a:ext cx="2082800" cy="1015663"/>
          </a:xfrm>
          <a:prstGeom prst="rect">
            <a:avLst/>
          </a:prstGeom>
          <a:solidFill>
            <a:schemeClr val="accent4">
              <a:alpha val="20000"/>
            </a:schemeClr>
          </a:solidFill>
          <a:ln w="9525">
            <a:noFill/>
            <a:miter lim="800000"/>
            <a:headEnd/>
            <a:tailEnd/>
          </a:ln>
        </p:spPr>
        <p:txBody>
          <a:bodyPr>
            <a:spAutoFit/>
          </a:bodyPr>
          <a:lstStyle>
            <a:lvl1pPr>
              <a:spcBef>
                <a:spcPct val="20000"/>
              </a:spcBef>
              <a:buClr>
                <a:srgbClr val="FF9900"/>
              </a:buClr>
              <a:buChar char="•"/>
              <a:defRPr sz="3200" b="1">
                <a:solidFill>
                  <a:srgbClr val="01035B"/>
                </a:solidFill>
                <a:latin typeface="Arial" panose="020B0604020202020204" pitchFamily="34" charset="0"/>
              </a:defRPr>
            </a:lvl1pPr>
            <a:lvl2pPr marL="742950" indent="-285750">
              <a:spcBef>
                <a:spcPct val="20000"/>
              </a:spcBef>
              <a:buClr>
                <a:srgbClr val="FF9900"/>
              </a:buClr>
              <a:buChar char="–"/>
              <a:defRPr sz="2800" b="1">
                <a:solidFill>
                  <a:srgbClr val="01035B"/>
                </a:solidFill>
                <a:latin typeface="Arial" panose="020B0604020202020204" pitchFamily="34" charset="0"/>
              </a:defRPr>
            </a:lvl2pPr>
            <a:lvl3pPr marL="1143000" indent="-228600">
              <a:spcBef>
                <a:spcPct val="20000"/>
              </a:spcBef>
              <a:buClr>
                <a:srgbClr val="FF9900"/>
              </a:buClr>
              <a:buChar char="•"/>
              <a:defRPr sz="2400" b="1">
                <a:solidFill>
                  <a:srgbClr val="01035B"/>
                </a:solidFill>
                <a:latin typeface="Arial" panose="020B0604020202020204" pitchFamily="34" charset="0"/>
              </a:defRPr>
            </a:lvl3pPr>
            <a:lvl4pPr marL="1600200" indent="-228600">
              <a:spcBef>
                <a:spcPct val="20000"/>
              </a:spcBef>
              <a:buClr>
                <a:srgbClr val="FF9900"/>
              </a:buClr>
              <a:buChar char="–"/>
              <a:defRPr sz="2000" b="1">
                <a:solidFill>
                  <a:srgbClr val="01035B"/>
                </a:solidFill>
                <a:latin typeface="Arial" panose="020B0604020202020204" pitchFamily="34" charset="0"/>
              </a:defRPr>
            </a:lvl4pPr>
            <a:lvl5pPr marL="2057400" indent="-228600">
              <a:spcBef>
                <a:spcPct val="20000"/>
              </a:spcBef>
              <a:buClr>
                <a:srgbClr val="FF9900"/>
              </a:buClr>
              <a:buChar char="»"/>
              <a:defRPr sz="2000" b="1">
                <a:solidFill>
                  <a:srgbClr val="01035B"/>
                </a:solidFill>
                <a:latin typeface="Arial" panose="020B0604020202020204" pitchFamily="34" charset="0"/>
              </a:defRPr>
            </a:lvl5pPr>
            <a:lvl6pPr marL="25146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6pPr>
            <a:lvl7pPr marL="29718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7pPr>
            <a:lvl8pPr marL="34290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8pPr>
            <a:lvl9pPr marL="38862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9pPr>
          </a:lstStyle>
          <a:p>
            <a:pPr marL="0" marR="0" lvl="0" indent="0" algn="ctr" defTabSz="812810" rtl="0" eaLnBrk="1" fontAlgn="auto" latinLnBrk="0" hangingPunct="1">
              <a:lnSpc>
                <a:spcPct val="100000"/>
              </a:lnSpc>
              <a:spcBef>
                <a:spcPct val="0"/>
              </a:spcBef>
              <a:spcAft>
                <a:spcPts val="0"/>
              </a:spcAft>
              <a:buClrTx/>
              <a:buSzTx/>
              <a:buFontTx/>
              <a:buNone/>
              <a:tabLst/>
              <a:defRPr/>
            </a:pPr>
            <a:r>
              <a:rPr kumimoji="0" lang="en-US" altLang="en-US" sz="2000" b="0" i="0" u="none" strike="noStrike" kern="1200" cap="none" spc="0" normalizeH="0" baseline="0" noProof="0" dirty="0">
                <a:ln>
                  <a:noFill/>
                </a:ln>
                <a:solidFill>
                  <a:srgbClr val="00274C"/>
                </a:solidFill>
                <a:effectLst/>
                <a:uLnTx/>
                <a:uFillTx/>
                <a:latin typeface="Arial" panose="020B0604020202020204" pitchFamily="34" charset="0"/>
                <a:ea typeface="+mn-ea"/>
                <a:cs typeface="Arial" panose="020B0604020202020204" pitchFamily="34" charset="0"/>
              </a:rPr>
              <a:t>Transportation</a:t>
            </a:r>
          </a:p>
          <a:p>
            <a:pPr marL="0" marR="0" lvl="0" indent="0" algn="ctr" defTabSz="812810" rtl="0" eaLnBrk="1" fontAlgn="auto" latinLnBrk="0" hangingPunct="1">
              <a:lnSpc>
                <a:spcPct val="100000"/>
              </a:lnSpc>
              <a:spcBef>
                <a:spcPct val="0"/>
              </a:spcBef>
              <a:spcAft>
                <a:spcPts val="0"/>
              </a:spcAft>
              <a:buClrTx/>
              <a:buSzTx/>
              <a:buFontTx/>
              <a:buNone/>
              <a:tabLst/>
              <a:defRPr/>
            </a:pPr>
            <a:r>
              <a:rPr kumimoji="0" lang="en-US" altLang="en-US" sz="2000" b="0" i="0" u="none" strike="noStrike" kern="1200" cap="none" spc="0" normalizeH="0" baseline="0" noProof="0" dirty="0">
                <a:ln>
                  <a:noFill/>
                </a:ln>
                <a:solidFill>
                  <a:srgbClr val="00274C"/>
                </a:solidFill>
                <a:effectLst/>
                <a:uLnTx/>
                <a:uFillTx/>
                <a:latin typeface="Arial" panose="020B0604020202020204" pitchFamily="34" charset="0"/>
                <a:ea typeface="+mn-ea"/>
                <a:cs typeface="Arial" panose="020B0604020202020204" pitchFamily="34" charset="0"/>
              </a:rPr>
              <a:t>Truck 3200 km            </a:t>
            </a:r>
          </a:p>
          <a:p>
            <a:pPr marL="0" marR="0" lvl="0" indent="0" algn="ctr" defTabSz="812810" rtl="0" eaLnBrk="1" fontAlgn="auto" latinLnBrk="0" hangingPunct="1">
              <a:lnSpc>
                <a:spcPct val="100000"/>
              </a:lnSpc>
              <a:spcBef>
                <a:spcPct val="0"/>
              </a:spcBef>
              <a:spcAft>
                <a:spcPts val="0"/>
              </a:spcAft>
              <a:buClrTx/>
              <a:buSzTx/>
              <a:buFontTx/>
              <a:buNone/>
              <a:tabLst/>
              <a:defRPr/>
            </a:pPr>
            <a:r>
              <a:rPr kumimoji="0" lang="en-US" altLang="en-US" sz="2000" b="0" i="0" u="none" strike="noStrike" kern="1200" cap="none" spc="0" normalizeH="0" baseline="0" noProof="0">
                <a:ln>
                  <a:noFill/>
                </a:ln>
                <a:solidFill>
                  <a:srgbClr val="00274C"/>
                </a:solidFill>
                <a:effectLst/>
                <a:uLnTx/>
                <a:uFillTx/>
                <a:latin typeface="Arial" panose="020B0604020202020204" pitchFamily="34" charset="0"/>
                <a:ea typeface="+mn-ea"/>
                <a:cs typeface="Arial" panose="020B0604020202020204" pitchFamily="34" charset="0"/>
              </a:rPr>
              <a:t>         </a:t>
            </a:r>
            <a:r>
              <a:rPr kumimoji="0" lang="en-US" altLang="en-US" sz="2000" b="0" i="0" u="none" strike="noStrike" kern="1200" cap="none" spc="0" normalizeH="0" baseline="0" noProof="0" dirty="0" err="1">
                <a:ln>
                  <a:noFill/>
                </a:ln>
                <a:solidFill>
                  <a:srgbClr val="00274C"/>
                </a:solidFill>
                <a:effectLst/>
                <a:uLnTx/>
                <a:uFillTx/>
                <a:latin typeface="Arial" panose="020B0604020202020204" pitchFamily="34" charset="0"/>
                <a:ea typeface="+mn-ea"/>
                <a:cs typeface="Arial" panose="020B0604020202020204" pitchFamily="34" charset="0"/>
              </a:rPr>
              <a:t>kg∙km</a:t>
            </a:r>
            <a:endParaRPr kumimoji="0" lang="en-US" altLang="en-US" sz="2000" b="0" i="0" u="none" strike="noStrike" kern="1200" cap="none" spc="0" normalizeH="0" baseline="0" noProof="0" dirty="0">
              <a:ln>
                <a:noFill/>
              </a:ln>
              <a:solidFill>
                <a:srgbClr val="00274C"/>
              </a:solidFill>
              <a:effectLst/>
              <a:uLnTx/>
              <a:uFillTx/>
              <a:latin typeface="Arial" panose="020B0604020202020204" pitchFamily="34" charset="0"/>
              <a:ea typeface="+mn-ea"/>
              <a:cs typeface="Arial" panose="020B0604020202020204" pitchFamily="34" charset="0"/>
            </a:endParaRPr>
          </a:p>
        </p:txBody>
      </p:sp>
      <p:sp>
        <p:nvSpPr>
          <p:cNvPr id="61" name="Text Box 41">
            <a:extLst>
              <a:ext uri="{FF2B5EF4-FFF2-40B4-BE49-F238E27FC236}">
                <a16:creationId xmlns:a16="http://schemas.microsoft.com/office/drawing/2014/main" id="{DF6B90BA-F1C8-154D-8CDA-7F5306BEC015}"/>
              </a:ext>
            </a:extLst>
          </p:cNvPr>
          <p:cNvSpPr txBox="1">
            <a:spLocks noChangeArrowheads="1"/>
          </p:cNvSpPr>
          <p:nvPr/>
        </p:nvSpPr>
        <p:spPr bwMode="auto">
          <a:xfrm>
            <a:off x="7106228" y="3901460"/>
            <a:ext cx="2082800" cy="1323439"/>
          </a:xfrm>
          <a:prstGeom prst="rect">
            <a:avLst/>
          </a:prstGeom>
          <a:solidFill>
            <a:schemeClr val="accent4">
              <a:alpha val="20000"/>
            </a:schemeClr>
          </a:solidFill>
          <a:ln w="9525">
            <a:noFill/>
            <a:miter lim="800000"/>
            <a:headEnd/>
            <a:tailEnd/>
          </a:ln>
        </p:spPr>
        <p:txBody>
          <a:bodyPr>
            <a:spAutoFit/>
          </a:bodyPr>
          <a:lstStyle>
            <a:lvl1pPr>
              <a:spcBef>
                <a:spcPct val="20000"/>
              </a:spcBef>
              <a:buClr>
                <a:srgbClr val="FF9900"/>
              </a:buClr>
              <a:buChar char="•"/>
              <a:defRPr sz="3200" b="1">
                <a:solidFill>
                  <a:srgbClr val="01035B"/>
                </a:solidFill>
                <a:latin typeface="Arial" panose="020B0604020202020204" pitchFamily="34" charset="0"/>
              </a:defRPr>
            </a:lvl1pPr>
            <a:lvl2pPr marL="742950" indent="-285750">
              <a:spcBef>
                <a:spcPct val="20000"/>
              </a:spcBef>
              <a:buClr>
                <a:srgbClr val="FF9900"/>
              </a:buClr>
              <a:buChar char="–"/>
              <a:defRPr sz="2800" b="1">
                <a:solidFill>
                  <a:srgbClr val="01035B"/>
                </a:solidFill>
                <a:latin typeface="Arial" panose="020B0604020202020204" pitchFamily="34" charset="0"/>
              </a:defRPr>
            </a:lvl2pPr>
            <a:lvl3pPr marL="1143000" indent="-228600">
              <a:spcBef>
                <a:spcPct val="20000"/>
              </a:spcBef>
              <a:buClr>
                <a:srgbClr val="FF9900"/>
              </a:buClr>
              <a:buChar char="•"/>
              <a:defRPr sz="2400" b="1">
                <a:solidFill>
                  <a:srgbClr val="01035B"/>
                </a:solidFill>
                <a:latin typeface="Arial" panose="020B0604020202020204" pitchFamily="34" charset="0"/>
              </a:defRPr>
            </a:lvl3pPr>
            <a:lvl4pPr marL="1600200" indent="-228600">
              <a:spcBef>
                <a:spcPct val="20000"/>
              </a:spcBef>
              <a:buClr>
                <a:srgbClr val="FF9900"/>
              </a:buClr>
              <a:buChar char="–"/>
              <a:defRPr sz="2000" b="1">
                <a:solidFill>
                  <a:srgbClr val="01035B"/>
                </a:solidFill>
                <a:latin typeface="Arial" panose="020B0604020202020204" pitchFamily="34" charset="0"/>
              </a:defRPr>
            </a:lvl4pPr>
            <a:lvl5pPr marL="2057400" indent="-228600">
              <a:spcBef>
                <a:spcPct val="20000"/>
              </a:spcBef>
              <a:buClr>
                <a:srgbClr val="FF9900"/>
              </a:buClr>
              <a:buChar char="»"/>
              <a:defRPr sz="2000" b="1">
                <a:solidFill>
                  <a:srgbClr val="01035B"/>
                </a:solidFill>
                <a:latin typeface="Arial" panose="020B0604020202020204" pitchFamily="34" charset="0"/>
              </a:defRPr>
            </a:lvl5pPr>
            <a:lvl6pPr marL="25146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6pPr>
            <a:lvl7pPr marL="29718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7pPr>
            <a:lvl8pPr marL="34290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8pPr>
            <a:lvl9pPr marL="38862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9pPr>
          </a:lstStyle>
          <a:p>
            <a:pPr marL="0" marR="0" lvl="0" indent="0" algn="ctr" defTabSz="812810" rtl="0" eaLnBrk="1" fontAlgn="auto" latinLnBrk="0" hangingPunct="1">
              <a:lnSpc>
                <a:spcPct val="100000"/>
              </a:lnSpc>
              <a:spcBef>
                <a:spcPct val="0"/>
              </a:spcBef>
              <a:spcAft>
                <a:spcPts val="0"/>
              </a:spcAft>
              <a:buClrTx/>
              <a:buSzTx/>
              <a:buFontTx/>
              <a:buNone/>
              <a:tabLst/>
              <a:defRPr/>
            </a:pPr>
            <a:r>
              <a:rPr kumimoji="0" lang="en-US" altLang="en-US" sz="2000" b="0" i="0" u="none" strike="noStrike" kern="1200" cap="none" spc="0" normalizeH="0" baseline="0" noProof="0" dirty="0">
                <a:ln>
                  <a:noFill/>
                </a:ln>
                <a:solidFill>
                  <a:srgbClr val="00274C"/>
                </a:solidFill>
                <a:effectLst/>
                <a:uLnTx/>
                <a:uFillTx/>
                <a:latin typeface="Arial" panose="020B0604020202020204" pitchFamily="34" charset="0"/>
                <a:ea typeface="+mn-ea"/>
                <a:cs typeface="Arial" panose="020B0604020202020204" pitchFamily="34" charset="0"/>
              </a:rPr>
              <a:t>Transportation</a:t>
            </a:r>
          </a:p>
          <a:p>
            <a:pPr marL="0" marR="0" lvl="0" indent="0" algn="ctr" defTabSz="812810" rtl="0" eaLnBrk="1" fontAlgn="auto" latinLnBrk="0" hangingPunct="1">
              <a:lnSpc>
                <a:spcPct val="100000"/>
              </a:lnSpc>
              <a:spcBef>
                <a:spcPct val="0"/>
              </a:spcBef>
              <a:spcAft>
                <a:spcPts val="0"/>
              </a:spcAft>
              <a:buClrTx/>
              <a:buSzTx/>
              <a:buFontTx/>
              <a:buNone/>
              <a:tabLst/>
              <a:defRPr/>
            </a:pPr>
            <a:r>
              <a:rPr kumimoji="0" lang="en-US" altLang="en-US" sz="2000" b="0" i="0" u="none" strike="noStrike" kern="1200" cap="none" spc="0" normalizeH="0" baseline="0" noProof="0" dirty="0">
                <a:ln>
                  <a:noFill/>
                </a:ln>
                <a:solidFill>
                  <a:srgbClr val="00274C"/>
                </a:solidFill>
                <a:effectLst/>
                <a:uLnTx/>
                <a:uFillTx/>
                <a:latin typeface="Arial" panose="020B0604020202020204" pitchFamily="34" charset="0"/>
                <a:ea typeface="+mn-ea"/>
                <a:cs typeface="Arial" panose="020B0604020202020204" pitchFamily="34" charset="0"/>
              </a:rPr>
              <a:t>Oceanic freight 10,000 km</a:t>
            </a:r>
          </a:p>
          <a:p>
            <a:pPr marL="0" marR="0" lvl="0" indent="0" algn="ctr" defTabSz="812810" rtl="0" eaLnBrk="1" fontAlgn="auto" latinLnBrk="0" hangingPunct="1">
              <a:lnSpc>
                <a:spcPct val="100000"/>
              </a:lnSpc>
              <a:spcBef>
                <a:spcPct val="0"/>
              </a:spcBef>
              <a:spcAft>
                <a:spcPts val="0"/>
              </a:spcAft>
              <a:buClrTx/>
              <a:buSzTx/>
              <a:buFontTx/>
              <a:buNone/>
              <a:tabLst/>
              <a:defRPr/>
            </a:pPr>
            <a:r>
              <a:rPr kumimoji="0" lang="en-US" altLang="en-US" sz="2000" b="0" i="0" u="none" strike="noStrike" kern="1200" cap="none" spc="0" normalizeH="0" baseline="0" noProof="0" dirty="0">
                <a:ln>
                  <a:noFill/>
                </a:ln>
                <a:solidFill>
                  <a:srgbClr val="00274C"/>
                </a:solidFill>
                <a:effectLst/>
                <a:uLnTx/>
                <a:uFillTx/>
                <a:latin typeface="Arial" panose="020B0604020202020204" pitchFamily="34" charset="0"/>
                <a:ea typeface="+mn-ea"/>
                <a:cs typeface="Arial" panose="020B0604020202020204" pitchFamily="34" charset="0"/>
              </a:rPr>
              <a:t>2,285 </a:t>
            </a:r>
            <a:r>
              <a:rPr kumimoji="0" lang="en-US" altLang="en-US" sz="2000" b="0" i="0" u="none" strike="noStrike" kern="1200" cap="none" spc="0" normalizeH="0" baseline="0" noProof="0" dirty="0" err="1">
                <a:ln>
                  <a:noFill/>
                </a:ln>
                <a:solidFill>
                  <a:srgbClr val="00274C"/>
                </a:solidFill>
                <a:effectLst/>
                <a:uLnTx/>
                <a:uFillTx/>
                <a:latin typeface="Arial" panose="020B0604020202020204" pitchFamily="34" charset="0"/>
                <a:ea typeface="+mn-ea"/>
                <a:cs typeface="Arial" panose="020B0604020202020204" pitchFamily="34" charset="0"/>
              </a:rPr>
              <a:t>kg∙km</a:t>
            </a:r>
            <a:endParaRPr kumimoji="0" lang="en-US" altLang="en-US" sz="2000" b="0" i="0" u="none" strike="noStrike" kern="1200" cap="none" spc="0" normalizeH="0" baseline="0" noProof="0" dirty="0">
              <a:ln>
                <a:noFill/>
              </a:ln>
              <a:solidFill>
                <a:srgbClr val="00274C"/>
              </a:solidFill>
              <a:effectLst/>
              <a:uLnTx/>
              <a:uFillTx/>
              <a:latin typeface="Arial" panose="020B0604020202020204" pitchFamily="34" charset="0"/>
              <a:ea typeface="+mn-ea"/>
              <a:cs typeface="Arial" panose="020B0604020202020204" pitchFamily="34" charset="0"/>
            </a:endParaRPr>
          </a:p>
        </p:txBody>
      </p:sp>
      <p:cxnSp>
        <p:nvCxnSpPr>
          <p:cNvPr id="62" name="Straight Arrow Connector 13">
            <a:extLst>
              <a:ext uri="{FF2B5EF4-FFF2-40B4-BE49-F238E27FC236}">
                <a16:creationId xmlns:a16="http://schemas.microsoft.com/office/drawing/2014/main" id="{C56BE03C-DD27-AB45-8435-30F764AE9598}"/>
              </a:ext>
            </a:extLst>
          </p:cNvPr>
          <p:cNvCxnSpPr>
            <a:cxnSpLocks noChangeShapeType="1"/>
          </p:cNvCxnSpPr>
          <p:nvPr/>
        </p:nvCxnSpPr>
        <p:spPr bwMode="auto">
          <a:xfrm>
            <a:off x="6488691" y="4341128"/>
            <a:ext cx="617537" cy="0"/>
          </a:xfrm>
          <a:prstGeom prst="straightConnector1">
            <a:avLst/>
          </a:prstGeom>
          <a:noFill/>
          <a:ln w="28575" algn="ctr">
            <a:solidFill>
              <a:schemeClr val="accent1"/>
            </a:solidFill>
            <a:round/>
            <a:headEnd/>
            <a:tailEnd type="arrow" w="med" len="med"/>
          </a:ln>
          <a:effectLst/>
        </p:spPr>
      </p:cxnSp>
      <p:cxnSp>
        <p:nvCxnSpPr>
          <p:cNvPr id="63" name="Straight Arrow Connector 14">
            <a:extLst>
              <a:ext uri="{FF2B5EF4-FFF2-40B4-BE49-F238E27FC236}">
                <a16:creationId xmlns:a16="http://schemas.microsoft.com/office/drawing/2014/main" id="{9D33D505-6C12-C447-858D-66CC4EC02564}"/>
              </a:ext>
            </a:extLst>
          </p:cNvPr>
          <p:cNvCxnSpPr>
            <a:cxnSpLocks noChangeShapeType="1"/>
            <a:stCxn id="61" idx="0"/>
            <a:endCxn id="60" idx="2"/>
          </p:cNvCxnSpPr>
          <p:nvPr/>
        </p:nvCxnSpPr>
        <p:spPr bwMode="auto">
          <a:xfrm flipV="1">
            <a:off x="8147628" y="3516948"/>
            <a:ext cx="0" cy="384512"/>
          </a:xfrm>
          <a:prstGeom prst="straightConnector1">
            <a:avLst/>
          </a:prstGeom>
          <a:noFill/>
          <a:ln w="28575" algn="ctr">
            <a:solidFill>
              <a:schemeClr val="accent1"/>
            </a:solidFill>
            <a:round/>
            <a:headEnd/>
            <a:tailEnd type="arrow" w="med" len="med"/>
          </a:ln>
          <a:effectLst/>
        </p:spPr>
      </p:cxnSp>
      <p:cxnSp>
        <p:nvCxnSpPr>
          <p:cNvPr id="64" name="Elbow Connector 15">
            <a:extLst>
              <a:ext uri="{FF2B5EF4-FFF2-40B4-BE49-F238E27FC236}">
                <a16:creationId xmlns:a16="http://schemas.microsoft.com/office/drawing/2014/main" id="{330FA271-4DE0-B74F-BD75-7AD78F777B2E}"/>
              </a:ext>
            </a:extLst>
          </p:cNvPr>
          <p:cNvCxnSpPr>
            <a:cxnSpLocks noChangeShapeType="1"/>
            <a:stCxn id="60" idx="3"/>
            <a:endCxn id="53" idx="0"/>
          </p:cNvCxnSpPr>
          <p:nvPr/>
        </p:nvCxnSpPr>
        <p:spPr bwMode="auto">
          <a:xfrm>
            <a:off x="9189028" y="3009117"/>
            <a:ext cx="1576387" cy="836780"/>
          </a:xfrm>
          <a:prstGeom prst="bentConnector2">
            <a:avLst/>
          </a:prstGeom>
          <a:noFill/>
          <a:ln w="28575" algn="ctr">
            <a:solidFill>
              <a:schemeClr val="accent1"/>
            </a:solidFill>
            <a:round/>
            <a:headEnd/>
            <a:tailEnd type="arrow" w="med" len="med"/>
          </a:ln>
          <a:effectLst/>
        </p:spPr>
      </p:cxnSp>
      <p:sp>
        <p:nvSpPr>
          <p:cNvPr id="65" name="Text Box 41">
            <a:extLst>
              <a:ext uri="{FF2B5EF4-FFF2-40B4-BE49-F238E27FC236}">
                <a16:creationId xmlns:a16="http://schemas.microsoft.com/office/drawing/2014/main" id="{32E1C4DE-EE8E-A143-8306-88845CEC6A36}"/>
              </a:ext>
            </a:extLst>
          </p:cNvPr>
          <p:cNvSpPr txBox="1">
            <a:spLocks noChangeArrowheads="1"/>
          </p:cNvSpPr>
          <p:nvPr/>
        </p:nvSpPr>
        <p:spPr bwMode="auto">
          <a:xfrm>
            <a:off x="4713198" y="5291357"/>
            <a:ext cx="1711325" cy="1016000"/>
          </a:xfrm>
          <a:prstGeom prst="rect">
            <a:avLst/>
          </a:prstGeom>
          <a:solidFill>
            <a:schemeClr val="accent4">
              <a:alpha val="20000"/>
            </a:schemeClr>
          </a:solidFill>
          <a:ln w="9525">
            <a:noFill/>
            <a:miter lim="800000"/>
            <a:headEnd/>
            <a:tailEnd/>
          </a:ln>
        </p:spPr>
        <p:txBody>
          <a:bodyPr>
            <a:spAutoFit/>
          </a:bodyPr>
          <a:lstStyle>
            <a:lvl1pPr>
              <a:spcBef>
                <a:spcPct val="20000"/>
              </a:spcBef>
              <a:buClr>
                <a:srgbClr val="FF9900"/>
              </a:buClr>
              <a:buChar char="•"/>
              <a:defRPr sz="3200" b="1">
                <a:solidFill>
                  <a:srgbClr val="01035B"/>
                </a:solidFill>
                <a:latin typeface="Arial" panose="020B0604020202020204" pitchFamily="34" charset="0"/>
              </a:defRPr>
            </a:lvl1pPr>
            <a:lvl2pPr marL="742950" indent="-285750">
              <a:spcBef>
                <a:spcPct val="20000"/>
              </a:spcBef>
              <a:buClr>
                <a:srgbClr val="FF9900"/>
              </a:buClr>
              <a:buChar char="–"/>
              <a:defRPr sz="2800" b="1">
                <a:solidFill>
                  <a:srgbClr val="01035B"/>
                </a:solidFill>
                <a:latin typeface="Arial" panose="020B0604020202020204" pitchFamily="34" charset="0"/>
              </a:defRPr>
            </a:lvl2pPr>
            <a:lvl3pPr marL="1143000" indent="-228600">
              <a:spcBef>
                <a:spcPct val="20000"/>
              </a:spcBef>
              <a:buClr>
                <a:srgbClr val="FF9900"/>
              </a:buClr>
              <a:buChar char="•"/>
              <a:defRPr sz="2400" b="1">
                <a:solidFill>
                  <a:srgbClr val="01035B"/>
                </a:solidFill>
                <a:latin typeface="Arial" panose="020B0604020202020204" pitchFamily="34" charset="0"/>
              </a:defRPr>
            </a:lvl3pPr>
            <a:lvl4pPr marL="1600200" indent="-228600">
              <a:spcBef>
                <a:spcPct val="20000"/>
              </a:spcBef>
              <a:buClr>
                <a:srgbClr val="FF9900"/>
              </a:buClr>
              <a:buChar char="–"/>
              <a:defRPr sz="2000" b="1">
                <a:solidFill>
                  <a:srgbClr val="01035B"/>
                </a:solidFill>
                <a:latin typeface="Arial" panose="020B0604020202020204" pitchFamily="34" charset="0"/>
              </a:defRPr>
            </a:lvl4pPr>
            <a:lvl5pPr marL="2057400" indent="-228600">
              <a:spcBef>
                <a:spcPct val="20000"/>
              </a:spcBef>
              <a:buClr>
                <a:srgbClr val="FF9900"/>
              </a:buClr>
              <a:buChar char="»"/>
              <a:defRPr sz="2000" b="1">
                <a:solidFill>
                  <a:srgbClr val="01035B"/>
                </a:solidFill>
                <a:latin typeface="Arial" panose="020B0604020202020204" pitchFamily="34" charset="0"/>
              </a:defRPr>
            </a:lvl5pPr>
            <a:lvl6pPr marL="25146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6pPr>
            <a:lvl7pPr marL="29718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7pPr>
            <a:lvl8pPr marL="34290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8pPr>
            <a:lvl9pPr marL="38862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9pPr>
          </a:lstStyle>
          <a:p>
            <a:pPr marL="0" marR="0" lvl="0" indent="0" algn="ctr" defTabSz="812810" rtl="0" eaLnBrk="1" fontAlgn="auto" latinLnBrk="0" hangingPunct="1">
              <a:lnSpc>
                <a:spcPct val="100000"/>
              </a:lnSpc>
              <a:spcBef>
                <a:spcPct val="0"/>
              </a:spcBef>
              <a:spcAft>
                <a:spcPts val="0"/>
              </a:spcAft>
              <a:buClrTx/>
              <a:buSzTx/>
              <a:buFontTx/>
              <a:buNone/>
              <a:tabLst/>
              <a:defRPr/>
            </a:pPr>
            <a:r>
              <a:rPr kumimoji="0" lang="en-US" altLang="en-US" sz="2000" b="0" i="0" u="none" strike="noStrike" kern="1200" cap="none" spc="0" normalizeH="0" baseline="0" noProof="0" dirty="0">
                <a:ln>
                  <a:noFill/>
                </a:ln>
                <a:solidFill>
                  <a:srgbClr val="00274C"/>
                </a:solidFill>
                <a:effectLst/>
                <a:uLnTx/>
                <a:uFillTx/>
                <a:latin typeface="Arial" panose="020B0604020202020204" pitchFamily="34" charset="0"/>
                <a:ea typeface="+mn-ea"/>
                <a:cs typeface="Arial" panose="020B0604020202020204" pitchFamily="34" charset="0"/>
              </a:rPr>
              <a:t>Paper packaging</a:t>
            </a:r>
          </a:p>
          <a:p>
            <a:pPr marL="0" marR="0" lvl="0" indent="0" algn="ctr" defTabSz="812810" rtl="0" eaLnBrk="1" fontAlgn="auto" latinLnBrk="0" hangingPunct="1">
              <a:lnSpc>
                <a:spcPct val="100000"/>
              </a:lnSpc>
              <a:spcBef>
                <a:spcPct val="0"/>
              </a:spcBef>
              <a:spcAft>
                <a:spcPts val="0"/>
              </a:spcAft>
              <a:buClrTx/>
              <a:buSzTx/>
              <a:buFontTx/>
              <a:buNone/>
              <a:tabLst/>
              <a:defRPr/>
            </a:pPr>
            <a:r>
              <a:rPr kumimoji="0" lang="en-US" altLang="en-US" sz="2000" b="0" i="0" u="none" strike="noStrike" kern="1200" cap="none" spc="0" normalizeH="0" baseline="0" noProof="0" dirty="0">
                <a:ln>
                  <a:noFill/>
                </a:ln>
                <a:solidFill>
                  <a:srgbClr val="00274C"/>
                </a:solidFill>
                <a:effectLst/>
                <a:uLnTx/>
                <a:uFillTx/>
                <a:latin typeface="Arial" panose="020B0604020202020204" pitchFamily="34" charset="0"/>
                <a:ea typeface="+mn-ea"/>
                <a:cs typeface="Arial" panose="020B0604020202020204" pitchFamily="34" charset="0"/>
              </a:rPr>
              <a:t>50g</a:t>
            </a:r>
          </a:p>
        </p:txBody>
      </p:sp>
      <p:sp>
        <p:nvSpPr>
          <p:cNvPr id="66" name="Text Box 41">
            <a:extLst>
              <a:ext uri="{FF2B5EF4-FFF2-40B4-BE49-F238E27FC236}">
                <a16:creationId xmlns:a16="http://schemas.microsoft.com/office/drawing/2014/main" id="{2EC88E66-352D-7447-A6F6-9DCB57DD5AAE}"/>
              </a:ext>
            </a:extLst>
          </p:cNvPr>
          <p:cNvSpPr txBox="1">
            <a:spLocks noChangeArrowheads="1"/>
          </p:cNvSpPr>
          <p:nvPr/>
        </p:nvSpPr>
        <p:spPr bwMode="auto">
          <a:xfrm>
            <a:off x="1583634" y="4096304"/>
            <a:ext cx="1940362" cy="708025"/>
          </a:xfrm>
          <a:prstGeom prst="rect">
            <a:avLst/>
          </a:prstGeom>
          <a:solidFill>
            <a:schemeClr val="accent4">
              <a:alpha val="20000"/>
            </a:schemeClr>
          </a:solidFill>
          <a:ln w="9525">
            <a:noFill/>
            <a:miter lim="800000"/>
            <a:headEnd/>
            <a:tailEnd/>
          </a:ln>
        </p:spPr>
        <p:txBody>
          <a:bodyPr wrap="square">
            <a:spAutoFit/>
          </a:bodyPr>
          <a:lstStyle>
            <a:lvl1pPr>
              <a:spcBef>
                <a:spcPct val="20000"/>
              </a:spcBef>
              <a:buClr>
                <a:srgbClr val="FF9900"/>
              </a:buClr>
              <a:buChar char="•"/>
              <a:defRPr sz="3200" b="1">
                <a:solidFill>
                  <a:srgbClr val="01035B"/>
                </a:solidFill>
                <a:latin typeface="Arial" panose="020B0604020202020204" pitchFamily="34" charset="0"/>
              </a:defRPr>
            </a:lvl1pPr>
            <a:lvl2pPr marL="742950" indent="-285750">
              <a:spcBef>
                <a:spcPct val="20000"/>
              </a:spcBef>
              <a:buClr>
                <a:srgbClr val="FF9900"/>
              </a:buClr>
              <a:buChar char="–"/>
              <a:defRPr sz="2800" b="1">
                <a:solidFill>
                  <a:srgbClr val="01035B"/>
                </a:solidFill>
                <a:latin typeface="Arial" panose="020B0604020202020204" pitchFamily="34" charset="0"/>
              </a:defRPr>
            </a:lvl2pPr>
            <a:lvl3pPr marL="1143000" indent="-228600">
              <a:spcBef>
                <a:spcPct val="20000"/>
              </a:spcBef>
              <a:buClr>
                <a:srgbClr val="FF9900"/>
              </a:buClr>
              <a:buChar char="•"/>
              <a:defRPr sz="2400" b="1">
                <a:solidFill>
                  <a:srgbClr val="01035B"/>
                </a:solidFill>
                <a:latin typeface="Arial" panose="020B0604020202020204" pitchFamily="34" charset="0"/>
              </a:defRPr>
            </a:lvl3pPr>
            <a:lvl4pPr marL="1600200" indent="-228600">
              <a:spcBef>
                <a:spcPct val="20000"/>
              </a:spcBef>
              <a:buClr>
                <a:srgbClr val="FF9900"/>
              </a:buClr>
              <a:buChar char="–"/>
              <a:defRPr sz="2000" b="1">
                <a:solidFill>
                  <a:srgbClr val="01035B"/>
                </a:solidFill>
                <a:latin typeface="Arial" panose="020B0604020202020204" pitchFamily="34" charset="0"/>
              </a:defRPr>
            </a:lvl4pPr>
            <a:lvl5pPr marL="2057400" indent="-228600">
              <a:spcBef>
                <a:spcPct val="20000"/>
              </a:spcBef>
              <a:buClr>
                <a:srgbClr val="FF9900"/>
              </a:buClr>
              <a:buChar char="»"/>
              <a:defRPr sz="2000" b="1">
                <a:solidFill>
                  <a:srgbClr val="01035B"/>
                </a:solidFill>
                <a:latin typeface="Arial" panose="020B0604020202020204" pitchFamily="34" charset="0"/>
              </a:defRPr>
            </a:lvl5pPr>
            <a:lvl6pPr marL="25146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6pPr>
            <a:lvl7pPr marL="29718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7pPr>
            <a:lvl8pPr marL="34290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8pPr>
            <a:lvl9pPr marL="38862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9pPr>
          </a:lstStyle>
          <a:p>
            <a:pPr marL="0" marR="0" lvl="0" indent="0" algn="ctr" defTabSz="812810" rtl="0" eaLnBrk="1" fontAlgn="auto" latinLnBrk="0" hangingPunct="1">
              <a:lnSpc>
                <a:spcPct val="100000"/>
              </a:lnSpc>
              <a:spcBef>
                <a:spcPct val="0"/>
              </a:spcBef>
              <a:spcAft>
                <a:spcPts val="0"/>
              </a:spcAft>
              <a:buClrTx/>
              <a:buSzTx/>
              <a:buFontTx/>
              <a:buNone/>
              <a:tabLst/>
              <a:defRPr/>
            </a:pPr>
            <a:r>
              <a:rPr kumimoji="0" lang="en-US" altLang="en-US" sz="2000" b="0" i="0" u="none" strike="noStrike" kern="1200" cap="none" spc="0" normalizeH="0" baseline="0" noProof="0" dirty="0">
                <a:ln>
                  <a:noFill/>
                </a:ln>
                <a:solidFill>
                  <a:srgbClr val="00274C"/>
                </a:solidFill>
                <a:effectLst/>
                <a:uLnTx/>
                <a:uFillTx/>
                <a:latin typeface="Arial" panose="020B0604020202020204" pitchFamily="34" charset="0"/>
                <a:ea typeface="+mn-ea"/>
                <a:cs typeface="Arial" panose="020B0604020202020204" pitchFamily="34" charset="0"/>
              </a:rPr>
              <a:t>Aluminum</a:t>
            </a:r>
          </a:p>
          <a:p>
            <a:pPr marL="0" marR="0" lvl="0" indent="0" algn="ctr" defTabSz="812810" rtl="0" eaLnBrk="1" fontAlgn="auto" latinLnBrk="0" hangingPunct="1">
              <a:lnSpc>
                <a:spcPct val="100000"/>
              </a:lnSpc>
              <a:spcBef>
                <a:spcPct val="0"/>
              </a:spcBef>
              <a:spcAft>
                <a:spcPts val="0"/>
              </a:spcAft>
              <a:buClrTx/>
              <a:buSzTx/>
              <a:buFontTx/>
              <a:buNone/>
              <a:tabLst/>
              <a:defRPr/>
            </a:pPr>
            <a:r>
              <a:rPr kumimoji="0" lang="en-US" altLang="en-US" sz="2000" b="0" i="0" u="none" strike="noStrike" kern="1200" cap="none" spc="0" normalizeH="0" baseline="0" noProof="0" dirty="0">
                <a:ln>
                  <a:noFill/>
                </a:ln>
                <a:solidFill>
                  <a:srgbClr val="00274C"/>
                </a:solidFill>
                <a:effectLst/>
                <a:uLnTx/>
                <a:uFillTx/>
                <a:latin typeface="Arial" panose="020B0604020202020204" pitchFamily="34" charset="0"/>
                <a:ea typeface="+mn-ea"/>
                <a:cs typeface="Arial" panose="020B0604020202020204" pitchFamily="34" charset="0"/>
              </a:rPr>
              <a:t>75g</a:t>
            </a:r>
          </a:p>
        </p:txBody>
      </p:sp>
      <p:sp>
        <p:nvSpPr>
          <p:cNvPr id="67" name="Text Box 41">
            <a:extLst>
              <a:ext uri="{FF2B5EF4-FFF2-40B4-BE49-F238E27FC236}">
                <a16:creationId xmlns:a16="http://schemas.microsoft.com/office/drawing/2014/main" id="{736C8784-4980-6A4B-A42C-9D31185F05C4}"/>
              </a:ext>
            </a:extLst>
          </p:cNvPr>
          <p:cNvSpPr txBox="1">
            <a:spLocks noChangeArrowheads="1"/>
          </p:cNvSpPr>
          <p:nvPr/>
        </p:nvSpPr>
        <p:spPr bwMode="auto">
          <a:xfrm>
            <a:off x="1583633" y="3182740"/>
            <a:ext cx="1910200" cy="708025"/>
          </a:xfrm>
          <a:prstGeom prst="rect">
            <a:avLst/>
          </a:prstGeom>
          <a:solidFill>
            <a:schemeClr val="accent4">
              <a:alpha val="20000"/>
            </a:schemeClr>
          </a:solidFill>
          <a:ln w="9525">
            <a:noFill/>
            <a:miter lim="800000"/>
            <a:headEnd/>
            <a:tailEnd/>
          </a:ln>
        </p:spPr>
        <p:txBody>
          <a:bodyPr wrap="square">
            <a:spAutoFit/>
          </a:bodyPr>
          <a:lstStyle>
            <a:lvl1pPr>
              <a:spcBef>
                <a:spcPct val="20000"/>
              </a:spcBef>
              <a:buClr>
                <a:srgbClr val="FF9900"/>
              </a:buClr>
              <a:buChar char="•"/>
              <a:defRPr sz="3200" b="1">
                <a:solidFill>
                  <a:srgbClr val="01035B"/>
                </a:solidFill>
                <a:latin typeface="Arial" panose="020B0604020202020204" pitchFamily="34" charset="0"/>
              </a:defRPr>
            </a:lvl1pPr>
            <a:lvl2pPr marL="742950" indent="-285750">
              <a:spcBef>
                <a:spcPct val="20000"/>
              </a:spcBef>
              <a:buClr>
                <a:srgbClr val="FF9900"/>
              </a:buClr>
              <a:buChar char="–"/>
              <a:defRPr sz="2800" b="1">
                <a:solidFill>
                  <a:srgbClr val="01035B"/>
                </a:solidFill>
                <a:latin typeface="Arial" panose="020B0604020202020204" pitchFamily="34" charset="0"/>
              </a:defRPr>
            </a:lvl2pPr>
            <a:lvl3pPr marL="1143000" indent="-228600">
              <a:spcBef>
                <a:spcPct val="20000"/>
              </a:spcBef>
              <a:buClr>
                <a:srgbClr val="FF9900"/>
              </a:buClr>
              <a:buChar char="•"/>
              <a:defRPr sz="2400" b="1">
                <a:solidFill>
                  <a:srgbClr val="01035B"/>
                </a:solidFill>
                <a:latin typeface="Arial" panose="020B0604020202020204" pitchFamily="34" charset="0"/>
              </a:defRPr>
            </a:lvl3pPr>
            <a:lvl4pPr marL="1600200" indent="-228600">
              <a:spcBef>
                <a:spcPct val="20000"/>
              </a:spcBef>
              <a:buClr>
                <a:srgbClr val="FF9900"/>
              </a:buClr>
              <a:buChar char="–"/>
              <a:defRPr sz="2000" b="1">
                <a:solidFill>
                  <a:srgbClr val="01035B"/>
                </a:solidFill>
                <a:latin typeface="Arial" panose="020B0604020202020204" pitchFamily="34" charset="0"/>
              </a:defRPr>
            </a:lvl4pPr>
            <a:lvl5pPr marL="2057400" indent="-228600">
              <a:spcBef>
                <a:spcPct val="20000"/>
              </a:spcBef>
              <a:buClr>
                <a:srgbClr val="FF9900"/>
              </a:buClr>
              <a:buChar char="»"/>
              <a:defRPr sz="2000" b="1">
                <a:solidFill>
                  <a:srgbClr val="01035B"/>
                </a:solidFill>
                <a:latin typeface="Arial" panose="020B0604020202020204" pitchFamily="34" charset="0"/>
              </a:defRPr>
            </a:lvl5pPr>
            <a:lvl6pPr marL="25146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6pPr>
            <a:lvl7pPr marL="29718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7pPr>
            <a:lvl8pPr marL="34290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8pPr>
            <a:lvl9pPr marL="38862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9pPr>
          </a:lstStyle>
          <a:p>
            <a:pPr marL="0" marR="0" lvl="0" indent="0" algn="ctr" defTabSz="812810" rtl="0" eaLnBrk="1" fontAlgn="auto" latinLnBrk="0" hangingPunct="1">
              <a:lnSpc>
                <a:spcPct val="100000"/>
              </a:lnSpc>
              <a:spcBef>
                <a:spcPct val="0"/>
              </a:spcBef>
              <a:spcAft>
                <a:spcPts val="0"/>
              </a:spcAft>
              <a:buClrTx/>
              <a:buSzTx/>
              <a:buFontTx/>
              <a:buNone/>
              <a:tabLst/>
              <a:defRPr/>
            </a:pPr>
            <a:r>
              <a:rPr kumimoji="0" lang="en-US" altLang="en-US" sz="2000" b="0" i="0" u="none" strike="noStrike" kern="1200" cap="none" spc="0" normalizeH="0" baseline="0" noProof="0" dirty="0">
                <a:ln>
                  <a:noFill/>
                </a:ln>
                <a:solidFill>
                  <a:srgbClr val="00274C"/>
                </a:solidFill>
                <a:effectLst/>
                <a:uLnTx/>
                <a:uFillTx/>
                <a:latin typeface="Arial" panose="020B0604020202020204" pitchFamily="34" charset="0"/>
                <a:ea typeface="+mn-ea"/>
                <a:cs typeface="Arial" panose="020B0604020202020204" pitchFamily="34" charset="0"/>
              </a:rPr>
              <a:t>Glass</a:t>
            </a:r>
          </a:p>
          <a:p>
            <a:pPr marL="0" marR="0" lvl="0" indent="0" algn="ctr" defTabSz="812810" rtl="0" eaLnBrk="1" fontAlgn="auto" latinLnBrk="0" hangingPunct="1">
              <a:lnSpc>
                <a:spcPct val="100000"/>
              </a:lnSpc>
              <a:spcBef>
                <a:spcPct val="0"/>
              </a:spcBef>
              <a:spcAft>
                <a:spcPts val="0"/>
              </a:spcAft>
              <a:buClrTx/>
              <a:buSzTx/>
              <a:buFontTx/>
              <a:buNone/>
              <a:tabLst/>
              <a:defRPr/>
            </a:pPr>
            <a:r>
              <a:rPr kumimoji="0" lang="en-US" altLang="en-US" sz="2000" b="0" i="0" u="none" strike="noStrike" kern="1200" cap="none" spc="0" normalizeH="0" baseline="0" noProof="0" dirty="0">
                <a:ln>
                  <a:noFill/>
                </a:ln>
                <a:solidFill>
                  <a:srgbClr val="00274C"/>
                </a:solidFill>
                <a:effectLst/>
                <a:uLnTx/>
                <a:uFillTx/>
                <a:latin typeface="Arial" panose="020B0604020202020204" pitchFamily="34" charset="0"/>
                <a:ea typeface="+mn-ea"/>
                <a:cs typeface="Arial" panose="020B0604020202020204" pitchFamily="34" charset="0"/>
              </a:rPr>
              <a:t>100g</a:t>
            </a:r>
          </a:p>
        </p:txBody>
      </p:sp>
      <p:sp>
        <p:nvSpPr>
          <p:cNvPr id="68" name="Text Box 41">
            <a:extLst>
              <a:ext uri="{FF2B5EF4-FFF2-40B4-BE49-F238E27FC236}">
                <a16:creationId xmlns:a16="http://schemas.microsoft.com/office/drawing/2014/main" id="{54C40670-D962-2045-A825-61084C50D37D}"/>
              </a:ext>
            </a:extLst>
          </p:cNvPr>
          <p:cNvSpPr txBox="1">
            <a:spLocks noChangeArrowheads="1"/>
          </p:cNvSpPr>
          <p:nvPr/>
        </p:nvSpPr>
        <p:spPr bwMode="auto">
          <a:xfrm>
            <a:off x="1583633" y="5164858"/>
            <a:ext cx="1910200" cy="708025"/>
          </a:xfrm>
          <a:prstGeom prst="rect">
            <a:avLst/>
          </a:prstGeom>
          <a:solidFill>
            <a:schemeClr val="accent4">
              <a:alpha val="20000"/>
            </a:schemeClr>
          </a:solidFill>
          <a:ln w="9525">
            <a:noFill/>
            <a:miter lim="800000"/>
            <a:headEnd/>
            <a:tailEnd/>
          </a:ln>
        </p:spPr>
        <p:txBody>
          <a:bodyPr wrap="square">
            <a:spAutoFit/>
          </a:bodyPr>
          <a:lstStyle>
            <a:lvl1pPr>
              <a:spcBef>
                <a:spcPct val="20000"/>
              </a:spcBef>
              <a:buClr>
                <a:srgbClr val="FF9900"/>
              </a:buClr>
              <a:buChar char="•"/>
              <a:defRPr sz="3200" b="1">
                <a:solidFill>
                  <a:srgbClr val="01035B"/>
                </a:solidFill>
                <a:latin typeface="Arial" panose="020B0604020202020204" pitchFamily="34" charset="0"/>
              </a:defRPr>
            </a:lvl1pPr>
            <a:lvl2pPr marL="742950" indent="-285750">
              <a:spcBef>
                <a:spcPct val="20000"/>
              </a:spcBef>
              <a:buClr>
                <a:srgbClr val="FF9900"/>
              </a:buClr>
              <a:buChar char="–"/>
              <a:defRPr sz="2800" b="1">
                <a:solidFill>
                  <a:srgbClr val="01035B"/>
                </a:solidFill>
                <a:latin typeface="Arial" panose="020B0604020202020204" pitchFamily="34" charset="0"/>
              </a:defRPr>
            </a:lvl2pPr>
            <a:lvl3pPr marL="1143000" indent="-228600">
              <a:spcBef>
                <a:spcPct val="20000"/>
              </a:spcBef>
              <a:buClr>
                <a:srgbClr val="FF9900"/>
              </a:buClr>
              <a:buChar char="•"/>
              <a:defRPr sz="2400" b="1">
                <a:solidFill>
                  <a:srgbClr val="01035B"/>
                </a:solidFill>
                <a:latin typeface="Arial" panose="020B0604020202020204" pitchFamily="34" charset="0"/>
              </a:defRPr>
            </a:lvl3pPr>
            <a:lvl4pPr marL="1600200" indent="-228600">
              <a:spcBef>
                <a:spcPct val="20000"/>
              </a:spcBef>
              <a:buClr>
                <a:srgbClr val="FF9900"/>
              </a:buClr>
              <a:buChar char="–"/>
              <a:defRPr sz="2000" b="1">
                <a:solidFill>
                  <a:srgbClr val="01035B"/>
                </a:solidFill>
                <a:latin typeface="Arial" panose="020B0604020202020204" pitchFamily="34" charset="0"/>
              </a:defRPr>
            </a:lvl4pPr>
            <a:lvl5pPr marL="2057400" indent="-228600">
              <a:spcBef>
                <a:spcPct val="20000"/>
              </a:spcBef>
              <a:buClr>
                <a:srgbClr val="FF9900"/>
              </a:buClr>
              <a:buChar char="»"/>
              <a:defRPr sz="2000" b="1">
                <a:solidFill>
                  <a:srgbClr val="01035B"/>
                </a:solidFill>
                <a:latin typeface="Arial" panose="020B0604020202020204" pitchFamily="34" charset="0"/>
              </a:defRPr>
            </a:lvl5pPr>
            <a:lvl6pPr marL="25146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6pPr>
            <a:lvl7pPr marL="29718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7pPr>
            <a:lvl8pPr marL="34290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8pPr>
            <a:lvl9pPr marL="38862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9pPr>
          </a:lstStyle>
          <a:p>
            <a:pPr marL="0" marR="0" lvl="0" indent="0" algn="ctr" defTabSz="812810" rtl="0" eaLnBrk="1" fontAlgn="auto" latinLnBrk="0" hangingPunct="1">
              <a:lnSpc>
                <a:spcPct val="100000"/>
              </a:lnSpc>
              <a:spcBef>
                <a:spcPct val="0"/>
              </a:spcBef>
              <a:spcAft>
                <a:spcPts val="0"/>
              </a:spcAft>
              <a:buClrTx/>
              <a:buSzTx/>
              <a:buFontTx/>
              <a:buNone/>
              <a:tabLst/>
              <a:defRPr/>
            </a:pPr>
            <a:r>
              <a:rPr kumimoji="0" lang="en-US" altLang="en-US" sz="2000" b="0" i="0" u="none" strike="noStrike" kern="1200" cap="none" spc="0" normalizeH="0" baseline="0" noProof="0" dirty="0">
                <a:ln>
                  <a:noFill/>
                </a:ln>
                <a:solidFill>
                  <a:srgbClr val="00274C"/>
                </a:solidFill>
                <a:effectLst/>
                <a:uLnTx/>
                <a:uFillTx/>
                <a:latin typeface="Arial" panose="020B0604020202020204" pitchFamily="34" charset="0"/>
                <a:ea typeface="+mn-ea"/>
                <a:cs typeface="Arial" panose="020B0604020202020204" pitchFamily="34" charset="0"/>
              </a:rPr>
              <a:t>Tungsten</a:t>
            </a:r>
          </a:p>
          <a:p>
            <a:pPr marL="0" marR="0" lvl="0" indent="0" algn="ctr" defTabSz="812810" rtl="0" eaLnBrk="1" fontAlgn="auto" latinLnBrk="0" hangingPunct="1">
              <a:lnSpc>
                <a:spcPct val="100000"/>
              </a:lnSpc>
              <a:spcBef>
                <a:spcPct val="0"/>
              </a:spcBef>
              <a:spcAft>
                <a:spcPts val="0"/>
              </a:spcAft>
              <a:buClrTx/>
              <a:buSzTx/>
              <a:buFontTx/>
              <a:buNone/>
              <a:tabLst/>
              <a:defRPr/>
            </a:pPr>
            <a:r>
              <a:rPr kumimoji="0" lang="en-US" altLang="en-US" sz="2000" b="0" i="0" u="none" strike="noStrike" kern="1200" cap="none" spc="0" normalizeH="0" baseline="0" noProof="0" dirty="0">
                <a:ln>
                  <a:noFill/>
                </a:ln>
                <a:solidFill>
                  <a:srgbClr val="00274C"/>
                </a:solidFill>
                <a:effectLst/>
                <a:uLnTx/>
                <a:uFillTx/>
                <a:latin typeface="Arial" panose="020B0604020202020204" pitchFamily="34" charset="0"/>
                <a:ea typeface="+mn-ea"/>
                <a:cs typeface="Arial" panose="020B0604020202020204" pitchFamily="34" charset="0"/>
              </a:rPr>
              <a:t>3.5g</a:t>
            </a:r>
          </a:p>
        </p:txBody>
      </p:sp>
      <p:cxnSp>
        <p:nvCxnSpPr>
          <p:cNvPr id="69" name="Straight Arrow Connector 22">
            <a:extLst>
              <a:ext uri="{FF2B5EF4-FFF2-40B4-BE49-F238E27FC236}">
                <a16:creationId xmlns:a16="http://schemas.microsoft.com/office/drawing/2014/main" id="{92034888-623A-3D47-9536-1A1DEB09D07E}"/>
              </a:ext>
            </a:extLst>
          </p:cNvPr>
          <p:cNvCxnSpPr>
            <a:cxnSpLocks noChangeShapeType="1"/>
            <a:stCxn id="65" idx="0"/>
          </p:cNvCxnSpPr>
          <p:nvPr/>
        </p:nvCxnSpPr>
        <p:spPr bwMode="auto">
          <a:xfrm flipV="1">
            <a:off x="5568861" y="4695071"/>
            <a:ext cx="0" cy="596286"/>
          </a:xfrm>
          <a:prstGeom prst="straightConnector1">
            <a:avLst/>
          </a:prstGeom>
          <a:noFill/>
          <a:ln w="28575" algn="ctr">
            <a:solidFill>
              <a:schemeClr val="accent1"/>
            </a:solidFill>
            <a:round/>
            <a:headEnd/>
            <a:tailEnd type="arrow" w="med" len="med"/>
          </a:ln>
        </p:spPr>
      </p:cxnSp>
      <p:cxnSp>
        <p:nvCxnSpPr>
          <p:cNvPr id="70" name="Elbow Connector 28">
            <a:extLst>
              <a:ext uri="{FF2B5EF4-FFF2-40B4-BE49-F238E27FC236}">
                <a16:creationId xmlns:a16="http://schemas.microsoft.com/office/drawing/2014/main" id="{3DE7F8B5-5192-B243-8785-8B33825C4513}"/>
              </a:ext>
            </a:extLst>
          </p:cNvPr>
          <p:cNvCxnSpPr>
            <a:cxnSpLocks noChangeShapeType="1"/>
          </p:cNvCxnSpPr>
          <p:nvPr/>
        </p:nvCxnSpPr>
        <p:spPr bwMode="auto">
          <a:xfrm>
            <a:off x="3493833" y="3349186"/>
            <a:ext cx="898525" cy="1131719"/>
          </a:xfrm>
          <a:prstGeom prst="bentConnector3">
            <a:avLst>
              <a:gd name="adj1" fmla="val 50000"/>
            </a:avLst>
          </a:prstGeom>
          <a:noFill/>
          <a:ln w="28575" algn="ctr">
            <a:solidFill>
              <a:schemeClr val="accent1"/>
            </a:solidFill>
            <a:round/>
            <a:headEnd/>
            <a:tailEnd type="arrow" w="med" len="med"/>
          </a:ln>
          <a:effectLst/>
        </p:spPr>
      </p:cxnSp>
      <p:cxnSp>
        <p:nvCxnSpPr>
          <p:cNvPr id="71" name="Straight Arrow Connector 39">
            <a:extLst>
              <a:ext uri="{FF2B5EF4-FFF2-40B4-BE49-F238E27FC236}">
                <a16:creationId xmlns:a16="http://schemas.microsoft.com/office/drawing/2014/main" id="{E0F83AF7-4F38-384B-9039-C25A921969F3}"/>
              </a:ext>
            </a:extLst>
          </p:cNvPr>
          <p:cNvCxnSpPr>
            <a:cxnSpLocks noChangeShapeType="1"/>
            <a:stCxn id="53" idx="3"/>
          </p:cNvCxnSpPr>
          <p:nvPr/>
        </p:nvCxnSpPr>
        <p:spPr bwMode="auto">
          <a:xfrm>
            <a:off x="11725851" y="4353729"/>
            <a:ext cx="382839" cy="6518"/>
          </a:xfrm>
          <a:prstGeom prst="straightConnector1">
            <a:avLst/>
          </a:prstGeom>
          <a:noFill/>
          <a:ln w="28575" algn="ctr">
            <a:solidFill>
              <a:schemeClr val="accent1"/>
            </a:solidFill>
            <a:round/>
            <a:headEnd/>
            <a:tailEnd type="none" w="med" len="med"/>
          </a:ln>
          <a:effectLst/>
        </p:spPr>
      </p:cxnSp>
      <p:sp>
        <p:nvSpPr>
          <p:cNvPr id="73" name="Text Box 41">
            <a:extLst>
              <a:ext uri="{FF2B5EF4-FFF2-40B4-BE49-F238E27FC236}">
                <a16:creationId xmlns:a16="http://schemas.microsoft.com/office/drawing/2014/main" id="{A555C135-EF77-9B4B-AD55-78A10669BA50}"/>
              </a:ext>
            </a:extLst>
          </p:cNvPr>
          <p:cNvSpPr txBox="1">
            <a:spLocks noChangeArrowheads="1"/>
          </p:cNvSpPr>
          <p:nvPr/>
        </p:nvSpPr>
        <p:spPr bwMode="auto">
          <a:xfrm>
            <a:off x="1583633" y="6056951"/>
            <a:ext cx="1910200" cy="707886"/>
          </a:xfrm>
          <a:prstGeom prst="rect">
            <a:avLst/>
          </a:prstGeom>
          <a:solidFill>
            <a:schemeClr val="accent4">
              <a:alpha val="20000"/>
            </a:schemeClr>
          </a:solidFill>
          <a:ln w="9525">
            <a:noFill/>
            <a:miter lim="800000"/>
            <a:headEnd/>
            <a:tailEnd/>
          </a:ln>
        </p:spPr>
        <p:txBody>
          <a:bodyPr wrap="square">
            <a:spAutoFit/>
          </a:bodyPr>
          <a:lstStyle>
            <a:lvl1pPr>
              <a:spcBef>
                <a:spcPct val="20000"/>
              </a:spcBef>
              <a:buClr>
                <a:srgbClr val="FF9900"/>
              </a:buClr>
              <a:buChar char="•"/>
              <a:defRPr sz="3200" b="1">
                <a:solidFill>
                  <a:srgbClr val="01035B"/>
                </a:solidFill>
                <a:latin typeface="Arial" panose="020B0604020202020204" pitchFamily="34" charset="0"/>
              </a:defRPr>
            </a:lvl1pPr>
            <a:lvl2pPr marL="742950" indent="-285750">
              <a:spcBef>
                <a:spcPct val="20000"/>
              </a:spcBef>
              <a:buClr>
                <a:srgbClr val="FF9900"/>
              </a:buClr>
              <a:buChar char="–"/>
              <a:defRPr sz="2800" b="1">
                <a:solidFill>
                  <a:srgbClr val="01035B"/>
                </a:solidFill>
                <a:latin typeface="Arial" panose="020B0604020202020204" pitchFamily="34" charset="0"/>
              </a:defRPr>
            </a:lvl2pPr>
            <a:lvl3pPr marL="1143000" indent="-228600">
              <a:spcBef>
                <a:spcPct val="20000"/>
              </a:spcBef>
              <a:buClr>
                <a:srgbClr val="FF9900"/>
              </a:buClr>
              <a:buChar char="•"/>
              <a:defRPr sz="2400" b="1">
                <a:solidFill>
                  <a:srgbClr val="01035B"/>
                </a:solidFill>
                <a:latin typeface="Arial" panose="020B0604020202020204" pitchFamily="34" charset="0"/>
              </a:defRPr>
            </a:lvl3pPr>
            <a:lvl4pPr marL="1600200" indent="-228600">
              <a:spcBef>
                <a:spcPct val="20000"/>
              </a:spcBef>
              <a:buClr>
                <a:srgbClr val="FF9900"/>
              </a:buClr>
              <a:buChar char="–"/>
              <a:defRPr sz="2000" b="1">
                <a:solidFill>
                  <a:srgbClr val="01035B"/>
                </a:solidFill>
                <a:latin typeface="Arial" panose="020B0604020202020204" pitchFamily="34" charset="0"/>
              </a:defRPr>
            </a:lvl4pPr>
            <a:lvl5pPr marL="2057400" indent="-228600">
              <a:spcBef>
                <a:spcPct val="20000"/>
              </a:spcBef>
              <a:buClr>
                <a:srgbClr val="FF9900"/>
              </a:buClr>
              <a:buChar char="»"/>
              <a:defRPr sz="2000" b="1">
                <a:solidFill>
                  <a:srgbClr val="01035B"/>
                </a:solidFill>
                <a:latin typeface="Arial" panose="020B0604020202020204" pitchFamily="34" charset="0"/>
              </a:defRPr>
            </a:lvl5pPr>
            <a:lvl6pPr marL="25146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6pPr>
            <a:lvl7pPr marL="29718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7pPr>
            <a:lvl8pPr marL="34290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8pPr>
            <a:lvl9pPr marL="38862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9pPr>
          </a:lstStyle>
          <a:p>
            <a:pPr marL="0" marR="0" lvl="0" indent="0" algn="ctr" defTabSz="812810" rtl="0" eaLnBrk="1" fontAlgn="auto" latinLnBrk="0" hangingPunct="1">
              <a:lnSpc>
                <a:spcPct val="100000"/>
              </a:lnSpc>
              <a:spcBef>
                <a:spcPct val="0"/>
              </a:spcBef>
              <a:spcAft>
                <a:spcPts val="0"/>
              </a:spcAft>
              <a:buClrTx/>
              <a:buSzTx/>
              <a:buFontTx/>
              <a:buNone/>
              <a:tabLst/>
              <a:defRPr/>
            </a:pPr>
            <a:r>
              <a:rPr kumimoji="0" lang="en-US" altLang="en-US" sz="2000" b="0" i="0" u="none" strike="noStrike" kern="1200" cap="none" spc="0" normalizeH="0" baseline="0" noProof="0" dirty="0">
                <a:ln>
                  <a:noFill/>
                </a:ln>
                <a:solidFill>
                  <a:srgbClr val="00274C"/>
                </a:solidFill>
                <a:effectLst/>
                <a:uLnTx/>
                <a:uFillTx/>
                <a:latin typeface="Arial" panose="020B0604020202020204" pitchFamily="34" charset="0"/>
                <a:ea typeface="+mn-ea"/>
                <a:cs typeface="Arial" panose="020B0604020202020204" pitchFamily="34" charset="0"/>
              </a:rPr>
              <a:t>Energy</a:t>
            </a:r>
          </a:p>
          <a:p>
            <a:pPr marL="0" marR="0" lvl="0" indent="0" algn="ctr" defTabSz="812810" rtl="0" eaLnBrk="1" fontAlgn="auto" latinLnBrk="0" hangingPunct="1">
              <a:lnSpc>
                <a:spcPct val="100000"/>
              </a:lnSpc>
              <a:spcBef>
                <a:spcPct val="0"/>
              </a:spcBef>
              <a:spcAft>
                <a:spcPts val="0"/>
              </a:spcAft>
              <a:buClrTx/>
              <a:buSzTx/>
              <a:buFontTx/>
              <a:buNone/>
              <a:tabLst/>
              <a:defRPr/>
            </a:pPr>
            <a:r>
              <a:rPr kumimoji="0" lang="en-US" altLang="en-US" sz="2000" b="0" i="0" u="none" strike="noStrike" kern="1200" cap="none" spc="0" normalizeH="0" baseline="0" noProof="0" dirty="0">
                <a:ln>
                  <a:noFill/>
                </a:ln>
                <a:solidFill>
                  <a:srgbClr val="00274C"/>
                </a:solidFill>
                <a:effectLst/>
                <a:uLnTx/>
                <a:uFillTx/>
                <a:latin typeface="Arial" panose="020B0604020202020204" pitchFamily="34" charset="0"/>
                <a:ea typeface="+mn-ea"/>
                <a:cs typeface="Arial" panose="020B0604020202020204" pitchFamily="34" charset="0"/>
              </a:rPr>
              <a:t>1.9 </a:t>
            </a:r>
            <a:r>
              <a:rPr kumimoji="0" lang="en-US" altLang="en-US" sz="2000" b="0" i="0" u="none" strike="noStrike" kern="1200" cap="none" spc="0" normalizeH="0" baseline="0" noProof="0" dirty="0" err="1">
                <a:ln>
                  <a:noFill/>
                </a:ln>
                <a:solidFill>
                  <a:srgbClr val="00274C"/>
                </a:solidFill>
                <a:effectLst/>
                <a:uLnTx/>
                <a:uFillTx/>
                <a:latin typeface="Arial" panose="020B0604020202020204" pitchFamily="34" charset="0"/>
                <a:ea typeface="+mn-ea"/>
                <a:cs typeface="Arial" panose="020B0604020202020204" pitchFamily="34" charset="0"/>
              </a:rPr>
              <a:t>MJprimary</a:t>
            </a:r>
            <a:endParaRPr kumimoji="0" lang="en-US" altLang="en-US" sz="2000" b="0" i="0" u="none" strike="noStrike" kern="1200" cap="none" spc="0" normalizeH="0" baseline="0" noProof="0" dirty="0">
              <a:ln>
                <a:noFill/>
              </a:ln>
              <a:solidFill>
                <a:srgbClr val="00274C"/>
              </a:solidFill>
              <a:effectLst/>
              <a:uLnTx/>
              <a:uFillTx/>
              <a:latin typeface="Arial" panose="020B0604020202020204" pitchFamily="34" charset="0"/>
              <a:ea typeface="+mn-ea"/>
              <a:cs typeface="Arial" panose="020B0604020202020204" pitchFamily="34" charset="0"/>
            </a:endParaRPr>
          </a:p>
        </p:txBody>
      </p:sp>
      <p:cxnSp>
        <p:nvCxnSpPr>
          <p:cNvPr id="74" name="Elbow Connector 45">
            <a:extLst>
              <a:ext uri="{FF2B5EF4-FFF2-40B4-BE49-F238E27FC236}">
                <a16:creationId xmlns:a16="http://schemas.microsoft.com/office/drawing/2014/main" id="{EDF87163-1178-794E-ADCE-C89712B34131}"/>
              </a:ext>
            </a:extLst>
          </p:cNvPr>
          <p:cNvCxnSpPr>
            <a:cxnSpLocks noChangeShapeType="1"/>
            <a:stCxn id="73" idx="3"/>
          </p:cNvCxnSpPr>
          <p:nvPr/>
        </p:nvCxnSpPr>
        <p:spPr bwMode="auto">
          <a:xfrm flipV="1">
            <a:off x="3493833" y="4494960"/>
            <a:ext cx="454184" cy="1915934"/>
          </a:xfrm>
          <a:prstGeom prst="bentConnector2">
            <a:avLst/>
          </a:prstGeom>
          <a:noFill/>
          <a:ln w="28575" algn="ctr">
            <a:solidFill>
              <a:schemeClr val="accent1"/>
            </a:solidFill>
            <a:round/>
            <a:headEnd/>
            <a:tailEnd type="none" w="med" len="med"/>
          </a:ln>
        </p:spPr>
      </p:cxnSp>
      <p:cxnSp>
        <p:nvCxnSpPr>
          <p:cNvPr id="75" name="Straight Arrow Connector 39">
            <a:extLst>
              <a:ext uri="{FF2B5EF4-FFF2-40B4-BE49-F238E27FC236}">
                <a16:creationId xmlns:a16="http://schemas.microsoft.com/office/drawing/2014/main" id="{BA05AB30-76A8-9A4C-BFB1-FA28AE7EC562}"/>
              </a:ext>
            </a:extLst>
          </p:cNvPr>
          <p:cNvCxnSpPr>
            <a:cxnSpLocks noChangeShapeType="1"/>
          </p:cNvCxnSpPr>
          <p:nvPr/>
        </p:nvCxnSpPr>
        <p:spPr bwMode="auto">
          <a:xfrm flipV="1">
            <a:off x="3493833" y="5512604"/>
            <a:ext cx="449429" cy="8106"/>
          </a:xfrm>
          <a:prstGeom prst="straightConnector1">
            <a:avLst/>
          </a:prstGeom>
          <a:noFill/>
          <a:ln w="28575" algn="ctr">
            <a:solidFill>
              <a:schemeClr val="accent1"/>
            </a:solidFill>
            <a:round/>
            <a:headEnd/>
            <a:tailEnd type="none" w="med" len="med"/>
          </a:ln>
          <a:effectLst/>
        </p:spPr>
      </p:cxnSp>
      <p:cxnSp>
        <p:nvCxnSpPr>
          <p:cNvPr id="76" name="Straight Arrow Connector 39">
            <a:extLst>
              <a:ext uri="{FF2B5EF4-FFF2-40B4-BE49-F238E27FC236}">
                <a16:creationId xmlns:a16="http://schemas.microsoft.com/office/drawing/2014/main" id="{7775B6D3-22E4-164D-BDBC-B3EC8AD31401}"/>
              </a:ext>
            </a:extLst>
          </p:cNvPr>
          <p:cNvCxnSpPr>
            <a:cxnSpLocks noChangeShapeType="1"/>
          </p:cNvCxnSpPr>
          <p:nvPr/>
        </p:nvCxnSpPr>
        <p:spPr bwMode="auto">
          <a:xfrm>
            <a:off x="3527337" y="4476351"/>
            <a:ext cx="415925" cy="6350"/>
          </a:xfrm>
          <a:prstGeom prst="straightConnector1">
            <a:avLst/>
          </a:prstGeom>
          <a:noFill/>
          <a:ln w="28575" algn="ctr">
            <a:solidFill>
              <a:schemeClr val="accent1"/>
            </a:solidFill>
            <a:round/>
            <a:headEnd/>
            <a:tailEnd type="none" w="med" len="med"/>
          </a:ln>
          <a:effectLst/>
        </p:spPr>
      </p:cxnSp>
      <p:cxnSp>
        <p:nvCxnSpPr>
          <p:cNvPr id="9" name="Straight Connector 8">
            <a:extLst>
              <a:ext uri="{FF2B5EF4-FFF2-40B4-BE49-F238E27FC236}">
                <a16:creationId xmlns:a16="http://schemas.microsoft.com/office/drawing/2014/main" id="{3747C370-0F12-D44B-A09B-61094C29E683}"/>
              </a:ext>
            </a:extLst>
          </p:cNvPr>
          <p:cNvCxnSpPr>
            <a:cxnSpLocks/>
          </p:cNvCxnSpPr>
          <p:nvPr/>
        </p:nvCxnSpPr>
        <p:spPr>
          <a:xfrm>
            <a:off x="12108690" y="3009117"/>
            <a:ext cx="0" cy="3047834"/>
          </a:xfrm>
          <a:prstGeom prst="line">
            <a:avLst/>
          </a:prstGeom>
          <a:ln w="28575"/>
          <a:effectLst/>
        </p:spPr>
        <p:style>
          <a:lnRef idx="2">
            <a:schemeClr val="accent1"/>
          </a:lnRef>
          <a:fillRef idx="0">
            <a:schemeClr val="accent1"/>
          </a:fillRef>
          <a:effectRef idx="1">
            <a:schemeClr val="accent1"/>
          </a:effectRef>
          <a:fontRef idx="minor">
            <a:schemeClr val="tx1"/>
          </a:fontRef>
        </p:style>
      </p:cxnSp>
      <p:cxnSp>
        <p:nvCxnSpPr>
          <p:cNvPr id="87" name="Straight Arrow Connector 39">
            <a:extLst>
              <a:ext uri="{FF2B5EF4-FFF2-40B4-BE49-F238E27FC236}">
                <a16:creationId xmlns:a16="http://schemas.microsoft.com/office/drawing/2014/main" id="{F71204CD-CA20-D34F-B9D0-C6EB6B03C2AD}"/>
              </a:ext>
            </a:extLst>
          </p:cNvPr>
          <p:cNvCxnSpPr>
            <a:cxnSpLocks noChangeShapeType="1"/>
          </p:cNvCxnSpPr>
          <p:nvPr/>
        </p:nvCxnSpPr>
        <p:spPr bwMode="auto">
          <a:xfrm>
            <a:off x="12103538" y="3018614"/>
            <a:ext cx="382839" cy="6518"/>
          </a:xfrm>
          <a:prstGeom prst="straightConnector1">
            <a:avLst/>
          </a:prstGeom>
          <a:noFill/>
          <a:ln w="28575" algn="ctr">
            <a:solidFill>
              <a:schemeClr val="accent1"/>
            </a:solidFill>
            <a:round/>
            <a:headEnd/>
            <a:tailEnd type="arrow" w="med" len="med"/>
          </a:ln>
          <a:effectLst/>
        </p:spPr>
      </p:cxnSp>
      <p:cxnSp>
        <p:nvCxnSpPr>
          <p:cNvPr id="88" name="Straight Arrow Connector 39">
            <a:extLst>
              <a:ext uri="{FF2B5EF4-FFF2-40B4-BE49-F238E27FC236}">
                <a16:creationId xmlns:a16="http://schemas.microsoft.com/office/drawing/2014/main" id="{F5550743-A0B0-BB45-A5CE-D76BBB500C23}"/>
              </a:ext>
            </a:extLst>
          </p:cNvPr>
          <p:cNvCxnSpPr>
            <a:cxnSpLocks noChangeShapeType="1"/>
          </p:cNvCxnSpPr>
          <p:nvPr/>
        </p:nvCxnSpPr>
        <p:spPr bwMode="auto">
          <a:xfrm>
            <a:off x="12100267" y="3916407"/>
            <a:ext cx="382839" cy="6518"/>
          </a:xfrm>
          <a:prstGeom prst="straightConnector1">
            <a:avLst/>
          </a:prstGeom>
          <a:noFill/>
          <a:ln w="28575" algn="ctr">
            <a:solidFill>
              <a:schemeClr val="accent1"/>
            </a:solidFill>
            <a:round/>
            <a:headEnd/>
            <a:tailEnd type="arrow" w="med" len="med"/>
          </a:ln>
          <a:effectLst/>
        </p:spPr>
      </p:cxnSp>
      <p:cxnSp>
        <p:nvCxnSpPr>
          <p:cNvPr id="89" name="Straight Arrow Connector 39">
            <a:extLst>
              <a:ext uri="{FF2B5EF4-FFF2-40B4-BE49-F238E27FC236}">
                <a16:creationId xmlns:a16="http://schemas.microsoft.com/office/drawing/2014/main" id="{048D5CC2-E994-ED4C-B3C3-3078FCB1A724}"/>
              </a:ext>
            </a:extLst>
          </p:cNvPr>
          <p:cNvCxnSpPr>
            <a:cxnSpLocks noChangeShapeType="1"/>
          </p:cNvCxnSpPr>
          <p:nvPr/>
        </p:nvCxnSpPr>
        <p:spPr bwMode="auto">
          <a:xfrm>
            <a:off x="12120145" y="4890442"/>
            <a:ext cx="382839" cy="6518"/>
          </a:xfrm>
          <a:prstGeom prst="straightConnector1">
            <a:avLst/>
          </a:prstGeom>
          <a:noFill/>
          <a:ln w="28575" algn="ctr">
            <a:solidFill>
              <a:schemeClr val="accent1"/>
            </a:solidFill>
            <a:round/>
            <a:headEnd/>
            <a:tailEnd type="arrow" w="med" len="med"/>
          </a:ln>
          <a:effectLst/>
        </p:spPr>
      </p:cxnSp>
      <p:cxnSp>
        <p:nvCxnSpPr>
          <p:cNvPr id="90" name="Straight Arrow Connector 39">
            <a:extLst>
              <a:ext uri="{FF2B5EF4-FFF2-40B4-BE49-F238E27FC236}">
                <a16:creationId xmlns:a16="http://schemas.microsoft.com/office/drawing/2014/main" id="{BE83B593-8726-DF4C-A60D-270CDA64AC60}"/>
              </a:ext>
            </a:extLst>
          </p:cNvPr>
          <p:cNvCxnSpPr>
            <a:cxnSpLocks noChangeShapeType="1"/>
          </p:cNvCxnSpPr>
          <p:nvPr/>
        </p:nvCxnSpPr>
        <p:spPr bwMode="auto">
          <a:xfrm>
            <a:off x="12103539" y="6038858"/>
            <a:ext cx="382839" cy="6518"/>
          </a:xfrm>
          <a:prstGeom prst="straightConnector1">
            <a:avLst/>
          </a:prstGeom>
          <a:noFill/>
          <a:ln w="28575" algn="ctr">
            <a:solidFill>
              <a:schemeClr val="accent1"/>
            </a:solidFill>
            <a:round/>
            <a:headEnd/>
            <a:tailEnd type="arrow" w="med" len="med"/>
          </a:ln>
          <a:effectLst/>
        </p:spPr>
      </p:cxnSp>
      <p:sp>
        <p:nvSpPr>
          <p:cNvPr id="3" name="TextBox 2">
            <a:extLst>
              <a:ext uri="{FF2B5EF4-FFF2-40B4-BE49-F238E27FC236}">
                <a16:creationId xmlns:a16="http://schemas.microsoft.com/office/drawing/2014/main" id="{58D98151-105C-DE46-B9C5-8A187F0D3A4C}"/>
              </a:ext>
            </a:extLst>
          </p:cNvPr>
          <p:cNvSpPr txBox="1"/>
          <p:nvPr/>
        </p:nvSpPr>
        <p:spPr>
          <a:xfrm>
            <a:off x="10250081" y="6764837"/>
            <a:ext cx="5194627" cy="400110"/>
          </a:xfrm>
          <a:prstGeom prst="rect">
            <a:avLst/>
          </a:prstGeom>
          <a:noFill/>
        </p:spPr>
        <p:txBody>
          <a:bodyPr wrap="none" rtlCol="0">
            <a:spAutoFit/>
          </a:bodyPr>
          <a:lstStyle/>
          <a:p>
            <a:pPr marL="0" marR="0" lvl="0" indent="0" algn="l" defTabSz="81281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00274C"/>
                </a:solidFill>
                <a:effectLst/>
                <a:uLnTx/>
                <a:uFillTx/>
                <a:latin typeface="Arial" panose="020B0604020202020204"/>
                <a:ea typeface="+mn-ea"/>
                <a:cs typeface="+mn-cs"/>
              </a:rPr>
              <a:t>TOTAL WEIGHT </a:t>
            </a:r>
            <a:r>
              <a:rPr kumimoji="0" lang="en-US" sz="2000" b="0" i="0" u="none" strike="noStrike" kern="1200" cap="none" spc="0" normalizeH="0" baseline="0" noProof="0" dirty="0">
                <a:ln>
                  <a:noFill/>
                </a:ln>
                <a:solidFill>
                  <a:srgbClr val="00274C"/>
                </a:solidFill>
                <a:effectLst/>
                <a:uLnTx/>
                <a:uFillTx/>
                <a:latin typeface="Arial" panose="020B0604020202020204"/>
                <a:ea typeface="+mn-ea"/>
                <a:cs typeface="+mn-cs"/>
              </a:rPr>
              <a:t>= 100g + 75g + 3.5g + 50g</a:t>
            </a:r>
          </a:p>
        </p:txBody>
      </p:sp>
      <p:sp>
        <p:nvSpPr>
          <p:cNvPr id="33" name="TextBox 32">
            <a:extLst>
              <a:ext uri="{FF2B5EF4-FFF2-40B4-BE49-F238E27FC236}">
                <a16:creationId xmlns:a16="http://schemas.microsoft.com/office/drawing/2014/main" id="{FF15F0E3-DEA2-644B-8DD4-E944940039DB}"/>
              </a:ext>
            </a:extLst>
          </p:cNvPr>
          <p:cNvSpPr txBox="1"/>
          <p:nvPr/>
        </p:nvSpPr>
        <p:spPr>
          <a:xfrm>
            <a:off x="12229553" y="7161077"/>
            <a:ext cx="1316386" cy="400110"/>
          </a:xfrm>
          <a:prstGeom prst="rect">
            <a:avLst/>
          </a:prstGeom>
          <a:noFill/>
        </p:spPr>
        <p:txBody>
          <a:bodyPr wrap="none" rtlCol="0">
            <a:spAutoFit/>
          </a:bodyPr>
          <a:lstStyle/>
          <a:p>
            <a:pPr marL="0" marR="0" lvl="0" indent="0" algn="l" defTabSz="81281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srgbClr val="00274C"/>
                </a:solidFill>
                <a:effectLst/>
                <a:uLnTx/>
                <a:uFillTx/>
                <a:latin typeface="Arial" panose="020B0604020202020204"/>
                <a:ea typeface="+mn-ea"/>
                <a:cs typeface="+mn-cs"/>
              </a:rPr>
              <a:t>= 0.229kg</a:t>
            </a:r>
          </a:p>
        </p:txBody>
      </p:sp>
      <p:sp>
        <p:nvSpPr>
          <p:cNvPr id="35" name="Rectangle 34">
            <a:extLst>
              <a:ext uri="{FF2B5EF4-FFF2-40B4-BE49-F238E27FC236}">
                <a16:creationId xmlns:a16="http://schemas.microsoft.com/office/drawing/2014/main" id="{4FB8B631-FA0D-1742-BC25-8BBF4E4DD090}"/>
              </a:ext>
            </a:extLst>
          </p:cNvPr>
          <p:cNvSpPr/>
          <p:nvPr/>
        </p:nvSpPr>
        <p:spPr>
          <a:xfrm>
            <a:off x="965205" y="1418277"/>
            <a:ext cx="15084846" cy="584775"/>
          </a:xfrm>
          <a:prstGeom prst="rect">
            <a:avLst/>
          </a:prstGeom>
        </p:spPr>
        <p:txBody>
          <a:bodyPr wrap="square">
            <a:spAutoFit/>
          </a:bodyPr>
          <a:lstStyle/>
          <a:p>
            <a:pPr marL="0" marR="0" lvl="0" indent="0" algn="l" defTabSz="812810" rtl="0" eaLnBrk="1" fontAlgn="auto" latinLnBrk="0" hangingPunct="1">
              <a:lnSpc>
                <a:spcPct val="100000"/>
              </a:lnSpc>
              <a:spcBef>
                <a:spcPct val="0"/>
              </a:spcBef>
              <a:spcAft>
                <a:spcPts val="1600"/>
              </a:spcAft>
              <a:buClrTx/>
              <a:buSzTx/>
              <a:buFontTx/>
              <a:buNone/>
              <a:tabLst/>
              <a:defRPr/>
            </a:pPr>
            <a:r>
              <a:rPr kumimoji="0" lang="en-US" altLang="en-US" sz="3200" b="0" i="0" u="none" strike="noStrike" kern="1200" cap="none" spc="0" normalizeH="0" baseline="0" noProof="0" dirty="0">
                <a:ln>
                  <a:noFill/>
                </a:ln>
                <a:solidFill>
                  <a:srgbClr val="00274C"/>
                </a:solidFill>
                <a:effectLst/>
                <a:uLnTx/>
                <a:uFillTx/>
                <a:latin typeface="Arial" panose="020B0604020202020204"/>
                <a:ea typeface="+mn-ea"/>
                <a:cs typeface="+mn-cs"/>
              </a:rPr>
              <a:t>Also calculate the transportation flows per FU in </a:t>
            </a:r>
            <a:r>
              <a:rPr kumimoji="0" lang="en-US" altLang="en-US" sz="3200" b="0" i="0" u="none" strike="noStrike" kern="1200" cap="none" spc="0" normalizeH="0" baseline="0" noProof="0" dirty="0" err="1">
                <a:ln>
                  <a:noFill/>
                </a:ln>
                <a:solidFill>
                  <a:srgbClr val="00274C"/>
                </a:solidFill>
                <a:effectLst/>
                <a:uLnTx/>
                <a:uFillTx/>
                <a:latin typeface="Arial" panose="020B0604020202020204"/>
                <a:ea typeface="+mn-ea"/>
                <a:cs typeface="Arial" panose="020B0604020202020204" pitchFamily="34" charset="0"/>
              </a:rPr>
              <a:t>kg∙km</a:t>
            </a:r>
            <a:r>
              <a:rPr kumimoji="0" lang="en-US" altLang="en-US" sz="3200" b="0" i="0" u="none" strike="noStrike" kern="1200" cap="none" spc="0" normalizeH="0" baseline="0" noProof="0" dirty="0">
                <a:ln>
                  <a:noFill/>
                </a:ln>
                <a:solidFill>
                  <a:srgbClr val="00274C"/>
                </a:solidFill>
                <a:effectLst/>
                <a:uLnTx/>
                <a:uFillTx/>
                <a:latin typeface="Arial" panose="020B0604020202020204"/>
                <a:ea typeface="+mn-ea"/>
                <a:cs typeface="Arial" panose="020B0604020202020204" pitchFamily="34" charset="0"/>
              </a:rPr>
              <a:t> (kg transported over a km)</a:t>
            </a:r>
            <a:r>
              <a:rPr kumimoji="0" lang="en-US" altLang="en-US" sz="3200" b="0" i="0" u="none" strike="noStrike" kern="1200" cap="none" spc="0" normalizeH="0" baseline="0" noProof="0" dirty="0">
                <a:ln>
                  <a:noFill/>
                </a:ln>
                <a:solidFill>
                  <a:srgbClr val="00274C"/>
                </a:solidFill>
                <a:effectLst/>
                <a:uLnTx/>
                <a:uFillTx/>
                <a:latin typeface="Arial" panose="020B0604020202020204"/>
                <a:ea typeface="+mn-ea"/>
                <a:cs typeface="+mn-cs"/>
              </a:rPr>
              <a:t> </a:t>
            </a:r>
          </a:p>
        </p:txBody>
      </p:sp>
    </p:spTree>
    <p:extLst>
      <p:ext uri="{BB962C8B-B14F-4D97-AF65-F5344CB8AC3E}">
        <p14:creationId xmlns:p14="http://schemas.microsoft.com/office/powerpoint/2010/main" val="1363387522"/>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8439A4-B037-4F4E-AFCE-96000C7C1237}"/>
              </a:ext>
            </a:extLst>
          </p:cNvPr>
          <p:cNvSpPr>
            <a:spLocks noGrp="1"/>
          </p:cNvSpPr>
          <p:nvPr>
            <p:ph type="title"/>
          </p:nvPr>
        </p:nvSpPr>
        <p:spPr>
          <a:xfrm>
            <a:off x="812880" y="279400"/>
            <a:ext cx="14631828" cy="870385"/>
          </a:xfrm>
        </p:spPr>
        <p:txBody>
          <a:bodyPr/>
          <a:lstStyle/>
          <a:p>
            <a:r>
              <a:rPr lang="en-US" altLang="en-US" dirty="0"/>
              <a:t>Process tree – illuminating with incandescent bulbs</a:t>
            </a:r>
            <a:endParaRPr lang="en-US" dirty="0">
              <a:solidFill>
                <a:schemeClr val="tx2"/>
              </a:solidFill>
            </a:endParaRPr>
          </a:p>
        </p:txBody>
      </p:sp>
      <p:sp>
        <p:nvSpPr>
          <p:cNvPr id="34" name="Text Box 41">
            <a:extLst>
              <a:ext uri="{FF2B5EF4-FFF2-40B4-BE49-F238E27FC236}">
                <a16:creationId xmlns:a16="http://schemas.microsoft.com/office/drawing/2014/main" id="{427EA9D1-2372-8B4C-A766-3690B5C7676B}"/>
              </a:ext>
            </a:extLst>
          </p:cNvPr>
          <p:cNvSpPr txBox="1">
            <a:spLocks noChangeArrowheads="1"/>
          </p:cNvSpPr>
          <p:nvPr/>
        </p:nvSpPr>
        <p:spPr bwMode="auto">
          <a:xfrm>
            <a:off x="12509850" y="5537355"/>
            <a:ext cx="2327275" cy="707886"/>
          </a:xfrm>
          <a:prstGeom prst="rect">
            <a:avLst/>
          </a:prstGeom>
          <a:solidFill>
            <a:schemeClr val="accent4">
              <a:alpha val="20000"/>
            </a:schemeClr>
          </a:solidFill>
          <a:ln w="9525">
            <a:noFill/>
            <a:miter lim="800000"/>
            <a:headEnd/>
            <a:tailEnd/>
          </a:ln>
        </p:spPr>
        <p:txBody>
          <a:bodyPr>
            <a:spAutoFit/>
          </a:bodyPr>
          <a:lstStyle>
            <a:lvl1pPr>
              <a:spcBef>
                <a:spcPct val="20000"/>
              </a:spcBef>
              <a:buClr>
                <a:srgbClr val="FF9900"/>
              </a:buClr>
              <a:buChar char="•"/>
              <a:defRPr sz="3200" b="1">
                <a:solidFill>
                  <a:srgbClr val="01035B"/>
                </a:solidFill>
                <a:latin typeface="Arial" panose="020B0604020202020204" pitchFamily="34" charset="0"/>
              </a:defRPr>
            </a:lvl1pPr>
            <a:lvl2pPr marL="742950" indent="-285750">
              <a:spcBef>
                <a:spcPct val="20000"/>
              </a:spcBef>
              <a:buClr>
                <a:srgbClr val="FF9900"/>
              </a:buClr>
              <a:buChar char="–"/>
              <a:defRPr sz="2800" b="1">
                <a:solidFill>
                  <a:srgbClr val="01035B"/>
                </a:solidFill>
                <a:latin typeface="Arial" panose="020B0604020202020204" pitchFamily="34" charset="0"/>
              </a:defRPr>
            </a:lvl2pPr>
            <a:lvl3pPr marL="1143000" indent="-228600">
              <a:spcBef>
                <a:spcPct val="20000"/>
              </a:spcBef>
              <a:buClr>
                <a:srgbClr val="FF9900"/>
              </a:buClr>
              <a:buChar char="•"/>
              <a:defRPr sz="2400" b="1">
                <a:solidFill>
                  <a:srgbClr val="01035B"/>
                </a:solidFill>
                <a:latin typeface="Arial" panose="020B0604020202020204" pitchFamily="34" charset="0"/>
              </a:defRPr>
            </a:lvl3pPr>
            <a:lvl4pPr marL="1600200" indent="-228600">
              <a:spcBef>
                <a:spcPct val="20000"/>
              </a:spcBef>
              <a:buClr>
                <a:srgbClr val="FF9900"/>
              </a:buClr>
              <a:buChar char="–"/>
              <a:defRPr sz="2000" b="1">
                <a:solidFill>
                  <a:srgbClr val="01035B"/>
                </a:solidFill>
                <a:latin typeface="Arial" panose="020B0604020202020204" pitchFamily="34" charset="0"/>
              </a:defRPr>
            </a:lvl4pPr>
            <a:lvl5pPr marL="2057400" indent="-228600">
              <a:spcBef>
                <a:spcPct val="20000"/>
              </a:spcBef>
              <a:buClr>
                <a:srgbClr val="FF9900"/>
              </a:buClr>
              <a:buChar char="»"/>
              <a:defRPr sz="2000" b="1">
                <a:solidFill>
                  <a:srgbClr val="01035B"/>
                </a:solidFill>
                <a:latin typeface="Arial" panose="020B0604020202020204" pitchFamily="34" charset="0"/>
              </a:defRPr>
            </a:lvl5pPr>
            <a:lvl6pPr marL="25146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6pPr>
            <a:lvl7pPr marL="29718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7pPr>
            <a:lvl8pPr marL="34290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8pPr>
            <a:lvl9pPr marL="38862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9pPr>
          </a:lstStyle>
          <a:p>
            <a:pPr marL="0" marR="0" lvl="0" indent="0" algn="ctr" defTabSz="812810" rtl="0" eaLnBrk="1" fontAlgn="auto" latinLnBrk="0" hangingPunct="1">
              <a:lnSpc>
                <a:spcPct val="100000"/>
              </a:lnSpc>
              <a:spcBef>
                <a:spcPct val="0"/>
              </a:spcBef>
              <a:spcAft>
                <a:spcPts val="0"/>
              </a:spcAft>
              <a:buClrTx/>
              <a:buSzTx/>
              <a:buFontTx/>
              <a:buNone/>
              <a:tabLst/>
              <a:defRPr/>
            </a:pPr>
            <a:r>
              <a:rPr kumimoji="0" lang="en-US" altLang="en-US" sz="2000" b="0" i="0" u="none" strike="noStrike" kern="1200" cap="none" spc="0" normalizeH="0" baseline="0" noProof="0" dirty="0">
                <a:ln>
                  <a:noFill/>
                </a:ln>
                <a:solidFill>
                  <a:srgbClr val="00274C"/>
                </a:solidFill>
                <a:effectLst/>
                <a:uLnTx/>
                <a:uFillTx/>
                <a:latin typeface="Arial" panose="020B0604020202020204" pitchFamily="34" charset="0"/>
                <a:ea typeface="+mn-ea"/>
                <a:cs typeface="Arial" panose="020B0604020202020204" pitchFamily="34" charset="0"/>
              </a:rPr>
              <a:t>Paper packaging</a:t>
            </a:r>
          </a:p>
          <a:p>
            <a:pPr marL="0" marR="0" lvl="0" indent="0" algn="ctr" defTabSz="812810" rtl="0" eaLnBrk="1" fontAlgn="auto" latinLnBrk="0" hangingPunct="1">
              <a:lnSpc>
                <a:spcPct val="100000"/>
              </a:lnSpc>
              <a:spcBef>
                <a:spcPct val="0"/>
              </a:spcBef>
              <a:spcAft>
                <a:spcPts val="0"/>
              </a:spcAft>
              <a:buClrTx/>
              <a:buSzTx/>
              <a:buFontTx/>
              <a:buNone/>
              <a:tabLst/>
              <a:defRPr/>
            </a:pPr>
            <a:r>
              <a:rPr kumimoji="0" lang="en-US" altLang="en-US" sz="2000" b="0" i="0" u="none" strike="noStrike" kern="1200" cap="none" spc="0" normalizeH="0" baseline="0" noProof="0" dirty="0">
                <a:ln>
                  <a:noFill/>
                </a:ln>
                <a:solidFill>
                  <a:srgbClr val="00274C"/>
                </a:solidFill>
                <a:effectLst/>
                <a:uLnTx/>
                <a:uFillTx/>
                <a:latin typeface="Arial" panose="020B0604020202020204" pitchFamily="34" charset="0"/>
                <a:ea typeface="+mn-ea"/>
                <a:cs typeface="Arial" panose="020B0604020202020204" pitchFamily="34" charset="0"/>
              </a:rPr>
              <a:t>50g to recycling</a:t>
            </a:r>
          </a:p>
        </p:txBody>
      </p:sp>
      <p:sp>
        <p:nvSpPr>
          <p:cNvPr id="35" name="Text Box 41">
            <a:extLst>
              <a:ext uri="{FF2B5EF4-FFF2-40B4-BE49-F238E27FC236}">
                <a16:creationId xmlns:a16="http://schemas.microsoft.com/office/drawing/2014/main" id="{3373E3F2-DF61-0644-8D32-1739C6DD6E77}"/>
              </a:ext>
            </a:extLst>
          </p:cNvPr>
          <p:cNvSpPr txBox="1">
            <a:spLocks noChangeArrowheads="1"/>
          </p:cNvSpPr>
          <p:nvPr/>
        </p:nvSpPr>
        <p:spPr bwMode="auto">
          <a:xfrm>
            <a:off x="12538425" y="3533330"/>
            <a:ext cx="2298700" cy="708025"/>
          </a:xfrm>
          <a:prstGeom prst="rect">
            <a:avLst/>
          </a:prstGeom>
          <a:solidFill>
            <a:schemeClr val="accent4">
              <a:alpha val="20000"/>
            </a:schemeClr>
          </a:solidFill>
          <a:ln w="9525">
            <a:noFill/>
            <a:miter lim="800000"/>
            <a:headEnd/>
            <a:tailEnd/>
          </a:ln>
        </p:spPr>
        <p:txBody>
          <a:bodyPr>
            <a:spAutoFit/>
          </a:bodyPr>
          <a:lstStyle>
            <a:lvl1pPr>
              <a:spcBef>
                <a:spcPct val="20000"/>
              </a:spcBef>
              <a:buClr>
                <a:srgbClr val="FF9900"/>
              </a:buClr>
              <a:buChar char="•"/>
              <a:defRPr sz="3200" b="1">
                <a:solidFill>
                  <a:srgbClr val="01035B"/>
                </a:solidFill>
                <a:latin typeface="Arial" panose="020B0604020202020204" pitchFamily="34" charset="0"/>
              </a:defRPr>
            </a:lvl1pPr>
            <a:lvl2pPr marL="742950" indent="-285750">
              <a:spcBef>
                <a:spcPct val="20000"/>
              </a:spcBef>
              <a:buClr>
                <a:srgbClr val="FF9900"/>
              </a:buClr>
              <a:buChar char="–"/>
              <a:defRPr sz="2800" b="1">
                <a:solidFill>
                  <a:srgbClr val="01035B"/>
                </a:solidFill>
                <a:latin typeface="Arial" panose="020B0604020202020204" pitchFamily="34" charset="0"/>
              </a:defRPr>
            </a:lvl2pPr>
            <a:lvl3pPr marL="1143000" indent="-228600">
              <a:spcBef>
                <a:spcPct val="20000"/>
              </a:spcBef>
              <a:buClr>
                <a:srgbClr val="FF9900"/>
              </a:buClr>
              <a:buChar char="•"/>
              <a:defRPr sz="2400" b="1">
                <a:solidFill>
                  <a:srgbClr val="01035B"/>
                </a:solidFill>
                <a:latin typeface="Arial" panose="020B0604020202020204" pitchFamily="34" charset="0"/>
              </a:defRPr>
            </a:lvl3pPr>
            <a:lvl4pPr marL="1600200" indent="-228600">
              <a:spcBef>
                <a:spcPct val="20000"/>
              </a:spcBef>
              <a:buClr>
                <a:srgbClr val="FF9900"/>
              </a:buClr>
              <a:buChar char="–"/>
              <a:defRPr sz="2000" b="1">
                <a:solidFill>
                  <a:srgbClr val="01035B"/>
                </a:solidFill>
                <a:latin typeface="Arial" panose="020B0604020202020204" pitchFamily="34" charset="0"/>
              </a:defRPr>
            </a:lvl4pPr>
            <a:lvl5pPr marL="2057400" indent="-228600">
              <a:spcBef>
                <a:spcPct val="20000"/>
              </a:spcBef>
              <a:buClr>
                <a:srgbClr val="FF9900"/>
              </a:buClr>
              <a:buChar char="»"/>
              <a:defRPr sz="2000" b="1">
                <a:solidFill>
                  <a:srgbClr val="01035B"/>
                </a:solidFill>
                <a:latin typeface="Arial" panose="020B0604020202020204" pitchFamily="34" charset="0"/>
              </a:defRPr>
            </a:lvl5pPr>
            <a:lvl6pPr marL="25146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6pPr>
            <a:lvl7pPr marL="29718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7pPr>
            <a:lvl8pPr marL="34290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8pPr>
            <a:lvl9pPr marL="38862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9pPr>
          </a:lstStyle>
          <a:p>
            <a:pPr marL="0" marR="0" lvl="0" indent="0" algn="ctr" defTabSz="812810" rtl="0" eaLnBrk="1" fontAlgn="auto" latinLnBrk="0" hangingPunct="1">
              <a:lnSpc>
                <a:spcPct val="100000"/>
              </a:lnSpc>
              <a:spcBef>
                <a:spcPct val="0"/>
              </a:spcBef>
              <a:spcAft>
                <a:spcPts val="0"/>
              </a:spcAft>
              <a:buClrTx/>
              <a:buSzTx/>
              <a:buFontTx/>
              <a:buNone/>
              <a:tabLst/>
              <a:defRPr/>
            </a:pPr>
            <a:r>
              <a:rPr kumimoji="0" lang="en-US" altLang="en-US" sz="2000" b="0" i="0" u="none" strike="noStrike" kern="1200" cap="none" spc="0" normalizeH="0" baseline="0" noProof="0" dirty="0">
                <a:ln>
                  <a:noFill/>
                </a:ln>
                <a:solidFill>
                  <a:srgbClr val="00274C"/>
                </a:solidFill>
                <a:effectLst/>
                <a:uLnTx/>
                <a:uFillTx/>
                <a:latin typeface="Arial" panose="020B0604020202020204" pitchFamily="34" charset="0"/>
                <a:ea typeface="+mn-ea"/>
                <a:cs typeface="Arial" panose="020B0604020202020204" pitchFamily="34" charset="0"/>
              </a:rPr>
              <a:t>Aluminum to landfill 75g</a:t>
            </a:r>
          </a:p>
        </p:txBody>
      </p:sp>
      <p:sp>
        <p:nvSpPr>
          <p:cNvPr id="36" name="Text Box 41">
            <a:extLst>
              <a:ext uri="{FF2B5EF4-FFF2-40B4-BE49-F238E27FC236}">
                <a16:creationId xmlns:a16="http://schemas.microsoft.com/office/drawing/2014/main" id="{5AC674C4-0E64-0A46-ACDF-A5A002250159}"/>
              </a:ext>
            </a:extLst>
          </p:cNvPr>
          <p:cNvSpPr txBox="1">
            <a:spLocks noChangeArrowheads="1"/>
          </p:cNvSpPr>
          <p:nvPr/>
        </p:nvSpPr>
        <p:spPr bwMode="auto">
          <a:xfrm>
            <a:off x="12509850" y="2523880"/>
            <a:ext cx="2327275" cy="708025"/>
          </a:xfrm>
          <a:prstGeom prst="rect">
            <a:avLst/>
          </a:prstGeom>
          <a:solidFill>
            <a:schemeClr val="accent4">
              <a:alpha val="20000"/>
            </a:schemeClr>
          </a:solidFill>
          <a:ln w="9525">
            <a:noFill/>
            <a:miter lim="800000"/>
            <a:headEnd/>
            <a:tailEnd/>
          </a:ln>
        </p:spPr>
        <p:txBody>
          <a:bodyPr>
            <a:spAutoFit/>
          </a:bodyPr>
          <a:lstStyle>
            <a:lvl1pPr>
              <a:spcBef>
                <a:spcPct val="20000"/>
              </a:spcBef>
              <a:buClr>
                <a:srgbClr val="FF9900"/>
              </a:buClr>
              <a:buChar char="•"/>
              <a:defRPr sz="3200" b="1">
                <a:solidFill>
                  <a:srgbClr val="01035B"/>
                </a:solidFill>
                <a:latin typeface="Arial" panose="020B0604020202020204" pitchFamily="34" charset="0"/>
              </a:defRPr>
            </a:lvl1pPr>
            <a:lvl2pPr marL="742950" indent="-285750">
              <a:spcBef>
                <a:spcPct val="20000"/>
              </a:spcBef>
              <a:buClr>
                <a:srgbClr val="FF9900"/>
              </a:buClr>
              <a:buChar char="–"/>
              <a:defRPr sz="2800" b="1">
                <a:solidFill>
                  <a:srgbClr val="01035B"/>
                </a:solidFill>
                <a:latin typeface="Arial" panose="020B0604020202020204" pitchFamily="34" charset="0"/>
              </a:defRPr>
            </a:lvl2pPr>
            <a:lvl3pPr marL="1143000" indent="-228600">
              <a:spcBef>
                <a:spcPct val="20000"/>
              </a:spcBef>
              <a:buClr>
                <a:srgbClr val="FF9900"/>
              </a:buClr>
              <a:buChar char="•"/>
              <a:defRPr sz="2400" b="1">
                <a:solidFill>
                  <a:srgbClr val="01035B"/>
                </a:solidFill>
                <a:latin typeface="Arial" panose="020B0604020202020204" pitchFamily="34" charset="0"/>
              </a:defRPr>
            </a:lvl3pPr>
            <a:lvl4pPr marL="1600200" indent="-228600">
              <a:spcBef>
                <a:spcPct val="20000"/>
              </a:spcBef>
              <a:buClr>
                <a:srgbClr val="FF9900"/>
              </a:buClr>
              <a:buChar char="–"/>
              <a:defRPr sz="2000" b="1">
                <a:solidFill>
                  <a:srgbClr val="01035B"/>
                </a:solidFill>
                <a:latin typeface="Arial" panose="020B0604020202020204" pitchFamily="34" charset="0"/>
              </a:defRPr>
            </a:lvl4pPr>
            <a:lvl5pPr marL="2057400" indent="-228600">
              <a:spcBef>
                <a:spcPct val="20000"/>
              </a:spcBef>
              <a:buClr>
                <a:srgbClr val="FF9900"/>
              </a:buClr>
              <a:buChar char="»"/>
              <a:defRPr sz="2000" b="1">
                <a:solidFill>
                  <a:srgbClr val="01035B"/>
                </a:solidFill>
                <a:latin typeface="Arial" panose="020B0604020202020204" pitchFamily="34" charset="0"/>
              </a:defRPr>
            </a:lvl5pPr>
            <a:lvl6pPr marL="25146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6pPr>
            <a:lvl7pPr marL="29718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7pPr>
            <a:lvl8pPr marL="34290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8pPr>
            <a:lvl9pPr marL="38862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9pPr>
          </a:lstStyle>
          <a:p>
            <a:pPr marL="0" marR="0" lvl="0" indent="0" algn="ctr" defTabSz="812810" rtl="0" eaLnBrk="1" fontAlgn="auto" latinLnBrk="0" hangingPunct="1">
              <a:lnSpc>
                <a:spcPct val="100000"/>
              </a:lnSpc>
              <a:spcBef>
                <a:spcPct val="0"/>
              </a:spcBef>
              <a:spcAft>
                <a:spcPts val="0"/>
              </a:spcAft>
              <a:buClrTx/>
              <a:buSzTx/>
              <a:buFontTx/>
              <a:buNone/>
              <a:tabLst/>
              <a:defRPr/>
            </a:pPr>
            <a:r>
              <a:rPr kumimoji="0" lang="en-US" altLang="en-US" sz="2000" b="0" i="0" u="none" strike="noStrike" kern="1200" cap="none" spc="0" normalizeH="0" baseline="0" noProof="0" dirty="0">
                <a:ln>
                  <a:noFill/>
                </a:ln>
                <a:solidFill>
                  <a:srgbClr val="00274C"/>
                </a:solidFill>
                <a:effectLst/>
                <a:uLnTx/>
                <a:uFillTx/>
                <a:latin typeface="Arial" panose="020B0604020202020204" pitchFamily="34" charset="0"/>
                <a:ea typeface="+mn-ea"/>
                <a:cs typeface="Arial" panose="020B0604020202020204" pitchFamily="34" charset="0"/>
              </a:rPr>
              <a:t>Glass to landfill</a:t>
            </a:r>
          </a:p>
          <a:p>
            <a:pPr marL="0" marR="0" lvl="0" indent="0" algn="ctr" defTabSz="812810" rtl="0" eaLnBrk="1" fontAlgn="auto" latinLnBrk="0" hangingPunct="1">
              <a:lnSpc>
                <a:spcPct val="100000"/>
              </a:lnSpc>
              <a:spcBef>
                <a:spcPct val="0"/>
              </a:spcBef>
              <a:spcAft>
                <a:spcPts val="0"/>
              </a:spcAft>
              <a:buClrTx/>
              <a:buSzTx/>
              <a:buFontTx/>
              <a:buNone/>
              <a:tabLst/>
              <a:defRPr/>
            </a:pPr>
            <a:r>
              <a:rPr kumimoji="0" lang="en-US" altLang="en-US" sz="2000" b="0" i="0" u="none" strike="noStrike" kern="1200" cap="none" spc="0" normalizeH="0" baseline="0" noProof="0" dirty="0">
                <a:ln>
                  <a:noFill/>
                </a:ln>
                <a:solidFill>
                  <a:srgbClr val="00274C"/>
                </a:solidFill>
                <a:effectLst/>
                <a:uLnTx/>
                <a:uFillTx/>
                <a:latin typeface="Arial" panose="020B0604020202020204" pitchFamily="34" charset="0"/>
                <a:ea typeface="+mn-ea"/>
                <a:cs typeface="Arial" panose="020B0604020202020204" pitchFamily="34" charset="0"/>
              </a:rPr>
              <a:t>100g</a:t>
            </a:r>
          </a:p>
        </p:txBody>
      </p:sp>
      <p:sp>
        <p:nvSpPr>
          <p:cNvPr id="37" name="Text Box 41">
            <a:extLst>
              <a:ext uri="{FF2B5EF4-FFF2-40B4-BE49-F238E27FC236}">
                <a16:creationId xmlns:a16="http://schemas.microsoft.com/office/drawing/2014/main" id="{82AD26FB-801D-A048-999D-005535F2F91B}"/>
              </a:ext>
            </a:extLst>
          </p:cNvPr>
          <p:cNvSpPr txBox="1">
            <a:spLocks noChangeArrowheads="1"/>
          </p:cNvSpPr>
          <p:nvPr/>
        </p:nvSpPr>
        <p:spPr bwMode="auto">
          <a:xfrm>
            <a:off x="12538424" y="4530480"/>
            <a:ext cx="2327275" cy="707886"/>
          </a:xfrm>
          <a:prstGeom prst="rect">
            <a:avLst/>
          </a:prstGeom>
          <a:solidFill>
            <a:schemeClr val="accent4">
              <a:alpha val="20000"/>
            </a:schemeClr>
          </a:solidFill>
          <a:ln w="9525">
            <a:noFill/>
            <a:miter lim="800000"/>
            <a:headEnd/>
            <a:tailEnd/>
          </a:ln>
        </p:spPr>
        <p:txBody>
          <a:bodyPr wrap="square">
            <a:spAutoFit/>
          </a:bodyPr>
          <a:lstStyle>
            <a:lvl1pPr>
              <a:spcBef>
                <a:spcPct val="20000"/>
              </a:spcBef>
              <a:buClr>
                <a:srgbClr val="FF9900"/>
              </a:buClr>
              <a:buChar char="•"/>
              <a:defRPr sz="3200" b="1">
                <a:solidFill>
                  <a:srgbClr val="01035B"/>
                </a:solidFill>
                <a:latin typeface="Arial" panose="020B0604020202020204" pitchFamily="34" charset="0"/>
              </a:defRPr>
            </a:lvl1pPr>
            <a:lvl2pPr marL="742950" indent="-285750">
              <a:spcBef>
                <a:spcPct val="20000"/>
              </a:spcBef>
              <a:buClr>
                <a:srgbClr val="FF9900"/>
              </a:buClr>
              <a:buChar char="–"/>
              <a:defRPr sz="2800" b="1">
                <a:solidFill>
                  <a:srgbClr val="01035B"/>
                </a:solidFill>
                <a:latin typeface="Arial" panose="020B0604020202020204" pitchFamily="34" charset="0"/>
              </a:defRPr>
            </a:lvl2pPr>
            <a:lvl3pPr marL="1143000" indent="-228600">
              <a:spcBef>
                <a:spcPct val="20000"/>
              </a:spcBef>
              <a:buClr>
                <a:srgbClr val="FF9900"/>
              </a:buClr>
              <a:buChar char="•"/>
              <a:defRPr sz="2400" b="1">
                <a:solidFill>
                  <a:srgbClr val="01035B"/>
                </a:solidFill>
                <a:latin typeface="Arial" panose="020B0604020202020204" pitchFamily="34" charset="0"/>
              </a:defRPr>
            </a:lvl3pPr>
            <a:lvl4pPr marL="1600200" indent="-228600">
              <a:spcBef>
                <a:spcPct val="20000"/>
              </a:spcBef>
              <a:buClr>
                <a:srgbClr val="FF9900"/>
              </a:buClr>
              <a:buChar char="–"/>
              <a:defRPr sz="2000" b="1">
                <a:solidFill>
                  <a:srgbClr val="01035B"/>
                </a:solidFill>
                <a:latin typeface="Arial" panose="020B0604020202020204" pitchFamily="34" charset="0"/>
              </a:defRPr>
            </a:lvl4pPr>
            <a:lvl5pPr marL="2057400" indent="-228600">
              <a:spcBef>
                <a:spcPct val="20000"/>
              </a:spcBef>
              <a:buClr>
                <a:srgbClr val="FF9900"/>
              </a:buClr>
              <a:buChar char="»"/>
              <a:defRPr sz="2000" b="1">
                <a:solidFill>
                  <a:srgbClr val="01035B"/>
                </a:solidFill>
                <a:latin typeface="Arial" panose="020B0604020202020204" pitchFamily="34" charset="0"/>
              </a:defRPr>
            </a:lvl5pPr>
            <a:lvl6pPr marL="25146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6pPr>
            <a:lvl7pPr marL="29718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7pPr>
            <a:lvl8pPr marL="34290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8pPr>
            <a:lvl9pPr marL="38862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9pPr>
          </a:lstStyle>
          <a:p>
            <a:pPr marL="0" marR="0" lvl="0" indent="0" algn="ctr" defTabSz="812810" rtl="0" eaLnBrk="1" fontAlgn="auto" latinLnBrk="0" hangingPunct="1">
              <a:lnSpc>
                <a:spcPct val="100000"/>
              </a:lnSpc>
              <a:spcBef>
                <a:spcPct val="0"/>
              </a:spcBef>
              <a:spcAft>
                <a:spcPts val="0"/>
              </a:spcAft>
              <a:buClrTx/>
              <a:buSzTx/>
              <a:buFontTx/>
              <a:buNone/>
              <a:tabLst/>
              <a:defRPr/>
            </a:pPr>
            <a:r>
              <a:rPr kumimoji="0" lang="en-US" altLang="en-US" sz="2000" b="0" i="0" u="none" strike="noStrike" kern="1200" cap="none" spc="0" normalizeH="0" baseline="0" noProof="0" dirty="0">
                <a:ln>
                  <a:noFill/>
                </a:ln>
                <a:solidFill>
                  <a:srgbClr val="00274C"/>
                </a:solidFill>
                <a:effectLst/>
                <a:uLnTx/>
                <a:uFillTx/>
                <a:latin typeface="Arial" panose="020B0604020202020204" pitchFamily="34" charset="0"/>
                <a:ea typeface="+mn-ea"/>
                <a:cs typeface="Arial" panose="020B0604020202020204" pitchFamily="34" charset="0"/>
              </a:rPr>
              <a:t>Tungsten to landfill</a:t>
            </a:r>
          </a:p>
          <a:p>
            <a:pPr marL="0" marR="0" lvl="0" indent="0" algn="ctr" defTabSz="812810" rtl="0" eaLnBrk="1" fontAlgn="auto" latinLnBrk="0" hangingPunct="1">
              <a:lnSpc>
                <a:spcPct val="100000"/>
              </a:lnSpc>
              <a:spcBef>
                <a:spcPct val="0"/>
              </a:spcBef>
              <a:spcAft>
                <a:spcPts val="0"/>
              </a:spcAft>
              <a:buClrTx/>
              <a:buSzTx/>
              <a:buFontTx/>
              <a:buNone/>
              <a:tabLst/>
              <a:defRPr/>
            </a:pPr>
            <a:r>
              <a:rPr kumimoji="0" lang="en-US" altLang="en-US" sz="2000" b="0" i="0" u="none" strike="noStrike" kern="1200" cap="none" spc="0" normalizeH="0" baseline="0" noProof="0" dirty="0">
                <a:ln>
                  <a:noFill/>
                </a:ln>
                <a:solidFill>
                  <a:srgbClr val="00274C"/>
                </a:solidFill>
                <a:effectLst/>
                <a:uLnTx/>
                <a:uFillTx/>
                <a:latin typeface="Arial" panose="020B0604020202020204" pitchFamily="34" charset="0"/>
                <a:ea typeface="+mn-ea"/>
                <a:cs typeface="Arial" panose="020B0604020202020204" pitchFamily="34" charset="0"/>
              </a:rPr>
              <a:t>3.5g</a:t>
            </a:r>
          </a:p>
        </p:txBody>
      </p:sp>
      <p:sp>
        <p:nvSpPr>
          <p:cNvPr id="38" name="Text Box 41">
            <a:extLst>
              <a:ext uri="{FF2B5EF4-FFF2-40B4-BE49-F238E27FC236}">
                <a16:creationId xmlns:a16="http://schemas.microsoft.com/office/drawing/2014/main" id="{714FB288-C7C4-204B-B85D-859018C8906A}"/>
              </a:ext>
            </a:extLst>
          </p:cNvPr>
          <p:cNvSpPr txBox="1">
            <a:spLocks noChangeArrowheads="1"/>
          </p:cNvSpPr>
          <p:nvPr/>
        </p:nvSpPr>
        <p:spPr bwMode="auto">
          <a:xfrm>
            <a:off x="9804978" y="3845897"/>
            <a:ext cx="1920873" cy="1015663"/>
          </a:xfrm>
          <a:prstGeom prst="rect">
            <a:avLst/>
          </a:prstGeom>
          <a:solidFill>
            <a:schemeClr val="accent6">
              <a:alpha val="20000"/>
            </a:schemeClr>
          </a:solidFill>
          <a:ln w="9525">
            <a:noFill/>
            <a:miter lim="800000"/>
            <a:headEnd/>
            <a:tailEnd/>
          </a:ln>
        </p:spPr>
        <p:txBody>
          <a:bodyPr wrap="square">
            <a:spAutoFit/>
          </a:bodyPr>
          <a:lstStyle>
            <a:lvl1pPr>
              <a:spcBef>
                <a:spcPct val="20000"/>
              </a:spcBef>
              <a:buClr>
                <a:srgbClr val="FF9900"/>
              </a:buClr>
              <a:buChar char="•"/>
              <a:defRPr sz="3200" b="1">
                <a:solidFill>
                  <a:srgbClr val="01035B"/>
                </a:solidFill>
                <a:latin typeface="Arial" panose="020B0604020202020204" pitchFamily="34" charset="0"/>
              </a:defRPr>
            </a:lvl1pPr>
            <a:lvl2pPr marL="742950" indent="-285750">
              <a:spcBef>
                <a:spcPct val="20000"/>
              </a:spcBef>
              <a:buClr>
                <a:srgbClr val="FF9900"/>
              </a:buClr>
              <a:buChar char="–"/>
              <a:defRPr sz="2800" b="1">
                <a:solidFill>
                  <a:srgbClr val="01035B"/>
                </a:solidFill>
                <a:latin typeface="Arial" panose="020B0604020202020204" pitchFamily="34" charset="0"/>
              </a:defRPr>
            </a:lvl2pPr>
            <a:lvl3pPr marL="1143000" indent="-228600">
              <a:spcBef>
                <a:spcPct val="20000"/>
              </a:spcBef>
              <a:buClr>
                <a:srgbClr val="FF9900"/>
              </a:buClr>
              <a:buChar char="•"/>
              <a:defRPr sz="2400" b="1">
                <a:solidFill>
                  <a:srgbClr val="01035B"/>
                </a:solidFill>
                <a:latin typeface="Arial" panose="020B0604020202020204" pitchFamily="34" charset="0"/>
              </a:defRPr>
            </a:lvl3pPr>
            <a:lvl4pPr marL="1600200" indent="-228600">
              <a:spcBef>
                <a:spcPct val="20000"/>
              </a:spcBef>
              <a:buClr>
                <a:srgbClr val="FF9900"/>
              </a:buClr>
              <a:buChar char="–"/>
              <a:defRPr sz="2000" b="1">
                <a:solidFill>
                  <a:srgbClr val="01035B"/>
                </a:solidFill>
                <a:latin typeface="Arial" panose="020B0604020202020204" pitchFamily="34" charset="0"/>
              </a:defRPr>
            </a:lvl4pPr>
            <a:lvl5pPr marL="2057400" indent="-228600">
              <a:spcBef>
                <a:spcPct val="20000"/>
              </a:spcBef>
              <a:buClr>
                <a:srgbClr val="FF9900"/>
              </a:buClr>
              <a:buChar char="»"/>
              <a:defRPr sz="2000" b="1">
                <a:solidFill>
                  <a:srgbClr val="01035B"/>
                </a:solidFill>
                <a:latin typeface="Arial" panose="020B0604020202020204" pitchFamily="34" charset="0"/>
              </a:defRPr>
            </a:lvl5pPr>
            <a:lvl6pPr marL="25146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6pPr>
            <a:lvl7pPr marL="29718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7pPr>
            <a:lvl8pPr marL="34290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8pPr>
            <a:lvl9pPr marL="38862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9pPr>
          </a:lstStyle>
          <a:p>
            <a:pPr marL="0" marR="0" lvl="0" indent="0" algn="ctr" defTabSz="812810" rtl="0" eaLnBrk="1" fontAlgn="auto" latinLnBrk="0" hangingPunct="1">
              <a:lnSpc>
                <a:spcPct val="100000"/>
              </a:lnSpc>
              <a:spcBef>
                <a:spcPct val="0"/>
              </a:spcBef>
              <a:spcAft>
                <a:spcPts val="0"/>
              </a:spcAft>
              <a:buClrTx/>
              <a:buSzTx/>
              <a:buFontTx/>
              <a:buNone/>
              <a:tabLst/>
              <a:defRPr/>
            </a:pPr>
            <a:r>
              <a:rPr kumimoji="0" lang="en-US" altLang="en-US" sz="2000" b="0" i="0" u="none" strike="noStrike" kern="1200" cap="none" spc="0" normalizeH="0" baseline="0" noProof="0" dirty="0">
                <a:ln>
                  <a:noFill/>
                </a:ln>
                <a:solidFill>
                  <a:srgbClr val="00B2A9"/>
                </a:solidFill>
                <a:effectLst/>
                <a:uLnTx/>
                <a:uFillTx/>
                <a:latin typeface="Arial" panose="020B0604020202020204" pitchFamily="34" charset="0"/>
                <a:ea typeface="+mn-ea"/>
                <a:cs typeface="Arial" panose="020B0604020202020204" pitchFamily="34" charset="0"/>
              </a:rPr>
              <a:t>Illumination</a:t>
            </a:r>
          </a:p>
          <a:p>
            <a:pPr marL="0" marR="0" lvl="0" indent="0" algn="ctr" defTabSz="812810" rtl="0" eaLnBrk="1" fontAlgn="auto" latinLnBrk="0" hangingPunct="1">
              <a:lnSpc>
                <a:spcPct val="100000"/>
              </a:lnSpc>
              <a:spcBef>
                <a:spcPct val="0"/>
              </a:spcBef>
              <a:spcAft>
                <a:spcPts val="0"/>
              </a:spcAft>
              <a:buClrTx/>
              <a:buSzTx/>
              <a:buFontTx/>
              <a:buNone/>
              <a:tabLst/>
              <a:defRPr/>
            </a:pPr>
            <a:r>
              <a:rPr kumimoji="0" lang="en-US" altLang="en-US" sz="2000" b="0" i="0" u="none" strike="noStrike" kern="1200" cap="none" spc="0" normalizeH="0" baseline="0" noProof="0" dirty="0">
                <a:ln>
                  <a:noFill/>
                </a:ln>
                <a:solidFill>
                  <a:srgbClr val="00B2A9"/>
                </a:solidFill>
                <a:effectLst/>
                <a:uLnTx/>
                <a:uFillTx/>
                <a:latin typeface="Arial" panose="020B0604020202020204" pitchFamily="34" charset="0"/>
                <a:ea typeface="+mn-ea"/>
                <a:cs typeface="Arial" panose="020B0604020202020204" pitchFamily="34" charset="0"/>
              </a:rPr>
              <a:t>800 lumen </a:t>
            </a:r>
          </a:p>
          <a:p>
            <a:pPr marL="0" marR="0" lvl="0" indent="0" algn="ctr" defTabSz="812810" rtl="0" eaLnBrk="1" fontAlgn="auto" latinLnBrk="0" hangingPunct="1">
              <a:lnSpc>
                <a:spcPct val="100000"/>
              </a:lnSpc>
              <a:spcBef>
                <a:spcPct val="0"/>
              </a:spcBef>
              <a:spcAft>
                <a:spcPts val="0"/>
              </a:spcAft>
              <a:buClrTx/>
              <a:buSzTx/>
              <a:buFontTx/>
              <a:buNone/>
              <a:tabLst/>
              <a:defRPr/>
            </a:pPr>
            <a:r>
              <a:rPr kumimoji="0" lang="en-US" altLang="en-US" sz="2000" b="0" i="0" u="none" strike="noStrike" kern="1200" cap="none" spc="0" normalizeH="0" baseline="0" noProof="0" dirty="0">
                <a:ln>
                  <a:noFill/>
                </a:ln>
                <a:solidFill>
                  <a:srgbClr val="00B2A9"/>
                </a:solidFill>
                <a:effectLst/>
                <a:uLnTx/>
                <a:uFillTx/>
                <a:latin typeface="Arial" panose="020B0604020202020204" pitchFamily="34" charset="0"/>
                <a:ea typeface="+mn-ea"/>
                <a:cs typeface="Arial" panose="020B0604020202020204" pitchFamily="34" charset="0"/>
              </a:rPr>
              <a:t>During 5000 h </a:t>
            </a:r>
          </a:p>
        </p:txBody>
      </p:sp>
      <p:sp>
        <p:nvSpPr>
          <p:cNvPr id="39" name="Text Box 41">
            <a:extLst>
              <a:ext uri="{FF2B5EF4-FFF2-40B4-BE49-F238E27FC236}">
                <a16:creationId xmlns:a16="http://schemas.microsoft.com/office/drawing/2014/main" id="{38DE68D6-2C66-4D41-B523-B85EA7B9FEEE}"/>
              </a:ext>
            </a:extLst>
          </p:cNvPr>
          <p:cNvSpPr txBox="1">
            <a:spLocks noChangeArrowheads="1"/>
          </p:cNvSpPr>
          <p:nvPr/>
        </p:nvSpPr>
        <p:spPr bwMode="auto">
          <a:xfrm>
            <a:off x="7106228" y="5571510"/>
            <a:ext cx="2082800" cy="708025"/>
          </a:xfrm>
          <a:prstGeom prst="rect">
            <a:avLst/>
          </a:prstGeom>
          <a:solidFill>
            <a:schemeClr val="accent4">
              <a:alpha val="20000"/>
            </a:schemeClr>
          </a:solidFill>
          <a:ln w="9525">
            <a:noFill/>
            <a:miter lim="800000"/>
            <a:headEnd/>
            <a:tailEnd/>
          </a:ln>
        </p:spPr>
        <p:txBody>
          <a:bodyPr>
            <a:spAutoFit/>
          </a:bodyPr>
          <a:lstStyle>
            <a:lvl1pPr>
              <a:spcBef>
                <a:spcPct val="20000"/>
              </a:spcBef>
              <a:buClr>
                <a:srgbClr val="FF9900"/>
              </a:buClr>
              <a:buChar char="•"/>
              <a:defRPr sz="3200" b="1">
                <a:solidFill>
                  <a:srgbClr val="01035B"/>
                </a:solidFill>
                <a:latin typeface="Arial" panose="020B0604020202020204" pitchFamily="34" charset="0"/>
              </a:defRPr>
            </a:lvl1pPr>
            <a:lvl2pPr marL="742950" indent="-285750">
              <a:spcBef>
                <a:spcPct val="20000"/>
              </a:spcBef>
              <a:buClr>
                <a:srgbClr val="FF9900"/>
              </a:buClr>
              <a:buChar char="–"/>
              <a:defRPr sz="2800" b="1">
                <a:solidFill>
                  <a:srgbClr val="01035B"/>
                </a:solidFill>
                <a:latin typeface="Arial" panose="020B0604020202020204" pitchFamily="34" charset="0"/>
              </a:defRPr>
            </a:lvl2pPr>
            <a:lvl3pPr marL="1143000" indent="-228600">
              <a:spcBef>
                <a:spcPct val="20000"/>
              </a:spcBef>
              <a:buClr>
                <a:srgbClr val="FF9900"/>
              </a:buClr>
              <a:buChar char="•"/>
              <a:defRPr sz="2400" b="1">
                <a:solidFill>
                  <a:srgbClr val="01035B"/>
                </a:solidFill>
                <a:latin typeface="Arial" panose="020B0604020202020204" pitchFamily="34" charset="0"/>
              </a:defRPr>
            </a:lvl3pPr>
            <a:lvl4pPr marL="1600200" indent="-228600">
              <a:spcBef>
                <a:spcPct val="20000"/>
              </a:spcBef>
              <a:buClr>
                <a:srgbClr val="FF9900"/>
              </a:buClr>
              <a:buChar char="–"/>
              <a:defRPr sz="2000" b="1">
                <a:solidFill>
                  <a:srgbClr val="01035B"/>
                </a:solidFill>
                <a:latin typeface="Arial" panose="020B0604020202020204" pitchFamily="34" charset="0"/>
              </a:defRPr>
            </a:lvl4pPr>
            <a:lvl5pPr marL="2057400" indent="-228600">
              <a:spcBef>
                <a:spcPct val="20000"/>
              </a:spcBef>
              <a:buClr>
                <a:srgbClr val="FF9900"/>
              </a:buClr>
              <a:buChar char="»"/>
              <a:defRPr sz="2000" b="1">
                <a:solidFill>
                  <a:srgbClr val="01035B"/>
                </a:solidFill>
                <a:latin typeface="Arial" panose="020B0604020202020204" pitchFamily="34" charset="0"/>
              </a:defRPr>
            </a:lvl5pPr>
            <a:lvl6pPr marL="25146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6pPr>
            <a:lvl7pPr marL="29718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7pPr>
            <a:lvl8pPr marL="34290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8pPr>
            <a:lvl9pPr marL="38862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9pPr>
          </a:lstStyle>
          <a:p>
            <a:pPr marL="0" marR="0" lvl="0" indent="0" algn="ctr" defTabSz="812810" rtl="0" eaLnBrk="1" fontAlgn="auto" latinLnBrk="0" hangingPunct="1">
              <a:lnSpc>
                <a:spcPct val="100000"/>
              </a:lnSpc>
              <a:spcBef>
                <a:spcPct val="0"/>
              </a:spcBef>
              <a:spcAft>
                <a:spcPts val="0"/>
              </a:spcAft>
              <a:buClrTx/>
              <a:buSzTx/>
              <a:buFontTx/>
              <a:buNone/>
              <a:tabLst/>
              <a:defRPr/>
            </a:pPr>
            <a:r>
              <a:rPr kumimoji="0" lang="en-US" altLang="en-US" sz="2000" b="0" i="0" u="none" strike="noStrike" kern="1200" cap="none" spc="0" normalizeH="0" baseline="0" noProof="0">
                <a:ln>
                  <a:noFill/>
                </a:ln>
                <a:solidFill>
                  <a:srgbClr val="00274C"/>
                </a:solidFill>
                <a:effectLst/>
                <a:uLnTx/>
                <a:uFillTx/>
                <a:latin typeface="Arial" panose="020B0604020202020204" pitchFamily="34" charset="0"/>
                <a:ea typeface="+mn-ea"/>
                <a:cs typeface="Arial" panose="020B0604020202020204" pitchFamily="34" charset="0"/>
              </a:rPr>
              <a:t>Electricity</a:t>
            </a:r>
          </a:p>
          <a:p>
            <a:pPr marL="0" marR="0" lvl="0" indent="0" algn="ctr" defTabSz="812810" rtl="0" eaLnBrk="1" fontAlgn="auto" latinLnBrk="0" hangingPunct="1">
              <a:lnSpc>
                <a:spcPct val="100000"/>
              </a:lnSpc>
              <a:spcBef>
                <a:spcPct val="0"/>
              </a:spcBef>
              <a:spcAft>
                <a:spcPts val="0"/>
              </a:spcAft>
              <a:buClrTx/>
              <a:buSzTx/>
              <a:buFontTx/>
              <a:buNone/>
              <a:tabLst/>
              <a:defRPr/>
            </a:pPr>
            <a:r>
              <a:rPr kumimoji="0" lang="en-US" altLang="en-US" sz="2000" b="0" i="0" u="none" strike="noStrike" kern="1200" cap="none" spc="0" normalizeH="0" baseline="0" noProof="0">
                <a:ln>
                  <a:noFill/>
                </a:ln>
                <a:solidFill>
                  <a:srgbClr val="00274C"/>
                </a:solidFill>
                <a:effectLst/>
                <a:uLnTx/>
                <a:uFillTx/>
                <a:latin typeface="Arial" panose="020B0604020202020204" pitchFamily="34" charset="0"/>
                <a:ea typeface="+mn-ea"/>
                <a:cs typeface="Arial" panose="020B0604020202020204" pitchFamily="34" charset="0"/>
              </a:rPr>
              <a:t>300 kWh</a:t>
            </a:r>
          </a:p>
        </p:txBody>
      </p:sp>
      <p:sp>
        <p:nvSpPr>
          <p:cNvPr id="40" name="Text Box 41">
            <a:extLst>
              <a:ext uri="{FF2B5EF4-FFF2-40B4-BE49-F238E27FC236}">
                <a16:creationId xmlns:a16="http://schemas.microsoft.com/office/drawing/2014/main" id="{257CED47-7186-CC48-BC74-84AB80345894}"/>
              </a:ext>
            </a:extLst>
          </p:cNvPr>
          <p:cNvSpPr txBox="1">
            <a:spLocks noChangeArrowheads="1"/>
          </p:cNvSpPr>
          <p:nvPr/>
        </p:nvSpPr>
        <p:spPr bwMode="auto">
          <a:xfrm>
            <a:off x="4405892" y="3987185"/>
            <a:ext cx="2082800" cy="707886"/>
          </a:xfrm>
          <a:prstGeom prst="rect">
            <a:avLst/>
          </a:prstGeom>
          <a:solidFill>
            <a:schemeClr val="accent4">
              <a:alpha val="20000"/>
            </a:schemeClr>
          </a:solidFill>
          <a:ln w="9525">
            <a:noFill/>
            <a:miter lim="800000"/>
            <a:headEnd/>
            <a:tailEnd/>
          </a:ln>
        </p:spPr>
        <p:txBody>
          <a:bodyPr wrap="square">
            <a:spAutoFit/>
          </a:bodyPr>
          <a:lstStyle>
            <a:lvl1pPr>
              <a:spcBef>
                <a:spcPct val="20000"/>
              </a:spcBef>
              <a:buClr>
                <a:srgbClr val="FF9900"/>
              </a:buClr>
              <a:buChar char="•"/>
              <a:defRPr sz="3200" b="1">
                <a:solidFill>
                  <a:srgbClr val="01035B"/>
                </a:solidFill>
                <a:latin typeface="Arial" panose="020B0604020202020204" pitchFamily="34" charset="0"/>
              </a:defRPr>
            </a:lvl1pPr>
            <a:lvl2pPr marL="742950" indent="-285750">
              <a:spcBef>
                <a:spcPct val="20000"/>
              </a:spcBef>
              <a:buClr>
                <a:srgbClr val="FF9900"/>
              </a:buClr>
              <a:buChar char="–"/>
              <a:defRPr sz="2800" b="1">
                <a:solidFill>
                  <a:srgbClr val="01035B"/>
                </a:solidFill>
                <a:latin typeface="Arial" panose="020B0604020202020204" pitchFamily="34" charset="0"/>
              </a:defRPr>
            </a:lvl2pPr>
            <a:lvl3pPr marL="1143000" indent="-228600">
              <a:spcBef>
                <a:spcPct val="20000"/>
              </a:spcBef>
              <a:buClr>
                <a:srgbClr val="FF9900"/>
              </a:buClr>
              <a:buChar char="•"/>
              <a:defRPr sz="2400" b="1">
                <a:solidFill>
                  <a:srgbClr val="01035B"/>
                </a:solidFill>
                <a:latin typeface="Arial" panose="020B0604020202020204" pitchFamily="34" charset="0"/>
              </a:defRPr>
            </a:lvl3pPr>
            <a:lvl4pPr marL="1600200" indent="-228600">
              <a:spcBef>
                <a:spcPct val="20000"/>
              </a:spcBef>
              <a:buClr>
                <a:srgbClr val="FF9900"/>
              </a:buClr>
              <a:buChar char="–"/>
              <a:defRPr sz="2000" b="1">
                <a:solidFill>
                  <a:srgbClr val="01035B"/>
                </a:solidFill>
                <a:latin typeface="Arial" panose="020B0604020202020204" pitchFamily="34" charset="0"/>
              </a:defRPr>
            </a:lvl4pPr>
            <a:lvl5pPr marL="2057400" indent="-228600">
              <a:spcBef>
                <a:spcPct val="20000"/>
              </a:spcBef>
              <a:buClr>
                <a:srgbClr val="FF9900"/>
              </a:buClr>
              <a:buChar char="»"/>
              <a:defRPr sz="2000" b="1">
                <a:solidFill>
                  <a:srgbClr val="01035B"/>
                </a:solidFill>
                <a:latin typeface="Arial" panose="020B0604020202020204" pitchFamily="34" charset="0"/>
              </a:defRPr>
            </a:lvl5pPr>
            <a:lvl6pPr marL="25146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6pPr>
            <a:lvl7pPr marL="29718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7pPr>
            <a:lvl8pPr marL="34290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8pPr>
            <a:lvl9pPr marL="38862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9pPr>
          </a:lstStyle>
          <a:p>
            <a:pPr marL="0" marR="0" lvl="0" indent="0" algn="ctr" defTabSz="812810" rtl="0" eaLnBrk="1" fontAlgn="auto" latinLnBrk="0" hangingPunct="1">
              <a:lnSpc>
                <a:spcPct val="100000"/>
              </a:lnSpc>
              <a:spcBef>
                <a:spcPct val="0"/>
              </a:spcBef>
              <a:spcAft>
                <a:spcPts val="0"/>
              </a:spcAft>
              <a:buClrTx/>
              <a:buSzTx/>
              <a:buFontTx/>
              <a:buNone/>
              <a:tabLst/>
              <a:defRPr/>
            </a:pPr>
            <a:r>
              <a:rPr kumimoji="0" lang="en-US" altLang="en-US" sz="2000" b="0" i="0" u="none" strike="noStrike" kern="1200" cap="none" spc="0" normalizeH="0" baseline="0" noProof="0" dirty="0">
                <a:ln>
                  <a:noFill/>
                </a:ln>
                <a:solidFill>
                  <a:srgbClr val="00274C"/>
                </a:solidFill>
                <a:effectLst/>
                <a:uLnTx/>
                <a:uFillTx/>
                <a:latin typeface="Arial" panose="020B0604020202020204" pitchFamily="34" charset="0"/>
                <a:ea typeface="+mn-ea"/>
                <a:cs typeface="Arial" panose="020B0604020202020204" pitchFamily="34" charset="0"/>
              </a:rPr>
              <a:t>5 Incandescent bulbs</a:t>
            </a:r>
          </a:p>
        </p:txBody>
      </p:sp>
      <p:cxnSp>
        <p:nvCxnSpPr>
          <p:cNvPr id="41" name="Elbow Connector 10">
            <a:extLst>
              <a:ext uri="{FF2B5EF4-FFF2-40B4-BE49-F238E27FC236}">
                <a16:creationId xmlns:a16="http://schemas.microsoft.com/office/drawing/2014/main" id="{F1F1E25A-09C6-D343-B0F4-160495318D7B}"/>
              </a:ext>
            </a:extLst>
          </p:cNvPr>
          <p:cNvCxnSpPr>
            <a:cxnSpLocks noChangeShapeType="1"/>
            <a:stCxn id="39" idx="3"/>
            <a:endCxn id="38" idx="1"/>
          </p:cNvCxnSpPr>
          <p:nvPr/>
        </p:nvCxnSpPr>
        <p:spPr bwMode="auto">
          <a:xfrm flipV="1">
            <a:off x="9189028" y="4353729"/>
            <a:ext cx="615950" cy="1571794"/>
          </a:xfrm>
          <a:prstGeom prst="bentConnector3">
            <a:avLst>
              <a:gd name="adj1" fmla="val 50000"/>
            </a:avLst>
          </a:prstGeom>
          <a:noFill/>
          <a:ln w="28575" algn="ctr">
            <a:solidFill>
              <a:schemeClr val="accent1"/>
            </a:solidFill>
            <a:round/>
            <a:headEnd/>
            <a:tailEnd type="arrow" w="med" len="med"/>
          </a:ln>
          <a:effectLst/>
        </p:spPr>
      </p:cxnSp>
      <p:sp>
        <p:nvSpPr>
          <p:cNvPr id="42" name="Text Box 41">
            <a:extLst>
              <a:ext uri="{FF2B5EF4-FFF2-40B4-BE49-F238E27FC236}">
                <a16:creationId xmlns:a16="http://schemas.microsoft.com/office/drawing/2014/main" id="{55E5D119-AAB3-1D4C-AA1A-C7E29055A305}"/>
              </a:ext>
            </a:extLst>
          </p:cNvPr>
          <p:cNvSpPr txBox="1">
            <a:spLocks noChangeArrowheads="1"/>
          </p:cNvSpPr>
          <p:nvPr/>
        </p:nvSpPr>
        <p:spPr bwMode="auto">
          <a:xfrm>
            <a:off x="7106228" y="2501285"/>
            <a:ext cx="2082800" cy="1015663"/>
          </a:xfrm>
          <a:prstGeom prst="rect">
            <a:avLst/>
          </a:prstGeom>
          <a:solidFill>
            <a:schemeClr val="accent4">
              <a:alpha val="20000"/>
            </a:schemeClr>
          </a:solidFill>
          <a:ln w="9525">
            <a:noFill/>
            <a:miter lim="800000"/>
            <a:headEnd/>
            <a:tailEnd/>
          </a:ln>
        </p:spPr>
        <p:txBody>
          <a:bodyPr>
            <a:spAutoFit/>
          </a:bodyPr>
          <a:lstStyle>
            <a:lvl1pPr>
              <a:spcBef>
                <a:spcPct val="20000"/>
              </a:spcBef>
              <a:buClr>
                <a:srgbClr val="FF9900"/>
              </a:buClr>
              <a:buChar char="•"/>
              <a:defRPr sz="3200" b="1">
                <a:solidFill>
                  <a:srgbClr val="01035B"/>
                </a:solidFill>
                <a:latin typeface="Arial" panose="020B0604020202020204" pitchFamily="34" charset="0"/>
              </a:defRPr>
            </a:lvl1pPr>
            <a:lvl2pPr marL="742950" indent="-285750">
              <a:spcBef>
                <a:spcPct val="20000"/>
              </a:spcBef>
              <a:buClr>
                <a:srgbClr val="FF9900"/>
              </a:buClr>
              <a:buChar char="–"/>
              <a:defRPr sz="2800" b="1">
                <a:solidFill>
                  <a:srgbClr val="01035B"/>
                </a:solidFill>
                <a:latin typeface="Arial" panose="020B0604020202020204" pitchFamily="34" charset="0"/>
              </a:defRPr>
            </a:lvl2pPr>
            <a:lvl3pPr marL="1143000" indent="-228600">
              <a:spcBef>
                <a:spcPct val="20000"/>
              </a:spcBef>
              <a:buClr>
                <a:srgbClr val="FF9900"/>
              </a:buClr>
              <a:buChar char="•"/>
              <a:defRPr sz="2400" b="1">
                <a:solidFill>
                  <a:srgbClr val="01035B"/>
                </a:solidFill>
                <a:latin typeface="Arial" panose="020B0604020202020204" pitchFamily="34" charset="0"/>
              </a:defRPr>
            </a:lvl3pPr>
            <a:lvl4pPr marL="1600200" indent="-228600">
              <a:spcBef>
                <a:spcPct val="20000"/>
              </a:spcBef>
              <a:buClr>
                <a:srgbClr val="FF9900"/>
              </a:buClr>
              <a:buChar char="–"/>
              <a:defRPr sz="2000" b="1">
                <a:solidFill>
                  <a:srgbClr val="01035B"/>
                </a:solidFill>
                <a:latin typeface="Arial" panose="020B0604020202020204" pitchFamily="34" charset="0"/>
              </a:defRPr>
            </a:lvl4pPr>
            <a:lvl5pPr marL="2057400" indent="-228600">
              <a:spcBef>
                <a:spcPct val="20000"/>
              </a:spcBef>
              <a:buClr>
                <a:srgbClr val="FF9900"/>
              </a:buClr>
              <a:buChar char="»"/>
              <a:defRPr sz="2000" b="1">
                <a:solidFill>
                  <a:srgbClr val="01035B"/>
                </a:solidFill>
                <a:latin typeface="Arial" panose="020B0604020202020204" pitchFamily="34" charset="0"/>
              </a:defRPr>
            </a:lvl5pPr>
            <a:lvl6pPr marL="25146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6pPr>
            <a:lvl7pPr marL="29718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7pPr>
            <a:lvl8pPr marL="34290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8pPr>
            <a:lvl9pPr marL="38862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9pPr>
          </a:lstStyle>
          <a:p>
            <a:pPr marL="0" marR="0" lvl="0" indent="0" algn="ctr" defTabSz="812810" rtl="0" eaLnBrk="1" fontAlgn="auto" latinLnBrk="0" hangingPunct="1">
              <a:lnSpc>
                <a:spcPct val="100000"/>
              </a:lnSpc>
              <a:spcBef>
                <a:spcPct val="0"/>
              </a:spcBef>
              <a:spcAft>
                <a:spcPts val="0"/>
              </a:spcAft>
              <a:buClrTx/>
              <a:buSzTx/>
              <a:buFontTx/>
              <a:buNone/>
              <a:tabLst/>
              <a:defRPr/>
            </a:pPr>
            <a:r>
              <a:rPr kumimoji="0" lang="en-US" altLang="en-US" sz="2000" b="0" i="0" u="none" strike="noStrike" kern="1200" cap="none" spc="0" normalizeH="0" baseline="0" noProof="0" dirty="0">
                <a:ln>
                  <a:noFill/>
                </a:ln>
                <a:solidFill>
                  <a:srgbClr val="00274C"/>
                </a:solidFill>
                <a:effectLst/>
                <a:uLnTx/>
                <a:uFillTx/>
                <a:latin typeface="Arial" panose="020B0604020202020204" pitchFamily="34" charset="0"/>
                <a:ea typeface="+mn-ea"/>
                <a:cs typeface="Arial" panose="020B0604020202020204" pitchFamily="34" charset="0"/>
              </a:rPr>
              <a:t>Transportation</a:t>
            </a:r>
          </a:p>
          <a:p>
            <a:pPr marL="0" marR="0" lvl="0" indent="0" algn="ctr" defTabSz="812810" rtl="0" eaLnBrk="1" fontAlgn="auto" latinLnBrk="0" hangingPunct="1">
              <a:lnSpc>
                <a:spcPct val="100000"/>
              </a:lnSpc>
              <a:spcBef>
                <a:spcPct val="0"/>
              </a:spcBef>
              <a:spcAft>
                <a:spcPts val="0"/>
              </a:spcAft>
              <a:buClrTx/>
              <a:buSzTx/>
              <a:buFontTx/>
              <a:buNone/>
              <a:tabLst/>
              <a:defRPr/>
            </a:pPr>
            <a:r>
              <a:rPr kumimoji="0" lang="en-US" altLang="en-US" sz="2000" b="0" i="0" u="none" strike="noStrike" kern="1200" cap="none" spc="0" normalizeH="0" baseline="0" noProof="0" dirty="0">
                <a:ln>
                  <a:noFill/>
                </a:ln>
                <a:solidFill>
                  <a:srgbClr val="00274C"/>
                </a:solidFill>
                <a:effectLst/>
                <a:uLnTx/>
                <a:uFillTx/>
                <a:latin typeface="Arial" panose="020B0604020202020204" pitchFamily="34" charset="0"/>
                <a:ea typeface="+mn-ea"/>
                <a:cs typeface="Arial" panose="020B0604020202020204" pitchFamily="34" charset="0"/>
              </a:rPr>
              <a:t>Truck 3200 km            </a:t>
            </a:r>
          </a:p>
          <a:p>
            <a:pPr marL="0" marR="0" lvl="0" indent="0" algn="ctr" defTabSz="812810" rtl="0" eaLnBrk="1" fontAlgn="auto" latinLnBrk="0" hangingPunct="1">
              <a:lnSpc>
                <a:spcPct val="100000"/>
              </a:lnSpc>
              <a:spcBef>
                <a:spcPct val="0"/>
              </a:spcBef>
              <a:spcAft>
                <a:spcPts val="0"/>
              </a:spcAft>
              <a:buClrTx/>
              <a:buSzTx/>
              <a:buFontTx/>
              <a:buNone/>
              <a:tabLst/>
              <a:defRPr/>
            </a:pPr>
            <a:r>
              <a:rPr kumimoji="0" lang="en-US" altLang="en-US" sz="2000" b="0" i="0" u="none" strike="noStrike" kern="1200" cap="none" spc="0" normalizeH="0" baseline="0" noProof="0" dirty="0">
                <a:ln>
                  <a:noFill/>
                </a:ln>
                <a:solidFill>
                  <a:srgbClr val="00274C"/>
                </a:solidFill>
                <a:effectLst/>
                <a:uLnTx/>
                <a:uFillTx/>
                <a:latin typeface="Arial" panose="020B0604020202020204" pitchFamily="34" charset="0"/>
                <a:ea typeface="+mn-ea"/>
                <a:cs typeface="Arial" panose="020B0604020202020204" pitchFamily="34" charset="0"/>
              </a:rPr>
              <a:t>731 </a:t>
            </a:r>
            <a:r>
              <a:rPr kumimoji="0" lang="en-US" altLang="en-US" sz="2000" b="0" i="0" u="none" strike="noStrike" kern="1200" cap="none" spc="0" normalizeH="0" baseline="0" noProof="0" dirty="0" err="1">
                <a:ln>
                  <a:noFill/>
                </a:ln>
                <a:solidFill>
                  <a:srgbClr val="00274C"/>
                </a:solidFill>
                <a:effectLst/>
                <a:uLnTx/>
                <a:uFillTx/>
                <a:latin typeface="Arial" panose="020B0604020202020204" pitchFamily="34" charset="0"/>
                <a:ea typeface="+mn-ea"/>
                <a:cs typeface="Arial" panose="020B0604020202020204" pitchFamily="34" charset="0"/>
              </a:rPr>
              <a:t>kg∙km</a:t>
            </a:r>
            <a:endParaRPr kumimoji="0" lang="en-US" altLang="en-US" sz="2000" b="0" i="0" u="none" strike="noStrike" kern="1200" cap="none" spc="0" normalizeH="0" baseline="0" noProof="0" dirty="0">
              <a:ln>
                <a:noFill/>
              </a:ln>
              <a:solidFill>
                <a:srgbClr val="00274C"/>
              </a:solidFill>
              <a:effectLst/>
              <a:uLnTx/>
              <a:uFillTx/>
              <a:latin typeface="Arial" panose="020B0604020202020204" pitchFamily="34" charset="0"/>
              <a:ea typeface="+mn-ea"/>
              <a:cs typeface="Arial" panose="020B0604020202020204" pitchFamily="34" charset="0"/>
            </a:endParaRPr>
          </a:p>
        </p:txBody>
      </p:sp>
      <p:sp>
        <p:nvSpPr>
          <p:cNvPr id="43" name="Text Box 41">
            <a:extLst>
              <a:ext uri="{FF2B5EF4-FFF2-40B4-BE49-F238E27FC236}">
                <a16:creationId xmlns:a16="http://schemas.microsoft.com/office/drawing/2014/main" id="{52FF68AC-ACE3-6E49-9AB4-0EC307448A67}"/>
              </a:ext>
            </a:extLst>
          </p:cNvPr>
          <p:cNvSpPr txBox="1">
            <a:spLocks noChangeArrowheads="1"/>
          </p:cNvSpPr>
          <p:nvPr/>
        </p:nvSpPr>
        <p:spPr bwMode="auto">
          <a:xfrm>
            <a:off x="7106228" y="3901460"/>
            <a:ext cx="2082800" cy="1323439"/>
          </a:xfrm>
          <a:prstGeom prst="rect">
            <a:avLst/>
          </a:prstGeom>
          <a:solidFill>
            <a:schemeClr val="accent4">
              <a:alpha val="20000"/>
            </a:schemeClr>
          </a:solidFill>
          <a:ln w="9525">
            <a:noFill/>
            <a:miter lim="800000"/>
            <a:headEnd/>
            <a:tailEnd/>
          </a:ln>
        </p:spPr>
        <p:txBody>
          <a:bodyPr>
            <a:spAutoFit/>
          </a:bodyPr>
          <a:lstStyle>
            <a:lvl1pPr>
              <a:spcBef>
                <a:spcPct val="20000"/>
              </a:spcBef>
              <a:buClr>
                <a:srgbClr val="FF9900"/>
              </a:buClr>
              <a:buChar char="•"/>
              <a:defRPr sz="3200" b="1">
                <a:solidFill>
                  <a:srgbClr val="01035B"/>
                </a:solidFill>
                <a:latin typeface="Arial" panose="020B0604020202020204" pitchFamily="34" charset="0"/>
              </a:defRPr>
            </a:lvl1pPr>
            <a:lvl2pPr marL="742950" indent="-285750">
              <a:spcBef>
                <a:spcPct val="20000"/>
              </a:spcBef>
              <a:buClr>
                <a:srgbClr val="FF9900"/>
              </a:buClr>
              <a:buChar char="–"/>
              <a:defRPr sz="2800" b="1">
                <a:solidFill>
                  <a:srgbClr val="01035B"/>
                </a:solidFill>
                <a:latin typeface="Arial" panose="020B0604020202020204" pitchFamily="34" charset="0"/>
              </a:defRPr>
            </a:lvl2pPr>
            <a:lvl3pPr marL="1143000" indent="-228600">
              <a:spcBef>
                <a:spcPct val="20000"/>
              </a:spcBef>
              <a:buClr>
                <a:srgbClr val="FF9900"/>
              </a:buClr>
              <a:buChar char="•"/>
              <a:defRPr sz="2400" b="1">
                <a:solidFill>
                  <a:srgbClr val="01035B"/>
                </a:solidFill>
                <a:latin typeface="Arial" panose="020B0604020202020204" pitchFamily="34" charset="0"/>
              </a:defRPr>
            </a:lvl3pPr>
            <a:lvl4pPr marL="1600200" indent="-228600">
              <a:spcBef>
                <a:spcPct val="20000"/>
              </a:spcBef>
              <a:buClr>
                <a:srgbClr val="FF9900"/>
              </a:buClr>
              <a:buChar char="–"/>
              <a:defRPr sz="2000" b="1">
                <a:solidFill>
                  <a:srgbClr val="01035B"/>
                </a:solidFill>
                <a:latin typeface="Arial" panose="020B0604020202020204" pitchFamily="34" charset="0"/>
              </a:defRPr>
            </a:lvl4pPr>
            <a:lvl5pPr marL="2057400" indent="-228600">
              <a:spcBef>
                <a:spcPct val="20000"/>
              </a:spcBef>
              <a:buClr>
                <a:srgbClr val="FF9900"/>
              </a:buClr>
              <a:buChar char="»"/>
              <a:defRPr sz="2000" b="1">
                <a:solidFill>
                  <a:srgbClr val="01035B"/>
                </a:solidFill>
                <a:latin typeface="Arial" panose="020B0604020202020204" pitchFamily="34" charset="0"/>
              </a:defRPr>
            </a:lvl5pPr>
            <a:lvl6pPr marL="25146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6pPr>
            <a:lvl7pPr marL="29718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7pPr>
            <a:lvl8pPr marL="34290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8pPr>
            <a:lvl9pPr marL="38862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9pPr>
          </a:lstStyle>
          <a:p>
            <a:pPr marL="0" marR="0" lvl="0" indent="0" algn="ctr" defTabSz="812810" rtl="0" eaLnBrk="1" fontAlgn="auto" latinLnBrk="0" hangingPunct="1">
              <a:lnSpc>
                <a:spcPct val="100000"/>
              </a:lnSpc>
              <a:spcBef>
                <a:spcPct val="0"/>
              </a:spcBef>
              <a:spcAft>
                <a:spcPts val="0"/>
              </a:spcAft>
              <a:buClrTx/>
              <a:buSzTx/>
              <a:buFontTx/>
              <a:buNone/>
              <a:tabLst/>
              <a:defRPr/>
            </a:pPr>
            <a:r>
              <a:rPr kumimoji="0" lang="en-US" altLang="en-US" sz="2000" b="0" i="0" u="none" strike="noStrike" kern="1200" cap="none" spc="0" normalizeH="0" baseline="0" noProof="0" dirty="0">
                <a:ln>
                  <a:noFill/>
                </a:ln>
                <a:solidFill>
                  <a:srgbClr val="00274C"/>
                </a:solidFill>
                <a:effectLst/>
                <a:uLnTx/>
                <a:uFillTx/>
                <a:latin typeface="Arial" panose="020B0604020202020204" pitchFamily="34" charset="0"/>
                <a:ea typeface="+mn-ea"/>
                <a:cs typeface="Arial" panose="020B0604020202020204" pitchFamily="34" charset="0"/>
              </a:rPr>
              <a:t>Transportation</a:t>
            </a:r>
          </a:p>
          <a:p>
            <a:pPr marL="0" marR="0" lvl="0" indent="0" algn="ctr" defTabSz="812810" rtl="0" eaLnBrk="1" fontAlgn="auto" latinLnBrk="0" hangingPunct="1">
              <a:lnSpc>
                <a:spcPct val="100000"/>
              </a:lnSpc>
              <a:spcBef>
                <a:spcPct val="0"/>
              </a:spcBef>
              <a:spcAft>
                <a:spcPts val="0"/>
              </a:spcAft>
              <a:buClrTx/>
              <a:buSzTx/>
              <a:buFontTx/>
              <a:buNone/>
              <a:tabLst/>
              <a:defRPr/>
            </a:pPr>
            <a:r>
              <a:rPr kumimoji="0" lang="en-US" altLang="en-US" sz="2000" b="0" i="0" u="none" strike="noStrike" kern="1200" cap="none" spc="0" normalizeH="0" baseline="0" noProof="0" dirty="0">
                <a:ln>
                  <a:noFill/>
                </a:ln>
                <a:solidFill>
                  <a:srgbClr val="00274C"/>
                </a:solidFill>
                <a:effectLst/>
                <a:uLnTx/>
                <a:uFillTx/>
                <a:latin typeface="Arial" panose="020B0604020202020204" pitchFamily="34" charset="0"/>
                <a:ea typeface="+mn-ea"/>
                <a:cs typeface="Arial" panose="020B0604020202020204" pitchFamily="34" charset="0"/>
              </a:rPr>
              <a:t>Oceanic freight 10,000 km</a:t>
            </a:r>
          </a:p>
          <a:p>
            <a:pPr marL="0" marR="0" lvl="0" indent="0" algn="ctr" defTabSz="812810" rtl="0" eaLnBrk="1" fontAlgn="auto" latinLnBrk="0" hangingPunct="1">
              <a:lnSpc>
                <a:spcPct val="100000"/>
              </a:lnSpc>
              <a:spcBef>
                <a:spcPct val="0"/>
              </a:spcBef>
              <a:spcAft>
                <a:spcPts val="0"/>
              </a:spcAft>
              <a:buClrTx/>
              <a:buSzTx/>
              <a:buFontTx/>
              <a:buNone/>
              <a:tabLst/>
              <a:defRPr/>
            </a:pPr>
            <a:r>
              <a:rPr kumimoji="0" lang="en-US" altLang="en-US" sz="2000" b="0" i="0" u="none" strike="noStrike" kern="1200" cap="none" spc="0" normalizeH="0" baseline="0" noProof="0" dirty="0">
                <a:ln>
                  <a:noFill/>
                </a:ln>
                <a:solidFill>
                  <a:srgbClr val="00274C"/>
                </a:solidFill>
                <a:effectLst/>
                <a:uLnTx/>
                <a:uFillTx/>
                <a:latin typeface="Arial" panose="020B0604020202020204" pitchFamily="34" charset="0"/>
                <a:ea typeface="+mn-ea"/>
                <a:cs typeface="Arial" panose="020B0604020202020204" pitchFamily="34" charset="0"/>
              </a:rPr>
              <a:t>2,285 </a:t>
            </a:r>
            <a:r>
              <a:rPr kumimoji="0" lang="en-US" altLang="en-US" sz="2000" b="0" i="0" u="none" strike="noStrike" kern="1200" cap="none" spc="0" normalizeH="0" baseline="0" noProof="0" dirty="0" err="1">
                <a:ln>
                  <a:noFill/>
                </a:ln>
                <a:solidFill>
                  <a:srgbClr val="00274C"/>
                </a:solidFill>
                <a:effectLst/>
                <a:uLnTx/>
                <a:uFillTx/>
                <a:latin typeface="Arial" panose="020B0604020202020204" pitchFamily="34" charset="0"/>
                <a:ea typeface="+mn-ea"/>
                <a:cs typeface="Arial" panose="020B0604020202020204" pitchFamily="34" charset="0"/>
              </a:rPr>
              <a:t>kg∙km</a:t>
            </a:r>
            <a:endParaRPr kumimoji="0" lang="en-US" altLang="en-US" sz="2000" b="0" i="0" u="none" strike="noStrike" kern="1200" cap="none" spc="0" normalizeH="0" baseline="0" noProof="0" dirty="0">
              <a:ln>
                <a:noFill/>
              </a:ln>
              <a:solidFill>
                <a:srgbClr val="00274C"/>
              </a:solidFill>
              <a:effectLst/>
              <a:uLnTx/>
              <a:uFillTx/>
              <a:latin typeface="Arial" panose="020B0604020202020204" pitchFamily="34" charset="0"/>
              <a:ea typeface="+mn-ea"/>
              <a:cs typeface="Arial" panose="020B0604020202020204" pitchFamily="34" charset="0"/>
            </a:endParaRPr>
          </a:p>
        </p:txBody>
      </p:sp>
      <p:cxnSp>
        <p:nvCxnSpPr>
          <p:cNvPr id="44" name="Straight Arrow Connector 13">
            <a:extLst>
              <a:ext uri="{FF2B5EF4-FFF2-40B4-BE49-F238E27FC236}">
                <a16:creationId xmlns:a16="http://schemas.microsoft.com/office/drawing/2014/main" id="{0F7953AB-EA4D-644D-8D96-C557BF47F9C9}"/>
              </a:ext>
            </a:extLst>
          </p:cNvPr>
          <p:cNvCxnSpPr>
            <a:cxnSpLocks noChangeShapeType="1"/>
          </p:cNvCxnSpPr>
          <p:nvPr/>
        </p:nvCxnSpPr>
        <p:spPr bwMode="auto">
          <a:xfrm>
            <a:off x="6488691" y="4341128"/>
            <a:ext cx="617537" cy="0"/>
          </a:xfrm>
          <a:prstGeom prst="straightConnector1">
            <a:avLst/>
          </a:prstGeom>
          <a:noFill/>
          <a:ln w="28575" algn="ctr">
            <a:solidFill>
              <a:schemeClr val="accent1"/>
            </a:solidFill>
            <a:round/>
            <a:headEnd/>
            <a:tailEnd type="arrow" w="med" len="med"/>
          </a:ln>
          <a:effectLst/>
        </p:spPr>
      </p:cxnSp>
      <p:cxnSp>
        <p:nvCxnSpPr>
          <p:cNvPr id="45" name="Straight Arrow Connector 14">
            <a:extLst>
              <a:ext uri="{FF2B5EF4-FFF2-40B4-BE49-F238E27FC236}">
                <a16:creationId xmlns:a16="http://schemas.microsoft.com/office/drawing/2014/main" id="{319EE398-E1FA-7F47-8D55-D0A5073DEE89}"/>
              </a:ext>
            </a:extLst>
          </p:cNvPr>
          <p:cNvCxnSpPr>
            <a:cxnSpLocks noChangeShapeType="1"/>
            <a:stCxn id="43" idx="0"/>
            <a:endCxn id="42" idx="2"/>
          </p:cNvCxnSpPr>
          <p:nvPr/>
        </p:nvCxnSpPr>
        <p:spPr bwMode="auto">
          <a:xfrm flipV="1">
            <a:off x="8147628" y="3516948"/>
            <a:ext cx="0" cy="384512"/>
          </a:xfrm>
          <a:prstGeom prst="straightConnector1">
            <a:avLst/>
          </a:prstGeom>
          <a:noFill/>
          <a:ln w="28575" algn="ctr">
            <a:solidFill>
              <a:schemeClr val="accent1"/>
            </a:solidFill>
            <a:round/>
            <a:headEnd/>
            <a:tailEnd type="arrow" w="med" len="med"/>
          </a:ln>
          <a:effectLst/>
        </p:spPr>
      </p:cxnSp>
      <p:cxnSp>
        <p:nvCxnSpPr>
          <p:cNvPr id="46" name="Elbow Connector 15">
            <a:extLst>
              <a:ext uri="{FF2B5EF4-FFF2-40B4-BE49-F238E27FC236}">
                <a16:creationId xmlns:a16="http://schemas.microsoft.com/office/drawing/2014/main" id="{4D522740-8384-C348-A7A1-9775879C91FC}"/>
              </a:ext>
            </a:extLst>
          </p:cNvPr>
          <p:cNvCxnSpPr>
            <a:cxnSpLocks noChangeShapeType="1"/>
            <a:stCxn id="42" idx="3"/>
            <a:endCxn id="38" idx="0"/>
          </p:cNvCxnSpPr>
          <p:nvPr/>
        </p:nvCxnSpPr>
        <p:spPr bwMode="auto">
          <a:xfrm>
            <a:off x="9189028" y="3009117"/>
            <a:ext cx="1576387" cy="836780"/>
          </a:xfrm>
          <a:prstGeom prst="bentConnector2">
            <a:avLst/>
          </a:prstGeom>
          <a:noFill/>
          <a:ln w="28575" algn="ctr">
            <a:solidFill>
              <a:schemeClr val="accent1"/>
            </a:solidFill>
            <a:round/>
            <a:headEnd/>
            <a:tailEnd type="arrow" w="med" len="med"/>
          </a:ln>
          <a:effectLst/>
        </p:spPr>
      </p:cxnSp>
      <p:sp>
        <p:nvSpPr>
          <p:cNvPr id="47" name="Text Box 41">
            <a:extLst>
              <a:ext uri="{FF2B5EF4-FFF2-40B4-BE49-F238E27FC236}">
                <a16:creationId xmlns:a16="http://schemas.microsoft.com/office/drawing/2014/main" id="{F80576B5-AE6B-7A4D-9469-21929605450D}"/>
              </a:ext>
            </a:extLst>
          </p:cNvPr>
          <p:cNvSpPr txBox="1">
            <a:spLocks noChangeArrowheads="1"/>
          </p:cNvSpPr>
          <p:nvPr/>
        </p:nvSpPr>
        <p:spPr bwMode="auto">
          <a:xfrm>
            <a:off x="4713198" y="5291357"/>
            <a:ext cx="1711325" cy="1016000"/>
          </a:xfrm>
          <a:prstGeom prst="rect">
            <a:avLst/>
          </a:prstGeom>
          <a:solidFill>
            <a:schemeClr val="accent4">
              <a:alpha val="20000"/>
            </a:schemeClr>
          </a:solidFill>
          <a:ln w="9525">
            <a:noFill/>
            <a:miter lim="800000"/>
            <a:headEnd/>
            <a:tailEnd/>
          </a:ln>
        </p:spPr>
        <p:txBody>
          <a:bodyPr>
            <a:spAutoFit/>
          </a:bodyPr>
          <a:lstStyle>
            <a:lvl1pPr>
              <a:spcBef>
                <a:spcPct val="20000"/>
              </a:spcBef>
              <a:buClr>
                <a:srgbClr val="FF9900"/>
              </a:buClr>
              <a:buChar char="•"/>
              <a:defRPr sz="3200" b="1">
                <a:solidFill>
                  <a:srgbClr val="01035B"/>
                </a:solidFill>
                <a:latin typeface="Arial" panose="020B0604020202020204" pitchFamily="34" charset="0"/>
              </a:defRPr>
            </a:lvl1pPr>
            <a:lvl2pPr marL="742950" indent="-285750">
              <a:spcBef>
                <a:spcPct val="20000"/>
              </a:spcBef>
              <a:buClr>
                <a:srgbClr val="FF9900"/>
              </a:buClr>
              <a:buChar char="–"/>
              <a:defRPr sz="2800" b="1">
                <a:solidFill>
                  <a:srgbClr val="01035B"/>
                </a:solidFill>
                <a:latin typeface="Arial" panose="020B0604020202020204" pitchFamily="34" charset="0"/>
              </a:defRPr>
            </a:lvl2pPr>
            <a:lvl3pPr marL="1143000" indent="-228600">
              <a:spcBef>
                <a:spcPct val="20000"/>
              </a:spcBef>
              <a:buClr>
                <a:srgbClr val="FF9900"/>
              </a:buClr>
              <a:buChar char="•"/>
              <a:defRPr sz="2400" b="1">
                <a:solidFill>
                  <a:srgbClr val="01035B"/>
                </a:solidFill>
                <a:latin typeface="Arial" panose="020B0604020202020204" pitchFamily="34" charset="0"/>
              </a:defRPr>
            </a:lvl3pPr>
            <a:lvl4pPr marL="1600200" indent="-228600">
              <a:spcBef>
                <a:spcPct val="20000"/>
              </a:spcBef>
              <a:buClr>
                <a:srgbClr val="FF9900"/>
              </a:buClr>
              <a:buChar char="–"/>
              <a:defRPr sz="2000" b="1">
                <a:solidFill>
                  <a:srgbClr val="01035B"/>
                </a:solidFill>
                <a:latin typeface="Arial" panose="020B0604020202020204" pitchFamily="34" charset="0"/>
              </a:defRPr>
            </a:lvl4pPr>
            <a:lvl5pPr marL="2057400" indent="-228600">
              <a:spcBef>
                <a:spcPct val="20000"/>
              </a:spcBef>
              <a:buClr>
                <a:srgbClr val="FF9900"/>
              </a:buClr>
              <a:buChar char="»"/>
              <a:defRPr sz="2000" b="1">
                <a:solidFill>
                  <a:srgbClr val="01035B"/>
                </a:solidFill>
                <a:latin typeface="Arial" panose="020B0604020202020204" pitchFamily="34" charset="0"/>
              </a:defRPr>
            </a:lvl5pPr>
            <a:lvl6pPr marL="25146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6pPr>
            <a:lvl7pPr marL="29718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7pPr>
            <a:lvl8pPr marL="34290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8pPr>
            <a:lvl9pPr marL="38862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9pPr>
          </a:lstStyle>
          <a:p>
            <a:pPr marL="0" marR="0" lvl="0" indent="0" algn="ctr" defTabSz="812810" rtl="0" eaLnBrk="1" fontAlgn="auto" latinLnBrk="0" hangingPunct="1">
              <a:lnSpc>
                <a:spcPct val="100000"/>
              </a:lnSpc>
              <a:spcBef>
                <a:spcPct val="0"/>
              </a:spcBef>
              <a:spcAft>
                <a:spcPts val="0"/>
              </a:spcAft>
              <a:buClrTx/>
              <a:buSzTx/>
              <a:buFontTx/>
              <a:buNone/>
              <a:tabLst/>
              <a:defRPr/>
            </a:pPr>
            <a:r>
              <a:rPr kumimoji="0" lang="en-US" altLang="en-US" sz="2000" b="0" i="0" u="none" strike="noStrike" kern="1200" cap="none" spc="0" normalizeH="0" baseline="0" noProof="0" dirty="0">
                <a:ln>
                  <a:noFill/>
                </a:ln>
                <a:solidFill>
                  <a:srgbClr val="00274C"/>
                </a:solidFill>
                <a:effectLst/>
                <a:uLnTx/>
                <a:uFillTx/>
                <a:latin typeface="Arial" panose="020B0604020202020204" pitchFamily="34" charset="0"/>
                <a:ea typeface="+mn-ea"/>
                <a:cs typeface="Arial" panose="020B0604020202020204" pitchFamily="34" charset="0"/>
              </a:rPr>
              <a:t>Paper packaging</a:t>
            </a:r>
          </a:p>
          <a:p>
            <a:pPr marL="0" marR="0" lvl="0" indent="0" algn="ctr" defTabSz="812810" rtl="0" eaLnBrk="1" fontAlgn="auto" latinLnBrk="0" hangingPunct="1">
              <a:lnSpc>
                <a:spcPct val="100000"/>
              </a:lnSpc>
              <a:spcBef>
                <a:spcPct val="0"/>
              </a:spcBef>
              <a:spcAft>
                <a:spcPts val="0"/>
              </a:spcAft>
              <a:buClrTx/>
              <a:buSzTx/>
              <a:buFontTx/>
              <a:buNone/>
              <a:tabLst/>
              <a:defRPr/>
            </a:pPr>
            <a:r>
              <a:rPr kumimoji="0" lang="en-US" altLang="en-US" sz="2000" b="0" i="0" u="none" strike="noStrike" kern="1200" cap="none" spc="0" normalizeH="0" baseline="0" noProof="0" dirty="0">
                <a:ln>
                  <a:noFill/>
                </a:ln>
                <a:solidFill>
                  <a:srgbClr val="00274C"/>
                </a:solidFill>
                <a:effectLst/>
                <a:uLnTx/>
                <a:uFillTx/>
                <a:latin typeface="Arial" panose="020B0604020202020204" pitchFamily="34" charset="0"/>
                <a:ea typeface="+mn-ea"/>
                <a:cs typeface="Arial" panose="020B0604020202020204" pitchFamily="34" charset="0"/>
              </a:rPr>
              <a:t>50g</a:t>
            </a:r>
          </a:p>
        </p:txBody>
      </p:sp>
      <p:sp>
        <p:nvSpPr>
          <p:cNvPr id="48" name="Text Box 41">
            <a:extLst>
              <a:ext uri="{FF2B5EF4-FFF2-40B4-BE49-F238E27FC236}">
                <a16:creationId xmlns:a16="http://schemas.microsoft.com/office/drawing/2014/main" id="{8215ADBC-6DAE-024F-9AD4-8500251C0CE3}"/>
              </a:ext>
            </a:extLst>
          </p:cNvPr>
          <p:cNvSpPr txBox="1">
            <a:spLocks noChangeArrowheads="1"/>
          </p:cNvSpPr>
          <p:nvPr/>
        </p:nvSpPr>
        <p:spPr bwMode="auto">
          <a:xfrm>
            <a:off x="1583634" y="4096304"/>
            <a:ext cx="1940362" cy="708025"/>
          </a:xfrm>
          <a:prstGeom prst="rect">
            <a:avLst/>
          </a:prstGeom>
          <a:solidFill>
            <a:schemeClr val="accent4">
              <a:alpha val="20000"/>
            </a:schemeClr>
          </a:solidFill>
          <a:ln w="9525">
            <a:noFill/>
            <a:miter lim="800000"/>
            <a:headEnd/>
            <a:tailEnd/>
          </a:ln>
        </p:spPr>
        <p:txBody>
          <a:bodyPr wrap="square">
            <a:spAutoFit/>
          </a:bodyPr>
          <a:lstStyle>
            <a:lvl1pPr>
              <a:spcBef>
                <a:spcPct val="20000"/>
              </a:spcBef>
              <a:buClr>
                <a:srgbClr val="FF9900"/>
              </a:buClr>
              <a:buChar char="•"/>
              <a:defRPr sz="3200" b="1">
                <a:solidFill>
                  <a:srgbClr val="01035B"/>
                </a:solidFill>
                <a:latin typeface="Arial" panose="020B0604020202020204" pitchFamily="34" charset="0"/>
              </a:defRPr>
            </a:lvl1pPr>
            <a:lvl2pPr marL="742950" indent="-285750">
              <a:spcBef>
                <a:spcPct val="20000"/>
              </a:spcBef>
              <a:buClr>
                <a:srgbClr val="FF9900"/>
              </a:buClr>
              <a:buChar char="–"/>
              <a:defRPr sz="2800" b="1">
                <a:solidFill>
                  <a:srgbClr val="01035B"/>
                </a:solidFill>
                <a:latin typeface="Arial" panose="020B0604020202020204" pitchFamily="34" charset="0"/>
              </a:defRPr>
            </a:lvl2pPr>
            <a:lvl3pPr marL="1143000" indent="-228600">
              <a:spcBef>
                <a:spcPct val="20000"/>
              </a:spcBef>
              <a:buClr>
                <a:srgbClr val="FF9900"/>
              </a:buClr>
              <a:buChar char="•"/>
              <a:defRPr sz="2400" b="1">
                <a:solidFill>
                  <a:srgbClr val="01035B"/>
                </a:solidFill>
                <a:latin typeface="Arial" panose="020B0604020202020204" pitchFamily="34" charset="0"/>
              </a:defRPr>
            </a:lvl3pPr>
            <a:lvl4pPr marL="1600200" indent="-228600">
              <a:spcBef>
                <a:spcPct val="20000"/>
              </a:spcBef>
              <a:buClr>
                <a:srgbClr val="FF9900"/>
              </a:buClr>
              <a:buChar char="–"/>
              <a:defRPr sz="2000" b="1">
                <a:solidFill>
                  <a:srgbClr val="01035B"/>
                </a:solidFill>
                <a:latin typeface="Arial" panose="020B0604020202020204" pitchFamily="34" charset="0"/>
              </a:defRPr>
            </a:lvl4pPr>
            <a:lvl5pPr marL="2057400" indent="-228600">
              <a:spcBef>
                <a:spcPct val="20000"/>
              </a:spcBef>
              <a:buClr>
                <a:srgbClr val="FF9900"/>
              </a:buClr>
              <a:buChar char="»"/>
              <a:defRPr sz="2000" b="1">
                <a:solidFill>
                  <a:srgbClr val="01035B"/>
                </a:solidFill>
                <a:latin typeface="Arial" panose="020B0604020202020204" pitchFamily="34" charset="0"/>
              </a:defRPr>
            </a:lvl5pPr>
            <a:lvl6pPr marL="25146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6pPr>
            <a:lvl7pPr marL="29718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7pPr>
            <a:lvl8pPr marL="34290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8pPr>
            <a:lvl9pPr marL="38862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9pPr>
          </a:lstStyle>
          <a:p>
            <a:pPr marL="0" marR="0" lvl="0" indent="0" algn="ctr" defTabSz="812810" rtl="0" eaLnBrk="1" fontAlgn="auto" latinLnBrk="0" hangingPunct="1">
              <a:lnSpc>
                <a:spcPct val="100000"/>
              </a:lnSpc>
              <a:spcBef>
                <a:spcPct val="0"/>
              </a:spcBef>
              <a:spcAft>
                <a:spcPts val="0"/>
              </a:spcAft>
              <a:buClrTx/>
              <a:buSzTx/>
              <a:buFontTx/>
              <a:buNone/>
              <a:tabLst/>
              <a:defRPr/>
            </a:pPr>
            <a:r>
              <a:rPr kumimoji="0" lang="en-US" altLang="en-US" sz="2000" b="0" i="0" u="none" strike="noStrike" kern="1200" cap="none" spc="0" normalizeH="0" baseline="0" noProof="0" dirty="0">
                <a:ln>
                  <a:noFill/>
                </a:ln>
                <a:solidFill>
                  <a:srgbClr val="00274C"/>
                </a:solidFill>
                <a:effectLst/>
                <a:uLnTx/>
                <a:uFillTx/>
                <a:latin typeface="Arial" panose="020B0604020202020204" pitchFamily="34" charset="0"/>
                <a:ea typeface="+mn-ea"/>
                <a:cs typeface="Arial" panose="020B0604020202020204" pitchFamily="34" charset="0"/>
              </a:rPr>
              <a:t>Aluminum</a:t>
            </a:r>
          </a:p>
          <a:p>
            <a:pPr marL="0" marR="0" lvl="0" indent="0" algn="ctr" defTabSz="812810" rtl="0" eaLnBrk="1" fontAlgn="auto" latinLnBrk="0" hangingPunct="1">
              <a:lnSpc>
                <a:spcPct val="100000"/>
              </a:lnSpc>
              <a:spcBef>
                <a:spcPct val="0"/>
              </a:spcBef>
              <a:spcAft>
                <a:spcPts val="0"/>
              </a:spcAft>
              <a:buClrTx/>
              <a:buSzTx/>
              <a:buFontTx/>
              <a:buNone/>
              <a:tabLst/>
              <a:defRPr/>
            </a:pPr>
            <a:r>
              <a:rPr kumimoji="0" lang="en-US" altLang="en-US" sz="2000" b="0" i="0" u="none" strike="noStrike" kern="1200" cap="none" spc="0" normalizeH="0" baseline="0" noProof="0" dirty="0">
                <a:ln>
                  <a:noFill/>
                </a:ln>
                <a:solidFill>
                  <a:srgbClr val="00274C"/>
                </a:solidFill>
                <a:effectLst/>
                <a:uLnTx/>
                <a:uFillTx/>
                <a:latin typeface="Arial" panose="020B0604020202020204" pitchFamily="34" charset="0"/>
                <a:ea typeface="+mn-ea"/>
                <a:cs typeface="Arial" panose="020B0604020202020204" pitchFamily="34" charset="0"/>
              </a:rPr>
              <a:t>75g</a:t>
            </a:r>
          </a:p>
        </p:txBody>
      </p:sp>
      <p:sp>
        <p:nvSpPr>
          <p:cNvPr id="49" name="Text Box 41">
            <a:extLst>
              <a:ext uri="{FF2B5EF4-FFF2-40B4-BE49-F238E27FC236}">
                <a16:creationId xmlns:a16="http://schemas.microsoft.com/office/drawing/2014/main" id="{8F2EAEEB-C1CE-C744-82E7-45E860F201BE}"/>
              </a:ext>
            </a:extLst>
          </p:cNvPr>
          <p:cNvSpPr txBox="1">
            <a:spLocks noChangeArrowheads="1"/>
          </p:cNvSpPr>
          <p:nvPr/>
        </p:nvSpPr>
        <p:spPr bwMode="auto">
          <a:xfrm>
            <a:off x="1583633" y="3182740"/>
            <a:ext cx="1910200" cy="708025"/>
          </a:xfrm>
          <a:prstGeom prst="rect">
            <a:avLst/>
          </a:prstGeom>
          <a:solidFill>
            <a:schemeClr val="accent4">
              <a:alpha val="20000"/>
            </a:schemeClr>
          </a:solidFill>
          <a:ln w="9525">
            <a:noFill/>
            <a:miter lim="800000"/>
            <a:headEnd/>
            <a:tailEnd/>
          </a:ln>
        </p:spPr>
        <p:txBody>
          <a:bodyPr wrap="square">
            <a:spAutoFit/>
          </a:bodyPr>
          <a:lstStyle>
            <a:lvl1pPr>
              <a:spcBef>
                <a:spcPct val="20000"/>
              </a:spcBef>
              <a:buClr>
                <a:srgbClr val="FF9900"/>
              </a:buClr>
              <a:buChar char="•"/>
              <a:defRPr sz="3200" b="1">
                <a:solidFill>
                  <a:srgbClr val="01035B"/>
                </a:solidFill>
                <a:latin typeface="Arial" panose="020B0604020202020204" pitchFamily="34" charset="0"/>
              </a:defRPr>
            </a:lvl1pPr>
            <a:lvl2pPr marL="742950" indent="-285750">
              <a:spcBef>
                <a:spcPct val="20000"/>
              </a:spcBef>
              <a:buClr>
                <a:srgbClr val="FF9900"/>
              </a:buClr>
              <a:buChar char="–"/>
              <a:defRPr sz="2800" b="1">
                <a:solidFill>
                  <a:srgbClr val="01035B"/>
                </a:solidFill>
                <a:latin typeface="Arial" panose="020B0604020202020204" pitchFamily="34" charset="0"/>
              </a:defRPr>
            </a:lvl2pPr>
            <a:lvl3pPr marL="1143000" indent="-228600">
              <a:spcBef>
                <a:spcPct val="20000"/>
              </a:spcBef>
              <a:buClr>
                <a:srgbClr val="FF9900"/>
              </a:buClr>
              <a:buChar char="•"/>
              <a:defRPr sz="2400" b="1">
                <a:solidFill>
                  <a:srgbClr val="01035B"/>
                </a:solidFill>
                <a:latin typeface="Arial" panose="020B0604020202020204" pitchFamily="34" charset="0"/>
              </a:defRPr>
            </a:lvl3pPr>
            <a:lvl4pPr marL="1600200" indent="-228600">
              <a:spcBef>
                <a:spcPct val="20000"/>
              </a:spcBef>
              <a:buClr>
                <a:srgbClr val="FF9900"/>
              </a:buClr>
              <a:buChar char="–"/>
              <a:defRPr sz="2000" b="1">
                <a:solidFill>
                  <a:srgbClr val="01035B"/>
                </a:solidFill>
                <a:latin typeface="Arial" panose="020B0604020202020204" pitchFamily="34" charset="0"/>
              </a:defRPr>
            </a:lvl4pPr>
            <a:lvl5pPr marL="2057400" indent="-228600">
              <a:spcBef>
                <a:spcPct val="20000"/>
              </a:spcBef>
              <a:buClr>
                <a:srgbClr val="FF9900"/>
              </a:buClr>
              <a:buChar char="»"/>
              <a:defRPr sz="2000" b="1">
                <a:solidFill>
                  <a:srgbClr val="01035B"/>
                </a:solidFill>
                <a:latin typeface="Arial" panose="020B0604020202020204" pitchFamily="34" charset="0"/>
              </a:defRPr>
            </a:lvl5pPr>
            <a:lvl6pPr marL="25146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6pPr>
            <a:lvl7pPr marL="29718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7pPr>
            <a:lvl8pPr marL="34290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8pPr>
            <a:lvl9pPr marL="38862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9pPr>
          </a:lstStyle>
          <a:p>
            <a:pPr marL="0" marR="0" lvl="0" indent="0" algn="ctr" defTabSz="812810" rtl="0" eaLnBrk="1" fontAlgn="auto" latinLnBrk="0" hangingPunct="1">
              <a:lnSpc>
                <a:spcPct val="100000"/>
              </a:lnSpc>
              <a:spcBef>
                <a:spcPct val="0"/>
              </a:spcBef>
              <a:spcAft>
                <a:spcPts val="0"/>
              </a:spcAft>
              <a:buClrTx/>
              <a:buSzTx/>
              <a:buFontTx/>
              <a:buNone/>
              <a:tabLst/>
              <a:defRPr/>
            </a:pPr>
            <a:r>
              <a:rPr kumimoji="0" lang="en-US" altLang="en-US" sz="2000" b="0" i="0" u="none" strike="noStrike" kern="1200" cap="none" spc="0" normalizeH="0" baseline="0" noProof="0" dirty="0">
                <a:ln>
                  <a:noFill/>
                </a:ln>
                <a:solidFill>
                  <a:srgbClr val="00274C"/>
                </a:solidFill>
                <a:effectLst/>
                <a:uLnTx/>
                <a:uFillTx/>
                <a:latin typeface="Arial" panose="020B0604020202020204" pitchFamily="34" charset="0"/>
                <a:ea typeface="+mn-ea"/>
                <a:cs typeface="Arial" panose="020B0604020202020204" pitchFamily="34" charset="0"/>
              </a:rPr>
              <a:t>Glass</a:t>
            </a:r>
          </a:p>
          <a:p>
            <a:pPr marL="0" marR="0" lvl="0" indent="0" algn="ctr" defTabSz="812810" rtl="0" eaLnBrk="1" fontAlgn="auto" latinLnBrk="0" hangingPunct="1">
              <a:lnSpc>
                <a:spcPct val="100000"/>
              </a:lnSpc>
              <a:spcBef>
                <a:spcPct val="0"/>
              </a:spcBef>
              <a:spcAft>
                <a:spcPts val="0"/>
              </a:spcAft>
              <a:buClrTx/>
              <a:buSzTx/>
              <a:buFontTx/>
              <a:buNone/>
              <a:tabLst/>
              <a:defRPr/>
            </a:pPr>
            <a:r>
              <a:rPr kumimoji="0" lang="en-US" altLang="en-US" sz="2000" b="0" i="0" u="none" strike="noStrike" kern="1200" cap="none" spc="0" normalizeH="0" baseline="0" noProof="0" dirty="0">
                <a:ln>
                  <a:noFill/>
                </a:ln>
                <a:solidFill>
                  <a:srgbClr val="00274C"/>
                </a:solidFill>
                <a:effectLst/>
                <a:uLnTx/>
                <a:uFillTx/>
                <a:latin typeface="Arial" panose="020B0604020202020204" pitchFamily="34" charset="0"/>
                <a:ea typeface="+mn-ea"/>
                <a:cs typeface="Arial" panose="020B0604020202020204" pitchFamily="34" charset="0"/>
              </a:rPr>
              <a:t>100g</a:t>
            </a:r>
          </a:p>
        </p:txBody>
      </p:sp>
      <p:sp>
        <p:nvSpPr>
          <p:cNvPr id="50" name="Text Box 41">
            <a:extLst>
              <a:ext uri="{FF2B5EF4-FFF2-40B4-BE49-F238E27FC236}">
                <a16:creationId xmlns:a16="http://schemas.microsoft.com/office/drawing/2014/main" id="{81EB180A-D982-074A-AE3A-4086871B1C5F}"/>
              </a:ext>
            </a:extLst>
          </p:cNvPr>
          <p:cNvSpPr txBox="1">
            <a:spLocks noChangeArrowheads="1"/>
          </p:cNvSpPr>
          <p:nvPr/>
        </p:nvSpPr>
        <p:spPr bwMode="auto">
          <a:xfrm>
            <a:off x="1583633" y="5164858"/>
            <a:ext cx="1910200" cy="708025"/>
          </a:xfrm>
          <a:prstGeom prst="rect">
            <a:avLst/>
          </a:prstGeom>
          <a:solidFill>
            <a:schemeClr val="accent4">
              <a:alpha val="20000"/>
            </a:schemeClr>
          </a:solidFill>
          <a:ln w="9525">
            <a:noFill/>
            <a:miter lim="800000"/>
            <a:headEnd/>
            <a:tailEnd/>
          </a:ln>
        </p:spPr>
        <p:txBody>
          <a:bodyPr wrap="square">
            <a:spAutoFit/>
          </a:bodyPr>
          <a:lstStyle>
            <a:lvl1pPr>
              <a:spcBef>
                <a:spcPct val="20000"/>
              </a:spcBef>
              <a:buClr>
                <a:srgbClr val="FF9900"/>
              </a:buClr>
              <a:buChar char="•"/>
              <a:defRPr sz="3200" b="1">
                <a:solidFill>
                  <a:srgbClr val="01035B"/>
                </a:solidFill>
                <a:latin typeface="Arial" panose="020B0604020202020204" pitchFamily="34" charset="0"/>
              </a:defRPr>
            </a:lvl1pPr>
            <a:lvl2pPr marL="742950" indent="-285750">
              <a:spcBef>
                <a:spcPct val="20000"/>
              </a:spcBef>
              <a:buClr>
                <a:srgbClr val="FF9900"/>
              </a:buClr>
              <a:buChar char="–"/>
              <a:defRPr sz="2800" b="1">
                <a:solidFill>
                  <a:srgbClr val="01035B"/>
                </a:solidFill>
                <a:latin typeface="Arial" panose="020B0604020202020204" pitchFamily="34" charset="0"/>
              </a:defRPr>
            </a:lvl2pPr>
            <a:lvl3pPr marL="1143000" indent="-228600">
              <a:spcBef>
                <a:spcPct val="20000"/>
              </a:spcBef>
              <a:buClr>
                <a:srgbClr val="FF9900"/>
              </a:buClr>
              <a:buChar char="•"/>
              <a:defRPr sz="2400" b="1">
                <a:solidFill>
                  <a:srgbClr val="01035B"/>
                </a:solidFill>
                <a:latin typeface="Arial" panose="020B0604020202020204" pitchFamily="34" charset="0"/>
              </a:defRPr>
            </a:lvl3pPr>
            <a:lvl4pPr marL="1600200" indent="-228600">
              <a:spcBef>
                <a:spcPct val="20000"/>
              </a:spcBef>
              <a:buClr>
                <a:srgbClr val="FF9900"/>
              </a:buClr>
              <a:buChar char="–"/>
              <a:defRPr sz="2000" b="1">
                <a:solidFill>
                  <a:srgbClr val="01035B"/>
                </a:solidFill>
                <a:latin typeface="Arial" panose="020B0604020202020204" pitchFamily="34" charset="0"/>
              </a:defRPr>
            </a:lvl4pPr>
            <a:lvl5pPr marL="2057400" indent="-228600">
              <a:spcBef>
                <a:spcPct val="20000"/>
              </a:spcBef>
              <a:buClr>
                <a:srgbClr val="FF9900"/>
              </a:buClr>
              <a:buChar char="»"/>
              <a:defRPr sz="2000" b="1">
                <a:solidFill>
                  <a:srgbClr val="01035B"/>
                </a:solidFill>
                <a:latin typeface="Arial" panose="020B0604020202020204" pitchFamily="34" charset="0"/>
              </a:defRPr>
            </a:lvl5pPr>
            <a:lvl6pPr marL="25146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6pPr>
            <a:lvl7pPr marL="29718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7pPr>
            <a:lvl8pPr marL="34290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8pPr>
            <a:lvl9pPr marL="38862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9pPr>
          </a:lstStyle>
          <a:p>
            <a:pPr marL="0" marR="0" lvl="0" indent="0" algn="ctr" defTabSz="812810" rtl="0" eaLnBrk="1" fontAlgn="auto" latinLnBrk="0" hangingPunct="1">
              <a:lnSpc>
                <a:spcPct val="100000"/>
              </a:lnSpc>
              <a:spcBef>
                <a:spcPct val="0"/>
              </a:spcBef>
              <a:spcAft>
                <a:spcPts val="0"/>
              </a:spcAft>
              <a:buClrTx/>
              <a:buSzTx/>
              <a:buFontTx/>
              <a:buNone/>
              <a:tabLst/>
              <a:defRPr/>
            </a:pPr>
            <a:r>
              <a:rPr kumimoji="0" lang="en-US" altLang="en-US" sz="2000" b="0" i="0" u="none" strike="noStrike" kern="1200" cap="none" spc="0" normalizeH="0" baseline="0" noProof="0" dirty="0">
                <a:ln>
                  <a:noFill/>
                </a:ln>
                <a:solidFill>
                  <a:srgbClr val="00274C"/>
                </a:solidFill>
                <a:effectLst/>
                <a:uLnTx/>
                <a:uFillTx/>
                <a:latin typeface="Arial" panose="020B0604020202020204" pitchFamily="34" charset="0"/>
                <a:ea typeface="+mn-ea"/>
                <a:cs typeface="Arial" panose="020B0604020202020204" pitchFamily="34" charset="0"/>
              </a:rPr>
              <a:t>Tungsten</a:t>
            </a:r>
          </a:p>
          <a:p>
            <a:pPr marL="0" marR="0" lvl="0" indent="0" algn="ctr" defTabSz="812810" rtl="0" eaLnBrk="1" fontAlgn="auto" latinLnBrk="0" hangingPunct="1">
              <a:lnSpc>
                <a:spcPct val="100000"/>
              </a:lnSpc>
              <a:spcBef>
                <a:spcPct val="0"/>
              </a:spcBef>
              <a:spcAft>
                <a:spcPts val="0"/>
              </a:spcAft>
              <a:buClrTx/>
              <a:buSzTx/>
              <a:buFontTx/>
              <a:buNone/>
              <a:tabLst/>
              <a:defRPr/>
            </a:pPr>
            <a:r>
              <a:rPr kumimoji="0" lang="en-US" altLang="en-US" sz="2000" b="0" i="0" u="none" strike="noStrike" kern="1200" cap="none" spc="0" normalizeH="0" baseline="0" noProof="0" dirty="0">
                <a:ln>
                  <a:noFill/>
                </a:ln>
                <a:solidFill>
                  <a:srgbClr val="00274C"/>
                </a:solidFill>
                <a:effectLst/>
                <a:uLnTx/>
                <a:uFillTx/>
                <a:latin typeface="Arial" panose="020B0604020202020204" pitchFamily="34" charset="0"/>
                <a:ea typeface="+mn-ea"/>
                <a:cs typeface="Arial" panose="020B0604020202020204" pitchFamily="34" charset="0"/>
              </a:rPr>
              <a:t>3.5g</a:t>
            </a:r>
          </a:p>
        </p:txBody>
      </p:sp>
      <p:cxnSp>
        <p:nvCxnSpPr>
          <p:cNvPr id="51" name="Straight Arrow Connector 22">
            <a:extLst>
              <a:ext uri="{FF2B5EF4-FFF2-40B4-BE49-F238E27FC236}">
                <a16:creationId xmlns:a16="http://schemas.microsoft.com/office/drawing/2014/main" id="{48602C99-457C-8F42-A840-A1CE2A857DDD}"/>
              </a:ext>
            </a:extLst>
          </p:cNvPr>
          <p:cNvCxnSpPr>
            <a:cxnSpLocks noChangeShapeType="1"/>
            <a:stCxn id="47" idx="0"/>
          </p:cNvCxnSpPr>
          <p:nvPr/>
        </p:nvCxnSpPr>
        <p:spPr bwMode="auto">
          <a:xfrm flipV="1">
            <a:off x="5568861" y="4695071"/>
            <a:ext cx="0" cy="596286"/>
          </a:xfrm>
          <a:prstGeom prst="straightConnector1">
            <a:avLst/>
          </a:prstGeom>
          <a:noFill/>
          <a:ln w="28575" algn="ctr">
            <a:solidFill>
              <a:schemeClr val="accent1"/>
            </a:solidFill>
            <a:round/>
            <a:headEnd/>
            <a:tailEnd type="arrow" w="med" len="med"/>
          </a:ln>
        </p:spPr>
      </p:cxnSp>
      <p:cxnSp>
        <p:nvCxnSpPr>
          <p:cNvPr id="52" name="Elbow Connector 28">
            <a:extLst>
              <a:ext uri="{FF2B5EF4-FFF2-40B4-BE49-F238E27FC236}">
                <a16:creationId xmlns:a16="http://schemas.microsoft.com/office/drawing/2014/main" id="{9E4E8C58-D0FA-1845-AC44-960F27824AFF}"/>
              </a:ext>
            </a:extLst>
          </p:cNvPr>
          <p:cNvCxnSpPr>
            <a:cxnSpLocks noChangeShapeType="1"/>
          </p:cNvCxnSpPr>
          <p:nvPr/>
        </p:nvCxnSpPr>
        <p:spPr bwMode="auto">
          <a:xfrm>
            <a:off x="3493833" y="3349186"/>
            <a:ext cx="898525" cy="1131719"/>
          </a:xfrm>
          <a:prstGeom prst="bentConnector3">
            <a:avLst>
              <a:gd name="adj1" fmla="val 50000"/>
            </a:avLst>
          </a:prstGeom>
          <a:noFill/>
          <a:ln w="28575" algn="ctr">
            <a:solidFill>
              <a:schemeClr val="accent1"/>
            </a:solidFill>
            <a:round/>
            <a:headEnd/>
            <a:tailEnd type="arrow" w="med" len="med"/>
          </a:ln>
          <a:effectLst/>
        </p:spPr>
      </p:cxnSp>
      <p:cxnSp>
        <p:nvCxnSpPr>
          <p:cNvPr id="54" name="Straight Arrow Connector 39">
            <a:extLst>
              <a:ext uri="{FF2B5EF4-FFF2-40B4-BE49-F238E27FC236}">
                <a16:creationId xmlns:a16="http://schemas.microsoft.com/office/drawing/2014/main" id="{7C28CE56-8D3A-8B4F-A6A2-6188727020F0}"/>
              </a:ext>
            </a:extLst>
          </p:cNvPr>
          <p:cNvCxnSpPr>
            <a:cxnSpLocks noChangeShapeType="1"/>
            <a:stCxn id="38" idx="3"/>
          </p:cNvCxnSpPr>
          <p:nvPr/>
        </p:nvCxnSpPr>
        <p:spPr bwMode="auto">
          <a:xfrm>
            <a:off x="11725851" y="4353729"/>
            <a:ext cx="382839" cy="6518"/>
          </a:xfrm>
          <a:prstGeom prst="straightConnector1">
            <a:avLst/>
          </a:prstGeom>
          <a:noFill/>
          <a:ln w="28575" algn="ctr">
            <a:solidFill>
              <a:schemeClr val="accent1"/>
            </a:solidFill>
            <a:round/>
            <a:headEnd/>
            <a:tailEnd type="none" w="med" len="med"/>
          </a:ln>
          <a:effectLst/>
        </p:spPr>
      </p:cxnSp>
      <p:sp>
        <p:nvSpPr>
          <p:cNvPr id="55" name="Text Box 41">
            <a:extLst>
              <a:ext uri="{FF2B5EF4-FFF2-40B4-BE49-F238E27FC236}">
                <a16:creationId xmlns:a16="http://schemas.microsoft.com/office/drawing/2014/main" id="{5D5E2B72-816F-D64F-A601-EFB0CB095C5E}"/>
              </a:ext>
            </a:extLst>
          </p:cNvPr>
          <p:cNvSpPr txBox="1">
            <a:spLocks noChangeArrowheads="1"/>
          </p:cNvSpPr>
          <p:nvPr/>
        </p:nvSpPr>
        <p:spPr bwMode="auto">
          <a:xfrm>
            <a:off x="1583633" y="6056951"/>
            <a:ext cx="1910200" cy="707886"/>
          </a:xfrm>
          <a:prstGeom prst="rect">
            <a:avLst/>
          </a:prstGeom>
          <a:solidFill>
            <a:schemeClr val="accent4">
              <a:alpha val="20000"/>
            </a:schemeClr>
          </a:solidFill>
          <a:ln w="9525">
            <a:noFill/>
            <a:miter lim="800000"/>
            <a:headEnd/>
            <a:tailEnd/>
          </a:ln>
        </p:spPr>
        <p:txBody>
          <a:bodyPr wrap="square">
            <a:spAutoFit/>
          </a:bodyPr>
          <a:lstStyle>
            <a:lvl1pPr>
              <a:spcBef>
                <a:spcPct val="20000"/>
              </a:spcBef>
              <a:buClr>
                <a:srgbClr val="FF9900"/>
              </a:buClr>
              <a:buChar char="•"/>
              <a:defRPr sz="3200" b="1">
                <a:solidFill>
                  <a:srgbClr val="01035B"/>
                </a:solidFill>
                <a:latin typeface="Arial" panose="020B0604020202020204" pitchFamily="34" charset="0"/>
              </a:defRPr>
            </a:lvl1pPr>
            <a:lvl2pPr marL="742950" indent="-285750">
              <a:spcBef>
                <a:spcPct val="20000"/>
              </a:spcBef>
              <a:buClr>
                <a:srgbClr val="FF9900"/>
              </a:buClr>
              <a:buChar char="–"/>
              <a:defRPr sz="2800" b="1">
                <a:solidFill>
                  <a:srgbClr val="01035B"/>
                </a:solidFill>
                <a:latin typeface="Arial" panose="020B0604020202020204" pitchFamily="34" charset="0"/>
              </a:defRPr>
            </a:lvl2pPr>
            <a:lvl3pPr marL="1143000" indent="-228600">
              <a:spcBef>
                <a:spcPct val="20000"/>
              </a:spcBef>
              <a:buClr>
                <a:srgbClr val="FF9900"/>
              </a:buClr>
              <a:buChar char="•"/>
              <a:defRPr sz="2400" b="1">
                <a:solidFill>
                  <a:srgbClr val="01035B"/>
                </a:solidFill>
                <a:latin typeface="Arial" panose="020B0604020202020204" pitchFamily="34" charset="0"/>
              </a:defRPr>
            </a:lvl3pPr>
            <a:lvl4pPr marL="1600200" indent="-228600">
              <a:spcBef>
                <a:spcPct val="20000"/>
              </a:spcBef>
              <a:buClr>
                <a:srgbClr val="FF9900"/>
              </a:buClr>
              <a:buChar char="–"/>
              <a:defRPr sz="2000" b="1">
                <a:solidFill>
                  <a:srgbClr val="01035B"/>
                </a:solidFill>
                <a:latin typeface="Arial" panose="020B0604020202020204" pitchFamily="34" charset="0"/>
              </a:defRPr>
            </a:lvl4pPr>
            <a:lvl5pPr marL="2057400" indent="-228600">
              <a:spcBef>
                <a:spcPct val="20000"/>
              </a:spcBef>
              <a:buClr>
                <a:srgbClr val="FF9900"/>
              </a:buClr>
              <a:buChar char="»"/>
              <a:defRPr sz="2000" b="1">
                <a:solidFill>
                  <a:srgbClr val="01035B"/>
                </a:solidFill>
                <a:latin typeface="Arial" panose="020B0604020202020204" pitchFamily="34" charset="0"/>
              </a:defRPr>
            </a:lvl5pPr>
            <a:lvl6pPr marL="25146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6pPr>
            <a:lvl7pPr marL="29718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7pPr>
            <a:lvl8pPr marL="34290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8pPr>
            <a:lvl9pPr marL="38862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9pPr>
          </a:lstStyle>
          <a:p>
            <a:pPr marL="0" marR="0" lvl="0" indent="0" algn="ctr" defTabSz="812810" rtl="0" eaLnBrk="1" fontAlgn="auto" latinLnBrk="0" hangingPunct="1">
              <a:lnSpc>
                <a:spcPct val="100000"/>
              </a:lnSpc>
              <a:spcBef>
                <a:spcPct val="0"/>
              </a:spcBef>
              <a:spcAft>
                <a:spcPts val="0"/>
              </a:spcAft>
              <a:buClrTx/>
              <a:buSzTx/>
              <a:buFontTx/>
              <a:buNone/>
              <a:tabLst/>
              <a:defRPr/>
            </a:pPr>
            <a:r>
              <a:rPr kumimoji="0" lang="en-US" altLang="en-US" sz="2000" b="0" i="0" u="none" strike="noStrike" kern="1200" cap="none" spc="0" normalizeH="0" baseline="0" noProof="0" dirty="0">
                <a:ln>
                  <a:noFill/>
                </a:ln>
                <a:solidFill>
                  <a:srgbClr val="00274C"/>
                </a:solidFill>
                <a:effectLst/>
                <a:uLnTx/>
                <a:uFillTx/>
                <a:latin typeface="Arial" panose="020B0604020202020204" pitchFamily="34" charset="0"/>
                <a:ea typeface="+mn-ea"/>
                <a:cs typeface="Arial" panose="020B0604020202020204" pitchFamily="34" charset="0"/>
              </a:rPr>
              <a:t>Energy</a:t>
            </a:r>
          </a:p>
          <a:p>
            <a:pPr marL="0" marR="0" lvl="0" indent="0" algn="ctr" defTabSz="812810" rtl="0" eaLnBrk="1" fontAlgn="auto" latinLnBrk="0" hangingPunct="1">
              <a:lnSpc>
                <a:spcPct val="100000"/>
              </a:lnSpc>
              <a:spcBef>
                <a:spcPct val="0"/>
              </a:spcBef>
              <a:spcAft>
                <a:spcPts val="0"/>
              </a:spcAft>
              <a:buClrTx/>
              <a:buSzTx/>
              <a:buFontTx/>
              <a:buNone/>
              <a:tabLst/>
              <a:defRPr/>
            </a:pPr>
            <a:r>
              <a:rPr kumimoji="0" lang="en-US" altLang="en-US" sz="2000" b="0" i="0" u="none" strike="noStrike" kern="1200" cap="none" spc="0" normalizeH="0" baseline="0" noProof="0" dirty="0">
                <a:ln>
                  <a:noFill/>
                </a:ln>
                <a:solidFill>
                  <a:srgbClr val="00274C"/>
                </a:solidFill>
                <a:effectLst/>
                <a:uLnTx/>
                <a:uFillTx/>
                <a:latin typeface="Arial" panose="020B0604020202020204" pitchFamily="34" charset="0"/>
                <a:ea typeface="+mn-ea"/>
                <a:cs typeface="Arial" panose="020B0604020202020204" pitchFamily="34" charset="0"/>
              </a:rPr>
              <a:t>1.9 </a:t>
            </a:r>
            <a:r>
              <a:rPr kumimoji="0" lang="en-US" altLang="en-US" sz="2000" b="0" i="0" u="none" strike="noStrike" kern="1200" cap="none" spc="0" normalizeH="0" baseline="0" noProof="0" dirty="0" err="1">
                <a:ln>
                  <a:noFill/>
                </a:ln>
                <a:solidFill>
                  <a:srgbClr val="00274C"/>
                </a:solidFill>
                <a:effectLst/>
                <a:uLnTx/>
                <a:uFillTx/>
                <a:latin typeface="Arial" panose="020B0604020202020204" pitchFamily="34" charset="0"/>
                <a:ea typeface="+mn-ea"/>
                <a:cs typeface="Arial" panose="020B0604020202020204" pitchFamily="34" charset="0"/>
              </a:rPr>
              <a:t>MJprimary</a:t>
            </a:r>
            <a:endParaRPr kumimoji="0" lang="en-US" altLang="en-US" sz="2000" b="0" i="0" u="none" strike="noStrike" kern="1200" cap="none" spc="0" normalizeH="0" baseline="0" noProof="0" dirty="0">
              <a:ln>
                <a:noFill/>
              </a:ln>
              <a:solidFill>
                <a:srgbClr val="00274C"/>
              </a:solidFill>
              <a:effectLst/>
              <a:uLnTx/>
              <a:uFillTx/>
              <a:latin typeface="Arial" panose="020B0604020202020204" pitchFamily="34" charset="0"/>
              <a:ea typeface="+mn-ea"/>
              <a:cs typeface="Arial" panose="020B0604020202020204" pitchFamily="34" charset="0"/>
            </a:endParaRPr>
          </a:p>
        </p:txBody>
      </p:sp>
      <p:cxnSp>
        <p:nvCxnSpPr>
          <p:cNvPr id="56" name="Elbow Connector 45">
            <a:extLst>
              <a:ext uri="{FF2B5EF4-FFF2-40B4-BE49-F238E27FC236}">
                <a16:creationId xmlns:a16="http://schemas.microsoft.com/office/drawing/2014/main" id="{031AB9C1-7A79-BC46-B2E6-B96647DDB32D}"/>
              </a:ext>
            </a:extLst>
          </p:cNvPr>
          <p:cNvCxnSpPr>
            <a:cxnSpLocks noChangeShapeType="1"/>
            <a:stCxn id="55" idx="3"/>
          </p:cNvCxnSpPr>
          <p:nvPr/>
        </p:nvCxnSpPr>
        <p:spPr bwMode="auto">
          <a:xfrm flipV="1">
            <a:off x="3493833" y="4494960"/>
            <a:ext cx="454184" cy="1915934"/>
          </a:xfrm>
          <a:prstGeom prst="bentConnector2">
            <a:avLst/>
          </a:prstGeom>
          <a:noFill/>
          <a:ln w="28575" algn="ctr">
            <a:solidFill>
              <a:schemeClr val="accent1"/>
            </a:solidFill>
            <a:round/>
            <a:headEnd/>
            <a:tailEnd type="none" w="med" len="med"/>
          </a:ln>
        </p:spPr>
      </p:cxnSp>
      <p:cxnSp>
        <p:nvCxnSpPr>
          <p:cNvPr id="72" name="Straight Arrow Connector 39">
            <a:extLst>
              <a:ext uri="{FF2B5EF4-FFF2-40B4-BE49-F238E27FC236}">
                <a16:creationId xmlns:a16="http://schemas.microsoft.com/office/drawing/2014/main" id="{2EEC00D0-E22B-E24F-8386-388182AEEE09}"/>
              </a:ext>
            </a:extLst>
          </p:cNvPr>
          <p:cNvCxnSpPr>
            <a:cxnSpLocks noChangeShapeType="1"/>
          </p:cNvCxnSpPr>
          <p:nvPr/>
        </p:nvCxnSpPr>
        <p:spPr bwMode="auto">
          <a:xfrm flipV="1">
            <a:off x="3493833" y="5512604"/>
            <a:ext cx="449429" cy="8106"/>
          </a:xfrm>
          <a:prstGeom prst="straightConnector1">
            <a:avLst/>
          </a:prstGeom>
          <a:noFill/>
          <a:ln w="28575" algn="ctr">
            <a:solidFill>
              <a:schemeClr val="accent1"/>
            </a:solidFill>
            <a:round/>
            <a:headEnd/>
            <a:tailEnd type="none" w="med" len="med"/>
          </a:ln>
          <a:effectLst/>
        </p:spPr>
      </p:cxnSp>
      <p:cxnSp>
        <p:nvCxnSpPr>
          <p:cNvPr id="77" name="Straight Arrow Connector 39">
            <a:extLst>
              <a:ext uri="{FF2B5EF4-FFF2-40B4-BE49-F238E27FC236}">
                <a16:creationId xmlns:a16="http://schemas.microsoft.com/office/drawing/2014/main" id="{4CEAF0DD-225A-DA42-954C-BEB22A7DE80D}"/>
              </a:ext>
            </a:extLst>
          </p:cNvPr>
          <p:cNvCxnSpPr>
            <a:cxnSpLocks noChangeShapeType="1"/>
          </p:cNvCxnSpPr>
          <p:nvPr/>
        </p:nvCxnSpPr>
        <p:spPr bwMode="auto">
          <a:xfrm>
            <a:off x="3527337" y="4476351"/>
            <a:ext cx="415925" cy="6350"/>
          </a:xfrm>
          <a:prstGeom prst="straightConnector1">
            <a:avLst/>
          </a:prstGeom>
          <a:noFill/>
          <a:ln w="28575" algn="ctr">
            <a:solidFill>
              <a:schemeClr val="accent1"/>
            </a:solidFill>
            <a:round/>
            <a:headEnd/>
            <a:tailEnd type="none" w="med" len="med"/>
          </a:ln>
          <a:effectLst/>
        </p:spPr>
      </p:cxnSp>
      <p:cxnSp>
        <p:nvCxnSpPr>
          <p:cNvPr id="78" name="Straight Connector 77">
            <a:extLst>
              <a:ext uri="{FF2B5EF4-FFF2-40B4-BE49-F238E27FC236}">
                <a16:creationId xmlns:a16="http://schemas.microsoft.com/office/drawing/2014/main" id="{D436545E-EE22-2844-BFF3-C7A2F4A911B8}"/>
              </a:ext>
            </a:extLst>
          </p:cNvPr>
          <p:cNvCxnSpPr>
            <a:cxnSpLocks/>
          </p:cNvCxnSpPr>
          <p:nvPr/>
        </p:nvCxnSpPr>
        <p:spPr>
          <a:xfrm>
            <a:off x="12108690" y="3009117"/>
            <a:ext cx="0" cy="3047834"/>
          </a:xfrm>
          <a:prstGeom prst="line">
            <a:avLst/>
          </a:prstGeom>
          <a:ln w="28575"/>
          <a:effectLst/>
        </p:spPr>
        <p:style>
          <a:lnRef idx="2">
            <a:schemeClr val="accent1"/>
          </a:lnRef>
          <a:fillRef idx="0">
            <a:schemeClr val="accent1"/>
          </a:fillRef>
          <a:effectRef idx="1">
            <a:schemeClr val="accent1"/>
          </a:effectRef>
          <a:fontRef idx="minor">
            <a:schemeClr val="tx1"/>
          </a:fontRef>
        </p:style>
      </p:cxnSp>
      <p:cxnSp>
        <p:nvCxnSpPr>
          <p:cNvPr id="79" name="Straight Arrow Connector 39">
            <a:extLst>
              <a:ext uri="{FF2B5EF4-FFF2-40B4-BE49-F238E27FC236}">
                <a16:creationId xmlns:a16="http://schemas.microsoft.com/office/drawing/2014/main" id="{37354031-31E0-C94A-BC75-E4F502C306DF}"/>
              </a:ext>
            </a:extLst>
          </p:cNvPr>
          <p:cNvCxnSpPr>
            <a:cxnSpLocks noChangeShapeType="1"/>
          </p:cNvCxnSpPr>
          <p:nvPr/>
        </p:nvCxnSpPr>
        <p:spPr bwMode="auto">
          <a:xfrm>
            <a:off x="12103538" y="3018614"/>
            <a:ext cx="382839" cy="6518"/>
          </a:xfrm>
          <a:prstGeom prst="straightConnector1">
            <a:avLst/>
          </a:prstGeom>
          <a:noFill/>
          <a:ln w="28575" algn="ctr">
            <a:solidFill>
              <a:schemeClr val="accent1"/>
            </a:solidFill>
            <a:round/>
            <a:headEnd/>
            <a:tailEnd type="arrow" w="med" len="med"/>
          </a:ln>
          <a:effectLst/>
        </p:spPr>
      </p:cxnSp>
      <p:cxnSp>
        <p:nvCxnSpPr>
          <p:cNvPr id="80" name="Straight Arrow Connector 39">
            <a:extLst>
              <a:ext uri="{FF2B5EF4-FFF2-40B4-BE49-F238E27FC236}">
                <a16:creationId xmlns:a16="http://schemas.microsoft.com/office/drawing/2014/main" id="{8C142714-C8B4-C342-94FA-F8AB46ED48DC}"/>
              </a:ext>
            </a:extLst>
          </p:cNvPr>
          <p:cNvCxnSpPr>
            <a:cxnSpLocks noChangeShapeType="1"/>
          </p:cNvCxnSpPr>
          <p:nvPr/>
        </p:nvCxnSpPr>
        <p:spPr bwMode="auto">
          <a:xfrm>
            <a:off x="12100267" y="3916407"/>
            <a:ext cx="382839" cy="6518"/>
          </a:xfrm>
          <a:prstGeom prst="straightConnector1">
            <a:avLst/>
          </a:prstGeom>
          <a:noFill/>
          <a:ln w="28575" algn="ctr">
            <a:solidFill>
              <a:schemeClr val="accent1"/>
            </a:solidFill>
            <a:round/>
            <a:headEnd/>
            <a:tailEnd type="arrow" w="med" len="med"/>
          </a:ln>
          <a:effectLst/>
        </p:spPr>
      </p:cxnSp>
      <p:cxnSp>
        <p:nvCxnSpPr>
          <p:cNvPr id="81" name="Straight Arrow Connector 39">
            <a:extLst>
              <a:ext uri="{FF2B5EF4-FFF2-40B4-BE49-F238E27FC236}">
                <a16:creationId xmlns:a16="http://schemas.microsoft.com/office/drawing/2014/main" id="{67556668-D471-7C4E-81DD-2279A8D2ECD6}"/>
              </a:ext>
            </a:extLst>
          </p:cNvPr>
          <p:cNvCxnSpPr>
            <a:cxnSpLocks noChangeShapeType="1"/>
          </p:cNvCxnSpPr>
          <p:nvPr/>
        </p:nvCxnSpPr>
        <p:spPr bwMode="auto">
          <a:xfrm>
            <a:off x="12120145" y="4890442"/>
            <a:ext cx="382839" cy="6518"/>
          </a:xfrm>
          <a:prstGeom prst="straightConnector1">
            <a:avLst/>
          </a:prstGeom>
          <a:noFill/>
          <a:ln w="28575" algn="ctr">
            <a:solidFill>
              <a:schemeClr val="accent1"/>
            </a:solidFill>
            <a:round/>
            <a:headEnd/>
            <a:tailEnd type="arrow" w="med" len="med"/>
          </a:ln>
          <a:effectLst/>
        </p:spPr>
      </p:cxnSp>
      <p:cxnSp>
        <p:nvCxnSpPr>
          <p:cNvPr id="82" name="Straight Arrow Connector 39">
            <a:extLst>
              <a:ext uri="{FF2B5EF4-FFF2-40B4-BE49-F238E27FC236}">
                <a16:creationId xmlns:a16="http://schemas.microsoft.com/office/drawing/2014/main" id="{58209E7E-1F05-5748-8D62-7CE0347B98C2}"/>
              </a:ext>
            </a:extLst>
          </p:cNvPr>
          <p:cNvCxnSpPr>
            <a:cxnSpLocks noChangeShapeType="1"/>
          </p:cNvCxnSpPr>
          <p:nvPr/>
        </p:nvCxnSpPr>
        <p:spPr bwMode="auto">
          <a:xfrm>
            <a:off x="12103539" y="6038858"/>
            <a:ext cx="382839" cy="6518"/>
          </a:xfrm>
          <a:prstGeom prst="straightConnector1">
            <a:avLst/>
          </a:prstGeom>
          <a:noFill/>
          <a:ln w="28575" algn="ctr">
            <a:solidFill>
              <a:schemeClr val="accent1"/>
            </a:solidFill>
            <a:round/>
            <a:headEnd/>
            <a:tailEnd type="arrow" w="med" len="med"/>
          </a:ln>
          <a:effectLst/>
        </p:spPr>
      </p:cxnSp>
      <p:sp>
        <p:nvSpPr>
          <p:cNvPr id="83" name="TextBox 82">
            <a:extLst>
              <a:ext uri="{FF2B5EF4-FFF2-40B4-BE49-F238E27FC236}">
                <a16:creationId xmlns:a16="http://schemas.microsoft.com/office/drawing/2014/main" id="{FBF7008D-5228-744B-AB5F-7643728F55E7}"/>
              </a:ext>
            </a:extLst>
          </p:cNvPr>
          <p:cNvSpPr txBox="1"/>
          <p:nvPr/>
        </p:nvSpPr>
        <p:spPr>
          <a:xfrm>
            <a:off x="10250081" y="6764837"/>
            <a:ext cx="5194627" cy="400110"/>
          </a:xfrm>
          <a:prstGeom prst="rect">
            <a:avLst/>
          </a:prstGeom>
          <a:noFill/>
        </p:spPr>
        <p:txBody>
          <a:bodyPr wrap="none" rtlCol="0">
            <a:spAutoFit/>
          </a:bodyPr>
          <a:lstStyle/>
          <a:p>
            <a:pPr marL="0" marR="0" lvl="0" indent="0" algn="l" defTabSz="81281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00274C"/>
                </a:solidFill>
                <a:effectLst/>
                <a:uLnTx/>
                <a:uFillTx/>
                <a:latin typeface="Arial" panose="020B0604020202020204"/>
                <a:ea typeface="+mn-ea"/>
                <a:cs typeface="+mn-cs"/>
              </a:rPr>
              <a:t>TOTAL WEIGHT </a:t>
            </a:r>
            <a:r>
              <a:rPr kumimoji="0" lang="en-US" sz="2000" b="0" i="0" u="none" strike="noStrike" kern="1200" cap="none" spc="0" normalizeH="0" baseline="0" noProof="0" dirty="0">
                <a:ln>
                  <a:noFill/>
                </a:ln>
                <a:solidFill>
                  <a:srgbClr val="00274C"/>
                </a:solidFill>
                <a:effectLst/>
                <a:uLnTx/>
                <a:uFillTx/>
                <a:latin typeface="Arial" panose="020B0604020202020204"/>
                <a:ea typeface="+mn-ea"/>
                <a:cs typeface="+mn-cs"/>
              </a:rPr>
              <a:t>= 100g + 75g + 3.5g + 50g</a:t>
            </a:r>
          </a:p>
        </p:txBody>
      </p:sp>
      <p:sp>
        <p:nvSpPr>
          <p:cNvPr id="84" name="TextBox 83">
            <a:extLst>
              <a:ext uri="{FF2B5EF4-FFF2-40B4-BE49-F238E27FC236}">
                <a16:creationId xmlns:a16="http://schemas.microsoft.com/office/drawing/2014/main" id="{AD9457F1-75FD-DF4E-82C4-E5694CC15C46}"/>
              </a:ext>
            </a:extLst>
          </p:cNvPr>
          <p:cNvSpPr txBox="1"/>
          <p:nvPr/>
        </p:nvSpPr>
        <p:spPr>
          <a:xfrm>
            <a:off x="12229553" y="7161077"/>
            <a:ext cx="1316386" cy="400110"/>
          </a:xfrm>
          <a:prstGeom prst="rect">
            <a:avLst/>
          </a:prstGeom>
          <a:noFill/>
        </p:spPr>
        <p:txBody>
          <a:bodyPr wrap="none" rtlCol="0">
            <a:spAutoFit/>
          </a:bodyPr>
          <a:lstStyle/>
          <a:p>
            <a:pPr marL="0" marR="0" lvl="0" indent="0" algn="l" defTabSz="81281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srgbClr val="00274C"/>
                </a:solidFill>
                <a:effectLst/>
                <a:uLnTx/>
                <a:uFillTx/>
                <a:latin typeface="Arial" panose="020B0604020202020204"/>
                <a:ea typeface="+mn-ea"/>
                <a:cs typeface="+mn-cs"/>
              </a:rPr>
              <a:t>= 0.229kg</a:t>
            </a:r>
          </a:p>
        </p:txBody>
      </p:sp>
      <p:sp>
        <p:nvSpPr>
          <p:cNvPr id="85" name="TextBox 84">
            <a:extLst>
              <a:ext uri="{FF2B5EF4-FFF2-40B4-BE49-F238E27FC236}">
                <a16:creationId xmlns:a16="http://schemas.microsoft.com/office/drawing/2014/main" id="{1D3A6C76-C461-2547-86E9-E1A63A6ABB55}"/>
              </a:ext>
            </a:extLst>
          </p:cNvPr>
          <p:cNvSpPr txBox="1"/>
          <p:nvPr/>
        </p:nvSpPr>
        <p:spPr>
          <a:xfrm>
            <a:off x="5022761" y="1354637"/>
            <a:ext cx="4971617" cy="400110"/>
          </a:xfrm>
          <a:prstGeom prst="rect">
            <a:avLst/>
          </a:prstGeom>
          <a:noFill/>
        </p:spPr>
        <p:txBody>
          <a:bodyPr wrap="none" rtlCol="0">
            <a:spAutoFit/>
          </a:bodyPr>
          <a:lstStyle/>
          <a:p>
            <a:pPr marL="0" marR="0" lvl="0" indent="0" algn="l" defTabSz="81281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00274C"/>
                </a:solidFill>
                <a:effectLst/>
                <a:uLnTx/>
                <a:uFillTx/>
                <a:latin typeface="Arial" panose="020B0604020202020204"/>
                <a:ea typeface="+mn-ea"/>
                <a:cs typeface="+mn-cs"/>
              </a:rPr>
              <a:t>TRANSPORTATION </a:t>
            </a:r>
            <a:r>
              <a:rPr kumimoji="0" lang="en-US" sz="2000" b="0" i="0" u="none" strike="noStrike" kern="1200" cap="none" spc="0" normalizeH="0" baseline="0" noProof="0" dirty="0">
                <a:ln>
                  <a:noFill/>
                </a:ln>
                <a:solidFill>
                  <a:srgbClr val="00274C"/>
                </a:solidFill>
                <a:effectLst/>
                <a:uLnTx/>
                <a:uFillTx/>
                <a:latin typeface="Arial" panose="020B0604020202020204"/>
                <a:ea typeface="+mn-ea"/>
                <a:cs typeface="+mn-cs"/>
              </a:rPr>
              <a:t>= 0.229kg x 3200km</a:t>
            </a:r>
          </a:p>
        </p:txBody>
      </p:sp>
      <p:sp>
        <p:nvSpPr>
          <p:cNvPr id="86" name="TextBox 85">
            <a:extLst>
              <a:ext uri="{FF2B5EF4-FFF2-40B4-BE49-F238E27FC236}">
                <a16:creationId xmlns:a16="http://schemas.microsoft.com/office/drawing/2014/main" id="{B3CE5CA9-A941-2340-BD4A-5CF2FB4FB5A0}"/>
              </a:ext>
            </a:extLst>
          </p:cNvPr>
          <p:cNvSpPr txBox="1"/>
          <p:nvPr/>
        </p:nvSpPr>
        <p:spPr>
          <a:xfrm>
            <a:off x="7438770" y="1750877"/>
            <a:ext cx="1585690" cy="400110"/>
          </a:xfrm>
          <a:prstGeom prst="rect">
            <a:avLst/>
          </a:prstGeom>
          <a:noFill/>
        </p:spPr>
        <p:txBody>
          <a:bodyPr wrap="none" rtlCol="0">
            <a:spAutoFit/>
          </a:bodyPr>
          <a:lstStyle/>
          <a:p>
            <a:pPr marL="0" marR="0" lvl="0" indent="0" algn="l" defTabSz="81281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srgbClr val="00274C"/>
                </a:solidFill>
                <a:effectLst/>
                <a:uLnTx/>
                <a:uFillTx/>
                <a:latin typeface="Arial" panose="020B0604020202020204"/>
                <a:ea typeface="+mn-ea"/>
                <a:cs typeface="+mn-cs"/>
              </a:rPr>
              <a:t>= </a:t>
            </a:r>
            <a:r>
              <a:rPr kumimoji="0" lang="en-US" altLang="en-US" sz="2000" b="0" i="0" u="none" strike="noStrike" kern="1200" cap="none" spc="0" normalizeH="0" baseline="0" noProof="0" dirty="0">
                <a:ln>
                  <a:noFill/>
                </a:ln>
                <a:solidFill>
                  <a:srgbClr val="00274C"/>
                </a:solidFill>
                <a:effectLst/>
                <a:uLnTx/>
                <a:uFillTx/>
                <a:latin typeface="Arial" panose="020B0604020202020204"/>
                <a:ea typeface="+mn-ea"/>
                <a:cs typeface="Arial" panose="020B0604020202020204" pitchFamily="34" charset="0"/>
              </a:rPr>
              <a:t>731 </a:t>
            </a:r>
            <a:r>
              <a:rPr kumimoji="0" lang="en-US" altLang="en-US" sz="2000" b="0" i="0" u="none" strike="noStrike" kern="1200" cap="none" spc="0" normalizeH="0" baseline="0" noProof="0" dirty="0" err="1">
                <a:ln>
                  <a:noFill/>
                </a:ln>
                <a:solidFill>
                  <a:srgbClr val="00274C"/>
                </a:solidFill>
                <a:effectLst/>
                <a:uLnTx/>
                <a:uFillTx/>
                <a:latin typeface="Arial" panose="020B0604020202020204"/>
                <a:ea typeface="+mn-ea"/>
                <a:cs typeface="Arial" panose="020B0604020202020204" pitchFamily="34" charset="0"/>
              </a:rPr>
              <a:t>kg∙km</a:t>
            </a:r>
            <a:endParaRPr kumimoji="0" lang="en-US" altLang="en-US" sz="2000" b="0" i="0" u="none" strike="noStrike" kern="1200" cap="none" spc="0" normalizeH="0" baseline="0" noProof="0" dirty="0">
              <a:ln>
                <a:noFill/>
              </a:ln>
              <a:solidFill>
                <a:srgbClr val="00274C"/>
              </a:solidFill>
              <a:effectLst/>
              <a:uLnTx/>
              <a:uFillTx/>
              <a:latin typeface="Arial" panose="020B0604020202020204"/>
              <a:ea typeface="+mn-ea"/>
              <a:cs typeface="Arial" panose="020B0604020202020204" pitchFamily="34" charset="0"/>
            </a:endParaRPr>
          </a:p>
        </p:txBody>
      </p:sp>
    </p:spTree>
    <p:extLst>
      <p:ext uri="{BB962C8B-B14F-4D97-AF65-F5344CB8AC3E}">
        <p14:creationId xmlns:p14="http://schemas.microsoft.com/office/powerpoint/2010/main" val="2813069326"/>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8439A4-B037-4F4E-AFCE-96000C7C1237}"/>
              </a:ext>
            </a:extLst>
          </p:cNvPr>
          <p:cNvSpPr>
            <a:spLocks noGrp="1"/>
          </p:cNvSpPr>
          <p:nvPr>
            <p:ph type="title"/>
          </p:nvPr>
        </p:nvSpPr>
        <p:spPr>
          <a:xfrm>
            <a:off x="812880" y="279400"/>
            <a:ext cx="14631828" cy="870385"/>
          </a:xfrm>
        </p:spPr>
        <p:txBody>
          <a:bodyPr/>
          <a:lstStyle/>
          <a:p>
            <a:r>
              <a:rPr lang="en-US" altLang="en-US" dirty="0"/>
              <a:t>Summary</a:t>
            </a:r>
            <a:endParaRPr lang="en-US" sz="2800" dirty="0">
              <a:solidFill>
                <a:schemeClr val="tx2"/>
              </a:solidFill>
            </a:endParaRPr>
          </a:p>
        </p:txBody>
      </p:sp>
      <p:sp>
        <p:nvSpPr>
          <p:cNvPr id="8" name="Text Placeholder 2">
            <a:extLst>
              <a:ext uri="{FF2B5EF4-FFF2-40B4-BE49-F238E27FC236}">
                <a16:creationId xmlns:a16="http://schemas.microsoft.com/office/drawing/2014/main" id="{1860404C-E3DD-DB44-9F60-421612D67065}"/>
              </a:ext>
            </a:extLst>
          </p:cNvPr>
          <p:cNvSpPr>
            <a:spLocks noGrp="1"/>
          </p:cNvSpPr>
          <p:nvPr>
            <p:ph type="body" sz="quarter" idx="10"/>
          </p:nvPr>
        </p:nvSpPr>
        <p:spPr>
          <a:xfrm>
            <a:off x="880211" y="1783976"/>
            <a:ext cx="14630400" cy="5429624"/>
          </a:xfrm>
        </p:spPr>
        <p:txBody>
          <a:bodyPr>
            <a:normAutofit/>
          </a:bodyPr>
          <a:lstStyle/>
          <a:p>
            <a:pPr>
              <a:spcBef>
                <a:spcPct val="0"/>
              </a:spcBef>
            </a:pPr>
            <a:r>
              <a:rPr lang="en-US" altLang="en-US" dirty="0">
                <a:solidFill>
                  <a:schemeClr val="tx2"/>
                </a:solidFill>
              </a:rPr>
              <a:t>The process tree is an efficient way to visualize the product system.</a:t>
            </a:r>
          </a:p>
          <a:p>
            <a:pPr>
              <a:spcBef>
                <a:spcPct val="0"/>
              </a:spcBef>
            </a:pPr>
            <a:endParaRPr lang="en-US" altLang="en-US" dirty="0"/>
          </a:p>
          <a:p>
            <a:pPr>
              <a:spcBef>
                <a:spcPct val="0"/>
              </a:spcBef>
            </a:pPr>
            <a:r>
              <a:rPr lang="en-US" altLang="en-US" dirty="0">
                <a:solidFill>
                  <a:schemeClr val="tx2"/>
                </a:solidFill>
              </a:rPr>
              <a:t>The </a:t>
            </a:r>
            <a:r>
              <a:rPr lang="en-US" altLang="en-US" i="1" dirty="0">
                <a:solidFill>
                  <a:schemeClr val="accent4"/>
                </a:solidFill>
              </a:rPr>
              <a:t>intermediary flows </a:t>
            </a:r>
            <a:r>
              <a:rPr lang="en-US" altLang="en-US" dirty="0">
                <a:solidFill>
                  <a:schemeClr val="tx2"/>
                </a:solidFill>
              </a:rPr>
              <a:t>enable us to determine the amount of each </a:t>
            </a:r>
            <a:br>
              <a:rPr lang="en-US" altLang="en-US" dirty="0">
                <a:solidFill>
                  <a:schemeClr val="tx2"/>
                </a:solidFill>
              </a:rPr>
            </a:br>
            <a:r>
              <a:rPr lang="en-US" altLang="en-US" dirty="0">
                <a:solidFill>
                  <a:schemeClr val="tx2"/>
                </a:solidFill>
              </a:rPr>
              <a:t>process used per function unit, in the unit required by the LCI database.</a:t>
            </a:r>
          </a:p>
          <a:p>
            <a:pPr>
              <a:spcBef>
                <a:spcPct val="0"/>
              </a:spcBef>
            </a:pPr>
            <a:endParaRPr lang="en-US" altLang="en-US" dirty="0">
              <a:solidFill>
                <a:schemeClr val="tx2"/>
              </a:solidFill>
            </a:endParaRPr>
          </a:p>
          <a:p>
            <a:pPr>
              <a:spcBef>
                <a:spcPct val="0"/>
              </a:spcBef>
            </a:pPr>
            <a:r>
              <a:rPr lang="en-US" altLang="en-US" dirty="0">
                <a:solidFill>
                  <a:schemeClr val="tx2"/>
                </a:solidFill>
              </a:rPr>
              <a:t>This will serve as the basis to then determine the resource extraction </a:t>
            </a:r>
            <a:br>
              <a:rPr lang="en-US" altLang="en-US" dirty="0">
                <a:solidFill>
                  <a:schemeClr val="tx2"/>
                </a:solidFill>
              </a:rPr>
            </a:br>
            <a:r>
              <a:rPr lang="en-US" altLang="en-US" dirty="0">
                <a:solidFill>
                  <a:schemeClr val="tx2"/>
                </a:solidFill>
              </a:rPr>
              <a:t>and emission</a:t>
            </a:r>
            <a:r>
              <a:rPr lang="en-US" altLang="en-US" dirty="0"/>
              <a:t> </a:t>
            </a:r>
            <a:r>
              <a:rPr lang="en-US" altLang="en-US" i="1" dirty="0">
                <a:solidFill>
                  <a:schemeClr val="accent3"/>
                </a:solidFill>
              </a:rPr>
              <a:t>elementary flows </a:t>
            </a:r>
            <a:r>
              <a:rPr lang="en-US" altLang="en-US" dirty="0">
                <a:solidFill>
                  <a:schemeClr val="tx2"/>
                </a:solidFill>
              </a:rPr>
              <a:t>of the Life Cycle inventory.</a:t>
            </a:r>
          </a:p>
          <a:p>
            <a:pPr>
              <a:spcBef>
                <a:spcPct val="0"/>
              </a:spcBef>
            </a:pPr>
            <a:endParaRPr lang="en-US" altLang="en-US" dirty="0">
              <a:solidFill>
                <a:schemeClr val="tx2"/>
              </a:solidFill>
            </a:endParaRPr>
          </a:p>
          <a:p>
            <a:pPr>
              <a:spcBef>
                <a:spcPct val="0"/>
              </a:spcBef>
            </a:pPr>
            <a:r>
              <a:rPr lang="en-US" altLang="en-US" dirty="0">
                <a:solidFill>
                  <a:schemeClr val="tx2"/>
                </a:solidFill>
              </a:rPr>
              <a:t>What are the ultimate </a:t>
            </a:r>
            <a:r>
              <a:rPr lang="en-US" altLang="en-US" i="1" dirty="0">
                <a:solidFill>
                  <a:schemeClr val="accent5"/>
                </a:solidFill>
              </a:rPr>
              <a:t>system boundaries </a:t>
            </a:r>
            <a:r>
              <a:rPr lang="en-US" altLang="en-US" dirty="0">
                <a:solidFill>
                  <a:schemeClr val="tx2"/>
                </a:solidFill>
              </a:rPr>
              <a:t>and how to define </a:t>
            </a:r>
            <a:br>
              <a:rPr lang="en-US" altLang="en-US" dirty="0">
                <a:solidFill>
                  <a:schemeClr val="tx2"/>
                </a:solidFill>
              </a:rPr>
            </a:br>
            <a:r>
              <a:rPr lang="en-US" altLang="en-US" dirty="0">
                <a:solidFill>
                  <a:schemeClr val="tx2"/>
                </a:solidFill>
              </a:rPr>
              <a:t>them consistently?</a:t>
            </a:r>
          </a:p>
        </p:txBody>
      </p:sp>
    </p:spTree>
    <p:extLst>
      <p:ext uri="{BB962C8B-B14F-4D97-AF65-F5344CB8AC3E}">
        <p14:creationId xmlns:p14="http://schemas.microsoft.com/office/powerpoint/2010/main" val="2406609697"/>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5D65D693-B9A4-8B44-A6FE-E1004602640D}"/>
              </a:ext>
            </a:extLst>
          </p:cNvPr>
          <p:cNvSpPr/>
          <p:nvPr/>
        </p:nvSpPr>
        <p:spPr>
          <a:xfrm>
            <a:off x="3681817" y="1432562"/>
            <a:ext cx="11828794" cy="814574"/>
          </a:xfrm>
          <a:prstGeom prst="rect">
            <a:avLst/>
          </a:prstGeom>
          <a:solidFill>
            <a:schemeClr val="accent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4290088-7D08-AD44-B09D-E4C06BCEFBA7}"/>
              </a:ext>
            </a:extLst>
          </p:cNvPr>
          <p:cNvSpPr>
            <a:spLocks noGrp="1"/>
          </p:cNvSpPr>
          <p:nvPr>
            <p:ph type="title"/>
          </p:nvPr>
        </p:nvSpPr>
        <p:spPr/>
        <p:txBody>
          <a:bodyPr/>
          <a:lstStyle/>
          <a:p>
            <a:r>
              <a:rPr lang="en-US" altLang="en-US" dirty="0"/>
              <a:t>Healthy and Sustainable Foods and Products</a:t>
            </a:r>
            <a:endParaRPr lang="en-US" dirty="0"/>
          </a:p>
        </p:txBody>
      </p:sp>
      <p:sp>
        <p:nvSpPr>
          <p:cNvPr id="3" name="Text Placeholder 2">
            <a:extLst>
              <a:ext uri="{FF2B5EF4-FFF2-40B4-BE49-F238E27FC236}">
                <a16:creationId xmlns:a16="http://schemas.microsoft.com/office/drawing/2014/main" id="{40730F7C-857B-BF4B-BA5A-A23345B4853C}"/>
              </a:ext>
            </a:extLst>
          </p:cNvPr>
          <p:cNvSpPr>
            <a:spLocks noGrp="1"/>
          </p:cNvSpPr>
          <p:nvPr>
            <p:ph type="body" sz="quarter" idx="10"/>
          </p:nvPr>
        </p:nvSpPr>
        <p:spPr>
          <a:xfrm>
            <a:off x="4091552" y="1549992"/>
            <a:ext cx="10659642" cy="636441"/>
          </a:xfrm>
        </p:spPr>
        <p:txBody>
          <a:bodyPr/>
          <a:lstStyle/>
          <a:p>
            <a:r>
              <a:rPr lang="en-US" altLang="en-US" b="1" dirty="0">
                <a:solidFill>
                  <a:schemeClr val="bg1"/>
                </a:solidFill>
              </a:rPr>
              <a:t>Table of </a:t>
            </a:r>
            <a:r>
              <a:rPr lang="en-US" altLang="en-US" b="1" dirty="0" smtClean="0">
                <a:solidFill>
                  <a:schemeClr val="bg1"/>
                </a:solidFill>
              </a:rPr>
              <a:t>contents 3.2 Goal and scope </a:t>
            </a:r>
            <a:r>
              <a:rPr lang="en-US" altLang="en-US" b="1" dirty="0" err="1" smtClean="0">
                <a:solidFill>
                  <a:schemeClr val="bg1"/>
                </a:solidFill>
              </a:rPr>
              <a:t>defintion</a:t>
            </a:r>
            <a:endParaRPr lang="en-US" b="1" dirty="0">
              <a:solidFill>
                <a:schemeClr val="bg1"/>
              </a:solidFill>
            </a:endParaRPr>
          </a:p>
        </p:txBody>
      </p:sp>
      <p:sp>
        <p:nvSpPr>
          <p:cNvPr id="4" name="Rectangle 2">
            <a:extLst>
              <a:ext uri="{FF2B5EF4-FFF2-40B4-BE49-F238E27FC236}">
                <a16:creationId xmlns:a16="http://schemas.microsoft.com/office/drawing/2014/main" id="{3474DB9F-4BBA-B544-82D6-C55AE6A4BE16}"/>
              </a:ext>
            </a:extLst>
          </p:cNvPr>
          <p:cNvSpPr txBox="1">
            <a:spLocks noChangeArrowheads="1"/>
          </p:cNvSpPr>
          <p:nvPr/>
        </p:nvSpPr>
        <p:spPr bwMode="auto">
          <a:xfrm>
            <a:off x="3681817" y="2384742"/>
            <a:ext cx="11069377" cy="5189537"/>
          </a:xfrm>
          <a:prstGeom prst="rect">
            <a:avLst/>
          </a:prstGeom>
          <a:noFill/>
          <a:ln>
            <a:noFill/>
          </a:ln>
        </p:spPr>
        <p:txBody>
          <a:bodyPr/>
          <a:lstStyle>
            <a:lvl1pPr marL="342900" indent="-342900" algn="l" rtl="0" eaLnBrk="0" fontAlgn="base" hangingPunct="0">
              <a:spcBef>
                <a:spcPct val="20000"/>
              </a:spcBef>
              <a:spcAft>
                <a:spcPct val="0"/>
              </a:spcAft>
              <a:buClr>
                <a:srgbClr val="FF9900"/>
              </a:buClr>
              <a:buChar char="•"/>
              <a:defRPr sz="3200" b="1">
                <a:solidFill>
                  <a:srgbClr val="01035B"/>
                </a:solidFill>
                <a:latin typeface="+mn-lt"/>
                <a:ea typeface="+mn-ea"/>
                <a:cs typeface="+mn-cs"/>
              </a:defRPr>
            </a:lvl1pPr>
            <a:lvl2pPr marL="742950" indent="-285750" algn="l" rtl="0" eaLnBrk="0" fontAlgn="base" hangingPunct="0">
              <a:spcBef>
                <a:spcPct val="20000"/>
              </a:spcBef>
              <a:spcAft>
                <a:spcPct val="0"/>
              </a:spcAft>
              <a:buClr>
                <a:srgbClr val="FF9900"/>
              </a:buClr>
              <a:buChar char="–"/>
              <a:defRPr sz="2800" b="1">
                <a:solidFill>
                  <a:srgbClr val="01035B"/>
                </a:solidFill>
                <a:latin typeface="+mn-lt"/>
              </a:defRPr>
            </a:lvl2pPr>
            <a:lvl3pPr marL="1143000" indent="-228600" algn="l" rtl="0" eaLnBrk="0" fontAlgn="base" hangingPunct="0">
              <a:spcBef>
                <a:spcPct val="20000"/>
              </a:spcBef>
              <a:spcAft>
                <a:spcPct val="0"/>
              </a:spcAft>
              <a:buClr>
                <a:srgbClr val="FF9900"/>
              </a:buClr>
              <a:buChar char="•"/>
              <a:defRPr sz="2400" b="1">
                <a:solidFill>
                  <a:srgbClr val="01035B"/>
                </a:solidFill>
                <a:latin typeface="+mn-lt"/>
              </a:defRPr>
            </a:lvl3pPr>
            <a:lvl4pPr marL="1600200" indent="-228600" algn="l" rtl="0" eaLnBrk="0" fontAlgn="base" hangingPunct="0">
              <a:spcBef>
                <a:spcPct val="20000"/>
              </a:spcBef>
              <a:spcAft>
                <a:spcPct val="0"/>
              </a:spcAft>
              <a:buClr>
                <a:srgbClr val="FF9900"/>
              </a:buClr>
              <a:buChar char="–"/>
              <a:defRPr sz="2000" b="1">
                <a:solidFill>
                  <a:srgbClr val="01035B"/>
                </a:solidFill>
                <a:latin typeface="+mn-lt"/>
              </a:defRPr>
            </a:lvl4pPr>
            <a:lvl5pPr marL="2057400" indent="-228600" algn="l" rtl="0" eaLnBrk="0" fontAlgn="base" hangingPunct="0">
              <a:spcBef>
                <a:spcPct val="20000"/>
              </a:spcBef>
              <a:spcAft>
                <a:spcPct val="0"/>
              </a:spcAft>
              <a:buClr>
                <a:srgbClr val="FF9900"/>
              </a:buClr>
              <a:buChar char="»"/>
              <a:defRPr sz="2000" b="1">
                <a:solidFill>
                  <a:srgbClr val="01035B"/>
                </a:solidFill>
                <a:latin typeface="+mn-lt"/>
              </a:defRPr>
            </a:lvl5pPr>
            <a:lvl6pPr marL="2514600" indent="-228600" algn="l" rtl="0" fontAlgn="base">
              <a:spcBef>
                <a:spcPct val="20000"/>
              </a:spcBef>
              <a:spcAft>
                <a:spcPct val="0"/>
              </a:spcAft>
              <a:buClr>
                <a:srgbClr val="FF9900"/>
              </a:buClr>
              <a:buChar char="»"/>
              <a:defRPr sz="2000" b="1">
                <a:solidFill>
                  <a:srgbClr val="01035B"/>
                </a:solidFill>
                <a:latin typeface="+mn-lt"/>
              </a:defRPr>
            </a:lvl6pPr>
            <a:lvl7pPr marL="2971800" indent="-228600" algn="l" rtl="0" fontAlgn="base">
              <a:spcBef>
                <a:spcPct val="20000"/>
              </a:spcBef>
              <a:spcAft>
                <a:spcPct val="0"/>
              </a:spcAft>
              <a:buClr>
                <a:srgbClr val="FF9900"/>
              </a:buClr>
              <a:buChar char="»"/>
              <a:defRPr sz="2000" b="1">
                <a:solidFill>
                  <a:srgbClr val="01035B"/>
                </a:solidFill>
                <a:latin typeface="+mn-lt"/>
              </a:defRPr>
            </a:lvl7pPr>
            <a:lvl8pPr marL="3429000" indent="-228600" algn="l" rtl="0" fontAlgn="base">
              <a:spcBef>
                <a:spcPct val="20000"/>
              </a:spcBef>
              <a:spcAft>
                <a:spcPct val="0"/>
              </a:spcAft>
              <a:buClr>
                <a:srgbClr val="FF9900"/>
              </a:buClr>
              <a:buChar char="»"/>
              <a:defRPr sz="2000" b="1">
                <a:solidFill>
                  <a:srgbClr val="01035B"/>
                </a:solidFill>
                <a:latin typeface="+mn-lt"/>
              </a:defRPr>
            </a:lvl8pPr>
            <a:lvl9pPr marL="3886200" indent="-228600" algn="l" rtl="0" fontAlgn="base">
              <a:spcBef>
                <a:spcPct val="20000"/>
              </a:spcBef>
              <a:spcAft>
                <a:spcPct val="0"/>
              </a:spcAft>
              <a:buClr>
                <a:srgbClr val="FF9900"/>
              </a:buClr>
              <a:buChar char="»"/>
              <a:defRPr sz="2000" b="1">
                <a:solidFill>
                  <a:srgbClr val="01035B"/>
                </a:solidFill>
                <a:latin typeface="+mn-lt"/>
              </a:defRPr>
            </a:lvl9pPr>
          </a:lstStyle>
          <a:p>
            <a:pPr marL="514350" indent="-514350">
              <a:buAutoNum type="arabicPeriod"/>
              <a:defRPr/>
            </a:pPr>
            <a:r>
              <a:rPr lang="en-US" altLang="en-US" sz="2800" kern="0" dirty="0" smtClean="0"/>
              <a:t>MAIN </a:t>
            </a:r>
            <a:r>
              <a:rPr lang="en-US" altLang="en-US" sz="2800" kern="0" dirty="0"/>
              <a:t>FACTORS IMPACTING SUSTAINABILITY AND </a:t>
            </a:r>
            <a:r>
              <a:rPr lang="en-US" altLang="en-US" sz="2800" kern="0" dirty="0" smtClean="0"/>
              <a:t>HEALTH</a:t>
            </a:r>
            <a:endParaRPr lang="en-US" altLang="en-US" sz="2800" kern="0" dirty="0"/>
          </a:p>
          <a:p>
            <a:pPr marL="514350" indent="-514350">
              <a:buAutoNum type="arabicPeriod"/>
              <a:defRPr/>
            </a:pPr>
            <a:r>
              <a:rPr lang="en-US" altLang="en-US" sz="2800" kern="0" dirty="0" smtClean="0"/>
              <a:t>HEALTHY </a:t>
            </a:r>
            <a:r>
              <a:rPr lang="en-US" altLang="en-US" sz="2800" kern="0" dirty="0"/>
              <a:t>AND SUSTAINABLE </a:t>
            </a:r>
            <a:r>
              <a:rPr lang="en-US" altLang="en-US" sz="2800" kern="0" dirty="0" smtClean="0"/>
              <a:t>FOODS</a:t>
            </a:r>
          </a:p>
          <a:p>
            <a:pPr marL="514350" indent="-514350">
              <a:buAutoNum type="arabicPeriod"/>
              <a:defRPr/>
            </a:pPr>
            <a:r>
              <a:rPr lang="en-US" altLang="en-US" sz="2800" kern="0" dirty="0" smtClean="0"/>
              <a:t>LIFE </a:t>
            </a:r>
            <a:r>
              <a:rPr lang="en-US" altLang="en-US" sz="2800" kern="0" dirty="0"/>
              <a:t>CYCLE IMPACTS OF PRODUCTS (LCA)</a:t>
            </a:r>
          </a:p>
          <a:p>
            <a:pPr lvl="1">
              <a:buClr>
                <a:schemeClr val="accent5"/>
              </a:buClr>
              <a:buFont typeface="Wingdings" pitchFamily="2" charset="2"/>
              <a:buChar char="§"/>
              <a:defRPr/>
            </a:pPr>
            <a:r>
              <a:rPr lang="en-US" altLang="en-US" sz="2400" b="0" kern="0" dirty="0"/>
              <a:t>3.1 Introduction to LCA</a:t>
            </a:r>
          </a:p>
          <a:p>
            <a:pPr lvl="1">
              <a:buClr>
                <a:schemeClr val="accent5"/>
              </a:buClr>
              <a:buFont typeface="Wingdings" pitchFamily="2" charset="2"/>
              <a:buChar char="§"/>
              <a:defRPr/>
            </a:pPr>
            <a:r>
              <a:rPr lang="en-US" altLang="en-US" sz="2400" b="0" kern="0" dirty="0" smtClean="0">
                <a:solidFill>
                  <a:schemeClr val="accent5"/>
                </a:solidFill>
              </a:rPr>
              <a:t>3.2 Goal and scope definition</a:t>
            </a:r>
            <a:endParaRPr lang="en-US" altLang="en-US" sz="2400" b="0" kern="0" dirty="0">
              <a:solidFill>
                <a:schemeClr val="accent5"/>
              </a:solidFill>
            </a:endParaRPr>
          </a:p>
          <a:p>
            <a:pPr lvl="2">
              <a:buClr>
                <a:schemeClr val="accent5"/>
              </a:buClr>
              <a:buFont typeface="Wingdings" pitchFamily="2" charset="2"/>
              <a:buChar char="§"/>
              <a:defRPr/>
            </a:pPr>
            <a:r>
              <a:rPr lang="en-US" altLang="en-US" sz="2000" b="0" kern="0" dirty="0"/>
              <a:t>3.2.1 LCA goal definition</a:t>
            </a:r>
          </a:p>
          <a:p>
            <a:pPr lvl="2">
              <a:buClr>
                <a:schemeClr val="accent5"/>
              </a:buClr>
              <a:buFont typeface="Wingdings" pitchFamily="2" charset="2"/>
              <a:buChar char="§"/>
              <a:defRPr/>
            </a:pPr>
            <a:r>
              <a:rPr lang="en-US" altLang="en-US" sz="2000" b="0" kern="0" dirty="0"/>
              <a:t>3.2.2 Function and functional unit</a:t>
            </a:r>
          </a:p>
          <a:p>
            <a:pPr lvl="2">
              <a:buClr>
                <a:schemeClr val="accent5"/>
              </a:buClr>
              <a:buFont typeface="Wingdings" pitchFamily="2" charset="2"/>
              <a:buChar char="§"/>
              <a:defRPr/>
            </a:pPr>
            <a:r>
              <a:rPr lang="en-US" altLang="en-US" sz="2000" b="0" kern="0" dirty="0"/>
              <a:t>3.2.3 Building the product system and process tree</a:t>
            </a:r>
          </a:p>
          <a:p>
            <a:pPr lvl="2">
              <a:buClr>
                <a:schemeClr val="accent5"/>
              </a:buClr>
              <a:buFont typeface="Wingdings" pitchFamily="2" charset="2"/>
              <a:buChar char="§"/>
              <a:defRPr/>
            </a:pPr>
            <a:r>
              <a:rPr lang="en-US" altLang="en-US" sz="2000" b="0" kern="0" dirty="0">
                <a:solidFill>
                  <a:schemeClr val="accent5"/>
                </a:solidFill>
              </a:rPr>
              <a:t>3.2.4 </a:t>
            </a:r>
            <a:r>
              <a:rPr lang="en-US" altLang="en-US" sz="2000" b="0" kern="0" dirty="0" smtClean="0">
                <a:solidFill>
                  <a:schemeClr val="accent5"/>
                </a:solidFill>
              </a:rPr>
              <a:t>System boundaries</a:t>
            </a:r>
            <a:endParaRPr lang="en-US" altLang="en-US" sz="2000" b="0" kern="0" dirty="0">
              <a:solidFill>
                <a:schemeClr val="accent5"/>
              </a:solidFill>
            </a:endParaRPr>
          </a:p>
          <a:p>
            <a:pPr lvl="1">
              <a:buClr>
                <a:schemeClr val="accent5"/>
              </a:buClr>
              <a:buFont typeface="Wingdings" pitchFamily="2" charset="2"/>
              <a:buChar char="§"/>
              <a:defRPr/>
            </a:pPr>
            <a:r>
              <a:rPr lang="en-US" altLang="en-US" sz="2400" b="0" kern="0" dirty="0" smtClean="0"/>
              <a:t>3.3 Life </a:t>
            </a:r>
            <a:r>
              <a:rPr lang="en-US" altLang="en-US" sz="2400" b="0" kern="0" dirty="0"/>
              <a:t>cycle inventory</a:t>
            </a:r>
          </a:p>
          <a:p>
            <a:pPr lvl="1">
              <a:buClr>
                <a:schemeClr val="accent5"/>
              </a:buClr>
              <a:buFont typeface="Wingdings" pitchFamily="2" charset="2"/>
              <a:buChar char="§"/>
              <a:defRPr/>
            </a:pPr>
            <a:r>
              <a:rPr lang="en-US" altLang="en-US" sz="2400" b="0" kern="0" dirty="0" smtClean="0"/>
              <a:t>3.4 Life </a:t>
            </a:r>
            <a:r>
              <a:rPr lang="en-US" altLang="en-US" sz="2400" b="0" kern="0" dirty="0"/>
              <a:t>cycle impact assessment</a:t>
            </a:r>
          </a:p>
          <a:p>
            <a:pPr lvl="1">
              <a:buClr>
                <a:schemeClr val="accent5"/>
              </a:buClr>
              <a:buFont typeface="Wingdings" pitchFamily="2" charset="2"/>
              <a:buChar char="§"/>
              <a:defRPr/>
            </a:pPr>
            <a:r>
              <a:rPr lang="en-US" altLang="en-US" sz="2400" b="0" kern="0" dirty="0" smtClean="0"/>
              <a:t>3.5 Interpretation </a:t>
            </a:r>
            <a:endParaRPr lang="en-US" altLang="en-US" sz="2400" b="0" kern="0" dirty="0"/>
          </a:p>
          <a:p>
            <a:pPr lvl="1">
              <a:buClr>
                <a:schemeClr val="accent5"/>
              </a:buClr>
              <a:buFont typeface="Wingdings" pitchFamily="2" charset="2"/>
              <a:buChar char="§"/>
              <a:defRPr/>
            </a:pPr>
            <a:r>
              <a:rPr lang="en-US" altLang="en-US" sz="2400" b="0" kern="0" dirty="0" smtClean="0"/>
              <a:t>3.6 Impacts </a:t>
            </a:r>
            <a:r>
              <a:rPr lang="en-US" altLang="en-US" sz="2400" b="0" kern="0" dirty="0"/>
              <a:t>of fine particulate and chemicals in products</a:t>
            </a:r>
          </a:p>
          <a:p>
            <a:pPr marL="457200" lvl="1" indent="0">
              <a:buNone/>
              <a:defRPr/>
            </a:pPr>
            <a:endParaRPr lang="en-US" altLang="en-US" sz="600" b="0" kern="0" dirty="0"/>
          </a:p>
          <a:p>
            <a:pPr marL="0" indent="0">
              <a:buNone/>
              <a:defRPr/>
            </a:pPr>
            <a:r>
              <a:rPr lang="en-US" altLang="en-US" sz="2800" kern="0" dirty="0">
                <a:solidFill>
                  <a:schemeClr val="accent5"/>
                </a:solidFill>
              </a:rPr>
              <a:t>4. </a:t>
            </a:r>
            <a:r>
              <a:rPr lang="en-US" altLang="en-US" sz="2800" kern="0" dirty="0"/>
              <a:t>SUSTAINABLE </a:t>
            </a:r>
            <a:r>
              <a:rPr lang="en-US" altLang="en-US" sz="2800" kern="0" dirty="0" smtClean="0"/>
              <a:t>CONSUMPTION</a:t>
            </a:r>
            <a:endParaRPr lang="en-US" altLang="en-US" sz="2800" kern="0" dirty="0"/>
          </a:p>
        </p:txBody>
      </p:sp>
      <p:pic>
        <p:nvPicPr>
          <p:cNvPr id="6" name="Picture 5"/>
          <p:cNvPicPr>
            <a:picLocks noChangeAspect="1"/>
          </p:cNvPicPr>
          <p:nvPr/>
        </p:nvPicPr>
        <p:blipFill>
          <a:blip r:embed="rId2"/>
          <a:stretch>
            <a:fillRect/>
          </a:stretch>
        </p:blipFill>
        <p:spPr>
          <a:xfrm>
            <a:off x="1428077" y="3668969"/>
            <a:ext cx="1821180" cy="1150620"/>
          </a:xfrm>
          <a:prstGeom prst="rect">
            <a:avLst/>
          </a:prstGeom>
        </p:spPr>
      </p:pic>
      <p:pic>
        <p:nvPicPr>
          <p:cNvPr id="7" name="Picture 6"/>
          <p:cNvPicPr>
            <a:picLocks noChangeAspect="1"/>
          </p:cNvPicPr>
          <p:nvPr/>
        </p:nvPicPr>
        <p:blipFill>
          <a:blip r:embed="rId3"/>
          <a:stretch>
            <a:fillRect/>
          </a:stretch>
        </p:blipFill>
        <p:spPr>
          <a:xfrm>
            <a:off x="1458582" y="1901040"/>
            <a:ext cx="1859280" cy="1112520"/>
          </a:xfrm>
          <a:prstGeom prst="rect">
            <a:avLst/>
          </a:prstGeom>
        </p:spPr>
      </p:pic>
      <p:pic>
        <p:nvPicPr>
          <p:cNvPr id="8" name="Picture 7"/>
          <p:cNvPicPr>
            <a:picLocks noChangeAspect="1"/>
          </p:cNvPicPr>
          <p:nvPr/>
        </p:nvPicPr>
        <p:blipFill>
          <a:blip r:embed="rId4"/>
          <a:stretch>
            <a:fillRect/>
          </a:stretch>
        </p:blipFill>
        <p:spPr>
          <a:xfrm>
            <a:off x="1644837" y="5450869"/>
            <a:ext cx="1304657" cy="1280271"/>
          </a:xfrm>
          <a:prstGeom prst="rect">
            <a:avLst/>
          </a:prstGeom>
        </p:spPr>
      </p:pic>
      <p:pic>
        <p:nvPicPr>
          <p:cNvPr id="9" name="Picture 8"/>
          <p:cNvPicPr>
            <a:picLocks noChangeAspect="1"/>
          </p:cNvPicPr>
          <p:nvPr/>
        </p:nvPicPr>
        <p:blipFill>
          <a:blip r:embed="rId5"/>
          <a:stretch>
            <a:fillRect/>
          </a:stretch>
        </p:blipFill>
        <p:spPr>
          <a:xfrm>
            <a:off x="1622412" y="7362420"/>
            <a:ext cx="1531620" cy="1104900"/>
          </a:xfrm>
          <a:prstGeom prst="rect">
            <a:avLst/>
          </a:prstGeom>
        </p:spPr>
      </p:pic>
    </p:spTree>
    <p:extLst>
      <p:ext uri="{BB962C8B-B14F-4D97-AF65-F5344CB8AC3E}">
        <p14:creationId xmlns:p14="http://schemas.microsoft.com/office/powerpoint/2010/main" val="3497199759"/>
      </p:ext>
    </p:extLst>
  </p:cSld>
  <p:clrMapOvr>
    <a:masterClrMapping/>
  </p:clrMapOvr>
  <p:timing>
    <p:tnLst>
      <p:par>
        <p:cTn id="1" dur="indefinite" restart="never" nodeType="tmRoot"/>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7">
            <a:extLst>
              <a:ext uri="{FF2B5EF4-FFF2-40B4-BE49-F238E27FC236}">
                <a16:creationId xmlns:a16="http://schemas.microsoft.com/office/drawing/2014/main" id="{DCE93A83-2E66-F74F-A5CD-47D28E6C7BC3}"/>
              </a:ext>
            </a:extLst>
          </p:cNvPr>
          <p:cNvSpPr txBox="1">
            <a:spLocks/>
          </p:cNvSpPr>
          <p:nvPr/>
        </p:nvSpPr>
        <p:spPr>
          <a:xfrm>
            <a:off x="440871" y="5021568"/>
            <a:ext cx="14799129" cy="1718216"/>
          </a:xfrm>
          <a:prstGeom prst="rect">
            <a:avLst/>
          </a:prstGeom>
        </p:spPr>
        <p:txBody>
          <a:bodyPr anchor="t">
            <a:normAutofit/>
          </a:bodyPr>
          <a:lstStyle>
            <a:lvl1pPr algn="ctr" defTabSz="457200" rtl="0" eaLnBrk="1" latinLnBrk="0" hangingPunct="1">
              <a:spcBef>
                <a:spcPct val="0"/>
              </a:spcBef>
              <a:buNone/>
              <a:defRPr sz="4400" kern="1200">
                <a:solidFill>
                  <a:schemeClr val="tx1"/>
                </a:solidFill>
                <a:latin typeface="+mj-lt"/>
                <a:ea typeface="+mj-ea"/>
                <a:cs typeface="+mj-cs"/>
              </a:defRPr>
            </a:lvl1pPr>
          </a:lstStyle>
          <a:p>
            <a:pPr marL="0" marR="0" lvl="0" indent="0" algn="l" defTabSz="457200" rtl="0" eaLnBrk="1" fontAlgn="auto" latinLnBrk="0" hangingPunct="1">
              <a:lnSpc>
                <a:spcPct val="100000"/>
              </a:lnSpc>
              <a:spcBef>
                <a:spcPct val="0"/>
              </a:spcBef>
              <a:spcAft>
                <a:spcPts val="0"/>
              </a:spcAft>
              <a:buClrTx/>
              <a:buSzTx/>
              <a:buFontTx/>
              <a:buNone/>
              <a:tabLst/>
              <a:defRPr/>
            </a:pPr>
            <a:r>
              <a:rPr kumimoji="0" lang="en-US" sz="5400" b="1" i="0" u="none" strike="noStrike" kern="1200" cap="none" spc="0" normalizeH="0" baseline="0" noProof="0" dirty="0">
                <a:ln>
                  <a:noFill/>
                </a:ln>
                <a:solidFill>
                  <a:srgbClr val="00274C"/>
                </a:solidFill>
                <a:effectLst/>
                <a:uLnTx/>
                <a:uFillTx/>
                <a:latin typeface="Arial"/>
                <a:ea typeface="+mj-ea"/>
                <a:cs typeface="+mj-cs"/>
              </a:rPr>
              <a:t>System </a:t>
            </a:r>
            <a:r>
              <a:rPr kumimoji="0" lang="en-US" sz="5400" b="1" i="0" u="none" strike="noStrike" kern="1200" cap="none" spc="0" normalizeH="0" baseline="0" noProof="0" dirty="0" smtClean="0">
                <a:ln>
                  <a:noFill/>
                </a:ln>
                <a:solidFill>
                  <a:srgbClr val="00274C"/>
                </a:solidFill>
                <a:effectLst/>
                <a:uLnTx/>
                <a:uFillTx/>
                <a:latin typeface="Arial"/>
                <a:ea typeface="+mj-ea"/>
                <a:cs typeface="+mj-cs"/>
              </a:rPr>
              <a:t>Boundaries</a:t>
            </a:r>
          </a:p>
          <a:p>
            <a:pPr marL="0" marR="0" lvl="0" indent="0" algn="l" defTabSz="812810" rtl="0" eaLnBrk="1" fontAlgn="auto" latinLnBrk="0" hangingPunct="1">
              <a:lnSpc>
                <a:spcPct val="100000"/>
              </a:lnSpc>
              <a:spcBef>
                <a:spcPts val="0"/>
              </a:spcBef>
              <a:spcAft>
                <a:spcPts val="0"/>
              </a:spcAft>
              <a:buClrTx/>
              <a:buSzTx/>
              <a:buFontTx/>
              <a:buNone/>
              <a:tabLst/>
              <a:defRPr/>
            </a:pPr>
            <a:r>
              <a:rPr kumimoji="0" lang="en-US" altLang="en-US" sz="3600" b="1" i="0" u="none" strike="noStrike" kern="1200" cap="none" spc="0" normalizeH="0" baseline="0" noProof="0" dirty="0">
                <a:ln>
                  <a:noFill/>
                </a:ln>
                <a:solidFill>
                  <a:srgbClr val="D86018"/>
                </a:solidFill>
                <a:effectLst/>
                <a:uLnTx/>
                <a:uFillTx/>
                <a:latin typeface="Arial"/>
                <a:ea typeface="+mj-ea"/>
                <a:cs typeface="+mj-cs"/>
              </a:rPr>
              <a:t>Part </a:t>
            </a:r>
            <a:r>
              <a:rPr kumimoji="0" lang="en-US" altLang="en-US" sz="3600" b="1" i="0" u="none" strike="noStrike" kern="1200" cap="none" spc="0" normalizeH="0" baseline="0" noProof="0" dirty="0" smtClean="0">
                <a:ln>
                  <a:noFill/>
                </a:ln>
                <a:solidFill>
                  <a:srgbClr val="D86018"/>
                </a:solidFill>
                <a:effectLst/>
                <a:uLnTx/>
                <a:uFillTx/>
                <a:latin typeface="Arial"/>
                <a:ea typeface="+mj-ea"/>
                <a:cs typeface="+mj-cs"/>
              </a:rPr>
              <a:t>A – Fastfood counter example</a:t>
            </a:r>
            <a:endParaRPr kumimoji="0" lang="en-US" altLang="en-US" sz="3600" b="1" i="0" u="none" strike="noStrike" kern="1200" cap="none" spc="0" normalizeH="0" baseline="0" noProof="0" dirty="0">
              <a:ln>
                <a:noFill/>
              </a:ln>
              <a:solidFill>
                <a:srgbClr val="D86018"/>
              </a:solidFill>
              <a:effectLst/>
              <a:uLnTx/>
              <a:uFillTx/>
              <a:latin typeface="Arial"/>
              <a:ea typeface="+mj-ea"/>
              <a:cs typeface="+mj-cs"/>
            </a:endParaRPr>
          </a:p>
        </p:txBody>
      </p:sp>
      <p:sp>
        <p:nvSpPr>
          <p:cNvPr id="3" name="TextBox 2">
            <a:extLst>
              <a:ext uri="{FF2B5EF4-FFF2-40B4-BE49-F238E27FC236}">
                <a16:creationId xmlns:a16="http://schemas.microsoft.com/office/drawing/2014/main" id="{F70B5F09-AA9C-0C49-A705-E3ECF1BA7055}"/>
              </a:ext>
            </a:extLst>
          </p:cNvPr>
          <p:cNvSpPr txBox="1"/>
          <p:nvPr/>
        </p:nvSpPr>
        <p:spPr>
          <a:xfrm>
            <a:off x="440871" y="6790584"/>
            <a:ext cx="3021981" cy="477054"/>
          </a:xfrm>
          <a:prstGeom prst="rect">
            <a:avLst/>
          </a:prstGeom>
          <a:noFill/>
        </p:spPr>
        <p:txBody>
          <a:bodyPr wrap="none" rtlCol="0">
            <a:spAutoFit/>
          </a:bodyPr>
          <a:lstStyle/>
          <a:p>
            <a:pPr marL="0" marR="0" lvl="0" indent="0" algn="l" defTabSz="812810" rtl="0" eaLnBrk="1" fontAlgn="auto" latinLnBrk="0" hangingPunct="1">
              <a:lnSpc>
                <a:spcPct val="100000"/>
              </a:lnSpc>
              <a:spcBef>
                <a:spcPts val="0"/>
              </a:spcBef>
              <a:spcAft>
                <a:spcPts val="0"/>
              </a:spcAft>
              <a:buClrTx/>
              <a:buSzTx/>
              <a:buFontTx/>
              <a:buNone/>
              <a:tabLst/>
              <a:defRPr/>
            </a:pPr>
            <a:r>
              <a:rPr kumimoji="0" lang="en-US" sz="2500" b="1" i="0" u="none" strike="noStrike" kern="1200" cap="none" spc="0" normalizeH="0" baseline="0" noProof="0" dirty="0">
                <a:ln>
                  <a:noFill/>
                </a:ln>
                <a:solidFill>
                  <a:srgbClr val="00274C"/>
                </a:solidFill>
                <a:effectLst/>
                <a:uLnTx/>
                <a:uFillTx/>
                <a:latin typeface="Arial"/>
                <a:ea typeface="+mn-ea"/>
                <a:cs typeface="+mn-cs"/>
              </a:rPr>
              <a:t>Olivier Jolliet, PhD</a:t>
            </a:r>
            <a:endParaRPr kumimoji="0" lang="en-US" sz="2500" b="0" i="0" u="none" strike="noStrike" kern="1200" cap="none" spc="0" normalizeH="0" baseline="0" noProof="0" dirty="0">
              <a:ln>
                <a:noFill/>
              </a:ln>
              <a:solidFill>
                <a:srgbClr val="00274C"/>
              </a:solidFill>
              <a:effectLst/>
              <a:uLnTx/>
              <a:uFillTx/>
              <a:latin typeface="Arial"/>
              <a:ea typeface="+mn-ea"/>
              <a:cs typeface="+mn-cs"/>
            </a:endParaRPr>
          </a:p>
        </p:txBody>
      </p:sp>
    </p:spTree>
    <p:extLst>
      <p:ext uri="{BB962C8B-B14F-4D97-AF65-F5344CB8AC3E}">
        <p14:creationId xmlns:p14="http://schemas.microsoft.com/office/powerpoint/2010/main" val="3925051741"/>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8439A4-B037-4F4E-AFCE-96000C7C1237}"/>
              </a:ext>
            </a:extLst>
          </p:cNvPr>
          <p:cNvSpPr>
            <a:spLocks noGrp="1"/>
          </p:cNvSpPr>
          <p:nvPr>
            <p:ph type="title"/>
          </p:nvPr>
        </p:nvSpPr>
        <p:spPr/>
        <p:txBody>
          <a:bodyPr/>
          <a:lstStyle/>
          <a:p>
            <a:r>
              <a:rPr lang="en-US" dirty="0"/>
              <a:t>Learning Objectives</a:t>
            </a:r>
          </a:p>
        </p:txBody>
      </p:sp>
      <p:sp>
        <p:nvSpPr>
          <p:cNvPr id="45" name="Text Placeholder 2">
            <a:extLst>
              <a:ext uri="{FF2B5EF4-FFF2-40B4-BE49-F238E27FC236}">
                <a16:creationId xmlns:a16="http://schemas.microsoft.com/office/drawing/2014/main" id="{1C63FD6C-8B55-0A4A-A3F9-421E18D7D835}"/>
              </a:ext>
            </a:extLst>
          </p:cNvPr>
          <p:cNvSpPr>
            <a:spLocks noGrp="1"/>
          </p:cNvSpPr>
          <p:nvPr>
            <p:ph type="body" sz="quarter" idx="10"/>
          </p:nvPr>
        </p:nvSpPr>
        <p:spPr>
          <a:xfrm>
            <a:off x="880211" y="1783976"/>
            <a:ext cx="14630400" cy="5429624"/>
          </a:xfrm>
        </p:spPr>
        <p:txBody>
          <a:bodyPr>
            <a:normAutofit/>
          </a:bodyPr>
          <a:lstStyle/>
          <a:p>
            <a:pPr marL="693738" indent="-681038">
              <a:spcAft>
                <a:spcPts val="1200"/>
              </a:spcAft>
              <a:buClr>
                <a:schemeClr val="accent1"/>
              </a:buClr>
              <a:buFont typeface="Arial Bold"/>
              <a:buChar char="►"/>
            </a:pPr>
            <a:r>
              <a:rPr lang="en-US" altLang="en-US" dirty="0"/>
              <a:t>Define consistent system boundaries based on the product service and function, more specifically</a:t>
            </a:r>
          </a:p>
          <a:p>
            <a:pPr marL="1150938" lvl="1" indent="-681038">
              <a:spcAft>
                <a:spcPts val="1200"/>
              </a:spcAft>
              <a:buClr>
                <a:schemeClr val="accent1"/>
              </a:buClr>
              <a:buFont typeface="Arial Bold"/>
              <a:buChar char="►"/>
            </a:pPr>
            <a:r>
              <a:rPr lang="en-US" altLang="en-US" dirty="0">
                <a:solidFill>
                  <a:schemeClr val="tx2"/>
                </a:solidFill>
              </a:rPr>
              <a:t>Identify potential biases in system boundaries</a:t>
            </a:r>
          </a:p>
          <a:p>
            <a:pPr marL="1150938" lvl="1" indent="-681038">
              <a:spcAft>
                <a:spcPts val="1200"/>
              </a:spcAft>
              <a:buClr>
                <a:schemeClr val="accent1"/>
              </a:buClr>
              <a:buFont typeface="Arial Bold"/>
              <a:buChar char="►"/>
            </a:pPr>
            <a:r>
              <a:rPr lang="en-US" altLang="en-US" dirty="0">
                <a:solidFill>
                  <a:schemeClr val="tx2"/>
                </a:solidFill>
              </a:rPr>
              <a:t>Determine rules for good practice in defining system boundaries</a:t>
            </a:r>
          </a:p>
          <a:p>
            <a:pPr marL="1150938" lvl="1" indent="-681038">
              <a:spcAft>
                <a:spcPts val="1200"/>
              </a:spcAft>
              <a:buClr>
                <a:schemeClr val="accent1"/>
              </a:buClr>
              <a:buFont typeface="Arial Bold"/>
              <a:buChar char="►"/>
            </a:pPr>
            <a:r>
              <a:rPr lang="en-US" altLang="en-US" dirty="0">
                <a:solidFill>
                  <a:schemeClr val="tx2"/>
                </a:solidFill>
              </a:rPr>
              <a:t>Check whether and under which conditions processes common </a:t>
            </a:r>
            <a:br>
              <a:rPr lang="en-US" altLang="en-US" dirty="0">
                <a:solidFill>
                  <a:schemeClr val="tx2"/>
                </a:solidFill>
              </a:rPr>
            </a:br>
            <a:r>
              <a:rPr lang="en-US" altLang="en-US" dirty="0">
                <a:solidFill>
                  <a:schemeClr val="tx2"/>
                </a:solidFill>
              </a:rPr>
              <a:t>to different scenarios can be excluded from the boundaries</a:t>
            </a:r>
          </a:p>
          <a:p>
            <a:pPr marL="693738" indent="-681038">
              <a:spcAft>
                <a:spcPts val="3200"/>
              </a:spcAft>
              <a:buClr>
                <a:schemeClr val="accent1"/>
              </a:buClr>
              <a:buFont typeface="Arial Bold"/>
              <a:buChar char="►"/>
            </a:pPr>
            <a:endParaRPr lang="en-US" dirty="0"/>
          </a:p>
          <a:p>
            <a:pPr marL="693738" indent="-681038">
              <a:spcAft>
                <a:spcPts val="3200"/>
              </a:spcAft>
              <a:buClr>
                <a:schemeClr val="accent1"/>
              </a:buClr>
              <a:buFont typeface="Arial Bold"/>
              <a:buChar char="►"/>
            </a:pPr>
            <a:endParaRPr lang="en-US" altLang="en-US" dirty="0"/>
          </a:p>
          <a:p>
            <a:pPr marL="693738" indent="-681038">
              <a:spcAft>
                <a:spcPts val="3200"/>
              </a:spcAft>
              <a:buClr>
                <a:schemeClr val="accent1"/>
              </a:buClr>
              <a:buFont typeface="Arial Bold"/>
              <a:buChar char="►"/>
            </a:pPr>
            <a:endParaRPr lang="en-US" dirty="0"/>
          </a:p>
        </p:txBody>
      </p:sp>
    </p:spTree>
    <p:extLst>
      <p:ext uri="{BB962C8B-B14F-4D97-AF65-F5344CB8AC3E}">
        <p14:creationId xmlns:p14="http://schemas.microsoft.com/office/powerpoint/2010/main" val="1957148034"/>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 name="Rectangle 33">
            <a:extLst>
              <a:ext uri="{FF2B5EF4-FFF2-40B4-BE49-F238E27FC236}">
                <a16:creationId xmlns:a16="http://schemas.microsoft.com/office/drawing/2014/main" id="{D23D4340-A80A-C442-9513-2A5967166A6F}"/>
              </a:ext>
            </a:extLst>
          </p:cNvPr>
          <p:cNvSpPr/>
          <p:nvPr/>
        </p:nvSpPr>
        <p:spPr>
          <a:xfrm>
            <a:off x="1032255" y="1553590"/>
            <a:ext cx="14412453" cy="2579810"/>
          </a:xfrm>
          <a:prstGeom prst="rect">
            <a:avLst/>
          </a:prstGeom>
          <a:solidFill>
            <a:schemeClr val="bg1"/>
          </a:solidFill>
          <a:ln w="31750">
            <a:solidFill>
              <a:schemeClr val="accent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812810" rtl="0" eaLnBrk="1" fontAlgn="auto" latinLnBrk="0" hangingPunct="1">
              <a:lnSpc>
                <a:spcPct val="100000"/>
              </a:lnSpc>
              <a:spcBef>
                <a:spcPts val="0"/>
              </a:spcBef>
              <a:spcAft>
                <a:spcPts val="0"/>
              </a:spcAft>
              <a:buClrTx/>
              <a:buSzTx/>
              <a:buFontTx/>
              <a:buNone/>
              <a:tabLst/>
              <a:defRPr/>
            </a:pPr>
            <a:endParaRPr kumimoji="0" lang="en-US" sz="3200" b="0" i="0" u="none" strike="noStrike" kern="1200" cap="none" spc="0" normalizeH="0" baseline="0" noProof="0">
              <a:ln>
                <a:noFill/>
              </a:ln>
              <a:solidFill>
                <a:prstClr val="white"/>
              </a:solidFill>
              <a:effectLst/>
              <a:uLnTx/>
              <a:uFillTx/>
              <a:latin typeface="Arial" panose="020B0604020202020204"/>
              <a:ea typeface="+mn-ea"/>
              <a:cs typeface="+mn-cs"/>
            </a:endParaRPr>
          </a:p>
        </p:txBody>
      </p:sp>
      <p:sp>
        <p:nvSpPr>
          <p:cNvPr id="7" name="Rectangle 6">
            <a:extLst>
              <a:ext uri="{FF2B5EF4-FFF2-40B4-BE49-F238E27FC236}">
                <a16:creationId xmlns:a16="http://schemas.microsoft.com/office/drawing/2014/main" id="{506DC0D5-764D-5548-869F-35B239D616AB}"/>
              </a:ext>
            </a:extLst>
          </p:cNvPr>
          <p:cNvSpPr/>
          <p:nvPr/>
        </p:nvSpPr>
        <p:spPr>
          <a:xfrm>
            <a:off x="2303362" y="4703240"/>
            <a:ext cx="3112832" cy="584775"/>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t"/>
          <a:lstStyle/>
          <a:p>
            <a:pPr marL="0" marR="0" lvl="0" indent="0" algn="ctr" defTabSz="812810" rtl="0" eaLnBrk="1" fontAlgn="auto" latinLnBrk="0" hangingPunct="1">
              <a:lnSpc>
                <a:spcPct val="100000"/>
              </a:lnSpc>
              <a:spcBef>
                <a:spcPts val="0"/>
              </a:spcBef>
              <a:spcAft>
                <a:spcPts val="0"/>
              </a:spcAft>
              <a:buClrTx/>
              <a:buSzTx/>
              <a:buFontTx/>
              <a:buNone/>
              <a:tabLst/>
              <a:defRPr/>
            </a:pPr>
            <a:r>
              <a:rPr kumimoji="0" lang="en-US" altLang="en-US" sz="2800" b="1" i="0" u="none" strike="noStrike" kern="1200" cap="none" spc="0" normalizeH="0" baseline="0" noProof="1">
                <a:ln>
                  <a:noFill/>
                </a:ln>
                <a:solidFill>
                  <a:prstClr val="white"/>
                </a:solidFill>
                <a:effectLst/>
                <a:uLnTx/>
                <a:uFillTx/>
                <a:latin typeface="Arial" panose="020B0604020202020204"/>
                <a:ea typeface="+mn-ea"/>
                <a:cs typeface="+mn-cs"/>
              </a:rPr>
              <a:t>6x less energy</a:t>
            </a:r>
          </a:p>
        </p:txBody>
      </p:sp>
      <p:sp>
        <p:nvSpPr>
          <p:cNvPr id="2" name="Title 1">
            <a:extLst>
              <a:ext uri="{FF2B5EF4-FFF2-40B4-BE49-F238E27FC236}">
                <a16:creationId xmlns:a16="http://schemas.microsoft.com/office/drawing/2014/main" id="{FD8439A4-B037-4F4E-AFCE-96000C7C1237}"/>
              </a:ext>
            </a:extLst>
          </p:cNvPr>
          <p:cNvSpPr>
            <a:spLocks noGrp="1"/>
          </p:cNvSpPr>
          <p:nvPr>
            <p:ph type="title"/>
          </p:nvPr>
        </p:nvSpPr>
        <p:spPr>
          <a:xfrm>
            <a:off x="812880" y="279400"/>
            <a:ext cx="15444708" cy="870385"/>
          </a:xfrm>
        </p:spPr>
        <p:txBody>
          <a:bodyPr/>
          <a:lstStyle/>
          <a:p>
            <a:r>
              <a:rPr lang="en-US" altLang="en-US" noProof="1"/>
              <a:t>Fastfood (counter-) example</a:t>
            </a:r>
            <a:endParaRPr lang="en-US" dirty="0">
              <a:solidFill>
                <a:schemeClr val="tx2"/>
              </a:solidFill>
            </a:endParaRPr>
          </a:p>
        </p:txBody>
      </p:sp>
      <p:pic>
        <p:nvPicPr>
          <p:cNvPr id="4" name="Picture 3">
            <a:extLst>
              <a:ext uri="{FF2B5EF4-FFF2-40B4-BE49-F238E27FC236}">
                <a16:creationId xmlns:a16="http://schemas.microsoft.com/office/drawing/2014/main" id="{A298F9BA-2332-7F43-A0F7-8F14AB825130}"/>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1175602" y="4446887"/>
            <a:ext cx="1015206" cy="1015206"/>
          </a:xfrm>
          <a:prstGeom prst="rect">
            <a:avLst/>
          </a:prstGeom>
        </p:spPr>
      </p:pic>
      <p:sp>
        <p:nvSpPr>
          <p:cNvPr id="35" name="Rectangle 34">
            <a:extLst>
              <a:ext uri="{FF2B5EF4-FFF2-40B4-BE49-F238E27FC236}">
                <a16:creationId xmlns:a16="http://schemas.microsoft.com/office/drawing/2014/main" id="{84992269-8739-C14D-824D-FB7C6FE6A631}"/>
              </a:ext>
            </a:extLst>
          </p:cNvPr>
          <p:cNvSpPr/>
          <p:nvPr/>
        </p:nvSpPr>
        <p:spPr>
          <a:xfrm>
            <a:off x="7187878" y="4703240"/>
            <a:ext cx="3112832" cy="584775"/>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t"/>
          <a:lstStyle/>
          <a:p>
            <a:pPr marL="0" marR="0" lvl="0" indent="0" algn="ctr" defTabSz="812810" rtl="0" eaLnBrk="1" fontAlgn="auto" latinLnBrk="0" hangingPunct="1">
              <a:lnSpc>
                <a:spcPct val="100000"/>
              </a:lnSpc>
              <a:spcBef>
                <a:spcPts val="0"/>
              </a:spcBef>
              <a:spcAft>
                <a:spcPts val="0"/>
              </a:spcAft>
              <a:buClrTx/>
              <a:buSzTx/>
              <a:buFontTx/>
              <a:buNone/>
              <a:tabLst/>
              <a:defRPr/>
            </a:pPr>
            <a:r>
              <a:rPr kumimoji="0" lang="en-US" altLang="en-US" sz="2800" b="1" i="0" u="none" strike="noStrike" kern="1200" cap="none" spc="0" normalizeH="0" baseline="0" noProof="1">
                <a:ln>
                  <a:noFill/>
                </a:ln>
                <a:solidFill>
                  <a:prstClr val="white"/>
                </a:solidFill>
                <a:effectLst/>
                <a:uLnTx/>
                <a:uFillTx/>
                <a:latin typeface="Arial" panose="020B0604020202020204"/>
                <a:ea typeface="+mn-ea"/>
                <a:cs typeface="+mn-cs"/>
              </a:rPr>
              <a:t>7x less water</a:t>
            </a:r>
          </a:p>
        </p:txBody>
      </p:sp>
      <p:sp>
        <p:nvSpPr>
          <p:cNvPr id="37" name="Rectangle 36">
            <a:extLst>
              <a:ext uri="{FF2B5EF4-FFF2-40B4-BE49-F238E27FC236}">
                <a16:creationId xmlns:a16="http://schemas.microsoft.com/office/drawing/2014/main" id="{D0E39F74-610F-A746-8CEF-A3505A1943A7}"/>
              </a:ext>
            </a:extLst>
          </p:cNvPr>
          <p:cNvSpPr/>
          <p:nvPr/>
        </p:nvSpPr>
        <p:spPr>
          <a:xfrm>
            <a:off x="12331876" y="4703240"/>
            <a:ext cx="3112832" cy="584775"/>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t"/>
          <a:lstStyle/>
          <a:p>
            <a:pPr marL="0" marR="0" lvl="0" indent="0" algn="ctr" defTabSz="812810" rtl="0" eaLnBrk="1" fontAlgn="auto" latinLnBrk="0" hangingPunct="1">
              <a:lnSpc>
                <a:spcPct val="100000"/>
              </a:lnSpc>
              <a:spcBef>
                <a:spcPts val="0"/>
              </a:spcBef>
              <a:spcAft>
                <a:spcPts val="0"/>
              </a:spcAft>
              <a:buClrTx/>
              <a:buSzTx/>
              <a:buFontTx/>
              <a:buNone/>
              <a:tabLst/>
              <a:defRPr/>
            </a:pPr>
            <a:r>
              <a:rPr kumimoji="0" lang="en-US" altLang="en-US" sz="2800" b="1" i="0" u="none" strike="noStrike" kern="1200" cap="none" spc="0" normalizeH="0" baseline="0" noProof="1">
                <a:ln>
                  <a:noFill/>
                </a:ln>
                <a:solidFill>
                  <a:prstClr val="white"/>
                </a:solidFill>
                <a:effectLst/>
                <a:uLnTx/>
                <a:uFillTx/>
                <a:latin typeface="Arial" panose="020B0604020202020204"/>
                <a:ea typeface="+mn-ea"/>
                <a:cs typeface="+mn-cs"/>
              </a:rPr>
              <a:t>5x less waste</a:t>
            </a:r>
          </a:p>
        </p:txBody>
      </p:sp>
      <p:pic>
        <p:nvPicPr>
          <p:cNvPr id="39" name="Picture 38">
            <a:extLst>
              <a:ext uri="{FF2B5EF4-FFF2-40B4-BE49-F238E27FC236}">
                <a16:creationId xmlns:a16="http://schemas.microsoft.com/office/drawing/2014/main" id="{C618408F-9F9F-9948-8FBE-16CF40AD76B1}"/>
              </a:ext>
            </a:extLst>
          </p:cNvPr>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flipH="1">
            <a:off x="6100541" y="4577428"/>
            <a:ext cx="974783" cy="877304"/>
          </a:xfrm>
          <a:prstGeom prst="rect">
            <a:avLst/>
          </a:prstGeom>
        </p:spPr>
      </p:pic>
      <p:pic>
        <p:nvPicPr>
          <p:cNvPr id="40" name="Picture 39">
            <a:extLst>
              <a:ext uri="{FF2B5EF4-FFF2-40B4-BE49-F238E27FC236}">
                <a16:creationId xmlns:a16="http://schemas.microsoft.com/office/drawing/2014/main" id="{8131D0FA-0C9E-BD44-983A-D985CA2E9A77}"/>
              </a:ext>
            </a:extLst>
          </p:cNvPr>
          <p:cNvPicPr>
            <a:picLocks noChangeAspect="1"/>
          </p:cNvPicPr>
          <p:nvPr/>
        </p:nvPicPr>
        <p:blipFill>
          <a:blip r:embed="rId5" cstate="screen">
            <a:extLst>
              <a:ext uri="{28A0092B-C50C-407E-A947-70E740481C1C}">
                <a14:useLocalDpi xmlns:a14="http://schemas.microsoft.com/office/drawing/2010/main"/>
              </a:ext>
            </a:extLst>
          </a:blip>
          <a:stretch>
            <a:fillRect/>
          </a:stretch>
        </p:blipFill>
        <p:spPr>
          <a:xfrm>
            <a:off x="11387202" y="4450880"/>
            <a:ext cx="808970" cy="1011213"/>
          </a:xfrm>
          <a:prstGeom prst="rect">
            <a:avLst/>
          </a:prstGeom>
        </p:spPr>
      </p:pic>
      <p:pic>
        <p:nvPicPr>
          <p:cNvPr id="41" name="Picture 40">
            <a:extLst>
              <a:ext uri="{FF2B5EF4-FFF2-40B4-BE49-F238E27FC236}">
                <a16:creationId xmlns:a16="http://schemas.microsoft.com/office/drawing/2014/main" id="{4F7352D1-E620-6C4C-BA93-41822A28168C}"/>
              </a:ext>
            </a:extLst>
          </p:cNvPr>
          <p:cNvPicPr>
            <a:picLocks noChangeAspect="1"/>
          </p:cNvPicPr>
          <p:nvPr/>
        </p:nvPicPr>
        <p:blipFill>
          <a:blip r:embed="rId6"/>
          <a:stretch>
            <a:fillRect/>
          </a:stretch>
        </p:blipFill>
        <p:spPr>
          <a:xfrm>
            <a:off x="1086820" y="5948233"/>
            <a:ext cx="4329374" cy="1511345"/>
          </a:xfrm>
          <a:prstGeom prst="rect">
            <a:avLst/>
          </a:prstGeom>
        </p:spPr>
      </p:pic>
      <p:pic>
        <p:nvPicPr>
          <p:cNvPr id="42" name="Picture 41">
            <a:extLst>
              <a:ext uri="{FF2B5EF4-FFF2-40B4-BE49-F238E27FC236}">
                <a16:creationId xmlns:a16="http://schemas.microsoft.com/office/drawing/2014/main" id="{0272EA41-CB7E-7049-B726-26EE214524A1}"/>
              </a:ext>
            </a:extLst>
          </p:cNvPr>
          <p:cNvPicPr>
            <a:picLocks noChangeAspect="1"/>
          </p:cNvPicPr>
          <p:nvPr/>
        </p:nvPicPr>
        <p:blipFill>
          <a:blip r:embed="rId7"/>
          <a:stretch>
            <a:fillRect/>
          </a:stretch>
        </p:blipFill>
        <p:spPr>
          <a:xfrm>
            <a:off x="6102142" y="5691820"/>
            <a:ext cx="4272677" cy="1755682"/>
          </a:xfrm>
          <a:prstGeom prst="rect">
            <a:avLst/>
          </a:prstGeom>
        </p:spPr>
      </p:pic>
      <p:pic>
        <p:nvPicPr>
          <p:cNvPr id="43" name="Picture 42">
            <a:extLst>
              <a:ext uri="{FF2B5EF4-FFF2-40B4-BE49-F238E27FC236}">
                <a16:creationId xmlns:a16="http://schemas.microsoft.com/office/drawing/2014/main" id="{043F4C83-7CC4-EA49-A4E3-551172AAEF1F}"/>
              </a:ext>
            </a:extLst>
          </p:cNvPr>
          <p:cNvPicPr>
            <a:picLocks noChangeAspect="1"/>
          </p:cNvPicPr>
          <p:nvPr/>
        </p:nvPicPr>
        <p:blipFill>
          <a:blip r:embed="rId8"/>
          <a:stretch>
            <a:fillRect/>
          </a:stretch>
        </p:blipFill>
        <p:spPr>
          <a:xfrm>
            <a:off x="11149927" y="5948233"/>
            <a:ext cx="4294781" cy="1499269"/>
          </a:xfrm>
          <a:prstGeom prst="rect">
            <a:avLst/>
          </a:prstGeom>
        </p:spPr>
      </p:pic>
      <p:pic>
        <p:nvPicPr>
          <p:cNvPr id="45" name="Picture 44">
            <a:extLst>
              <a:ext uri="{FF2B5EF4-FFF2-40B4-BE49-F238E27FC236}">
                <a16:creationId xmlns:a16="http://schemas.microsoft.com/office/drawing/2014/main" id="{6E9D6517-8F55-BA47-A649-D6631AED1FA8}"/>
              </a:ext>
            </a:extLst>
          </p:cNvPr>
          <p:cNvPicPr>
            <a:picLocks noChangeAspect="1"/>
          </p:cNvPicPr>
          <p:nvPr/>
        </p:nvPicPr>
        <p:blipFill>
          <a:blip r:embed="rId9" cstate="screen">
            <a:extLst>
              <a:ext uri="{28A0092B-C50C-407E-A947-70E740481C1C}">
                <a14:useLocalDpi xmlns:a14="http://schemas.microsoft.com/office/drawing/2010/main"/>
              </a:ext>
            </a:extLst>
          </a:blip>
          <a:stretch>
            <a:fillRect/>
          </a:stretch>
        </p:blipFill>
        <p:spPr>
          <a:xfrm>
            <a:off x="1234730" y="1866073"/>
            <a:ext cx="2920745" cy="1946459"/>
          </a:xfrm>
          <a:prstGeom prst="rect">
            <a:avLst/>
          </a:prstGeom>
        </p:spPr>
      </p:pic>
      <p:pic>
        <p:nvPicPr>
          <p:cNvPr id="47" name="Picture 46">
            <a:extLst>
              <a:ext uri="{FF2B5EF4-FFF2-40B4-BE49-F238E27FC236}">
                <a16:creationId xmlns:a16="http://schemas.microsoft.com/office/drawing/2014/main" id="{292AC7AF-4665-4A45-8A86-E80602EC6E60}"/>
              </a:ext>
            </a:extLst>
          </p:cNvPr>
          <p:cNvPicPr>
            <a:picLocks noChangeAspect="1"/>
          </p:cNvPicPr>
          <p:nvPr/>
        </p:nvPicPr>
        <p:blipFill>
          <a:blip r:embed="rId10" cstate="screen">
            <a:extLst>
              <a:ext uri="{28A0092B-C50C-407E-A947-70E740481C1C}">
                <a14:useLocalDpi xmlns:a14="http://schemas.microsoft.com/office/drawing/2010/main"/>
              </a:ext>
            </a:extLst>
          </a:blip>
          <a:stretch>
            <a:fillRect/>
          </a:stretch>
        </p:blipFill>
        <p:spPr>
          <a:xfrm>
            <a:off x="12031580" y="1719625"/>
            <a:ext cx="3171334" cy="2115034"/>
          </a:xfrm>
          <a:prstGeom prst="rect">
            <a:avLst/>
          </a:prstGeom>
        </p:spPr>
      </p:pic>
      <p:sp>
        <p:nvSpPr>
          <p:cNvPr id="28" name="Text Box 4">
            <a:extLst>
              <a:ext uri="{FF2B5EF4-FFF2-40B4-BE49-F238E27FC236}">
                <a16:creationId xmlns:a16="http://schemas.microsoft.com/office/drawing/2014/main" id="{E5A78191-9FA7-984C-ADF8-AADEE39BADBF}"/>
              </a:ext>
            </a:extLst>
          </p:cNvPr>
          <p:cNvSpPr txBox="1">
            <a:spLocks noChangeArrowheads="1"/>
          </p:cNvSpPr>
          <p:nvPr/>
        </p:nvSpPr>
        <p:spPr bwMode="auto">
          <a:xfrm>
            <a:off x="3843389" y="1912558"/>
            <a:ext cx="8677466" cy="18158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square">
            <a:spAutoFit/>
          </a:bodyPr>
          <a:lstStyle>
            <a:lvl1pPr>
              <a:spcBef>
                <a:spcPct val="20000"/>
              </a:spcBef>
              <a:buClr>
                <a:srgbClr val="FF9900"/>
              </a:buClr>
              <a:buChar char="•"/>
              <a:defRPr sz="3200" b="1">
                <a:solidFill>
                  <a:srgbClr val="01035B"/>
                </a:solidFill>
                <a:latin typeface="Arial" panose="020B0604020202020204" pitchFamily="34" charset="0"/>
              </a:defRPr>
            </a:lvl1pPr>
            <a:lvl2pPr marL="742950" indent="-285750">
              <a:spcBef>
                <a:spcPct val="20000"/>
              </a:spcBef>
              <a:buClr>
                <a:srgbClr val="FF9900"/>
              </a:buClr>
              <a:buChar char="–"/>
              <a:defRPr sz="2800" b="1">
                <a:solidFill>
                  <a:srgbClr val="01035B"/>
                </a:solidFill>
                <a:latin typeface="Arial" panose="020B0604020202020204" pitchFamily="34" charset="0"/>
              </a:defRPr>
            </a:lvl2pPr>
            <a:lvl3pPr marL="1143000" indent="-228600">
              <a:spcBef>
                <a:spcPct val="20000"/>
              </a:spcBef>
              <a:buClr>
                <a:srgbClr val="FF9900"/>
              </a:buClr>
              <a:buChar char="•"/>
              <a:defRPr sz="2400" b="1">
                <a:solidFill>
                  <a:srgbClr val="01035B"/>
                </a:solidFill>
                <a:latin typeface="Arial" panose="020B0604020202020204" pitchFamily="34" charset="0"/>
              </a:defRPr>
            </a:lvl3pPr>
            <a:lvl4pPr marL="1600200" indent="-228600">
              <a:spcBef>
                <a:spcPct val="20000"/>
              </a:spcBef>
              <a:buClr>
                <a:srgbClr val="FF9900"/>
              </a:buClr>
              <a:buChar char="–"/>
              <a:defRPr sz="2000" b="1">
                <a:solidFill>
                  <a:srgbClr val="01035B"/>
                </a:solidFill>
                <a:latin typeface="Arial" panose="020B0604020202020204" pitchFamily="34" charset="0"/>
              </a:defRPr>
            </a:lvl4pPr>
            <a:lvl5pPr marL="2057400" indent="-228600">
              <a:spcBef>
                <a:spcPct val="20000"/>
              </a:spcBef>
              <a:buClr>
                <a:srgbClr val="FF9900"/>
              </a:buClr>
              <a:buChar char="»"/>
              <a:defRPr sz="2000" b="1">
                <a:solidFill>
                  <a:srgbClr val="01035B"/>
                </a:solidFill>
                <a:latin typeface="Arial" panose="020B0604020202020204" pitchFamily="34" charset="0"/>
              </a:defRPr>
            </a:lvl5pPr>
            <a:lvl6pPr marL="25146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6pPr>
            <a:lvl7pPr marL="29718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7pPr>
            <a:lvl8pPr marL="34290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8pPr>
            <a:lvl9pPr marL="38862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9pPr>
          </a:lstStyle>
          <a:p>
            <a:pPr marL="0" marR="0" lvl="0" indent="0" algn="ctr" defTabSz="812810" rtl="0" eaLnBrk="1" fontAlgn="auto" latinLnBrk="0" hangingPunct="1">
              <a:lnSpc>
                <a:spcPct val="100000"/>
              </a:lnSpc>
              <a:spcBef>
                <a:spcPct val="0"/>
              </a:spcBef>
              <a:spcAft>
                <a:spcPts val="0"/>
              </a:spcAft>
              <a:buClrTx/>
              <a:buSzTx/>
              <a:buFontTx/>
              <a:buNone/>
              <a:tabLst/>
              <a:defRPr/>
            </a:pPr>
            <a:r>
              <a:rPr kumimoji="0" lang="en-US" altLang="en-US" sz="2800" b="0" i="0" u="none" strike="noStrike" kern="1200" cap="none" spc="0" normalizeH="0" baseline="0" noProof="1">
                <a:ln>
                  <a:noFill/>
                </a:ln>
                <a:solidFill>
                  <a:srgbClr val="D86018"/>
                </a:solidFill>
                <a:effectLst/>
                <a:uLnTx/>
                <a:uFillTx/>
                <a:latin typeface="Arial" panose="020B0604020202020204" pitchFamily="34" charset="0"/>
                <a:ea typeface="+mn-ea"/>
                <a:cs typeface="+mn-cs"/>
              </a:rPr>
              <a:t>According to a consultant working for a main fast food company </a:t>
            </a:r>
            <a:r>
              <a:rPr kumimoji="0" lang="en-US" altLang="en-US" sz="2800" b="0" i="1" u="none" strike="noStrike" kern="1200" cap="none" spc="0" normalizeH="0" baseline="0" noProof="1">
                <a:ln>
                  <a:noFill/>
                </a:ln>
                <a:solidFill>
                  <a:srgbClr val="D86018"/>
                </a:solidFill>
                <a:effectLst/>
                <a:uLnTx/>
                <a:uFillTx/>
                <a:latin typeface="Arial" panose="020B0604020202020204" pitchFamily="34" charset="0"/>
                <a:ea typeface="+mn-ea"/>
                <a:cs typeface="+mn-cs"/>
              </a:rPr>
              <a:t>“Fast food take-away restaurant </a:t>
            </a:r>
          </a:p>
          <a:p>
            <a:pPr marL="0" marR="0" lvl="0" indent="0" algn="ctr" defTabSz="812810" rtl="0" eaLnBrk="1" fontAlgn="auto" latinLnBrk="0" hangingPunct="1">
              <a:lnSpc>
                <a:spcPct val="100000"/>
              </a:lnSpc>
              <a:spcBef>
                <a:spcPct val="0"/>
              </a:spcBef>
              <a:spcAft>
                <a:spcPts val="0"/>
              </a:spcAft>
              <a:buClrTx/>
              <a:buSzTx/>
              <a:buFontTx/>
              <a:buNone/>
              <a:tabLst/>
              <a:defRPr/>
            </a:pPr>
            <a:r>
              <a:rPr kumimoji="0" lang="en-US" altLang="en-US" sz="2800" b="0" i="1" u="none" strike="noStrike" kern="1200" cap="none" spc="0" normalizeH="0" baseline="0" noProof="1">
                <a:ln>
                  <a:noFill/>
                </a:ln>
                <a:solidFill>
                  <a:srgbClr val="D86018"/>
                </a:solidFill>
                <a:effectLst/>
                <a:uLnTx/>
                <a:uFillTx/>
                <a:latin typeface="Arial" panose="020B0604020202020204" pitchFamily="34" charset="0"/>
                <a:ea typeface="+mn-ea"/>
                <a:cs typeface="+mn-cs"/>
              </a:rPr>
              <a:t>proves </a:t>
            </a:r>
            <a:r>
              <a:rPr kumimoji="0" lang="en-US" altLang="en-US" sz="2800" b="0" i="1" u="none" strike="noStrike" kern="1200" cap="none" spc="0" normalizeH="0" baseline="0" noProof="0" dirty="0">
                <a:ln>
                  <a:noFill/>
                </a:ln>
                <a:solidFill>
                  <a:srgbClr val="D86018"/>
                </a:solidFill>
                <a:effectLst/>
                <a:uLnTx/>
                <a:uFillTx/>
                <a:latin typeface="Arial" panose="020B0604020202020204" pitchFamily="34" charset="0"/>
                <a:ea typeface="+mn-ea"/>
                <a:cs typeface="+mn-cs"/>
              </a:rPr>
              <a:t>to be </a:t>
            </a:r>
            <a:r>
              <a:rPr kumimoji="0" lang="en-US" altLang="en-US" sz="2800" b="0" i="1" u="none" strike="noStrike" kern="1200" cap="none" spc="0" normalizeH="0" baseline="0" noProof="1">
                <a:ln>
                  <a:noFill/>
                </a:ln>
                <a:solidFill>
                  <a:srgbClr val="D86018"/>
                </a:solidFill>
                <a:effectLst/>
                <a:uLnTx/>
                <a:uFillTx/>
                <a:latin typeface="Arial" panose="020B0604020202020204" pitchFamily="34" charset="0"/>
                <a:ea typeface="+mn-ea"/>
                <a:cs typeface="+mn-cs"/>
              </a:rPr>
              <a:t>environmentally friendlier </a:t>
            </a:r>
            <a:br>
              <a:rPr kumimoji="0" lang="en-US" altLang="en-US" sz="2800" b="0" i="1" u="none" strike="noStrike" kern="1200" cap="none" spc="0" normalizeH="0" baseline="0" noProof="1">
                <a:ln>
                  <a:noFill/>
                </a:ln>
                <a:solidFill>
                  <a:srgbClr val="D86018"/>
                </a:solidFill>
                <a:effectLst/>
                <a:uLnTx/>
                <a:uFillTx/>
                <a:latin typeface="Arial" panose="020B0604020202020204" pitchFamily="34" charset="0"/>
                <a:ea typeface="+mn-ea"/>
                <a:cs typeface="+mn-cs"/>
              </a:rPr>
            </a:br>
            <a:r>
              <a:rPr kumimoji="0" lang="en-US" altLang="en-US" sz="2800" b="0" i="1" u="none" strike="noStrike" kern="1200" cap="none" spc="0" normalizeH="0" baseline="0" noProof="1">
                <a:ln>
                  <a:noFill/>
                </a:ln>
                <a:solidFill>
                  <a:srgbClr val="D86018"/>
                </a:solidFill>
                <a:effectLst/>
                <a:uLnTx/>
                <a:uFillTx/>
                <a:latin typeface="Arial" panose="020B0604020202020204" pitchFamily="34" charset="0"/>
                <a:ea typeface="+mn-ea"/>
                <a:cs typeface="+mn-cs"/>
              </a:rPr>
              <a:t>compared to a conventional restaurant”</a:t>
            </a:r>
          </a:p>
        </p:txBody>
      </p:sp>
    </p:spTree>
    <p:extLst>
      <p:ext uri="{BB962C8B-B14F-4D97-AF65-F5344CB8AC3E}">
        <p14:creationId xmlns:p14="http://schemas.microsoft.com/office/powerpoint/2010/main" val="4194017291"/>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8439A4-B037-4F4E-AFCE-96000C7C1237}"/>
              </a:ext>
            </a:extLst>
          </p:cNvPr>
          <p:cNvSpPr>
            <a:spLocks noGrp="1"/>
          </p:cNvSpPr>
          <p:nvPr>
            <p:ph type="title"/>
          </p:nvPr>
        </p:nvSpPr>
        <p:spPr>
          <a:xfrm>
            <a:off x="812880" y="279400"/>
            <a:ext cx="14631828" cy="870385"/>
          </a:xfrm>
        </p:spPr>
        <p:txBody>
          <a:bodyPr/>
          <a:lstStyle/>
          <a:p>
            <a:r>
              <a:rPr lang="en-US" altLang="en-US" dirty="0"/>
              <a:t>Potential biases or flaws</a:t>
            </a:r>
            <a:endParaRPr lang="en-US" dirty="0">
              <a:solidFill>
                <a:schemeClr val="tx2"/>
              </a:solidFill>
            </a:endParaRPr>
          </a:p>
        </p:txBody>
      </p:sp>
      <p:cxnSp>
        <p:nvCxnSpPr>
          <p:cNvPr id="32" name="Straight Connector 31">
            <a:extLst>
              <a:ext uri="{FF2B5EF4-FFF2-40B4-BE49-F238E27FC236}">
                <a16:creationId xmlns:a16="http://schemas.microsoft.com/office/drawing/2014/main" id="{3478D724-E748-1E44-B02A-85EA3F2ADC94}"/>
              </a:ext>
            </a:extLst>
          </p:cNvPr>
          <p:cNvCxnSpPr>
            <a:cxnSpLocks/>
          </p:cNvCxnSpPr>
          <p:nvPr/>
        </p:nvCxnSpPr>
        <p:spPr>
          <a:xfrm>
            <a:off x="10459455" y="2855495"/>
            <a:ext cx="0" cy="4219073"/>
          </a:xfrm>
          <a:prstGeom prst="line">
            <a:avLst/>
          </a:prstGeom>
          <a:ln>
            <a:solidFill>
              <a:schemeClr val="accent5"/>
            </a:solidFill>
          </a:ln>
          <a:effectLst/>
        </p:spPr>
        <p:style>
          <a:lnRef idx="2">
            <a:schemeClr val="accent1"/>
          </a:lnRef>
          <a:fillRef idx="0">
            <a:schemeClr val="accent1"/>
          </a:fillRef>
          <a:effectRef idx="1">
            <a:schemeClr val="accent1"/>
          </a:effectRef>
          <a:fontRef idx="minor">
            <a:schemeClr val="tx1"/>
          </a:fontRef>
        </p:style>
      </p:cxnSp>
      <p:sp>
        <p:nvSpPr>
          <p:cNvPr id="5" name="Rectangle 4">
            <a:extLst>
              <a:ext uri="{FF2B5EF4-FFF2-40B4-BE49-F238E27FC236}">
                <a16:creationId xmlns:a16="http://schemas.microsoft.com/office/drawing/2014/main" id="{B2C3CD36-A76D-B749-AFF2-AE8C14F214ED}"/>
              </a:ext>
            </a:extLst>
          </p:cNvPr>
          <p:cNvSpPr/>
          <p:nvPr/>
        </p:nvSpPr>
        <p:spPr>
          <a:xfrm>
            <a:off x="1018795" y="2983753"/>
            <a:ext cx="4312455" cy="4154984"/>
          </a:xfrm>
          <a:prstGeom prst="rect">
            <a:avLst/>
          </a:prstGeom>
        </p:spPr>
        <p:txBody>
          <a:bodyPr wrap="square">
            <a:spAutoFit/>
          </a:bodyPr>
          <a:lstStyle/>
          <a:p>
            <a:pPr marL="0" marR="0" lvl="0" indent="0" algn="l" defTabSz="81281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srgbClr val="00274C"/>
                </a:solidFill>
                <a:effectLst/>
                <a:uLnTx/>
                <a:uFillTx/>
                <a:latin typeface="Arial" panose="020B0604020202020204"/>
                <a:ea typeface="+mn-ea"/>
                <a:cs typeface="+mn-cs"/>
              </a:rPr>
              <a:t>System boundaries were </a:t>
            </a:r>
            <a:br>
              <a:rPr kumimoji="0" lang="en-US" sz="2400" b="0" i="0" u="none" strike="noStrike" kern="1200" cap="none" spc="0" normalizeH="0" baseline="0" noProof="0" dirty="0">
                <a:ln>
                  <a:noFill/>
                </a:ln>
                <a:solidFill>
                  <a:srgbClr val="00274C"/>
                </a:solidFill>
                <a:effectLst/>
                <a:uLnTx/>
                <a:uFillTx/>
                <a:latin typeface="Arial" panose="020B0604020202020204"/>
                <a:ea typeface="+mn-ea"/>
                <a:cs typeface="+mn-cs"/>
              </a:rPr>
            </a:br>
            <a:r>
              <a:rPr kumimoji="0" lang="en-US" sz="2400" b="0" i="0" u="none" strike="noStrike" kern="1200" cap="none" spc="0" normalizeH="0" baseline="0" noProof="0" dirty="0">
                <a:ln>
                  <a:noFill/>
                </a:ln>
                <a:solidFill>
                  <a:srgbClr val="00274C"/>
                </a:solidFill>
                <a:effectLst/>
                <a:uLnTx/>
                <a:uFillTx/>
                <a:latin typeface="Arial" panose="020B0604020202020204"/>
                <a:ea typeface="+mn-ea"/>
                <a:cs typeface="+mn-cs"/>
              </a:rPr>
              <a:t>chosen as the walls of the restaurant, only accounting </a:t>
            </a:r>
            <a:br>
              <a:rPr kumimoji="0" lang="en-US" sz="2400" b="0" i="0" u="none" strike="noStrike" kern="1200" cap="none" spc="0" normalizeH="0" baseline="0" noProof="0" dirty="0">
                <a:ln>
                  <a:noFill/>
                </a:ln>
                <a:solidFill>
                  <a:srgbClr val="00274C"/>
                </a:solidFill>
                <a:effectLst/>
                <a:uLnTx/>
                <a:uFillTx/>
                <a:latin typeface="Arial" panose="020B0604020202020204"/>
                <a:ea typeface="+mn-ea"/>
                <a:cs typeface="+mn-cs"/>
              </a:rPr>
            </a:br>
            <a:r>
              <a:rPr kumimoji="0" lang="en-US" sz="2400" b="0" i="0" u="none" strike="noStrike" kern="1200" cap="none" spc="0" normalizeH="0" baseline="0" noProof="0" dirty="0">
                <a:ln>
                  <a:noFill/>
                </a:ln>
                <a:solidFill>
                  <a:srgbClr val="00274C"/>
                </a:solidFill>
                <a:effectLst/>
                <a:uLnTx/>
                <a:uFillTx/>
                <a:latin typeface="Arial" panose="020B0604020202020204"/>
                <a:ea typeface="+mn-ea"/>
                <a:cs typeface="+mn-cs"/>
              </a:rPr>
              <a:t>for the processes that occur within the restaurant. </a:t>
            </a:r>
          </a:p>
          <a:p>
            <a:pPr marL="0" marR="0" lvl="0" indent="0" algn="l" defTabSz="81281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dirty="0">
              <a:ln>
                <a:noFill/>
              </a:ln>
              <a:solidFill>
                <a:srgbClr val="000000"/>
              </a:solidFill>
              <a:effectLst/>
              <a:uLnTx/>
              <a:uFillTx/>
              <a:latin typeface="Arial" panose="020B0604020202020204"/>
              <a:ea typeface="+mn-ea"/>
              <a:cs typeface="+mn-cs"/>
            </a:endParaRPr>
          </a:p>
          <a:p>
            <a:pPr marL="0" marR="0" lvl="0" indent="0" algn="l" defTabSz="812810" rtl="0" eaLnBrk="1" fontAlgn="auto" latinLnBrk="0" hangingPunct="1">
              <a:lnSpc>
                <a:spcPct val="100000"/>
              </a:lnSpc>
              <a:spcBef>
                <a:spcPts val="0"/>
              </a:spcBef>
              <a:spcAft>
                <a:spcPts val="0"/>
              </a:spcAft>
              <a:buClrTx/>
              <a:buSzTx/>
              <a:buFontTx/>
              <a:buNone/>
              <a:tabLst/>
              <a:defRPr/>
            </a:pPr>
            <a:r>
              <a:rPr kumimoji="0" lang="en-US" sz="2400" b="0" i="1" u="none" strike="noStrike" kern="1200" cap="none" spc="0" normalizeH="0" baseline="0" noProof="0" dirty="0">
                <a:ln>
                  <a:noFill/>
                </a:ln>
                <a:solidFill>
                  <a:srgbClr val="D86018"/>
                </a:solidFill>
                <a:effectLst/>
                <a:uLnTx/>
                <a:uFillTx/>
                <a:latin typeface="Arial" panose="020B0604020202020204"/>
                <a:ea typeface="+mn-ea"/>
                <a:cs typeface="+mn-cs"/>
              </a:rPr>
              <a:t>Geographical rather than functional system boundary, </a:t>
            </a:r>
            <a:r>
              <a:rPr kumimoji="0" lang="en-US" sz="2400" b="0" i="1" u="none" strike="noStrike" kern="1200" cap="none" spc="0" normalizeH="0" baseline="0" noProof="0" dirty="0">
                <a:ln>
                  <a:noFill/>
                </a:ln>
                <a:solidFill>
                  <a:srgbClr val="D86018"/>
                </a:solidFill>
                <a:effectLst/>
                <a:uLnTx/>
                <a:uFillTx/>
                <a:latin typeface="Arial" panose="020B0604020202020204"/>
                <a:ea typeface="+mn-ea"/>
                <a:cs typeface="+mn-cs"/>
                <a:sym typeface="Wingdings" panose="05000000000000000000" pitchFamily="2" charset="2"/>
              </a:rPr>
              <a:t>does not cover the same functional reality in both scenarios</a:t>
            </a:r>
            <a:endParaRPr kumimoji="0" lang="en-US" sz="2400" b="0" i="1" u="none" strike="noStrike" kern="1200" cap="none" spc="0" normalizeH="0" baseline="0" noProof="0" dirty="0">
              <a:ln>
                <a:noFill/>
              </a:ln>
              <a:solidFill>
                <a:srgbClr val="D86018"/>
              </a:solidFill>
              <a:effectLst/>
              <a:uLnTx/>
              <a:uFillTx/>
              <a:latin typeface="Arial" panose="020B0604020202020204"/>
              <a:ea typeface="+mn-ea"/>
              <a:cs typeface="+mn-cs"/>
            </a:endParaRPr>
          </a:p>
        </p:txBody>
      </p:sp>
      <p:sp>
        <p:nvSpPr>
          <p:cNvPr id="33" name="Rectangle 32">
            <a:extLst>
              <a:ext uri="{FF2B5EF4-FFF2-40B4-BE49-F238E27FC236}">
                <a16:creationId xmlns:a16="http://schemas.microsoft.com/office/drawing/2014/main" id="{FFA12D22-44A1-8D4F-B038-DC042AE851E4}"/>
              </a:ext>
            </a:extLst>
          </p:cNvPr>
          <p:cNvSpPr/>
          <p:nvPr/>
        </p:nvSpPr>
        <p:spPr>
          <a:xfrm>
            <a:off x="5984540" y="2983753"/>
            <a:ext cx="4288508" cy="4154984"/>
          </a:xfrm>
          <a:prstGeom prst="rect">
            <a:avLst/>
          </a:prstGeom>
        </p:spPr>
        <p:txBody>
          <a:bodyPr wrap="square">
            <a:spAutoFit/>
          </a:bodyPr>
          <a:lstStyle/>
          <a:p>
            <a:pPr marL="0" marR="0" lvl="1" indent="0" algn="l" defTabSz="81281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srgbClr val="00274C"/>
                </a:solidFill>
                <a:effectLst/>
                <a:uLnTx/>
                <a:uFillTx/>
                <a:latin typeface="Arial" panose="020B0604020202020204"/>
                <a:ea typeface="+mn-ea"/>
                <a:cs typeface="+mn-cs"/>
              </a:rPr>
              <a:t>The type of waste was not differentiated, most waste </a:t>
            </a:r>
            <a:br>
              <a:rPr kumimoji="0" lang="en-US" sz="2400" b="0" i="0" u="none" strike="noStrike" kern="1200" cap="none" spc="0" normalizeH="0" baseline="0" noProof="0" dirty="0">
                <a:ln>
                  <a:noFill/>
                </a:ln>
                <a:solidFill>
                  <a:srgbClr val="00274C"/>
                </a:solidFill>
                <a:effectLst/>
                <a:uLnTx/>
                <a:uFillTx/>
                <a:latin typeface="Arial" panose="020B0604020202020204"/>
                <a:ea typeface="+mn-ea"/>
                <a:cs typeface="+mn-cs"/>
              </a:rPr>
            </a:br>
            <a:r>
              <a:rPr kumimoji="0" lang="en-US" sz="2400" b="0" i="0" u="none" strike="noStrike" kern="1200" cap="none" spc="0" normalizeH="0" baseline="0" noProof="0" dirty="0">
                <a:ln>
                  <a:noFill/>
                </a:ln>
                <a:solidFill>
                  <a:srgbClr val="00274C"/>
                </a:solidFill>
                <a:effectLst/>
                <a:uLnTx/>
                <a:uFillTx/>
                <a:latin typeface="Arial" panose="020B0604020202020204"/>
                <a:ea typeface="+mn-ea"/>
                <a:cs typeface="+mn-cs"/>
              </a:rPr>
              <a:t>for the traditional restaurant being compostable, whereas packaging dominates for the </a:t>
            </a:r>
            <a:br>
              <a:rPr kumimoji="0" lang="en-US" sz="2400" b="0" i="0" u="none" strike="noStrike" kern="1200" cap="none" spc="0" normalizeH="0" baseline="0" noProof="0" dirty="0">
                <a:ln>
                  <a:noFill/>
                </a:ln>
                <a:solidFill>
                  <a:srgbClr val="00274C"/>
                </a:solidFill>
                <a:effectLst/>
                <a:uLnTx/>
                <a:uFillTx/>
                <a:latin typeface="Arial" panose="020B0604020202020204"/>
                <a:ea typeface="+mn-ea"/>
                <a:cs typeface="+mn-cs"/>
              </a:rPr>
            </a:br>
            <a:r>
              <a:rPr kumimoji="0" lang="en-US" sz="2400" b="0" i="0" u="none" strike="noStrike" kern="1200" cap="none" spc="0" normalizeH="0" baseline="0" noProof="0" dirty="0">
                <a:ln>
                  <a:noFill/>
                </a:ln>
                <a:solidFill>
                  <a:srgbClr val="00274C"/>
                </a:solidFill>
                <a:effectLst/>
                <a:uLnTx/>
                <a:uFillTx/>
                <a:latin typeface="Arial" panose="020B0604020202020204"/>
                <a:ea typeface="+mn-ea"/>
                <a:cs typeface="+mn-cs"/>
              </a:rPr>
              <a:t>fast food.</a:t>
            </a:r>
          </a:p>
          <a:p>
            <a:pPr marL="0" marR="0" lvl="1" indent="0" algn="l" defTabSz="81281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dirty="0">
              <a:ln>
                <a:noFill/>
              </a:ln>
              <a:solidFill>
                <a:srgbClr val="D86018"/>
              </a:solidFill>
              <a:effectLst/>
              <a:uLnTx/>
              <a:uFillTx/>
              <a:latin typeface="Arial" panose="020B0604020202020204"/>
              <a:ea typeface="+mn-ea"/>
              <a:cs typeface="+mn-cs"/>
            </a:endParaRPr>
          </a:p>
          <a:p>
            <a:pPr marL="0" marR="0" lvl="1" indent="-412760" algn="l" defTabSz="812810" rtl="0" eaLnBrk="1" fontAlgn="auto" latinLnBrk="0" hangingPunct="1">
              <a:lnSpc>
                <a:spcPct val="100000"/>
              </a:lnSpc>
              <a:spcBef>
                <a:spcPts val="0"/>
              </a:spcBef>
              <a:spcAft>
                <a:spcPts val="0"/>
              </a:spcAft>
              <a:buClrTx/>
              <a:buSzTx/>
              <a:buFontTx/>
              <a:buNone/>
              <a:tabLst/>
              <a:defRPr/>
            </a:pPr>
            <a:r>
              <a:rPr kumimoji="0" lang="en-US" sz="2400" b="0" i="1" u="none" strike="noStrike" kern="1200" cap="none" spc="0" normalizeH="0" baseline="0" noProof="0" dirty="0">
                <a:ln>
                  <a:noFill/>
                </a:ln>
                <a:solidFill>
                  <a:srgbClr val="D86018"/>
                </a:solidFill>
                <a:effectLst/>
                <a:uLnTx/>
                <a:uFillTx/>
                <a:latin typeface="Arial" panose="020B0604020202020204"/>
                <a:ea typeface="+mn-ea"/>
                <a:cs typeface="+mn-cs"/>
              </a:rPr>
              <a:t>In addition part of fast food waste is taken away and </a:t>
            </a:r>
            <a:br>
              <a:rPr kumimoji="0" lang="en-US" sz="2400" b="0" i="1" u="none" strike="noStrike" kern="1200" cap="none" spc="0" normalizeH="0" baseline="0" noProof="0" dirty="0">
                <a:ln>
                  <a:noFill/>
                </a:ln>
                <a:solidFill>
                  <a:srgbClr val="D86018"/>
                </a:solidFill>
                <a:effectLst/>
                <a:uLnTx/>
                <a:uFillTx/>
                <a:latin typeface="Arial" panose="020B0604020202020204"/>
                <a:ea typeface="+mn-ea"/>
                <a:cs typeface="+mn-cs"/>
              </a:rPr>
            </a:br>
            <a:r>
              <a:rPr kumimoji="0" lang="en-US" sz="2400" b="0" i="1" u="none" strike="noStrike" kern="1200" cap="none" spc="0" normalizeH="0" baseline="0" noProof="0" dirty="0">
                <a:ln>
                  <a:noFill/>
                </a:ln>
                <a:solidFill>
                  <a:srgbClr val="D86018"/>
                </a:solidFill>
                <a:effectLst/>
                <a:uLnTx/>
                <a:uFillTx/>
                <a:latin typeface="Arial" panose="020B0604020202020204"/>
                <a:ea typeface="+mn-ea"/>
                <a:cs typeface="+mn-cs"/>
              </a:rPr>
              <a:t>not all collected inside the restaurant</a:t>
            </a:r>
          </a:p>
        </p:txBody>
      </p:sp>
      <p:sp>
        <p:nvSpPr>
          <p:cNvPr id="34" name="Rectangle 33">
            <a:extLst>
              <a:ext uri="{FF2B5EF4-FFF2-40B4-BE49-F238E27FC236}">
                <a16:creationId xmlns:a16="http://schemas.microsoft.com/office/drawing/2014/main" id="{860958E5-47C0-814C-AA70-7B3D6BA166EB}"/>
              </a:ext>
            </a:extLst>
          </p:cNvPr>
          <p:cNvSpPr/>
          <p:nvPr/>
        </p:nvSpPr>
        <p:spPr>
          <a:xfrm>
            <a:off x="10835356" y="2983753"/>
            <a:ext cx="4609352" cy="1938992"/>
          </a:xfrm>
          <a:prstGeom prst="rect">
            <a:avLst/>
          </a:prstGeom>
        </p:spPr>
        <p:txBody>
          <a:bodyPr wrap="square">
            <a:spAutoFit/>
          </a:bodyPr>
          <a:lstStyle/>
          <a:p>
            <a:pPr marL="0" marR="0" lvl="1" indent="0" algn="l" defTabSz="81281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srgbClr val="00274C"/>
                </a:solidFill>
                <a:effectLst/>
                <a:uLnTx/>
                <a:uFillTx/>
                <a:latin typeface="Arial" panose="020B0604020202020204"/>
                <a:ea typeface="+mn-ea"/>
                <a:cs typeface="+mn-cs"/>
              </a:rPr>
              <a:t>The function of a fast-food restaurant is different from </a:t>
            </a:r>
            <a:br>
              <a:rPr kumimoji="0" lang="en-US" sz="2400" b="0" i="0" u="none" strike="noStrike" kern="1200" cap="none" spc="0" normalizeH="0" baseline="0" noProof="0" dirty="0">
                <a:ln>
                  <a:noFill/>
                </a:ln>
                <a:solidFill>
                  <a:srgbClr val="00274C"/>
                </a:solidFill>
                <a:effectLst/>
                <a:uLnTx/>
                <a:uFillTx/>
                <a:latin typeface="Arial" panose="020B0604020202020204"/>
                <a:ea typeface="+mn-ea"/>
                <a:cs typeface="+mn-cs"/>
              </a:rPr>
            </a:br>
            <a:r>
              <a:rPr kumimoji="0" lang="en-US" sz="2400" b="0" i="0" u="none" strike="noStrike" kern="1200" cap="none" spc="0" normalizeH="0" baseline="0" noProof="0" dirty="0">
                <a:ln>
                  <a:noFill/>
                </a:ln>
                <a:solidFill>
                  <a:srgbClr val="00274C"/>
                </a:solidFill>
                <a:effectLst/>
                <a:uLnTx/>
                <a:uFillTx/>
                <a:latin typeface="Arial" panose="020B0604020202020204"/>
                <a:ea typeface="+mn-ea"/>
                <a:cs typeface="+mn-cs"/>
              </a:rPr>
              <a:t>that of a traditional one </a:t>
            </a:r>
            <a:r>
              <a:rPr kumimoji="0" lang="en-US" sz="2400" b="0" i="0" u="none" strike="noStrike" kern="1200" cap="none" spc="0" normalizeH="0" baseline="0" noProof="0" dirty="0">
                <a:ln>
                  <a:noFill/>
                </a:ln>
                <a:solidFill>
                  <a:srgbClr val="00274C"/>
                </a:solidFill>
                <a:effectLst/>
                <a:uLnTx/>
                <a:uFillTx/>
                <a:latin typeface="Arial" panose="020B0604020202020204"/>
                <a:ea typeface="+mn-ea"/>
                <a:cs typeface="+mn-cs"/>
                <a:sym typeface="Wingdings" panose="05000000000000000000" pitchFamily="2" charset="2"/>
              </a:rPr>
              <a:t> </a:t>
            </a:r>
            <a:br>
              <a:rPr kumimoji="0" lang="en-US" sz="2400" b="0" i="0" u="none" strike="noStrike" kern="1200" cap="none" spc="0" normalizeH="0" baseline="0" noProof="0" dirty="0">
                <a:ln>
                  <a:noFill/>
                </a:ln>
                <a:solidFill>
                  <a:srgbClr val="00274C"/>
                </a:solidFill>
                <a:effectLst/>
                <a:uLnTx/>
                <a:uFillTx/>
                <a:latin typeface="Arial" panose="020B0604020202020204"/>
                <a:ea typeface="+mn-ea"/>
                <a:cs typeface="+mn-cs"/>
                <a:sym typeface="Wingdings" panose="05000000000000000000" pitchFamily="2" charset="2"/>
              </a:rPr>
            </a:br>
            <a:r>
              <a:rPr kumimoji="0" lang="en-US" sz="2400" b="0" i="0" u="none" strike="noStrike" kern="1200" cap="none" spc="0" normalizeH="0" baseline="0" noProof="0" dirty="0">
                <a:ln>
                  <a:noFill/>
                </a:ln>
                <a:solidFill>
                  <a:srgbClr val="00274C"/>
                </a:solidFill>
                <a:effectLst/>
                <a:uLnTx/>
                <a:uFillTx/>
                <a:latin typeface="Arial" panose="020B0604020202020204"/>
                <a:ea typeface="+mn-ea"/>
                <a:cs typeface="+mn-cs"/>
                <a:sym typeface="Wingdings" panose="05000000000000000000" pitchFamily="2" charset="2"/>
              </a:rPr>
              <a:t>rather compare two fast food one </a:t>
            </a:r>
            <a:r>
              <a:rPr kumimoji="0" lang="en-US" sz="2400" b="1" i="0" u="none" strike="noStrike" kern="1200" cap="none" spc="0" normalizeH="0" baseline="0" noProof="0" dirty="0">
                <a:ln>
                  <a:noFill/>
                </a:ln>
                <a:solidFill>
                  <a:srgbClr val="D86018"/>
                </a:solidFill>
                <a:effectLst/>
                <a:uLnTx/>
                <a:uFillTx/>
                <a:latin typeface="Arial" panose="020B0604020202020204"/>
                <a:ea typeface="+mn-ea"/>
                <a:cs typeface="+mn-cs"/>
                <a:sym typeface="Wingdings" panose="05000000000000000000" pitchFamily="2" charset="2"/>
              </a:rPr>
              <a:t>with dishes </a:t>
            </a:r>
            <a:r>
              <a:rPr kumimoji="0" lang="en-US" sz="2400" b="0" i="0" u="none" strike="noStrike" kern="1200" cap="none" spc="0" normalizeH="0" baseline="0" noProof="0" dirty="0">
                <a:ln>
                  <a:noFill/>
                </a:ln>
                <a:solidFill>
                  <a:srgbClr val="D86018"/>
                </a:solidFill>
                <a:effectLst/>
                <a:uLnTx/>
                <a:uFillTx/>
                <a:latin typeface="Arial" panose="020B0604020202020204"/>
                <a:ea typeface="+mn-ea"/>
                <a:cs typeface="+mn-cs"/>
                <a:sym typeface="Wingdings" panose="05000000000000000000" pitchFamily="2" charset="2"/>
              </a:rPr>
              <a:t>vs </a:t>
            </a:r>
            <a:r>
              <a:rPr kumimoji="0" lang="en-US" sz="2400" b="1" i="0" u="none" strike="noStrike" kern="1200" cap="none" spc="0" normalizeH="0" baseline="0" noProof="0" dirty="0">
                <a:ln>
                  <a:noFill/>
                </a:ln>
                <a:solidFill>
                  <a:srgbClr val="D86018"/>
                </a:solidFill>
                <a:effectLst/>
                <a:uLnTx/>
                <a:uFillTx/>
                <a:latin typeface="Arial" panose="020B0604020202020204"/>
                <a:ea typeface="+mn-ea"/>
                <a:cs typeface="+mn-cs"/>
                <a:sym typeface="Wingdings" panose="05000000000000000000" pitchFamily="2" charset="2"/>
              </a:rPr>
              <a:t>take away</a:t>
            </a:r>
          </a:p>
        </p:txBody>
      </p:sp>
      <p:cxnSp>
        <p:nvCxnSpPr>
          <p:cNvPr id="35" name="Straight Connector 34">
            <a:extLst>
              <a:ext uri="{FF2B5EF4-FFF2-40B4-BE49-F238E27FC236}">
                <a16:creationId xmlns:a16="http://schemas.microsoft.com/office/drawing/2014/main" id="{1ABEE917-08EC-CB44-A80F-0D66FE107907}"/>
              </a:ext>
            </a:extLst>
          </p:cNvPr>
          <p:cNvCxnSpPr>
            <a:cxnSpLocks/>
          </p:cNvCxnSpPr>
          <p:nvPr/>
        </p:nvCxnSpPr>
        <p:spPr>
          <a:xfrm>
            <a:off x="5582655" y="2855495"/>
            <a:ext cx="0" cy="4219073"/>
          </a:xfrm>
          <a:prstGeom prst="line">
            <a:avLst/>
          </a:prstGeom>
          <a:ln>
            <a:solidFill>
              <a:schemeClr val="accent5"/>
            </a:solidFill>
          </a:ln>
          <a:effectLst/>
        </p:spPr>
        <p:style>
          <a:lnRef idx="2">
            <a:schemeClr val="accent1"/>
          </a:lnRef>
          <a:fillRef idx="0">
            <a:schemeClr val="accent1"/>
          </a:fillRef>
          <a:effectRef idx="1">
            <a:schemeClr val="accent1"/>
          </a:effectRef>
          <a:fontRef idx="minor">
            <a:schemeClr val="tx1"/>
          </a:fontRef>
        </p:style>
      </p:cxnSp>
      <p:pic>
        <p:nvPicPr>
          <p:cNvPr id="11" name="Picture 10">
            <a:extLst>
              <a:ext uri="{FF2B5EF4-FFF2-40B4-BE49-F238E27FC236}">
                <a16:creationId xmlns:a16="http://schemas.microsoft.com/office/drawing/2014/main" id="{C0D8633A-B715-5F4E-A81B-EB4995031878}"/>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2465932" y="1537379"/>
            <a:ext cx="1095288" cy="1058779"/>
          </a:xfrm>
          <a:prstGeom prst="rect">
            <a:avLst/>
          </a:prstGeom>
        </p:spPr>
      </p:pic>
      <p:pic>
        <p:nvPicPr>
          <p:cNvPr id="12" name="Picture 11">
            <a:extLst>
              <a:ext uri="{FF2B5EF4-FFF2-40B4-BE49-F238E27FC236}">
                <a16:creationId xmlns:a16="http://schemas.microsoft.com/office/drawing/2014/main" id="{DB3C3026-CF8D-284E-A9D1-09D65CDCA3B1}"/>
              </a:ext>
            </a:extLst>
          </p:cNvPr>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7510638" y="1601547"/>
            <a:ext cx="762535" cy="994611"/>
          </a:xfrm>
          <a:prstGeom prst="rect">
            <a:avLst/>
          </a:prstGeom>
        </p:spPr>
      </p:pic>
      <p:pic>
        <p:nvPicPr>
          <p:cNvPr id="13" name="Picture 12">
            <a:extLst>
              <a:ext uri="{FF2B5EF4-FFF2-40B4-BE49-F238E27FC236}">
                <a16:creationId xmlns:a16="http://schemas.microsoft.com/office/drawing/2014/main" id="{79D9786F-3679-A041-A184-4E07A64EAF10}"/>
              </a:ext>
            </a:extLst>
          </p:cNvPr>
          <p:cNvPicPr>
            <a:picLocks noChangeAspect="1"/>
          </p:cNvPicPr>
          <p:nvPr/>
        </p:nvPicPr>
        <p:blipFill>
          <a:blip r:embed="rId5" cstate="screen">
            <a:extLst>
              <a:ext uri="{28A0092B-C50C-407E-A947-70E740481C1C}">
                <a14:useLocalDpi xmlns:a14="http://schemas.microsoft.com/office/drawing/2010/main"/>
              </a:ext>
            </a:extLst>
          </a:blip>
          <a:stretch>
            <a:fillRect/>
          </a:stretch>
        </p:blipFill>
        <p:spPr>
          <a:xfrm>
            <a:off x="12377258" y="1546174"/>
            <a:ext cx="1049984" cy="1049984"/>
          </a:xfrm>
          <a:prstGeom prst="rect">
            <a:avLst/>
          </a:prstGeom>
        </p:spPr>
      </p:pic>
    </p:spTree>
    <p:extLst>
      <p:ext uri="{BB962C8B-B14F-4D97-AF65-F5344CB8AC3E}">
        <p14:creationId xmlns:p14="http://schemas.microsoft.com/office/powerpoint/2010/main" val="1755687617"/>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8439A4-B037-4F4E-AFCE-96000C7C1237}"/>
              </a:ext>
            </a:extLst>
          </p:cNvPr>
          <p:cNvSpPr>
            <a:spLocks noGrp="1"/>
          </p:cNvSpPr>
          <p:nvPr>
            <p:ph type="title"/>
          </p:nvPr>
        </p:nvSpPr>
        <p:spPr>
          <a:xfrm>
            <a:off x="812880" y="279400"/>
            <a:ext cx="14631828" cy="870385"/>
          </a:xfrm>
        </p:spPr>
        <p:txBody>
          <a:bodyPr/>
          <a:lstStyle/>
          <a:p>
            <a:r>
              <a:rPr lang="en-US" altLang="en-US" dirty="0"/>
              <a:t>Comparison of Food Preparation Steps</a:t>
            </a:r>
            <a:endParaRPr lang="en-US" dirty="0">
              <a:solidFill>
                <a:schemeClr val="tx2"/>
              </a:solidFill>
            </a:endParaRPr>
          </a:p>
        </p:txBody>
      </p:sp>
      <p:sp>
        <p:nvSpPr>
          <p:cNvPr id="15" name="Rectangle 8">
            <a:extLst>
              <a:ext uri="{FF2B5EF4-FFF2-40B4-BE49-F238E27FC236}">
                <a16:creationId xmlns:a16="http://schemas.microsoft.com/office/drawing/2014/main" id="{638F0FC6-08FF-874D-9533-C3FD63E18230}"/>
              </a:ext>
            </a:extLst>
          </p:cNvPr>
          <p:cNvSpPr>
            <a:spLocks noChangeArrowheads="1"/>
          </p:cNvSpPr>
          <p:nvPr/>
        </p:nvSpPr>
        <p:spPr bwMode="auto">
          <a:xfrm>
            <a:off x="1038141" y="7206267"/>
            <a:ext cx="8013449"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rgbClr val="FF9900"/>
              </a:buClr>
              <a:buChar char="•"/>
              <a:defRPr sz="3200" b="1">
                <a:solidFill>
                  <a:srgbClr val="01035B"/>
                </a:solidFill>
                <a:latin typeface="Arial" panose="020B0604020202020204" pitchFamily="34" charset="0"/>
              </a:defRPr>
            </a:lvl1pPr>
            <a:lvl2pPr marL="742950" indent="-285750">
              <a:spcBef>
                <a:spcPct val="20000"/>
              </a:spcBef>
              <a:buClr>
                <a:srgbClr val="FF9900"/>
              </a:buClr>
              <a:buChar char="–"/>
              <a:defRPr sz="2800" b="1">
                <a:solidFill>
                  <a:srgbClr val="01035B"/>
                </a:solidFill>
                <a:latin typeface="Arial" panose="020B0604020202020204" pitchFamily="34" charset="0"/>
              </a:defRPr>
            </a:lvl2pPr>
            <a:lvl3pPr marL="1143000" indent="-228600">
              <a:spcBef>
                <a:spcPct val="20000"/>
              </a:spcBef>
              <a:buClr>
                <a:srgbClr val="FF9900"/>
              </a:buClr>
              <a:buChar char="•"/>
              <a:defRPr sz="2400" b="1">
                <a:solidFill>
                  <a:srgbClr val="01035B"/>
                </a:solidFill>
                <a:latin typeface="Arial" panose="020B0604020202020204" pitchFamily="34" charset="0"/>
              </a:defRPr>
            </a:lvl3pPr>
            <a:lvl4pPr marL="1600200" indent="-228600">
              <a:spcBef>
                <a:spcPct val="20000"/>
              </a:spcBef>
              <a:buClr>
                <a:srgbClr val="FF9900"/>
              </a:buClr>
              <a:buChar char="–"/>
              <a:defRPr sz="2000" b="1">
                <a:solidFill>
                  <a:srgbClr val="01035B"/>
                </a:solidFill>
                <a:latin typeface="Arial" panose="020B0604020202020204" pitchFamily="34" charset="0"/>
              </a:defRPr>
            </a:lvl4pPr>
            <a:lvl5pPr marL="2057400" indent="-228600">
              <a:spcBef>
                <a:spcPct val="20000"/>
              </a:spcBef>
              <a:buClr>
                <a:srgbClr val="FF9900"/>
              </a:buClr>
              <a:buChar char="»"/>
              <a:defRPr sz="2000" b="1">
                <a:solidFill>
                  <a:srgbClr val="01035B"/>
                </a:solidFill>
                <a:latin typeface="Arial" panose="020B0604020202020204" pitchFamily="34" charset="0"/>
              </a:defRPr>
            </a:lvl5pPr>
            <a:lvl6pPr marL="25146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6pPr>
            <a:lvl7pPr marL="29718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7pPr>
            <a:lvl8pPr marL="34290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8pPr>
            <a:lvl9pPr marL="38862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9pPr>
          </a:lstStyle>
          <a:p>
            <a:pPr marL="0" marR="0" lvl="0" indent="0" algn="l" defTabSz="812810" rtl="0" eaLnBrk="1" fontAlgn="auto" latinLnBrk="0" hangingPunct="1">
              <a:lnSpc>
                <a:spcPct val="100000"/>
              </a:lnSpc>
              <a:spcBef>
                <a:spcPct val="0"/>
              </a:spcBef>
              <a:spcAft>
                <a:spcPts val="0"/>
              </a:spcAft>
              <a:buClrTx/>
              <a:buSzTx/>
              <a:buFontTx/>
              <a:buNone/>
              <a:tabLst/>
              <a:defRPr/>
            </a:pPr>
            <a:r>
              <a:rPr kumimoji="0" lang="en-US" altLang="en-US" sz="1800" b="0" i="1" u="none" strike="noStrike" kern="1200" cap="none" spc="0" normalizeH="0" baseline="0" noProof="0" dirty="0">
                <a:ln>
                  <a:noFill/>
                </a:ln>
                <a:solidFill>
                  <a:srgbClr val="00274C"/>
                </a:solidFill>
                <a:effectLst/>
                <a:uLnTx/>
                <a:uFillTx/>
                <a:latin typeface="Times LT Std" pitchFamily="2" charset="0"/>
                <a:ea typeface="+mn-ea"/>
                <a:cs typeface="+mn-cs"/>
              </a:rPr>
              <a:t>Note: Items in italic were not included in the system boundary of the original study.</a:t>
            </a:r>
          </a:p>
        </p:txBody>
      </p:sp>
      <p:sp>
        <p:nvSpPr>
          <p:cNvPr id="16" name="Rectangle 9">
            <a:extLst>
              <a:ext uri="{FF2B5EF4-FFF2-40B4-BE49-F238E27FC236}">
                <a16:creationId xmlns:a16="http://schemas.microsoft.com/office/drawing/2014/main" id="{0FC73458-1B4F-9B48-979E-71ED5FEDC851}"/>
              </a:ext>
            </a:extLst>
          </p:cNvPr>
          <p:cNvSpPr>
            <a:spLocks noChangeArrowheads="1"/>
          </p:cNvSpPr>
          <p:nvPr/>
        </p:nvSpPr>
        <p:spPr bwMode="auto">
          <a:xfrm>
            <a:off x="10631318" y="2497286"/>
            <a:ext cx="4813390" cy="489364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42900" indent="-342900">
              <a:spcBef>
                <a:spcPct val="20000"/>
              </a:spcBef>
              <a:buClr>
                <a:srgbClr val="FF9900"/>
              </a:buClr>
              <a:buChar char="•"/>
              <a:defRPr sz="3200" b="1">
                <a:solidFill>
                  <a:srgbClr val="01035B"/>
                </a:solidFill>
                <a:latin typeface="Arial" panose="020B0604020202020204" pitchFamily="34" charset="0"/>
              </a:defRPr>
            </a:lvl1pPr>
            <a:lvl2pPr>
              <a:spcBef>
                <a:spcPct val="20000"/>
              </a:spcBef>
              <a:buClr>
                <a:srgbClr val="FF9900"/>
              </a:buClr>
              <a:buChar char="–"/>
              <a:defRPr sz="2800" b="1">
                <a:solidFill>
                  <a:srgbClr val="01035B"/>
                </a:solidFill>
                <a:latin typeface="Arial" panose="020B0604020202020204" pitchFamily="34" charset="0"/>
              </a:defRPr>
            </a:lvl2pPr>
            <a:lvl3pPr marL="1143000" indent="-228600">
              <a:spcBef>
                <a:spcPct val="20000"/>
              </a:spcBef>
              <a:buClr>
                <a:srgbClr val="FF9900"/>
              </a:buClr>
              <a:buChar char="•"/>
              <a:defRPr sz="2400" b="1">
                <a:solidFill>
                  <a:srgbClr val="01035B"/>
                </a:solidFill>
                <a:latin typeface="Arial" panose="020B0604020202020204" pitchFamily="34" charset="0"/>
              </a:defRPr>
            </a:lvl3pPr>
            <a:lvl4pPr marL="1600200" indent="-228600">
              <a:spcBef>
                <a:spcPct val="20000"/>
              </a:spcBef>
              <a:buClr>
                <a:srgbClr val="FF9900"/>
              </a:buClr>
              <a:buChar char="–"/>
              <a:defRPr sz="2000" b="1">
                <a:solidFill>
                  <a:srgbClr val="01035B"/>
                </a:solidFill>
                <a:latin typeface="Arial" panose="020B0604020202020204" pitchFamily="34" charset="0"/>
              </a:defRPr>
            </a:lvl4pPr>
            <a:lvl5pPr marL="2057400" indent="-228600">
              <a:spcBef>
                <a:spcPct val="20000"/>
              </a:spcBef>
              <a:buClr>
                <a:srgbClr val="FF9900"/>
              </a:buClr>
              <a:buChar char="»"/>
              <a:defRPr sz="2000" b="1">
                <a:solidFill>
                  <a:srgbClr val="01035B"/>
                </a:solidFill>
                <a:latin typeface="Arial" panose="020B0604020202020204" pitchFamily="34" charset="0"/>
              </a:defRPr>
            </a:lvl5pPr>
            <a:lvl6pPr marL="25146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6pPr>
            <a:lvl7pPr marL="29718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7pPr>
            <a:lvl8pPr marL="34290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8pPr>
            <a:lvl9pPr marL="38862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9pPr>
          </a:lstStyle>
          <a:p>
            <a:pPr marL="0" marR="0" lvl="1" indent="0" algn="l" defTabSz="812810" rtl="0" eaLnBrk="1" fontAlgn="auto" latinLnBrk="0" hangingPunct="1">
              <a:lnSpc>
                <a:spcPct val="100000"/>
              </a:lnSpc>
              <a:spcBef>
                <a:spcPct val="0"/>
              </a:spcBef>
              <a:spcAft>
                <a:spcPts val="0"/>
              </a:spcAft>
              <a:buClrTx/>
              <a:buSzTx/>
              <a:buFontTx/>
              <a:buNone/>
              <a:tabLst/>
              <a:defRPr/>
            </a:pPr>
            <a:r>
              <a:rPr kumimoji="0" lang="en-US" altLang="en-US" sz="2400" b="0" i="0" u="none" strike="noStrike" kern="1200" cap="none" spc="0" normalizeH="0" baseline="0" noProof="0" dirty="0">
                <a:ln>
                  <a:noFill/>
                </a:ln>
                <a:solidFill>
                  <a:srgbClr val="00274C"/>
                </a:solidFill>
                <a:effectLst/>
                <a:uLnTx/>
                <a:uFillTx/>
                <a:latin typeface="Arial" panose="020B0604020202020204" pitchFamily="34" charset="0"/>
                <a:ea typeface="+mn-ea"/>
                <a:cs typeface="+mn-cs"/>
              </a:rPr>
              <a:t>Geographical/business-based rather than functional system boundary, </a:t>
            </a:r>
            <a:r>
              <a:rPr kumimoji="0" lang="en-US" altLang="en-US" sz="2400" b="0" i="1" u="none" strike="noStrike" kern="1200" cap="none" spc="0" normalizeH="0" baseline="0" noProof="0" dirty="0">
                <a:ln>
                  <a:noFill/>
                </a:ln>
                <a:solidFill>
                  <a:srgbClr val="00274C"/>
                </a:solidFill>
                <a:effectLst/>
                <a:uLnTx/>
                <a:uFillTx/>
                <a:latin typeface="Arial" panose="020B0604020202020204" pitchFamily="34" charset="0"/>
                <a:ea typeface="+mn-ea"/>
                <a:cs typeface="+mn-cs"/>
              </a:rPr>
              <a:t>thus excluding preparation and packaging for </a:t>
            </a:r>
            <a:br>
              <a:rPr kumimoji="0" lang="en-US" altLang="en-US" sz="2400" b="0" i="1" u="none" strike="noStrike" kern="1200" cap="none" spc="0" normalizeH="0" baseline="0" noProof="0" dirty="0">
                <a:ln>
                  <a:noFill/>
                </a:ln>
                <a:solidFill>
                  <a:srgbClr val="00274C"/>
                </a:solidFill>
                <a:effectLst/>
                <a:uLnTx/>
                <a:uFillTx/>
                <a:latin typeface="Arial" panose="020B0604020202020204" pitchFamily="34" charset="0"/>
                <a:ea typeface="+mn-ea"/>
                <a:cs typeface="+mn-cs"/>
              </a:rPr>
            </a:br>
            <a:r>
              <a:rPr kumimoji="0" lang="en-US" altLang="en-US" sz="2400" b="0" i="1" u="none" strike="noStrike" kern="1200" cap="none" spc="0" normalizeH="0" baseline="0" noProof="0" dirty="0">
                <a:ln>
                  <a:noFill/>
                </a:ln>
                <a:solidFill>
                  <a:srgbClr val="00274C"/>
                </a:solidFill>
                <a:effectLst/>
                <a:uLnTx/>
                <a:uFillTx/>
                <a:latin typeface="Arial" panose="020B0604020202020204" pitchFamily="34" charset="0"/>
                <a:ea typeface="+mn-ea"/>
                <a:cs typeface="+mn-cs"/>
              </a:rPr>
              <a:t>the fast-food system, but </a:t>
            </a:r>
            <a:r>
              <a:rPr kumimoji="0" lang="en-US" altLang="en-US" sz="2400" b="1" i="1" u="none" strike="noStrike" kern="1200" cap="none" spc="0" normalizeH="0" baseline="0" noProof="0" dirty="0">
                <a:ln>
                  <a:noFill/>
                </a:ln>
                <a:solidFill>
                  <a:srgbClr val="00274C"/>
                </a:solidFill>
                <a:effectLst/>
                <a:uLnTx/>
                <a:uFillTx/>
                <a:latin typeface="Arial" panose="020B0604020202020204" pitchFamily="34" charset="0"/>
                <a:ea typeface="+mn-ea"/>
                <a:cs typeface="+mn-cs"/>
              </a:rPr>
              <a:t>not</a:t>
            </a:r>
            <a:r>
              <a:rPr kumimoji="0" lang="en-US" altLang="en-US" sz="2400" b="0" i="1" u="none" strike="noStrike" kern="1200" cap="none" spc="0" normalizeH="0" baseline="0" noProof="0" dirty="0">
                <a:ln>
                  <a:noFill/>
                </a:ln>
                <a:solidFill>
                  <a:srgbClr val="00274C"/>
                </a:solidFill>
                <a:effectLst/>
                <a:uLnTx/>
                <a:uFillTx/>
                <a:latin typeface="Arial" panose="020B0604020202020204" pitchFamily="34" charset="0"/>
                <a:ea typeface="+mn-ea"/>
                <a:cs typeface="+mn-cs"/>
              </a:rPr>
              <a:t> for the conventional restaurant</a:t>
            </a:r>
          </a:p>
          <a:p>
            <a:pPr marL="0" marR="0" lvl="1" indent="0" algn="l" defTabSz="81281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dirty="0">
              <a:ln>
                <a:noFill/>
              </a:ln>
              <a:solidFill>
                <a:srgbClr val="00274C"/>
              </a:solidFill>
              <a:effectLst/>
              <a:uLnTx/>
              <a:uFillTx/>
              <a:latin typeface="Arial" panose="020B0604020202020204" pitchFamily="34" charset="0"/>
              <a:ea typeface="+mn-ea"/>
              <a:cs typeface="+mn-cs"/>
            </a:endParaRPr>
          </a:p>
          <a:p>
            <a:pPr marL="0" marR="0" lvl="1" indent="0" algn="l" defTabSz="812810" rtl="0" eaLnBrk="1" fontAlgn="auto" latinLnBrk="0" hangingPunct="1">
              <a:lnSpc>
                <a:spcPct val="100000"/>
              </a:lnSpc>
              <a:spcBef>
                <a:spcPct val="0"/>
              </a:spcBef>
              <a:spcAft>
                <a:spcPts val="0"/>
              </a:spcAft>
              <a:buClrTx/>
              <a:buSzTx/>
              <a:buFontTx/>
              <a:buNone/>
              <a:tabLst/>
              <a:defRPr/>
            </a:pPr>
            <a:r>
              <a:rPr kumimoji="0" lang="en-US" altLang="en-US" sz="2400" b="0" i="0" u="none" strike="noStrike" kern="1200" cap="none" spc="0" normalizeH="0" baseline="0" noProof="0" dirty="0">
                <a:ln>
                  <a:noFill/>
                </a:ln>
                <a:solidFill>
                  <a:srgbClr val="00274C"/>
                </a:solidFill>
                <a:effectLst/>
                <a:uLnTx/>
                <a:uFillTx/>
                <a:latin typeface="Arial" panose="020B0604020202020204" pitchFamily="34" charset="0"/>
                <a:ea typeface="+mn-ea"/>
                <a:cs typeface="+mn-cs"/>
              </a:rPr>
              <a:t>Packaging production and </a:t>
            </a:r>
            <a:br>
              <a:rPr kumimoji="0" lang="en-US" altLang="en-US" sz="2400" b="0" i="0" u="none" strike="noStrike" kern="1200" cap="none" spc="0" normalizeH="0" baseline="0" noProof="0" dirty="0">
                <a:ln>
                  <a:noFill/>
                </a:ln>
                <a:solidFill>
                  <a:srgbClr val="00274C"/>
                </a:solidFill>
                <a:effectLst/>
                <a:uLnTx/>
                <a:uFillTx/>
                <a:latin typeface="Arial" panose="020B0604020202020204" pitchFamily="34" charset="0"/>
                <a:ea typeface="+mn-ea"/>
                <a:cs typeface="+mn-cs"/>
              </a:rPr>
            </a:br>
            <a:r>
              <a:rPr kumimoji="0" lang="en-US" altLang="en-US" sz="2400" b="0" i="0" u="none" strike="noStrike" kern="1200" cap="none" spc="0" normalizeH="0" baseline="0" noProof="0" dirty="0">
                <a:ln>
                  <a:noFill/>
                </a:ln>
                <a:solidFill>
                  <a:srgbClr val="00274C"/>
                </a:solidFill>
                <a:effectLst/>
                <a:uLnTx/>
                <a:uFillTx/>
                <a:latin typeface="Arial" panose="020B0604020202020204" pitchFamily="34" charset="0"/>
                <a:ea typeface="+mn-ea"/>
                <a:cs typeface="+mn-cs"/>
              </a:rPr>
              <a:t>waste management occur outside of the restaurant, and thus were not included for either system, </a:t>
            </a:r>
            <a:br>
              <a:rPr kumimoji="0" lang="en-US" altLang="en-US" sz="2400" b="0" i="0" u="none" strike="noStrike" kern="1200" cap="none" spc="0" normalizeH="0" baseline="0" noProof="0" dirty="0">
                <a:ln>
                  <a:noFill/>
                </a:ln>
                <a:solidFill>
                  <a:srgbClr val="00274C"/>
                </a:solidFill>
                <a:effectLst/>
                <a:uLnTx/>
                <a:uFillTx/>
                <a:latin typeface="Arial" panose="020B0604020202020204" pitchFamily="34" charset="0"/>
                <a:ea typeface="+mn-ea"/>
                <a:cs typeface="+mn-cs"/>
              </a:rPr>
            </a:br>
            <a:r>
              <a:rPr kumimoji="0" lang="en-US" altLang="en-US" sz="2400" b="0" i="0" u="none" strike="noStrike" kern="1200" cap="none" spc="0" normalizeH="0" baseline="0" noProof="0" dirty="0">
                <a:ln>
                  <a:noFill/>
                </a:ln>
                <a:solidFill>
                  <a:srgbClr val="00274C"/>
                </a:solidFill>
                <a:effectLst/>
                <a:uLnTx/>
                <a:uFillTx/>
                <a:latin typeface="Arial" panose="020B0604020202020204" pitchFamily="34" charset="0"/>
                <a:ea typeface="+mn-ea"/>
                <a:cs typeface="+mn-cs"/>
              </a:rPr>
              <a:t>whereas </a:t>
            </a:r>
            <a:r>
              <a:rPr kumimoji="0" lang="en-US" altLang="en-US" sz="2400" b="0" i="1" u="none" strike="noStrike" kern="1200" cap="none" spc="0" normalizeH="0" baseline="0" noProof="0" dirty="0">
                <a:ln>
                  <a:noFill/>
                </a:ln>
                <a:solidFill>
                  <a:srgbClr val="00274C"/>
                </a:solidFill>
                <a:effectLst/>
                <a:uLnTx/>
                <a:uFillTx/>
                <a:latin typeface="Arial" panose="020B0604020202020204" pitchFamily="34" charset="0"/>
                <a:ea typeface="+mn-ea"/>
                <a:cs typeface="+mn-cs"/>
              </a:rPr>
              <a:t>dishwashing is included</a:t>
            </a:r>
          </a:p>
          <a:p>
            <a:pPr marL="0" marR="0" lvl="1" indent="0" algn="l" defTabSz="812810" rtl="0" eaLnBrk="1" fontAlgn="auto" latinLnBrk="0" hangingPunct="1">
              <a:lnSpc>
                <a:spcPct val="100000"/>
              </a:lnSpc>
              <a:spcBef>
                <a:spcPct val="0"/>
              </a:spcBef>
              <a:spcAft>
                <a:spcPts val="0"/>
              </a:spcAft>
              <a:buClrTx/>
              <a:buSzTx/>
              <a:buFontTx/>
              <a:buNone/>
              <a:tabLst/>
              <a:defRPr/>
            </a:pPr>
            <a:r>
              <a:rPr kumimoji="0" lang="en-US" altLang="en-US" sz="2400" b="0" i="0" u="none" strike="noStrike" kern="1200" cap="none" spc="0" normalizeH="0" baseline="0" noProof="0" dirty="0">
                <a:ln>
                  <a:noFill/>
                </a:ln>
                <a:solidFill>
                  <a:srgbClr val="00274C"/>
                </a:solidFill>
                <a:effectLst/>
                <a:uLnTx/>
                <a:uFillTx/>
                <a:latin typeface="Arial" panose="020B0604020202020204" pitchFamily="34" charset="0"/>
                <a:ea typeface="+mn-ea"/>
                <a:cs typeface="+mn-cs"/>
              </a:rPr>
              <a:t> </a:t>
            </a:r>
          </a:p>
        </p:txBody>
      </p:sp>
      <p:sp>
        <p:nvSpPr>
          <p:cNvPr id="3" name="Rectangle 2">
            <a:extLst>
              <a:ext uri="{FF2B5EF4-FFF2-40B4-BE49-F238E27FC236}">
                <a16:creationId xmlns:a16="http://schemas.microsoft.com/office/drawing/2014/main" id="{B0EA5A40-4F18-E546-AEF7-90145E3A7BB4}"/>
              </a:ext>
            </a:extLst>
          </p:cNvPr>
          <p:cNvSpPr/>
          <p:nvPr/>
        </p:nvSpPr>
        <p:spPr>
          <a:xfrm>
            <a:off x="1038141" y="1600705"/>
            <a:ext cx="4175543" cy="500811"/>
          </a:xfrm>
          <a:prstGeom prst="rect">
            <a:avLst/>
          </a:prstGeom>
          <a:solidFill>
            <a:schemeClr val="accent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81281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prstClr val="white"/>
                </a:solidFill>
                <a:effectLst/>
                <a:uLnTx/>
                <a:uFillTx/>
                <a:latin typeface="Arial" panose="020B0604020202020204"/>
                <a:ea typeface="+mn-ea"/>
                <a:cs typeface="+mn-cs"/>
              </a:rPr>
              <a:t>FAST-FOOD RESTAURANT</a:t>
            </a:r>
          </a:p>
        </p:txBody>
      </p:sp>
      <p:sp>
        <p:nvSpPr>
          <p:cNvPr id="18" name="Rectangle 17">
            <a:extLst>
              <a:ext uri="{FF2B5EF4-FFF2-40B4-BE49-F238E27FC236}">
                <a16:creationId xmlns:a16="http://schemas.microsoft.com/office/drawing/2014/main" id="{D6E06B4B-3536-E742-A639-4F3499E9E652}"/>
              </a:ext>
            </a:extLst>
          </p:cNvPr>
          <p:cNvSpPr/>
          <p:nvPr/>
        </p:nvSpPr>
        <p:spPr>
          <a:xfrm>
            <a:off x="5644898" y="1600705"/>
            <a:ext cx="4686217" cy="500811"/>
          </a:xfrm>
          <a:prstGeom prst="rect">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81281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prstClr val="white"/>
                </a:solidFill>
                <a:effectLst/>
                <a:uLnTx/>
                <a:uFillTx/>
                <a:latin typeface="Arial" panose="020B0604020202020204"/>
                <a:ea typeface="+mn-ea"/>
                <a:cs typeface="+mn-cs"/>
              </a:rPr>
              <a:t>CONVENTIONAL RESTAURANT</a:t>
            </a:r>
          </a:p>
        </p:txBody>
      </p:sp>
      <p:sp>
        <p:nvSpPr>
          <p:cNvPr id="4" name="TextBox 3">
            <a:extLst>
              <a:ext uri="{FF2B5EF4-FFF2-40B4-BE49-F238E27FC236}">
                <a16:creationId xmlns:a16="http://schemas.microsoft.com/office/drawing/2014/main" id="{2EA8C009-816A-3F42-9746-149CC48E834A}"/>
              </a:ext>
            </a:extLst>
          </p:cNvPr>
          <p:cNvSpPr txBox="1"/>
          <p:nvPr/>
        </p:nvSpPr>
        <p:spPr>
          <a:xfrm>
            <a:off x="1038141" y="2245895"/>
            <a:ext cx="4175543" cy="369332"/>
          </a:xfrm>
          <a:prstGeom prst="rect">
            <a:avLst/>
          </a:prstGeom>
          <a:noFill/>
        </p:spPr>
        <p:txBody>
          <a:bodyPr wrap="square" rtlCol="0">
            <a:spAutoFit/>
          </a:bodyPr>
          <a:lstStyle/>
          <a:p>
            <a:pPr marL="0" marR="0" lvl="0" indent="0" algn="l" defTabSz="812810" rtl="0" eaLnBrk="1" fontAlgn="auto" latinLnBrk="0" hangingPunct="1">
              <a:lnSpc>
                <a:spcPct val="100000"/>
              </a:lnSpc>
              <a:spcBef>
                <a:spcPts val="0"/>
              </a:spcBef>
              <a:spcAft>
                <a:spcPts val="0"/>
              </a:spcAft>
              <a:buClrTx/>
              <a:buSzTx/>
              <a:buFontTx/>
              <a:buNone/>
              <a:tabLst/>
              <a:defRPr/>
            </a:pPr>
            <a:r>
              <a:rPr kumimoji="0" lang="en-US" altLang="en-US" sz="1800" b="0" i="1" u="none" strike="noStrike" kern="1200" cap="none" spc="0" normalizeH="0" baseline="0" noProof="0" dirty="0">
                <a:ln>
                  <a:noFill/>
                </a:ln>
                <a:solidFill>
                  <a:srgbClr val="00274C"/>
                </a:solidFill>
                <a:effectLst/>
                <a:uLnTx/>
                <a:uFillTx/>
                <a:latin typeface="Arial" panose="020B0604020202020204" pitchFamily="34" charset="0"/>
                <a:ea typeface="+mn-ea"/>
                <a:cs typeface="Arial" panose="020B0604020202020204" pitchFamily="34" charset="0"/>
              </a:rPr>
              <a:t>Agricultural production chain</a:t>
            </a:r>
            <a:r>
              <a:rPr kumimoji="0" lang="en-US" altLang="en-US" sz="1800" b="0" i="0" u="none" strike="noStrike" kern="1200" cap="none" spc="0" normalizeH="0" baseline="0" noProof="0" dirty="0">
                <a:ln>
                  <a:noFill/>
                </a:ln>
                <a:solidFill>
                  <a:srgbClr val="00274C"/>
                </a:solidFill>
                <a:effectLst/>
                <a:uLnTx/>
                <a:uFillTx/>
                <a:latin typeface="Arial" panose="020B0604020202020204" pitchFamily="34" charset="0"/>
                <a:ea typeface="+mn-ea"/>
                <a:cs typeface="Arial" panose="020B0604020202020204" pitchFamily="34" charset="0"/>
              </a:rPr>
              <a:t>	</a:t>
            </a:r>
            <a:endParaRPr kumimoji="0" lang="en-US" sz="1800" b="0" i="0" u="none" strike="noStrike" kern="1200" cap="none" spc="0" normalizeH="0" baseline="0" noProof="0" dirty="0">
              <a:ln>
                <a:noFill/>
              </a:ln>
              <a:solidFill>
                <a:srgbClr val="00274C"/>
              </a:solidFill>
              <a:effectLst/>
              <a:uLnTx/>
              <a:uFillTx/>
              <a:latin typeface="Arial" panose="020B0604020202020204" pitchFamily="34" charset="0"/>
              <a:ea typeface="+mn-ea"/>
              <a:cs typeface="Arial" panose="020B0604020202020204" pitchFamily="34" charset="0"/>
            </a:endParaRPr>
          </a:p>
        </p:txBody>
      </p:sp>
      <p:sp>
        <p:nvSpPr>
          <p:cNvPr id="20" name="TextBox 19">
            <a:extLst>
              <a:ext uri="{FF2B5EF4-FFF2-40B4-BE49-F238E27FC236}">
                <a16:creationId xmlns:a16="http://schemas.microsoft.com/office/drawing/2014/main" id="{EDEAE52E-2BCA-7C46-9D59-9206DB6843F6}"/>
              </a:ext>
            </a:extLst>
          </p:cNvPr>
          <p:cNvSpPr txBox="1"/>
          <p:nvPr/>
        </p:nvSpPr>
        <p:spPr>
          <a:xfrm>
            <a:off x="5626182" y="2245895"/>
            <a:ext cx="4704933" cy="646331"/>
          </a:xfrm>
          <a:prstGeom prst="rect">
            <a:avLst/>
          </a:prstGeom>
          <a:noFill/>
        </p:spPr>
        <p:txBody>
          <a:bodyPr wrap="square" rtlCol="0">
            <a:spAutoFit/>
          </a:bodyPr>
          <a:lstStyle/>
          <a:p>
            <a:pPr marL="0" marR="0" lvl="0" indent="0" algn="l" defTabSz="812810" rtl="0" eaLnBrk="1" fontAlgn="auto" latinLnBrk="0" hangingPunct="1">
              <a:lnSpc>
                <a:spcPct val="100000"/>
              </a:lnSpc>
              <a:spcBef>
                <a:spcPct val="0"/>
              </a:spcBef>
              <a:spcAft>
                <a:spcPts val="0"/>
              </a:spcAft>
              <a:buClrTx/>
              <a:buSzTx/>
              <a:buFontTx/>
              <a:buNone/>
              <a:tabLst/>
              <a:defRPr/>
            </a:pPr>
            <a:r>
              <a:rPr kumimoji="0" lang="en-US" altLang="en-US" sz="1800" b="0" i="1" u="none" strike="noStrike" kern="1200" cap="none" spc="0" normalizeH="0" baseline="0" noProof="0" dirty="0">
                <a:ln>
                  <a:noFill/>
                </a:ln>
                <a:solidFill>
                  <a:srgbClr val="00274C"/>
                </a:solidFill>
                <a:effectLst/>
                <a:uLnTx/>
                <a:uFillTx/>
                <a:latin typeface="Arial" panose="020B0604020202020204" pitchFamily="34" charset="0"/>
                <a:ea typeface="+mn-ea"/>
                <a:cs typeface="Arial" panose="020B0604020202020204" pitchFamily="34" charset="0"/>
              </a:rPr>
              <a:t>Agricultural production chain </a:t>
            </a:r>
            <a:br>
              <a:rPr kumimoji="0" lang="en-US" altLang="en-US" sz="1800" b="0" i="1" u="none" strike="noStrike" kern="1200" cap="none" spc="0" normalizeH="0" baseline="0" noProof="0" dirty="0">
                <a:ln>
                  <a:noFill/>
                </a:ln>
                <a:solidFill>
                  <a:srgbClr val="00274C"/>
                </a:solidFill>
                <a:effectLst/>
                <a:uLnTx/>
                <a:uFillTx/>
                <a:latin typeface="Arial" panose="020B0604020202020204" pitchFamily="34" charset="0"/>
                <a:ea typeface="+mn-ea"/>
                <a:cs typeface="Arial" panose="020B0604020202020204" pitchFamily="34" charset="0"/>
              </a:rPr>
            </a:br>
            <a:r>
              <a:rPr kumimoji="0" lang="en-US" altLang="en-US" sz="1800" b="0" i="1" u="none" strike="noStrike" kern="1200" cap="none" spc="0" normalizeH="0" baseline="0" noProof="0" dirty="0">
                <a:ln>
                  <a:noFill/>
                </a:ln>
                <a:solidFill>
                  <a:srgbClr val="00274C"/>
                </a:solidFill>
                <a:effectLst/>
                <a:uLnTx/>
                <a:uFillTx/>
                <a:latin typeface="Arial" panose="020B0604020202020204" pitchFamily="34" charset="0"/>
                <a:ea typeface="+mn-ea"/>
                <a:cs typeface="Arial" panose="020B0604020202020204" pitchFamily="34" charset="0"/>
              </a:rPr>
              <a:t>(same as fast-food)</a:t>
            </a:r>
            <a:endParaRPr kumimoji="0" lang="en-US" sz="1800" b="0" i="0" u="none" strike="noStrike" kern="1200" cap="none" spc="0" normalizeH="0" baseline="0" noProof="0" dirty="0">
              <a:ln>
                <a:noFill/>
              </a:ln>
              <a:solidFill>
                <a:srgbClr val="00274C"/>
              </a:solidFill>
              <a:effectLst/>
              <a:uLnTx/>
              <a:uFillTx/>
              <a:latin typeface="Arial" panose="020B0604020202020204" pitchFamily="34" charset="0"/>
              <a:ea typeface="+mn-ea"/>
              <a:cs typeface="Arial" panose="020B0604020202020204" pitchFamily="34" charset="0"/>
            </a:endParaRPr>
          </a:p>
        </p:txBody>
      </p:sp>
      <p:sp>
        <p:nvSpPr>
          <p:cNvPr id="21" name="TextBox 20">
            <a:extLst>
              <a:ext uri="{FF2B5EF4-FFF2-40B4-BE49-F238E27FC236}">
                <a16:creationId xmlns:a16="http://schemas.microsoft.com/office/drawing/2014/main" id="{65822031-93ED-764A-90D8-FF33652EB2A5}"/>
              </a:ext>
            </a:extLst>
          </p:cNvPr>
          <p:cNvSpPr txBox="1"/>
          <p:nvPr/>
        </p:nvSpPr>
        <p:spPr>
          <a:xfrm>
            <a:off x="1038141" y="2935705"/>
            <a:ext cx="4175543" cy="369332"/>
          </a:xfrm>
          <a:prstGeom prst="rect">
            <a:avLst/>
          </a:prstGeom>
          <a:noFill/>
        </p:spPr>
        <p:txBody>
          <a:bodyPr wrap="square" rtlCol="0">
            <a:spAutoFit/>
          </a:bodyPr>
          <a:lstStyle/>
          <a:p>
            <a:pPr marL="0" marR="0" lvl="0" indent="0" algn="l" defTabSz="812810" rtl="0" eaLnBrk="1" fontAlgn="auto" latinLnBrk="0" hangingPunct="1">
              <a:lnSpc>
                <a:spcPct val="100000"/>
              </a:lnSpc>
              <a:spcBef>
                <a:spcPts val="0"/>
              </a:spcBef>
              <a:spcAft>
                <a:spcPts val="0"/>
              </a:spcAft>
              <a:buClrTx/>
              <a:buSzTx/>
              <a:buFontTx/>
              <a:buNone/>
              <a:tabLst/>
              <a:defRPr/>
            </a:pPr>
            <a:r>
              <a:rPr kumimoji="0" lang="en-US" altLang="en-US" sz="1800" b="0" i="1" u="none" strike="noStrike" kern="1200" cap="none" spc="0" normalizeH="0" baseline="0" noProof="0" dirty="0">
                <a:ln>
                  <a:noFill/>
                </a:ln>
                <a:solidFill>
                  <a:srgbClr val="00274C"/>
                </a:solidFill>
                <a:effectLst/>
                <a:uLnTx/>
                <a:uFillTx/>
                <a:latin typeface="Arial" panose="020B0604020202020204" pitchFamily="34" charset="0"/>
                <a:ea typeface="+mn-ea"/>
                <a:cs typeface="Arial" panose="020B0604020202020204" pitchFamily="34" charset="0"/>
              </a:rPr>
              <a:t>Transport</a:t>
            </a:r>
            <a:endParaRPr kumimoji="0" lang="en-US" sz="1800" b="0" i="0" u="none" strike="noStrike" kern="1200" cap="none" spc="0" normalizeH="0" baseline="0" noProof="0" dirty="0">
              <a:ln>
                <a:noFill/>
              </a:ln>
              <a:solidFill>
                <a:srgbClr val="00274C"/>
              </a:solidFill>
              <a:effectLst/>
              <a:uLnTx/>
              <a:uFillTx/>
              <a:latin typeface="Arial" panose="020B0604020202020204" pitchFamily="34" charset="0"/>
              <a:ea typeface="+mn-ea"/>
              <a:cs typeface="Arial" panose="020B0604020202020204" pitchFamily="34" charset="0"/>
            </a:endParaRPr>
          </a:p>
        </p:txBody>
      </p:sp>
      <p:sp>
        <p:nvSpPr>
          <p:cNvPr id="22" name="TextBox 21">
            <a:extLst>
              <a:ext uri="{FF2B5EF4-FFF2-40B4-BE49-F238E27FC236}">
                <a16:creationId xmlns:a16="http://schemas.microsoft.com/office/drawing/2014/main" id="{9BC250A4-177F-6C4D-96DF-4BAEBE5E1924}"/>
              </a:ext>
            </a:extLst>
          </p:cNvPr>
          <p:cNvSpPr txBox="1"/>
          <p:nvPr/>
        </p:nvSpPr>
        <p:spPr>
          <a:xfrm>
            <a:off x="5626182" y="2935705"/>
            <a:ext cx="4704933" cy="369332"/>
          </a:xfrm>
          <a:prstGeom prst="rect">
            <a:avLst/>
          </a:prstGeom>
          <a:noFill/>
        </p:spPr>
        <p:txBody>
          <a:bodyPr wrap="square" rtlCol="0">
            <a:spAutoFit/>
          </a:bodyPr>
          <a:lstStyle/>
          <a:p>
            <a:pPr marL="0" marR="0" lvl="0" indent="0" algn="l" defTabSz="812810" rtl="0" eaLnBrk="1" fontAlgn="auto" latinLnBrk="0" hangingPunct="1">
              <a:lnSpc>
                <a:spcPct val="100000"/>
              </a:lnSpc>
              <a:spcBef>
                <a:spcPts val="0"/>
              </a:spcBef>
              <a:spcAft>
                <a:spcPts val="0"/>
              </a:spcAft>
              <a:buClrTx/>
              <a:buSzTx/>
              <a:buFontTx/>
              <a:buNone/>
              <a:tabLst/>
              <a:defRPr/>
            </a:pPr>
            <a:r>
              <a:rPr kumimoji="0" lang="en-US" altLang="en-US" sz="1800" b="0" i="1" u="none" strike="noStrike" kern="1200" cap="none" spc="0" normalizeH="0" baseline="0" noProof="0" dirty="0">
                <a:ln>
                  <a:noFill/>
                </a:ln>
                <a:solidFill>
                  <a:srgbClr val="00274C"/>
                </a:solidFill>
                <a:effectLst/>
                <a:uLnTx/>
                <a:uFillTx/>
                <a:latin typeface="Arial" panose="020B0604020202020204" pitchFamily="34" charset="0"/>
                <a:ea typeface="+mn-ea"/>
                <a:cs typeface="Arial" panose="020B0604020202020204" pitchFamily="34" charset="0"/>
              </a:rPr>
              <a:t>Transport (same)</a:t>
            </a:r>
            <a:endParaRPr kumimoji="0" lang="en-US" sz="1800" b="0" i="0" u="none" strike="noStrike" kern="1200" cap="none" spc="0" normalizeH="0" baseline="0" noProof="0" dirty="0">
              <a:ln>
                <a:noFill/>
              </a:ln>
              <a:solidFill>
                <a:srgbClr val="00274C"/>
              </a:solidFill>
              <a:effectLst/>
              <a:uLnTx/>
              <a:uFillTx/>
              <a:latin typeface="Arial" panose="020B0604020202020204" pitchFamily="34" charset="0"/>
              <a:ea typeface="+mn-ea"/>
              <a:cs typeface="Arial" panose="020B0604020202020204" pitchFamily="34" charset="0"/>
            </a:endParaRPr>
          </a:p>
        </p:txBody>
      </p:sp>
      <p:sp>
        <p:nvSpPr>
          <p:cNvPr id="23" name="TextBox 22">
            <a:extLst>
              <a:ext uri="{FF2B5EF4-FFF2-40B4-BE49-F238E27FC236}">
                <a16:creationId xmlns:a16="http://schemas.microsoft.com/office/drawing/2014/main" id="{3A656096-AADC-104E-AD11-1C39D8D34E7D}"/>
              </a:ext>
            </a:extLst>
          </p:cNvPr>
          <p:cNvSpPr txBox="1"/>
          <p:nvPr/>
        </p:nvSpPr>
        <p:spPr>
          <a:xfrm>
            <a:off x="1038141" y="3384885"/>
            <a:ext cx="4175543" cy="646331"/>
          </a:xfrm>
          <a:prstGeom prst="rect">
            <a:avLst/>
          </a:prstGeom>
          <a:noFill/>
        </p:spPr>
        <p:txBody>
          <a:bodyPr wrap="square" rtlCol="0">
            <a:spAutoFit/>
          </a:bodyPr>
          <a:lstStyle/>
          <a:p>
            <a:pPr marL="0" marR="0" lvl="0" indent="0" algn="l" defTabSz="812810" rtl="0" eaLnBrk="1" fontAlgn="auto" latinLnBrk="0" hangingPunct="1">
              <a:lnSpc>
                <a:spcPct val="100000"/>
              </a:lnSpc>
              <a:spcBef>
                <a:spcPts val="0"/>
              </a:spcBef>
              <a:spcAft>
                <a:spcPts val="0"/>
              </a:spcAft>
              <a:buClrTx/>
              <a:buSzTx/>
              <a:buFontTx/>
              <a:buNone/>
              <a:tabLst/>
              <a:defRPr/>
            </a:pPr>
            <a:r>
              <a:rPr kumimoji="0" lang="en-US" altLang="en-US" sz="1800" b="0" i="1" u="none" strike="noStrike" kern="1200" cap="none" spc="0" normalizeH="0" baseline="0" noProof="0" dirty="0">
                <a:ln>
                  <a:noFill/>
                </a:ln>
                <a:solidFill>
                  <a:srgbClr val="00274C"/>
                </a:solidFill>
                <a:effectLst/>
                <a:uLnTx/>
                <a:uFillTx/>
                <a:latin typeface="Arial" panose="020B0604020202020204" pitchFamily="34" charset="0"/>
                <a:ea typeface="+mn-ea"/>
                <a:cs typeface="Arial" panose="020B0604020202020204" pitchFamily="34" charset="0"/>
              </a:rPr>
              <a:t>Production chain for plastic tableware (knives, forks, cups, etc.)</a:t>
            </a:r>
            <a:endParaRPr kumimoji="0" lang="en-US" sz="1800" b="0" i="0" u="none" strike="noStrike" kern="1200" cap="none" spc="0" normalizeH="0" baseline="0" noProof="0" dirty="0">
              <a:ln>
                <a:noFill/>
              </a:ln>
              <a:solidFill>
                <a:srgbClr val="00274C"/>
              </a:solidFill>
              <a:effectLst/>
              <a:uLnTx/>
              <a:uFillTx/>
              <a:latin typeface="Arial" panose="020B0604020202020204" pitchFamily="34" charset="0"/>
              <a:ea typeface="+mn-ea"/>
              <a:cs typeface="Arial" panose="020B0604020202020204" pitchFamily="34" charset="0"/>
            </a:endParaRPr>
          </a:p>
        </p:txBody>
      </p:sp>
      <p:sp>
        <p:nvSpPr>
          <p:cNvPr id="24" name="TextBox 23">
            <a:extLst>
              <a:ext uri="{FF2B5EF4-FFF2-40B4-BE49-F238E27FC236}">
                <a16:creationId xmlns:a16="http://schemas.microsoft.com/office/drawing/2014/main" id="{EBF93CF1-5C4A-0444-BACA-AA269FC2A5CF}"/>
              </a:ext>
            </a:extLst>
          </p:cNvPr>
          <p:cNvSpPr txBox="1"/>
          <p:nvPr/>
        </p:nvSpPr>
        <p:spPr>
          <a:xfrm>
            <a:off x="5626182" y="3384885"/>
            <a:ext cx="4704933" cy="369332"/>
          </a:xfrm>
          <a:prstGeom prst="rect">
            <a:avLst/>
          </a:prstGeom>
          <a:noFill/>
        </p:spPr>
        <p:txBody>
          <a:bodyPr wrap="square" rtlCol="0">
            <a:spAutoFit/>
          </a:bodyPr>
          <a:lstStyle/>
          <a:p>
            <a:pPr marL="0" marR="0" lvl="0" indent="0" algn="l" defTabSz="812810" rtl="0" eaLnBrk="1" fontAlgn="auto" latinLnBrk="0" hangingPunct="1">
              <a:lnSpc>
                <a:spcPct val="100000"/>
              </a:lnSpc>
              <a:spcBef>
                <a:spcPct val="0"/>
              </a:spcBef>
              <a:spcAft>
                <a:spcPts val="0"/>
              </a:spcAft>
              <a:buClrTx/>
              <a:buSzTx/>
              <a:buFontTx/>
              <a:buNone/>
              <a:tabLst/>
              <a:defRPr/>
            </a:pPr>
            <a:r>
              <a:rPr kumimoji="0" lang="en-US" altLang="en-US" sz="1800" b="0" i="1" u="none" strike="noStrike" kern="1200" cap="none" spc="0" normalizeH="0" baseline="0" noProof="0" dirty="0">
                <a:ln>
                  <a:noFill/>
                </a:ln>
                <a:solidFill>
                  <a:srgbClr val="00274C"/>
                </a:solidFill>
                <a:effectLst/>
                <a:uLnTx/>
                <a:uFillTx/>
                <a:latin typeface="Arial" panose="020B0604020202020204" pitchFamily="34" charset="0"/>
                <a:ea typeface="+mn-ea"/>
                <a:cs typeface="Arial" panose="020B0604020202020204" pitchFamily="34" charset="0"/>
              </a:rPr>
              <a:t>Production chain for reusable dishes</a:t>
            </a:r>
            <a:endParaRPr kumimoji="0" lang="en-US" altLang="en-US" sz="1800" b="0" i="0" u="none" strike="noStrike" kern="1200" cap="none" spc="0" normalizeH="0" baseline="0" noProof="0" dirty="0">
              <a:ln>
                <a:noFill/>
              </a:ln>
              <a:solidFill>
                <a:srgbClr val="00274C"/>
              </a:solidFill>
              <a:effectLst/>
              <a:uLnTx/>
              <a:uFillTx/>
              <a:latin typeface="Arial" panose="020B0604020202020204" pitchFamily="34" charset="0"/>
              <a:ea typeface="+mn-ea"/>
              <a:cs typeface="Arial" panose="020B0604020202020204" pitchFamily="34" charset="0"/>
            </a:endParaRPr>
          </a:p>
        </p:txBody>
      </p:sp>
      <p:sp>
        <p:nvSpPr>
          <p:cNvPr id="25" name="TextBox 24">
            <a:extLst>
              <a:ext uri="{FF2B5EF4-FFF2-40B4-BE49-F238E27FC236}">
                <a16:creationId xmlns:a16="http://schemas.microsoft.com/office/drawing/2014/main" id="{168EA0A5-023C-3647-BDB0-E15BC04026FA}"/>
              </a:ext>
            </a:extLst>
          </p:cNvPr>
          <p:cNvSpPr txBox="1"/>
          <p:nvPr/>
        </p:nvSpPr>
        <p:spPr>
          <a:xfrm>
            <a:off x="1038141" y="4122821"/>
            <a:ext cx="4287838" cy="646331"/>
          </a:xfrm>
          <a:prstGeom prst="rect">
            <a:avLst/>
          </a:prstGeom>
          <a:noFill/>
        </p:spPr>
        <p:txBody>
          <a:bodyPr wrap="square" rtlCol="0">
            <a:spAutoFit/>
          </a:bodyPr>
          <a:lstStyle/>
          <a:p>
            <a:pPr marL="0" marR="0" lvl="0" indent="0" algn="l" defTabSz="812810" rtl="0" eaLnBrk="1" fontAlgn="auto" latinLnBrk="0" hangingPunct="1">
              <a:lnSpc>
                <a:spcPct val="100000"/>
              </a:lnSpc>
              <a:spcBef>
                <a:spcPts val="0"/>
              </a:spcBef>
              <a:spcAft>
                <a:spcPts val="0"/>
              </a:spcAft>
              <a:buClrTx/>
              <a:buSzTx/>
              <a:buFontTx/>
              <a:buNone/>
              <a:tabLst/>
              <a:defRPr/>
            </a:pPr>
            <a:r>
              <a:rPr kumimoji="0" lang="en-US" altLang="en-US" sz="1800" b="0" i="1" u="none" strike="noStrike" kern="1200" cap="none" spc="0" normalizeH="0" baseline="0" noProof="0" dirty="0">
                <a:ln>
                  <a:noFill/>
                </a:ln>
                <a:solidFill>
                  <a:srgbClr val="00274C"/>
                </a:solidFill>
                <a:effectLst/>
                <a:uLnTx/>
                <a:uFillTx/>
                <a:latin typeface="Arial" panose="020B0604020202020204" pitchFamily="34" charset="0"/>
                <a:ea typeface="+mn-ea"/>
                <a:cs typeface="Arial" panose="020B0604020202020204" pitchFamily="34" charset="0"/>
              </a:rPr>
              <a:t>Initial preparation and packaging of food (preparation of burgers, salads, etc.)</a:t>
            </a:r>
            <a:endParaRPr kumimoji="0" lang="en-US" sz="1800" b="0" i="0" u="none" strike="noStrike" kern="1200" cap="none" spc="0" normalizeH="0" baseline="0" noProof="0" dirty="0">
              <a:ln>
                <a:noFill/>
              </a:ln>
              <a:solidFill>
                <a:srgbClr val="00274C"/>
              </a:solidFill>
              <a:effectLst/>
              <a:uLnTx/>
              <a:uFillTx/>
              <a:latin typeface="Arial" panose="020B0604020202020204" pitchFamily="34" charset="0"/>
              <a:ea typeface="+mn-ea"/>
              <a:cs typeface="Arial" panose="020B0604020202020204" pitchFamily="34" charset="0"/>
            </a:endParaRPr>
          </a:p>
        </p:txBody>
      </p:sp>
      <p:sp>
        <p:nvSpPr>
          <p:cNvPr id="28" name="TextBox 27">
            <a:extLst>
              <a:ext uri="{FF2B5EF4-FFF2-40B4-BE49-F238E27FC236}">
                <a16:creationId xmlns:a16="http://schemas.microsoft.com/office/drawing/2014/main" id="{2B6B8423-5166-9A4F-A2EC-4DBB16008A72}"/>
              </a:ext>
            </a:extLst>
          </p:cNvPr>
          <p:cNvSpPr txBox="1"/>
          <p:nvPr/>
        </p:nvSpPr>
        <p:spPr>
          <a:xfrm>
            <a:off x="5626182" y="4122821"/>
            <a:ext cx="4704933" cy="369332"/>
          </a:xfrm>
          <a:prstGeom prst="rect">
            <a:avLst/>
          </a:prstGeom>
          <a:noFill/>
        </p:spPr>
        <p:txBody>
          <a:bodyPr wrap="square" rtlCol="0">
            <a:spAutoFit/>
          </a:bodyPr>
          <a:lstStyle/>
          <a:p>
            <a:pPr marL="0" marR="0" lvl="0" indent="0" algn="l" defTabSz="812810" rtl="0" eaLnBrk="1" fontAlgn="auto" latinLnBrk="0" hangingPunct="1">
              <a:lnSpc>
                <a:spcPct val="100000"/>
              </a:lnSpc>
              <a:spcBef>
                <a:spcPct val="0"/>
              </a:spcBef>
              <a:spcAft>
                <a:spcPts val="0"/>
              </a:spcAft>
              <a:buClrTx/>
              <a:buSzTx/>
              <a:buFontTx/>
              <a:buNone/>
              <a:tabLst/>
              <a:defRPr/>
            </a:pPr>
            <a:r>
              <a:rPr kumimoji="0" lang="en-US" altLang="en-US" sz="1800" b="0" i="0" u="none" strike="noStrike" kern="1200" cap="none" spc="0" normalizeH="0" baseline="0" noProof="0" dirty="0">
                <a:ln>
                  <a:noFill/>
                </a:ln>
                <a:solidFill>
                  <a:srgbClr val="00274C"/>
                </a:solidFill>
                <a:effectLst/>
                <a:uLnTx/>
                <a:uFillTx/>
                <a:latin typeface="Arial" panose="020B0604020202020204" pitchFamily="34" charset="0"/>
                <a:ea typeface="+mn-ea"/>
                <a:cs typeface="Arial" panose="020B0604020202020204" pitchFamily="34" charset="0"/>
              </a:rPr>
              <a:t>Preparation of food and cooking</a:t>
            </a:r>
          </a:p>
        </p:txBody>
      </p:sp>
      <p:sp>
        <p:nvSpPr>
          <p:cNvPr id="30" name="TextBox 29">
            <a:extLst>
              <a:ext uri="{FF2B5EF4-FFF2-40B4-BE49-F238E27FC236}">
                <a16:creationId xmlns:a16="http://schemas.microsoft.com/office/drawing/2014/main" id="{765F048F-DC5D-B34F-AAB2-2B4F97E76890}"/>
              </a:ext>
            </a:extLst>
          </p:cNvPr>
          <p:cNvSpPr txBox="1"/>
          <p:nvPr/>
        </p:nvSpPr>
        <p:spPr>
          <a:xfrm>
            <a:off x="1273506" y="4715349"/>
            <a:ext cx="4287838" cy="369332"/>
          </a:xfrm>
          <a:prstGeom prst="rect">
            <a:avLst/>
          </a:prstGeom>
          <a:noFill/>
        </p:spPr>
        <p:txBody>
          <a:bodyPr wrap="square" rtlCol="0">
            <a:spAutoFit/>
          </a:bodyPr>
          <a:lstStyle/>
          <a:p>
            <a:pPr marL="0" marR="0" lvl="0" indent="0" algn="l" defTabSz="812810" rtl="0" eaLnBrk="1" fontAlgn="auto" latinLnBrk="0" hangingPunct="1">
              <a:lnSpc>
                <a:spcPct val="100000"/>
              </a:lnSpc>
              <a:spcBef>
                <a:spcPts val="0"/>
              </a:spcBef>
              <a:spcAft>
                <a:spcPts val="0"/>
              </a:spcAft>
              <a:buClrTx/>
              <a:buSzTx/>
              <a:buFontTx/>
              <a:buNone/>
              <a:tabLst/>
              <a:defRPr/>
            </a:pPr>
            <a:r>
              <a:rPr kumimoji="0" lang="en-US" altLang="en-US" sz="1800" b="0" i="0" u="none" strike="noStrike" kern="1200" cap="none" spc="0" normalizeH="0" baseline="0" noProof="0" dirty="0">
                <a:ln>
                  <a:noFill/>
                </a:ln>
                <a:solidFill>
                  <a:srgbClr val="00274C"/>
                </a:solidFill>
                <a:effectLst/>
                <a:uLnTx/>
                <a:uFillTx/>
                <a:latin typeface="Arial" panose="020B0604020202020204" pitchFamily="34" charset="0"/>
                <a:ea typeface="+mn-ea"/>
                <a:cs typeface="Arial" panose="020B0604020202020204" pitchFamily="34" charset="0"/>
              </a:rPr>
              <a:t>Final cooking</a:t>
            </a:r>
            <a:endParaRPr kumimoji="0" lang="en-US" sz="1800" b="0" i="0" u="none" strike="noStrike" kern="1200" cap="none" spc="0" normalizeH="0" baseline="0" noProof="0" dirty="0">
              <a:ln>
                <a:noFill/>
              </a:ln>
              <a:solidFill>
                <a:srgbClr val="00274C"/>
              </a:solidFill>
              <a:effectLst/>
              <a:uLnTx/>
              <a:uFillTx/>
              <a:latin typeface="Arial" panose="020B0604020202020204" pitchFamily="34" charset="0"/>
              <a:ea typeface="+mn-ea"/>
              <a:cs typeface="Arial" panose="020B0604020202020204" pitchFamily="34" charset="0"/>
            </a:endParaRPr>
          </a:p>
        </p:txBody>
      </p:sp>
      <p:sp>
        <p:nvSpPr>
          <p:cNvPr id="32" name="TextBox 31">
            <a:extLst>
              <a:ext uri="{FF2B5EF4-FFF2-40B4-BE49-F238E27FC236}">
                <a16:creationId xmlns:a16="http://schemas.microsoft.com/office/drawing/2014/main" id="{9E7CA884-65BC-6743-A18A-04E697E766F1}"/>
              </a:ext>
            </a:extLst>
          </p:cNvPr>
          <p:cNvSpPr txBox="1"/>
          <p:nvPr/>
        </p:nvSpPr>
        <p:spPr>
          <a:xfrm>
            <a:off x="1038141" y="5245768"/>
            <a:ext cx="4287838" cy="646331"/>
          </a:xfrm>
          <a:prstGeom prst="rect">
            <a:avLst/>
          </a:prstGeom>
          <a:noFill/>
        </p:spPr>
        <p:txBody>
          <a:bodyPr wrap="square" rtlCol="0">
            <a:spAutoFit/>
          </a:bodyPr>
          <a:lstStyle/>
          <a:p>
            <a:pPr marL="0" marR="0" lvl="0" indent="0" algn="l" defTabSz="812810" rtl="0" eaLnBrk="1" fontAlgn="auto" latinLnBrk="0" hangingPunct="1">
              <a:lnSpc>
                <a:spcPct val="100000"/>
              </a:lnSpc>
              <a:spcBef>
                <a:spcPts val="0"/>
              </a:spcBef>
              <a:spcAft>
                <a:spcPts val="0"/>
              </a:spcAft>
              <a:buClrTx/>
              <a:buSzTx/>
              <a:buFontTx/>
              <a:buNone/>
              <a:tabLst/>
              <a:defRPr/>
            </a:pPr>
            <a:r>
              <a:rPr kumimoji="0" lang="en-US" altLang="en-US" sz="1800" b="0" i="0" u="none" strike="noStrike" kern="1200" cap="none" spc="0" normalizeH="0" baseline="0" noProof="0" dirty="0">
                <a:ln>
                  <a:noFill/>
                </a:ln>
                <a:solidFill>
                  <a:srgbClr val="00274C"/>
                </a:solidFill>
                <a:effectLst/>
                <a:uLnTx/>
                <a:uFillTx/>
                <a:latin typeface="Arial" panose="020B0604020202020204" pitchFamily="34" charset="0"/>
                <a:ea typeface="+mn-ea"/>
                <a:cs typeface="Arial" panose="020B0604020202020204" pitchFamily="34" charset="0"/>
              </a:rPr>
              <a:t>Cleaning, heating, and lighting of restaurant</a:t>
            </a:r>
            <a:endParaRPr kumimoji="0" lang="en-US" sz="1800" b="0" i="0" u="none" strike="noStrike" kern="1200" cap="none" spc="0" normalizeH="0" baseline="0" noProof="0" dirty="0">
              <a:ln>
                <a:noFill/>
              </a:ln>
              <a:solidFill>
                <a:srgbClr val="00274C"/>
              </a:solidFill>
              <a:effectLst/>
              <a:uLnTx/>
              <a:uFillTx/>
              <a:latin typeface="Arial" panose="020B0604020202020204" pitchFamily="34" charset="0"/>
              <a:ea typeface="+mn-ea"/>
              <a:cs typeface="Arial" panose="020B0604020202020204" pitchFamily="34" charset="0"/>
            </a:endParaRPr>
          </a:p>
        </p:txBody>
      </p:sp>
      <p:sp>
        <p:nvSpPr>
          <p:cNvPr id="33" name="TextBox 32">
            <a:extLst>
              <a:ext uri="{FF2B5EF4-FFF2-40B4-BE49-F238E27FC236}">
                <a16:creationId xmlns:a16="http://schemas.microsoft.com/office/drawing/2014/main" id="{3BFC7B24-69A4-7F4A-9CB1-632B04A49966}"/>
              </a:ext>
            </a:extLst>
          </p:cNvPr>
          <p:cNvSpPr txBox="1"/>
          <p:nvPr/>
        </p:nvSpPr>
        <p:spPr>
          <a:xfrm>
            <a:off x="5626182" y="5245768"/>
            <a:ext cx="4704933" cy="923330"/>
          </a:xfrm>
          <a:prstGeom prst="rect">
            <a:avLst/>
          </a:prstGeom>
          <a:noFill/>
        </p:spPr>
        <p:txBody>
          <a:bodyPr wrap="square" rtlCol="0">
            <a:spAutoFit/>
          </a:bodyPr>
          <a:lstStyle/>
          <a:p>
            <a:pPr marL="0" marR="0" lvl="0" indent="0" algn="l" defTabSz="812810" rtl="0" eaLnBrk="1" fontAlgn="auto" latinLnBrk="0" hangingPunct="1">
              <a:lnSpc>
                <a:spcPct val="100000"/>
              </a:lnSpc>
              <a:spcBef>
                <a:spcPts val="0"/>
              </a:spcBef>
              <a:spcAft>
                <a:spcPts val="0"/>
              </a:spcAft>
              <a:buClrTx/>
              <a:buSzTx/>
              <a:buFontTx/>
              <a:buNone/>
              <a:tabLst/>
              <a:defRPr/>
            </a:pPr>
            <a:r>
              <a:rPr kumimoji="0" lang="en-US" altLang="en-US" sz="1800" b="0" i="0" u="none" strike="noStrike" kern="1200" cap="none" spc="0" normalizeH="0" baseline="0" noProof="0" dirty="0">
                <a:ln>
                  <a:noFill/>
                </a:ln>
                <a:solidFill>
                  <a:srgbClr val="00274C"/>
                </a:solidFill>
                <a:effectLst/>
                <a:uLnTx/>
                <a:uFillTx/>
                <a:latin typeface="Arial" panose="020B0604020202020204" pitchFamily="34" charset="0"/>
                <a:ea typeface="+mn-ea"/>
                <a:cs typeface="Arial" panose="020B0604020202020204" pitchFamily="34" charset="0"/>
              </a:rPr>
              <a:t>Cleaning, heating, and lighting of </a:t>
            </a:r>
            <a:br>
              <a:rPr kumimoji="0" lang="en-US" altLang="en-US" sz="1800" b="0" i="0" u="none" strike="noStrike" kern="1200" cap="none" spc="0" normalizeH="0" baseline="0" noProof="0" dirty="0">
                <a:ln>
                  <a:noFill/>
                </a:ln>
                <a:solidFill>
                  <a:srgbClr val="00274C"/>
                </a:solidFill>
                <a:effectLst/>
                <a:uLnTx/>
                <a:uFillTx/>
                <a:latin typeface="Arial" panose="020B0604020202020204" pitchFamily="34" charset="0"/>
                <a:ea typeface="+mn-ea"/>
                <a:cs typeface="Arial" panose="020B0604020202020204" pitchFamily="34" charset="0"/>
              </a:rPr>
            </a:br>
            <a:r>
              <a:rPr kumimoji="0" lang="en-US" altLang="en-US" sz="1800" b="0" i="0" u="none" strike="noStrike" kern="1200" cap="none" spc="0" normalizeH="0" baseline="0" noProof="0" dirty="0">
                <a:ln>
                  <a:noFill/>
                </a:ln>
                <a:solidFill>
                  <a:srgbClr val="00274C"/>
                </a:solidFill>
                <a:effectLst/>
                <a:uLnTx/>
                <a:uFillTx/>
                <a:latin typeface="Arial" panose="020B0604020202020204" pitchFamily="34" charset="0"/>
                <a:ea typeface="+mn-ea"/>
                <a:cs typeface="Arial" panose="020B0604020202020204" pitchFamily="34" charset="0"/>
              </a:rPr>
              <a:t>restaurant (same)</a:t>
            </a:r>
          </a:p>
          <a:p>
            <a:pPr marL="0" marR="0" lvl="0" indent="0" algn="l" defTabSz="81281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00274C"/>
                </a:solidFill>
                <a:effectLst/>
                <a:uLnTx/>
                <a:uFillTx/>
                <a:latin typeface="Arial" panose="020B0604020202020204" pitchFamily="34" charset="0"/>
                <a:ea typeface="+mn-ea"/>
                <a:cs typeface="Arial" panose="020B0604020202020204" pitchFamily="34" charset="0"/>
              </a:rPr>
              <a:t>Clean reusable dishes</a:t>
            </a:r>
          </a:p>
        </p:txBody>
      </p:sp>
      <p:sp>
        <p:nvSpPr>
          <p:cNvPr id="34" name="TextBox 33">
            <a:extLst>
              <a:ext uri="{FF2B5EF4-FFF2-40B4-BE49-F238E27FC236}">
                <a16:creationId xmlns:a16="http://schemas.microsoft.com/office/drawing/2014/main" id="{49DD8378-41DE-C049-98E7-136731A37221}"/>
              </a:ext>
            </a:extLst>
          </p:cNvPr>
          <p:cNvSpPr txBox="1"/>
          <p:nvPr/>
        </p:nvSpPr>
        <p:spPr>
          <a:xfrm>
            <a:off x="1038141" y="6385772"/>
            <a:ext cx="4287838" cy="646331"/>
          </a:xfrm>
          <a:prstGeom prst="rect">
            <a:avLst/>
          </a:prstGeom>
          <a:noFill/>
        </p:spPr>
        <p:txBody>
          <a:bodyPr wrap="square" rtlCol="0">
            <a:spAutoFit/>
          </a:bodyPr>
          <a:lstStyle/>
          <a:p>
            <a:pPr marL="0" marR="0" lvl="0" indent="0" algn="l" defTabSz="812810" rtl="0" eaLnBrk="1" fontAlgn="auto" latinLnBrk="0" hangingPunct="1">
              <a:lnSpc>
                <a:spcPct val="100000"/>
              </a:lnSpc>
              <a:spcBef>
                <a:spcPts val="0"/>
              </a:spcBef>
              <a:spcAft>
                <a:spcPts val="0"/>
              </a:spcAft>
              <a:buClrTx/>
              <a:buSzTx/>
              <a:buFontTx/>
              <a:buNone/>
              <a:tabLst/>
              <a:defRPr/>
            </a:pPr>
            <a:r>
              <a:rPr kumimoji="0" lang="en-US" altLang="en-US" sz="1800" b="0" i="1" u="none" strike="noStrike" kern="1200" cap="none" spc="0" normalizeH="0" baseline="0" noProof="0" dirty="0">
                <a:ln>
                  <a:noFill/>
                </a:ln>
                <a:solidFill>
                  <a:srgbClr val="00274C"/>
                </a:solidFill>
                <a:effectLst/>
                <a:uLnTx/>
                <a:uFillTx/>
                <a:latin typeface="Arial" panose="020B0604020202020204" pitchFamily="34" charset="0"/>
                <a:ea typeface="+mn-ea"/>
                <a:cs typeface="Arial" panose="020B0604020202020204" pitchFamily="34" charset="0"/>
              </a:rPr>
              <a:t>Management of food and packaging waste</a:t>
            </a:r>
            <a:endParaRPr kumimoji="0" lang="en-US" sz="1800" b="0" i="0" u="none" strike="noStrike" kern="1200" cap="none" spc="0" normalizeH="0" baseline="0" noProof="0" dirty="0">
              <a:ln>
                <a:noFill/>
              </a:ln>
              <a:solidFill>
                <a:srgbClr val="00274C"/>
              </a:solidFill>
              <a:effectLst/>
              <a:uLnTx/>
              <a:uFillTx/>
              <a:latin typeface="Arial" panose="020B0604020202020204" pitchFamily="34" charset="0"/>
              <a:ea typeface="+mn-ea"/>
              <a:cs typeface="Arial" panose="020B0604020202020204" pitchFamily="34" charset="0"/>
            </a:endParaRPr>
          </a:p>
        </p:txBody>
      </p:sp>
      <p:sp>
        <p:nvSpPr>
          <p:cNvPr id="35" name="TextBox 34">
            <a:extLst>
              <a:ext uri="{FF2B5EF4-FFF2-40B4-BE49-F238E27FC236}">
                <a16:creationId xmlns:a16="http://schemas.microsoft.com/office/drawing/2014/main" id="{F712A003-A330-834B-A583-4615F47FDA01}"/>
              </a:ext>
            </a:extLst>
          </p:cNvPr>
          <p:cNvSpPr txBox="1"/>
          <p:nvPr/>
        </p:nvSpPr>
        <p:spPr>
          <a:xfrm>
            <a:off x="5626182" y="6385772"/>
            <a:ext cx="4704933" cy="646331"/>
          </a:xfrm>
          <a:prstGeom prst="rect">
            <a:avLst/>
          </a:prstGeom>
          <a:noFill/>
        </p:spPr>
        <p:txBody>
          <a:bodyPr wrap="square" rtlCol="0">
            <a:spAutoFit/>
          </a:bodyPr>
          <a:lstStyle/>
          <a:p>
            <a:pPr marL="0" marR="0" lvl="0" indent="0" algn="l" defTabSz="812810" rtl="0" eaLnBrk="1" fontAlgn="auto" latinLnBrk="0" hangingPunct="1">
              <a:lnSpc>
                <a:spcPct val="100000"/>
              </a:lnSpc>
              <a:spcBef>
                <a:spcPts val="0"/>
              </a:spcBef>
              <a:spcAft>
                <a:spcPts val="0"/>
              </a:spcAft>
              <a:buClrTx/>
              <a:buSzTx/>
              <a:buFontTx/>
              <a:buNone/>
              <a:tabLst/>
              <a:defRPr/>
            </a:pPr>
            <a:r>
              <a:rPr kumimoji="0" lang="en-US" altLang="en-US" sz="1800" b="0" i="1" u="none" strike="noStrike" kern="1200" cap="none" spc="0" normalizeH="0" baseline="0" noProof="0" dirty="0">
                <a:ln>
                  <a:noFill/>
                </a:ln>
                <a:solidFill>
                  <a:srgbClr val="00274C"/>
                </a:solidFill>
                <a:effectLst/>
                <a:uLnTx/>
                <a:uFillTx/>
                <a:latin typeface="Arial" panose="020B0604020202020204" pitchFamily="34" charset="0"/>
                <a:ea typeface="+mn-ea"/>
                <a:cs typeface="Arial" panose="020B0604020202020204" pitchFamily="34" charset="0"/>
              </a:rPr>
              <a:t>Management of food and packaging </a:t>
            </a:r>
            <a:br>
              <a:rPr kumimoji="0" lang="en-US" altLang="en-US" sz="1800" b="0" i="1" u="none" strike="noStrike" kern="1200" cap="none" spc="0" normalizeH="0" baseline="0" noProof="0" dirty="0">
                <a:ln>
                  <a:noFill/>
                </a:ln>
                <a:solidFill>
                  <a:srgbClr val="00274C"/>
                </a:solidFill>
                <a:effectLst/>
                <a:uLnTx/>
                <a:uFillTx/>
                <a:latin typeface="Arial" panose="020B0604020202020204" pitchFamily="34" charset="0"/>
                <a:ea typeface="+mn-ea"/>
                <a:cs typeface="Arial" panose="020B0604020202020204" pitchFamily="34" charset="0"/>
              </a:rPr>
            </a:br>
            <a:r>
              <a:rPr kumimoji="0" lang="en-US" altLang="en-US" sz="1800" b="0" i="1" u="none" strike="noStrike" kern="1200" cap="none" spc="0" normalizeH="0" baseline="0" noProof="0" dirty="0">
                <a:ln>
                  <a:noFill/>
                </a:ln>
                <a:solidFill>
                  <a:srgbClr val="00274C"/>
                </a:solidFill>
                <a:effectLst/>
                <a:uLnTx/>
                <a:uFillTx/>
                <a:latin typeface="Arial" panose="020B0604020202020204" pitchFamily="34" charset="0"/>
                <a:ea typeface="+mn-ea"/>
                <a:cs typeface="Arial" panose="020B0604020202020204" pitchFamily="34" charset="0"/>
              </a:rPr>
              <a:t>waste</a:t>
            </a:r>
            <a:endParaRPr kumimoji="0" lang="en-US" sz="1800" b="0" i="0" u="none" strike="noStrike" kern="1200" cap="none" spc="0" normalizeH="0" baseline="0" noProof="0" dirty="0">
              <a:ln>
                <a:noFill/>
              </a:ln>
              <a:solidFill>
                <a:srgbClr val="00274C"/>
              </a:solidFill>
              <a:effectLst/>
              <a:uLnTx/>
              <a:uFillTx/>
              <a:latin typeface="Arial" panose="020B0604020202020204" pitchFamily="34" charset="0"/>
              <a:ea typeface="+mn-ea"/>
              <a:cs typeface="Arial" panose="020B0604020202020204" pitchFamily="34" charset="0"/>
            </a:endParaRPr>
          </a:p>
        </p:txBody>
      </p:sp>
      <p:sp>
        <p:nvSpPr>
          <p:cNvPr id="5" name="Rectangle 4">
            <a:extLst>
              <a:ext uri="{FF2B5EF4-FFF2-40B4-BE49-F238E27FC236}">
                <a16:creationId xmlns:a16="http://schemas.microsoft.com/office/drawing/2014/main" id="{67181C42-B44A-AD4E-A439-61A1D2457A83}"/>
              </a:ext>
            </a:extLst>
          </p:cNvPr>
          <p:cNvSpPr/>
          <p:nvPr/>
        </p:nvSpPr>
        <p:spPr>
          <a:xfrm>
            <a:off x="812881" y="5245768"/>
            <a:ext cx="8876552" cy="923330"/>
          </a:xfrm>
          <a:prstGeom prst="rect">
            <a:avLst/>
          </a:prstGeom>
          <a:noFill/>
          <a:ln w="31750"/>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812810" rtl="0" eaLnBrk="1" fontAlgn="auto" latinLnBrk="0" hangingPunct="1">
              <a:lnSpc>
                <a:spcPct val="100000"/>
              </a:lnSpc>
              <a:spcBef>
                <a:spcPts val="0"/>
              </a:spcBef>
              <a:spcAft>
                <a:spcPts val="0"/>
              </a:spcAft>
              <a:buClrTx/>
              <a:buSzTx/>
              <a:buFontTx/>
              <a:buNone/>
              <a:tabLst/>
              <a:defRPr/>
            </a:pPr>
            <a:endParaRPr kumimoji="0" lang="en-US" sz="3200" b="0" i="0" u="none" strike="noStrike" kern="1200" cap="none" spc="0" normalizeH="0" baseline="0" noProof="0">
              <a:ln>
                <a:noFill/>
              </a:ln>
              <a:solidFill>
                <a:prstClr val="white"/>
              </a:solidFill>
              <a:effectLst/>
              <a:uLnTx/>
              <a:uFillTx/>
              <a:latin typeface="Arial" panose="020B0604020202020204"/>
              <a:ea typeface="+mn-ea"/>
              <a:cs typeface="+mn-cs"/>
            </a:endParaRPr>
          </a:p>
        </p:txBody>
      </p:sp>
      <p:sp>
        <p:nvSpPr>
          <p:cNvPr id="36" name="Rectangle 35">
            <a:extLst>
              <a:ext uri="{FF2B5EF4-FFF2-40B4-BE49-F238E27FC236}">
                <a16:creationId xmlns:a16="http://schemas.microsoft.com/office/drawing/2014/main" id="{7922866F-574E-C048-B35C-9A22591A53DA}"/>
              </a:ext>
            </a:extLst>
          </p:cNvPr>
          <p:cNvSpPr/>
          <p:nvPr/>
        </p:nvSpPr>
        <p:spPr>
          <a:xfrm>
            <a:off x="5561343" y="4138863"/>
            <a:ext cx="4128089" cy="364321"/>
          </a:xfrm>
          <a:prstGeom prst="rect">
            <a:avLst/>
          </a:prstGeom>
          <a:noFill/>
          <a:ln w="31750"/>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812810" rtl="0" eaLnBrk="1" fontAlgn="auto" latinLnBrk="0" hangingPunct="1">
              <a:lnSpc>
                <a:spcPct val="100000"/>
              </a:lnSpc>
              <a:spcBef>
                <a:spcPts val="0"/>
              </a:spcBef>
              <a:spcAft>
                <a:spcPts val="0"/>
              </a:spcAft>
              <a:buClrTx/>
              <a:buSzTx/>
              <a:buFontTx/>
              <a:buNone/>
              <a:tabLst/>
              <a:defRPr/>
            </a:pPr>
            <a:endParaRPr kumimoji="0" lang="en-US" sz="3200" b="0" i="0" u="none" strike="noStrike" kern="1200" cap="none" spc="0" normalizeH="0" baseline="0" noProof="0">
              <a:ln>
                <a:noFill/>
              </a:ln>
              <a:solidFill>
                <a:prstClr val="white"/>
              </a:solidFill>
              <a:effectLst/>
              <a:uLnTx/>
              <a:uFillTx/>
              <a:latin typeface="Arial" panose="020B0604020202020204"/>
              <a:ea typeface="+mn-ea"/>
              <a:cs typeface="+mn-cs"/>
            </a:endParaRPr>
          </a:p>
        </p:txBody>
      </p:sp>
      <p:sp>
        <p:nvSpPr>
          <p:cNvPr id="40" name="Rectangle 39">
            <a:extLst>
              <a:ext uri="{FF2B5EF4-FFF2-40B4-BE49-F238E27FC236}">
                <a16:creationId xmlns:a16="http://schemas.microsoft.com/office/drawing/2014/main" id="{87F991F2-469D-0C46-B090-A23C083F40C0}"/>
              </a:ext>
            </a:extLst>
          </p:cNvPr>
          <p:cNvSpPr/>
          <p:nvPr/>
        </p:nvSpPr>
        <p:spPr>
          <a:xfrm>
            <a:off x="812880" y="4732421"/>
            <a:ext cx="4128089" cy="368302"/>
          </a:xfrm>
          <a:prstGeom prst="rect">
            <a:avLst/>
          </a:prstGeom>
          <a:noFill/>
          <a:ln w="31750"/>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812810" rtl="0" eaLnBrk="1" fontAlgn="auto" latinLnBrk="0" hangingPunct="1">
              <a:lnSpc>
                <a:spcPct val="100000"/>
              </a:lnSpc>
              <a:spcBef>
                <a:spcPts val="0"/>
              </a:spcBef>
              <a:spcAft>
                <a:spcPts val="0"/>
              </a:spcAft>
              <a:buClrTx/>
              <a:buSzTx/>
              <a:buFontTx/>
              <a:buNone/>
              <a:tabLst/>
              <a:defRPr/>
            </a:pPr>
            <a:endParaRPr kumimoji="0" lang="en-US" sz="3200" b="0" i="0" u="none" strike="noStrike" kern="1200" cap="none" spc="0" normalizeH="0" baseline="0" noProof="0">
              <a:ln>
                <a:noFill/>
              </a:ln>
              <a:solidFill>
                <a:prstClr val="white"/>
              </a:solidFill>
              <a:effectLst/>
              <a:uLnTx/>
              <a:uFillTx/>
              <a:latin typeface="Arial" panose="020B0604020202020204"/>
              <a:ea typeface="+mn-ea"/>
              <a:cs typeface="+mn-cs"/>
            </a:endParaRPr>
          </a:p>
        </p:txBody>
      </p:sp>
    </p:spTree>
    <p:extLst>
      <p:ext uri="{BB962C8B-B14F-4D97-AF65-F5344CB8AC3E}">
        <p14:creationId xmlns:p14="http://schemas.microsoft.com/office/powerpoint/2010/main" val="1864383669"/>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8439A4-B037-4F4E-AFCE-96000C7C1237}"/>
              </a:ext>
            </a:extLst>
          </p:cNvPr>
          <p:cNvSpPr>
            <a:spLocks noGrp="1"/>
          </p:cNvSpPr>
          <p:nvPr>
            <p:ph type="title"/>
          </p:nvPr>
        </p:nvSpPr>
        <p:spPr>
          <a:xfrm>
            <a:off x="812880" y="279400"/>
            <a:ext cx="14631828" cy="870385"/>
          </a:xfrm>
        </p:spPr>
        <p:txBody>
          <a:bodyPr/>
          <a:lstStyle/>
          <a:p>
            <a:r>
              <a:rPr lang="en-US" altLang="en-US" dirty="0"/>
              <a:t>System boundaries for fast food</a:t>
            </a:r>
            <a:endParaRPr lang="en-US" dirty="0">
              <a:solidFill>
                <a:schemeClr val="tx2"/>
              </a:solidFill>
            </a:endParaRPr>
          </a:p>
        </p:txBody>
      </p:sp>
      <p:grpSp>
        <p:nvGrpSpPr>
          <p:cNvPr id="20" name="Group 19">
            <a:extLst>
              <a:ext uri="{FF2B5EF4-FFF2-40B4-BE49-F238E27FC236}">
                <a16:creationId xmlns:a16="http://schemas.microsoft.com/office/drawing/2014/main" id="{DA76CC6D-FDD7-1F4B-B20A-2218964E94CA}"/>
              </a:ext>
            </a:extLst>
          </p:cNvPr>
          <p:cNvGrpSpPr/>
          <p:nvPr/>
        </p:nvGrpSpPr>
        <p:grpSpPr>
          <a:xfrm>
            <a:off x="4980967" y="1366581"/>
            <a:ext cx="6150104" cy="6266307"/>
            <a:chOff x="5138399" y="1543926"/>
            <a:chExt cx="5673979" cy="5781186"/>
          </a:xfrm>
        </p:grpSpPr>
        <p:sp>
          <p:nvSpPr>
            <p:cNvPr id="22" name="Rectangle 269">
              <a:extLst>
                <a:ext uri="{FF2B5EF4-FFF2-40B4-BE49-F238E27FC236}">
                  <a16:creationId xmlns:a16="http://schemas.microsoft.com/office/drawing/2014/main" id="{F335F39A-F06F-CC45-9E35-554DFD6810FB}"/>
                </a:ext>
              </a:extLst>
            </p:cNvPr>
            <p:cNvSpPr>
              <a:spLocks noChangeArrowheads="1"/>
            </p:cNvSpPr>
            <p:nvPr/>
          </p:nvSpPr>
          <p:spPr bwMode="auto">
            <a:xfrm>
              <a:off x="5138399" y="1543926"/>
              <a:ext cx="5673979" cy="5781186"/>
            </a:xfrm>
            <a:prstGeom prst="rect">
              <a:avLst/>
            </a:prstGeom>
            <a:solidFill>
              <a:srgbClr val="D8D8D8"/>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812810" rtl="0" eaLnBrk="1" fontAlgn="auto" latinLnBrk="0" hangingPunct="1">
                <a:lnSpc>
                  <a:spcPct val="100000"/>
                </a:lnSpc>
                <a:spcBef>
                  <a:spcPts val="0"/>
                </a:spcBef>
                <a:spcAft>
                  <a:spcPts val="0"/>
                </a:spcAft>
                <a:buClrTx/>
                <a:buSzTx/>
                <a:buFontTx/>
                <a:buNone/>
                <a:tabLst/>
                <a:defRPr/>
              </a:pPr>
              <a:endParaRPr kumimoji="0" lang="en-US" altLang="en-US" sz="3200" b="0" i="0" u="none" strike="noStrike" kern="120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endParaRPr>
            </a:p>
          </p:txBody>
        </p:sp>
        <p:sp>
          <p:nvSpPr>
            <p:cNvPr id="23" name="AutoShape 262">
              <a:extLst>
                <a:ext uri="{FF2B5EF4-FFF2-40B4-BE49-F238E27FC236}">
                  <a16:creationId xmlns:a16="http://schemas.microsoft.com/office/drawing/2014/main" id="{BD972A46-D525-324E-B394-0278091B14B0}"/>
                </a:ext>
              </a:extLst>
            </p:cNvPr>
            <p:cNvSpPr>
              <a:spLocks noChangeArrowheads="1"/>
            </p:cNvSpPr>
            <p:nvPr/>
          </p:nvSpPr>
          <p:spPr bwMode="auto">
            <a:xfrm>
              <a:off x="5364723" y="1841720"/>
              <a:ext cx="5227287" cy="4717065"/>
            </a:xfrm>
            <a:prstGeom prst="flowChartProcess">
              <a:avLst/>
            </a:prstGeom>
            <a:solidFill>
              <a:srgbClr val="FFFFFF"/>
            </a:solidFill>
            <a:ln w="28575" algn="ctr">
              <a:solidFill>
                <a:schemeClr val="tx2"/>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upright="1"/>
            <a:lstStyle/>
            <a:p>
              <a:pPr marL="0" marR="0" lvl="0" indent="0" algn="l" defTabSz="812810" rtl="0" eaLnBrk="1" fontAlgn="auto" latinLnBrk="0" hangingPunct="1">
                <a:lnSpc>
                  <a:spcPct val="100000"/>
                </a:lnSpc>
                <a:spcBef>
                  <a:spcPts val="0"/>
                </a:spcBef>
                <a:spcAft>
                  <a:spcPts val="0"/>
                </a:spcAft>
                <a:buClrTx/>
                <a:buSzTx/>
                <a:buFontTx/>
                <a:buNone/>
                <a:tabLst/>
                <a:defRPr/>
              </a:pPr>
              <a:endParaRPr kumimoji="0" lang="en-US" sz="3200" b="0" i="0" u="none" strike="noStrike" kern="0" cap="none" spc="0" normalizeH="0" baseline="0" noProof="0">
                <a:ln>
                  <a:noFill/>
                </a:ln>
                <a:solidFill>
                  <a:sysClr val="windowText" lastClr="000000"/>
                </a:solidFill>
                <a:effectLst/>
                <a:uLnTx/>
                <a:uFillTx/>
                <a:latin typeface="Arial" panose="020B0604020202020204" pitchFamily="34" charset="0"/>
                <a:ea typeface="+mn-ea"/>
                <a:cs typeface="Arial" panose="020B0604020202020204" pitchFamily="34" charset="0"/>
              </a:endParaRPr>
            </a:p>
          </p:txBody>
        </p:sp>
        <p:cxnSp>
          <p:nvCxnSpPr>
            <p:cNvPr id="24" name="AutoShape 301">
              <a:extLst>
                <a:ext uri="{FF2B5EF4-FFF2-40B4-BE49-F238E27FC236}">
                  <a16:creationId xmlns:a16="http://schemas.microsoft.com/office/drawing/2014/main" id="{BF53906A-EDBC-334D-BD71-856FD88BCDE3}"/>
                </a:ext>
              </a:extLst>
            </p:cNvPr>
            <p:cNvCxnSpPr>
              <a:cxnSpLocks noChangeShapeType="1"/>
            </p:cNvCxnSpPr>
            <p:nvPr/>
          </p:nvCxnSpPr>
          <p:spPr bwMode="auto">
            <a:xfrm rot="5400000">
              <a:off x="8757939" y="5788789"/>
              <a:ext cx="1820702" cy="794"/>
            </a:xfrm>
            <a:prstGeom prst="straightConnector1">
              <a:avLst/>
            </a:prstGeom>
            <a:noFill/>
            <a:ln w="15875">
              <a:solidFill>
                <a:schemeClr val="accent5"/>
              </a:solidFill>
              <a:round/>
              <a:headEnd/>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cxnSp>
          <p:nvCxnSpPr>
            <p:cNvPr id="25" name="AutoShape 293">
              <a:extLst>
                <a:ext uri="{FF2B5EF4-FFF2-40B4-BE49-F238E27FC236}">
                  <a16:creationId xmlns:a16="http://schemas.microsoft.com/office/drawing/2014/main" id="{A631F535-5E99-214B-9BBB-4A290136C33B}"/>
                </a:ext>
              </a:extLst>
            </p:cNvPr>
            <p:cNvCxnSpPr>
              <a:cxnSpLocks noChangeShapeType="1"/>
              <a:stCxn id="91" idx="2"/>
              <a:endCxn id="86" idx="0"/>
            </p:cNvCxnSpPr>
            <p:nvPr/>
          </p:nvCxnSpPr>
          <p:spPr bwMode="auto">
            <a:xfrm rot="5400000">
              <a:off x="7069406" y="5790378"/>
              <a:ext cx="1820702" cy="794"/>
            </a:xfrm>
            <a:prstGeom prst="straightConnector1">
              <a:avLst/>
            </a:prstGeom>
            <a:noFill/>
            <a:ln w="15875">
              <a:solidFill>
                <a:schemeClr val="accent5"/>
              </a:solidFill>
              <a:round/>
              <a:headEnd/>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sp>
          <p:nvSpPr>
            <p:cNvPr id="26" name="Rectangle 25">
              <a:extLst>
                <a:ext uri="{FF2B5EF4-FFF2-40B4-BE49-F238E27FC236}">
                  <a16:creationId xmlns:a16="http://schemas.microsoft.com/office/drawing/2014/main" id="{6CC4FCD8-DEE5-B448-B2D4-F1ABF32D0B8B}"/>
                </a:ext>
              </a:extLst>
            </p:cNvPr>
            <p:cNvSpPr>
              <a:spLocks noChangeArrowheads="1"/>
            </p:cNvSpPr>
            <p:nvPr/>
          </p:nvSpPr>
          <p:spPr bwMode="auto">
            <a:xfrm>
              <a:off x="5456046" y="3130178"/>
              <a:ext cx="1574341" cy="1751031"/>
            </a:xfrm>
            <a:prstGeom prst="rect">
              <a:avLst/>
            </a:prstGeom>
            <a:solidFill>
              <a:srgbClr val="FFFFFF"/>
            </a:solidFill>
            <a:ln w="19050">
              <a:solidFill>
                <a:schemeClr val="tx2"/>
              </a:solidFill>
              <a:miter lim="800000"/>
              <a:headEnd/>
              <a:tailEnd/>
            </a:ln>
          </p:spPr>
          <p:txBody>
            <a:bodyPr lIns="9144" tIns="0" rIns="9144" bIns="0" upright="1"/>
            <a:lstStyle/>
            <a:p>
              <a:pPr marL="0" marR="0" lvl="0" indent="0" algn="ctr" defTabSz="812810" rtl="0" eaLnBrk="1" fontAlgn="auto" latinLnBrk="0" hangingPunct="1">
                <a:lnSpc>
                  <a:spcPts val="1200"/>
                </a:lnSpc>
                <a:spcBef>
                  <a:spcPts val="300"/>
                </a:spcBef>
                <a:spcAft>
                  <a:spcPts val="0"/>
                </a:spcAft>
                <a:buClrTx/>
                <a:buSzTx/>
                <a:buFontTx/>
                <a:buNone/>
                <a:tabLst/>
                <a:defRPr/>
              </a:pPr>
              <a:r>
                <a:rPr kumimoji="0" lang="fr-FR" sz="1000" b="1" i="0" u="none" strike="noStrike" kern="0" cap="none" spc="0" normalizeH="0" baseline="0" noProof="0">
                  <a:ln>
                    <a:noFill/>
                  </a:ln>
                  <a:solidFill>
                    <a:srgbClr val="00274C"/>
                  </a:solidFill>
                  <a:effectLst/>
                  <a:uLnTx/>
                  <a:uFillTx/>
                  <a:latin typeface="Arial" panose="020B0604020202020204" pitchFamily="34" charset="0"/>
                  <a:ea typeface="Times New Roman" panose="02020603050405020304" pitchFamily="18" charset="0"/>
                  <a:cs typeface="Arial" panose="020B0604020202020204" pitchFamily="34" charset="0"/>
                </a:rPr>
                <a:t>Production</a:t>
              </a:r>
              <a:endParaRPr kumimoji="0" lang="en-US" sz="1000" b="0" i="0" u="none" strike="noStrike" kern="0" cap="none" spc="0" normalizeH="0" baseline="0" noProof="0">
                <a:ln>
                  <a:noFill/>
                </a:ln>
                <a:solidFill>
                  <a:srgbClr val="00274C"/>
                </a:solidFill>
                <a:effectLst/>
                <a:uLnTx/>
                <a:uFillTx/>
                <a:latin typeface="Arial" panose="020B0604020202020204" pitchFamily="34" charset="0"/>
                <a:ea typeface="Times New Roman" panose="02020603050405020304" pitchFamily="18" charset="0"/>
                <a:cs typeface="Arial" panose="020B0604020202020204" pitchFamily="34" charset="0"/>
              </a:endParaRPr>
            </a:p>
          </p:txBody>
        </p:sp>
        <p:sp>
          <p:nvSpPr>
            <p:cNvPr id="27" name="Rectangle 26">
              <a:extLst>
                <a:ext uri="{FF2B5EF4-FFF2-40B4-BE49-F238E27FC236}">
                  <a16:creationId xmlns:a16="http://schemas.microsoft.com/office/drawing/2014/main" id="{72CE0A36-136F-9647-A0A2-7C4828D71310}"/>
                </a:ext>
              </a:extLst>
            </p:cNvPr>
            <p:cNvSpPr>
              <a:spLocks noChangeArrowheads="1"/>
            </p:cNvSpPr>
            <p:nvPr/>
          </p:nvSpPr>
          <p:spPr bwMode="auto">
            <a:xfrm>
              <a:off x="5456046" y="1927089"/>
              <a:ext cx="1574341" cy="285883"/>
            </a:xfrm>
            <a:prstGeom prst="rect">
              <a:avLst/>
            </a:prstGeom>
            <a:solidFill>
              <a:srgbClr val="FFFFFF"/>
            </a:solidFill>
            <a:ln w="15875">
              <a:solidFill>
                <a:schemeClr val="accent6"/>
              </a:solidFill>
              <a:miter lim="800000"/>
              <a:headEnd/>
              <a:tailEnd/>
            </a:ln>
          </p:spPr>
          <p:txBody>
            <a:bodyPr lIns="9144" tIns="0" rIns="9144" bIns="0" anchor="ctr" upright="1"/>
            <a:lstStyle/>
            <a:p>
              <a:pPr marL="0" marR="0" lvl="0" indent="0" algn="ctr" defTabSz="812810" rtl="0" eaLnBrk="1" fontAlgn="auto" latinLnBrk="0" hangingPunct="1">
                <a:lnSpc>
                  <a:spcPts val="1200"/>
                </a:lnSpc>
                <a:spcBef>
                  <a:spcPts val="300"/>
                </a:spcBef>
                <a:spcAft>
                  <a:spcPts val="0"/>
                </a:spcAft>
                <a:buClrTx/>
                <a:buSzTx/>
                <a:buFontTx/>
                <a:buNone/>
                <a:tabLst/>
                <a:defRPr/>
              </a:pPr>
              <a:r>
                <a:rPr kumimoji="0" lang="fr-FR" sz="800" b="0" i="0" u="none" strike="noStrike" kern="0" cap="none" spc="0" normalizeH="0" baseline="0" noProof="0">
                  <a:ln>
                    <a:noFill/>
                  </a:ln>
                  <a:solidFill>
                    <a:srgbClr val="00B2A9"/>
                  </a:solidFill>
                  <a:effectLst/>
                  <a:uLnTx/>
                  <a:uFillTx/>
                  <a:latin typeface="Arial" panose="020B0604020202020204" pitchFamily="34" charset="0"/>
                  <a:ea typeface="Times New Roman" panose="02020603050405020304" pitchFamily="18" charset="0"/>
                  <a:cs typeface="Arial" panose="020B0604020202020204" pitchFamily="34" charset="0"/>
                </a:rPr>
                <a:t>Raw material extraction</a:t>
              </a:r>
              <a:endParaRPr kumimoji="0" lang="en-US" sz="1000" b="0" i="0" u="none" strike="noStrike" kern="0" cap="none" spc="0" normalizeH="0" baseline="0" noProof="0">
                <a:ln>
                  <a:noFill/>
                </a:ln>
                <a:solidFill>
                  <a:srgbClr val="00B2A9"/>
                </a:solidFill>
                <a:effectLst/>
                <a:uLnTx/>
                <a:uFillTx/>
                <a:latin typeface="Arial" panose="020B0604020202020204" pitchFamily="34" charset="0"/>
                <a:ea typeface="Times New Roman" panose="02020603050405020304" pitchFamily="18" charset="0"/>
                <a:cs typeface="Arial" panose="020B0604020202020204" pitchFamily="34" charset="0"/>
              </a:endParaRPr>
            </a:p>
          </p:txBody>
        </p:sp>
        <p:sp>
          <p:nvSpPr>
            <p:cNvPr id="28" name="Rectangle 27">
              <a:extLst>
                <a:ext uri="{FF2B5EF4-FFF2-40B4-BE49-F238E27FC236}">
                  <a16:creationId xmlns:a16="http://schemas.microsoft.com/office/drawing/2014/main" id="{A9373B83-FD99-4645-B716-94641D899B5E}"/>
                </a:ext>
              </a:extLst>
            </p:cNvPr>
            <p:cNvSpPr>
              <a:spLocks noChangeArrowheads="1"/>
            </p:cNvSpPr>
            <p:nvPr/>
          </p:nvSpPr>
          <p:spPr bwMode="auto">
            <a:xfrm>
              <a:off x="7177300" y="1927089"/>
              <a:ext cx="1572355" cy="285883"/>
            </a:xfrm>
            <a:prstGeom prst="rect">
              <a:avLst/>
            </a:prstGeom>
            <a:solidFill>
              <a:srgbClr val="D8D8D8"/>
            </a:solidFill>
            <a:ln w="15875">
              <a:solidFill>
                <a:schemeClr val="tx2"/>
              </a:solidFill>
              <a:miter lim="800000"/>
              <a:headEnd/>
              <a:tailEnd/>
            </a:ln>
          </p:spPr>
          <p:txBody>
            <a:bodyPr lIns="9144" tIns="0" rIns="9144" bIns="0" anchor="ctr" upright="1"/>
            <a:lstStyle/>
            <a:p>
              <a:pPr marL="0" marR="0" lvl="0" indent="0" algn="ctr" defTabSz="812810" rtl="0" eaLnBrk="1" fontAlgn="auto" latinLnBrk="0" hangingPunct="1">
                <a:lnSpc>
                  <a:spcPts val="1200"/>
                </a:lnSpc>
                <a:spcBef>
                  <a:spcPts val="300"/>
                </a:spcBef>
                <a:spcAft>
                  <a:spcPts val="0"/>
                </a:spcAft>
                <a:buClrTx/>
                <a:buSzTx/>
                <a:buFontTx/>
                <a:buNone/>
                <a:tabLst/>
                <a:defRPr/>
              </a:pPr>
              <a:r>
                <a:rPr kumimoji="0" lang="fr-FR" sz="800" b="0" i="0" u="none" strike="noStrike" kern="0" cap="none" spc="0" normalizeH="0" baseline="0" noProof="0">
                  <a:ln>
                    <a:noFill/>
                  </a:ln>
                  <a:solidFill>
                    <a:srgbClr val="00274C"/>
                  </a:solidFill>
                  <a:effectLst/>
                  <a:uLnTx/>
                  <a:uFillTx/>
                  <a:latin typeface="Arial" panose="020B0604020202020204" pitchFamily="34" charset="0"/>
                  <a:ea typeface="Times New Roman" panose="02020603050405020304" pitchFamily="18" charset="0"/>
                  <a:cs typeface="Arial" panose="020B0604020202020204" pitchFamily="34" charset="0"/>
                </a:rPr>
                <a:t>Water treatment</a:t>
              </a:r>
              <a:endParaRPr kumimoji="0" lang="en-US" sz="1000" b="0" i="0" u="none" strike="noStrike" kern="0" cap="none" spc="0" normalizeH="0" baseline="0" noProof="0">
                <a:ln>
                  <a:noFill/>
                </a:ln>
                <a:solidFill>
                  <a:srgbClr val="00274C"/>
                </a:solidFill>
                <a:effectLst/>
                <a:uLnTx/>
                <a:uFillTx/>
                <a:latin typeface="Arial" panose="020B0604020202020204" pitchFamily="34" charset="0"/>
                <a:ea typeface="Times New Roman" panose="02020603050405020304" pitchFamily="18" charset="0"/>
                <a:cs typeface="Arial" panose="020B0604020202020204" pitchFamily="34" charset="0"/>
              </a:endParaRPr>
            </a:p>
          </p:txBody>
        </p:sp>
        <p:sp>
          <p:nvSpPr>
            <p:cNvPr id="29" name="Rectangle 28">
              <a:extLst>
                <a:ext uri="{FF2B5EF4-FFF2-40B4-BE49-F238E27FC236}">
                  <a16:creationId xmlns:a16="http://schemas.microsoft.com/office/drawing/2014/main" id="{13DBF11A-1B8D-DF47-987E-B1AC8534FA61}"/>
                </a:ext>
              </a:extLst>
            </p:cNvPr>
            <p:cNvSpPr>
              <a:spLocks noChangeArrowheads="1"/>
            </p:cNvSpPr>
            <p:nvPr/>
          </p:nvSpPr>
          <p:spPr bwMode="auto">
            <a:xfrm>
              <a:off x="8900537" y="1925102"/>
              <a:ext cx="1572355" cy="285883"/>
            </a:xfrm>
            <a:prstGeom prst="rect">
              <a:avLst/>
            </a:prstGeom>
            <a:solidFill>
              <a:srgbClr val="FFFFFF"/>
            </a:solidFill>
            <a:ln w="15875">
              <a:solidFill>
                <a:schemeClr val="accent6"/>
              </a:solidFill>
              <a:miter lim="800000"/>
              <a:headEnd/>
              <a:tailEnd/>
            </a:ln>
          </p:spPr>
          <p:txBody>
            <a:bodyPr lIns="9144" tIns="0" rIns="9144" bIns="0" anchor="ctr" upright="1"/>
            <a:lstStyle/>
            <a:p>
              <a:pPr marL="0" marR="0" lvl="0" indent="0" algn="ctr" defTabSz="812810" rtl="0" eaLnBrk="1" fontAlgn="auto" latinLnBrk="0" hangingPunct="1">
                <a:lnSpc>
                  <a:spcPts val="1200"/>
                </a:lnSpc>
                <a:spcBef>
                  <a:spcPts val="300"/>
                </a:spcBef>
                <a:spcAft>
                  <a:spcPts val="0"/>
                </a:spcAft>
                <a:buClrTx/>
                <a:buSzTx/>
                <a:buFontTx/>
                <a:buNone/>
                <a:tabLst/>
                <a:defRPr/>
              </a:pPr>
              <a:r>
                <a:rPr kumimoji="0" lang="fr-FR" sz="800" b="0" i="0" u="none" strike="noStrike" kern="0" cap="none" spc="0" normalizeH="0" baseline="0" noProof="0">
                  <a:ln>
                    <a:noFill/>
                  </a:ln>
                  <a:solidFill>
                    <a:srgbClr val="00B2A9"/>
                  </a:solidFill>
                  <a:effectLst/>
                  <a:uLnTx/>
                  <a:uFillTx/>
                  <a:latin typeface="Arial" panose="020B0604020202020204" pitchFamily="34" charset="0"/>
                  <a:ea typeface="Times New Roman" panose="02020603050405020304" pitchFamily="18" charset="0"/>
                  <a:cs typeface="Arial" panose="020B0604020202020204" pitchFamily="34" charset="0"/>
                </a:rPr>
                <a:t>Energy supply</a:t>
              </a:r>
              <a:endParaRPr kumimoji="0" lang="en-US" sz="1000" b="0" i="0" u="none" strike="noStrike" kern="0" cap="none" spc="0" normalizeH="0" baseline="0" noProof="0">
                <a:ln>
                  <a:noFill/>
                </a:ln>
                <a:solidFill>
                  <a:srgbClr val="00B2A9"/>
                </a:solidFill>
                <a:effectLst/>
                <a:uLnTx/>
                <a:uFillTx/>
                <a:latin typeface="Arial" panose="020B0604020202020204" pitchFamily="34" charset="0"/>
                <a:ea typeface="Times New Roman" panose="02020603050405020304" pitchFamily="18" charset="0"/>
                <a:cs typeface="Arial" panose="020B0604020202020204" pitchFamily="34" charset="0"/>
              </a:endParaRPr>
            </a:p>
          </p:txBody>
        </p:sp>
        <p:sp>
          <p:nvSpPr>
            <p:cNvPr id="30" name="Rectangle 29">
              <a:extLst>
                <a:ext uri="{FF2B5EF4-FFF2-40B4-BE49-F238E27FC236}">
                  <a16:creationId xmlns:a16="http://schemas.microsoft.com/office/drawing/2014/main" id="{BB682FF3-4AD4-6043-AFEA-5CF49CDB6123}"/>
                </a:ext>
              </a:extLst>
            </p:cNvPr>
            <p:cNvSpPr>
              <a:spLocks noChangeArrowheads="1"/>
            </p:cNvSpPr>
            <p:nvPr/>
          </p:nvSpPr>
          <p:spPr bwMode="auto">
            <a:xfrm>
              <a:off x="5598988" y="3499443"/>
              <a:ext cx="1258678" cy="285883"/>
            </a:xfrm>
            <a:prstGeom prst="rect">
              <a:avLst/>
            </a:prstGeom>
            <a:solidFill>
              <a:srgbClr val="D8D8D8"/>
            </a:solidFill>
            <a:ln w="15875">
              <a:solidFill>
                <a:schemeClr val="tx2"/>
              </a:solidFill>
              <a:miter lim="800000"/>
              <a:headEnd/>
              <a:tailEnd/>
            </a:ln>
          </p:spPr>
          <p:txBody>
            <a:bodyPr lIns="9144" tIns="0" rIns="9144" bIns="0" anchor="ctr" upright="1"/>
            <a:lstStyle/>
            <a:p>
              <a:pPr marL="0" marR="0" lvl="0" indent="0" algn="ctr" defTabSz="812810" rtl="0" eaLnBrk="1" fontAlgn="auto" latinLnBrk="0" hangingPunct="1">
                <a:lnSpc>
                  <a:spcPts val="1200"/>
                </a:lnSpc>
                <a:spcBef>
                  <a:spcPts val="300"/>
                </a:spcBef>
                <a:spcAft>
                  <a:spcPts val="0"/>
                </a:spcAft>
                <a:buClrTx/>
                <a:buSzTx/>
                <a:buFontTx/>
                <a:buNone/>
                <a:tabLst/>
                <a:defRPr/>
              </a:pPr>
              <a:r>
                <a:rPr kumimoji="0" lang="fr-FR" sz="800" b="0" i="0" u="none" strike="noStrike" kern="0" cap="none" spc="0" normalizeH="0" baseline="0" noProof="0">
                  <a:ln>
                    <a:noFill/>
                  </a:ln>
                  <a:solidFill>
                    <a:srgbClr val="00274C"/>
                  </a:solidFill>
                  <a:effectLst/>
                  <a:uLnTx/>
                  <a:uFillTx/>
                  <a:latin typeface="Arial" panose="020B0604020202020204" pitchFamily="34" charset="0"/>
                  <a:ea typeface="Times New Roman" panose="02020603050405020304" pitchFamily="18" charset="0"/>
                  <a:cs typeface="Arial" panose="020B0604020202020204" pitchFamily="34" charset="0"/>
                </a:rPr>
                <a:t>Food</a:t>
              </a:r>
              <a:endParaRPr kumimoji="0" lang="en-US" sz="1000" b="0" i="0" u="none" strike="noStrike" kern="0" cap="none" spc="0" normalizeH="0" baseline="0" noProof="0">
                <a:ln>
                  <a:noFill/>
                </a:ln>
                <a:solidFill>
                  <a:srgbClr val="00274C"/>
                </a:solidFill>
                <a:effectLst/>
                <a:uLnTx/>
                <a:uFillTx/>
                <a:latin typeface="Arial" panose="020B0604020202020204" pitchFamily="34" charset="0"/>
                <a:ea typeface="Times New Roman" panose="02020603050405020304" pitchFamily="18" charset="0"/>
                <a:cs typeface="Arial" panose="020B0604020202020204" pitchFamily="34" charset="0"/>
              </a:endParaRPr>
            </a:p>
          </p:txBody>
        </p:sp>
        <p:sp>
          <p:nvSpPr>
            <p:cNvPr id="31" name="Rectangle 30">
              <a:extLst>
                <a:ext uri="{FF2B5EF4-FFF2-40B4-BE49-F238E27FC236}">
                  <a16:creationId xmlns:a16="http://schemas.microsoft.com/office/drawing/2014/main" id="{0D4E3F6D-142E-894C-A20C-4D2E62B78270}"/>
                </a:ext>
              </a:extLst>
            </p:cNvPr>
            <p:cNvSpPr>
              <a:spLocks noChangeArrowheads="1"/>
            </p:cNvSpPr>
            <p:nvPr/>
          </p:nvSpPr>
          <p:spPr bwMode="auto">
            <a:xfrm>
              <a:off x="5598988" y="3979886"/>
              <a:ext cx="1258678" cy="285883"/>
            </a:xfrm>
            <a:prstGeom prst="rect">
              <a:avLst/>
            </a:prstGeom>
            <a:solidFill>
              <a:srgbClr val="FFFFFF"/>
            </a:solidFill>
            <a:ln w="15875">
              <a:solidFill>
                <a:schemeClr val="accent6"/>
              </a:solidFill>
              <a:miter lim="800000"/>
              <a:headEnd/>
              <a:tailEnd/>
            </a:ln>
          </p:spPr>
          <p:txBody>
            <a:bodyPr lIns="9144" tIns="0" rIns="9144" bIns="0" anchor="ctr" upright="1"/>
            <a:lstStyle/>
            <a:p>
              <a:pPr marL="0" marR="0" lvl="0" indent="0" algn="ctr" defTabSz="812810" rtl="0" eaLnBrk="1" fontAlgn="auto" latinLnBrk="0" hangingPunct="1">
                <a:lnSpc>
                  <a:spcPts val="1200"/>
                </a:lnSpc>
                <a:spcBef>
                  <a:spcPts val="300"/>
                </a:spcBef>
                <a:spcAft>
                  <a:spcPts val="0"/>
                </a:spcAft>
                <a:buClrTx/>
                <a:buSzTx/>
                <a:buFontTx/>
                <a:buNone/>
                <a:tabLst/>
                <a:defRPr/>
              </a:pPr>
              <a:r>
                <a:rPr kumimoji="0" lang="fr-FR" sz="800" b="0" i="0" u="none" strike="noStrike" kern="0" cap="none" spc="0" normalizeH="0" baseline="0" noProof="0">
                  <a:ln>
                    <a:noFill/>
                  </a:ln>
                  <a:solidFill>
                    <a:srgbClr val="00B2A9"/>
                  </a:solidFill>
                  <a:effectLst/>
                  <a:uLnTx/>
                  <a:uFillTx/>
                  <a:latin typeface="Arial" panose="020B0604020202020204" pitchFamily="34" charset="0"/>
                  <a:ea typeface="Times New Roman" panose="02020603050405020304" pitchFamily="18" charset="0"/>
                  <a:cs typeface="Arial" panose="020B0604020202020204" pitchFamily="34" charset="0"/>
                </a:rPr>
                <a:t>Dishes</a:t>
              </a:r>
              <a:endParaRPr kumimoji="0" lang="en-US" sz="1000" b="0" i="0" u="none" strike="noStrike" kern="0" cap="none" spc="0" normalizeH="0" baseline="0" noProof="0">
                <a:ln>
                  <a:noFill/>
                </a:ln>
                <a:solidFill>
                  <a:srgbClr val="00B2A9"/>
                </a:solidFill>
                <a:effectLst/>
                <a:uLnTx/>
                <a:uFillTx/>
                <a:latin typeface="Arial" panose="020B0604020202020204" pitchFamily="34" charset="0"/>
                <a:ea typeface="Times New Roman" panose="02020603050405020304" pitchFamily="18" charset="0"/>
                <a:cs typeface="Arial" panose="020B0604020202020204" pitchFamily="34" charset="0"/>
              </a:endParaRPr>
            </a:p>
          </p:txBody>
        </p:sp>
        <p:sp>
          <p:nvSpPr>
            <p:cNvPr id="33" name="Rectangle 32">
              <a:extLst>
                <a:ext uri="{FF2B5EF4-FFF2-40B4-BE49-F238E27FC236}">
                  <a16:creationId xmlns:a16="http://schemas.microsoft.com/office/drawing/2014/main" id="{DFA46ABB-9FD9-804E-970D-0FE3986E8189}"/>
                </a:ext>
              </a:extLst>
            </p:cNvPr>
            <p:cNvSpPr>
              <a:spLocks noChangeArrowheads="1"/>
            </p:cNvSpPr>
            <p:nvPr/>
          </p:nvSpPr>
          <p:spPr bwMode="auto">
            <a:xfrm>
              <a:off x="5598988" y="4460327"/>
              <a:ext cx="1258678" cy="285883"/>
            </a:xfrm>
            <a:prstGeom prst="rect">
              <a:avLst/>
            </a:prstGeom>
            <a:solidFill>
              <a:srgbClr val="FFFFFF"/>
            </a:solidFill>
            <a:ln w="15875">
              <a:solidFill>
                <a:schemeClr val="accent6"/>
              </a:solidFill>
              <a:miter lim="800000"/>
              <a:headEnd/>
              <a:tailEnd/>
            </a:ln>
          </p:spPr>
          <p:txBody>
            <a:bodyPr lIns="9144" tIns="0" rIns="9144" bIns="0" anchor="ctr" upright="1"/>
            <a:lstStyle/>
            <a:p>
              <a:pPr marL="0" marR="0" lvl="0" indent="0" algn="ctr" defTabSz="812810" rtl="0" eaLnBrk="1" fontAlgn="auto" latinLnBrk="0" hangingPunct="1">
                <a:lnSpc>
                  <a:spcPts val="1200"/>
                </a:lnSpc>
                <a:spcBef>
                  <a:spcPts val="300"/>
                </a:spcBef>
                <a:spcAft>
                  <a:spcPts val="0"/>
                </a:spcAft>
                <a:buClrTx/>
                <a:buSzTx/>
                <a:buFontTx/>
                <a:buNone/>
                <a:tabLst/>
                <a:defRPr/>
              </a:pPr>
              <a:r>
                <a:rPr kumimoji="0" lang="fr-FR" sz="800" b="0" i="0" u="none" strike="noStrike" kern="0" cap="none" spc="0" normalizeH="0" baseline="0" noProof="0">
                  <a:ln>
                    <a:noFill/>
                  </a:ln>
                  <a:solidFill>
                    <a:srgbClr val="00B2A9"/>
                  </a:solidFill>
                  <a:effectLst/>
                  <a:uLnTx/>
                  <a:uFillTx/>
                  <a:latin typeface="Arial" panose="020B0604020202020204" pitchFamily="34" charset="0"/>
                  <a:ea typeface="Times New Roman" panose="02020603050405020304" pitchFamily="18" charset="0"/>
                  <a:cs typeface="Arial" panose="020B0604020202020204" pitchFamily="34" charset="0"/>
                </a:rPr>
                <a:t>Packaging</a:t>
              </a:r>
              <a:endParaRPr kumimoji="0" lang="en-US" sz="1000" b="0" i="0" u="none" strike="noStrike" kern="0" cap="none" spc="0" normalizeH="0" baseline="0" noProof="0">
                <a:ln>
                  <a:noFill/>
                </a:ln>
                <a:solidFill>
                  <a:srgbClr val="00B2A9"/>
                </a:solidFill>
                <a:effectLst/>
                <a:uLnTx/>
                <a:uFillTx/>
                <a:latin typeface="Arial" panose="020B0604020202020204" pitchFamily="34" charset="0"/>
                <a:ea typeface="Times New Roman" panose="02020603050405020304" pitchFamily="18" charset="0"/>
                <a:cs typeface="Arial" panose="020B0604020202020204" pitchFamily="34" charset="0"/>
              </a:endParaRPr>
            </a:p>
          </p:txBody>
        </p:sp>
        <p:sp>
          <p:nvSpPr>
            <p:cNvPr id="34" name="Rectangle 33">
              <a:extLst>
                <a:ext uri="{FF2B5EF4-FFF2-40B4-BE49-F238E27FC236}">
                  <a16:creationId xmlns:a16="http://schemas.microsoft.com/office/drawing/2014/main" id="{D60E67AC-1AFA-5443-99C8-F19C3177AD1A}"/>
                </a:ext>
              </a:extLst>
            </p:cNvPr>
            <p:cNvSpPr>
              <a:spLocks noChangeArrowheads="1"/>
            </p:cNvSpPr>
            <p:nvPr/>
          </p:nvSpPr>
          <p:spPr bwMode="auto">
            <a:xfrm>
              <a:off x="7266638" y="3130178"/>
              <a:ext cx="1211030" cy="1751031"/>
            </a:xfrm>
            <a:prstGeom prst="rect">
              <a:avLst/>
            </a:prstGeom>
            <a:solidFill>
              <a:srgbClr val="FFFFFF"/>
            </a:solidFill>
            <a:ln w="19050">
              <a:solidFill>
                <a:schemeClr val="tx2"/>
              </a:solidFill>
              <a:miter lim="800000"/>
              <a:headEnd/>
              <a:tailEnd/>
            </a:ln>
          </p:spPr>
          <p:txBody>
            <a:bodyPr lIns="9144" tIns="0" rIns="9144" bIns="0" upright="1"/>
            <a:lstStyle/>
            <a:p>
              <a:pPr marL="0" marR="0" lvl="0" indent="0" algn="ctr" defTabSz="812810" rtl="0" eaLnBrk="1" fontAlgn="auto" latinLnBrk="0" hangingPunct="1">
                <a:lnSpc>
                  <a:spcPts val="1200"/>
                </a:lnSpc>
                <a:spcBef>
                  <a:spcPts val="300"/>
                </a:spcBef>
                <a:spcAft>
                  <a:spcPts val="0"/>
                </a:spcAft>
                <a:buClrTx/>
                <a:buSzTx/>
                <a:buFontTx/>
                <a:buNone/>
                <a:tabLst/>
                <a:defRPr/>
              </a:pPr>
              <a:r>
                <a:rPr kumimoji="0" lang="fr-FR" sz="1000" b="1" i="0" u="none" strike="noStrike" kern="0" cap="none" spc="0" normalizeH="0" baseline="0" noProof="0">
                  <a:ln>
                    <a:noFill/>
                  </a:ln>
                  <a:solidFill>
                    <a:sysClr val="windowText" lastClr="000000"/>
                  </a:solidFill>
                  <a:effectLst/>
                  <a:uLnTx/>
                  <a:uFillTx/>
                  <a:latin typeface="Arial" panose="020B0604020202020204" pitchFamily="34" charset="0"/>
                  <a:ea typeface="Times New Roman" panose="02020603050405020304" pitchFamily="18" charset="0"/>
                  <a:cs typeface="Arial" panose="020B0604020202020204" pitchFamily="34" charset="0"/>
                </a:rPr>
                <a:t>Transport</a:t>
              </a:r>
              <a:endParaRPr kumimoji="0" lang="en-US" sz="1000" b="0" i="0" u="none" strike="noStrike" kern="0" cap="none" spc="0" normalizeH="0" baseline="0" noProof="0">
                <a:ln>
                  <a:noFill/>
                </a:ln>
                <a:solidFill>
                  <a:sysClr val="windowText" lastClr="000000"/>
                </a:solidFill>
                <a:effectLst/>
                <a:uLnTx/>
                <a:uFillTx/>
                <a:latin typeface="Arial" panose="020B0604020202020204" pitchFamily="34" charset="0"/>
                <a:ea typeface="Times New Roman" panose="02020603050405020304" pitchFamily="18" charset="0"/>
                <a:cs typeface="Arial" panose="020B0604020202020204" pitchFamily="34" charset="0"/>
              </a:endParaRPr>
            </a:p>
          </p:txBody>
        </p:sp>
        <p:sp>
          <p:nvSpPr>
            <p:cNvPr id="35" name="Rectangle 34">
              <a:extLst>
                <a:ext uri="{FF2B5EF4-FFF2-40B4-BE49-F238E27FC236}">
                  <a16:creationId xmlns:a16="http://schemas.microsoft.com/office/drawing/2014/main" id="{BBE0DF51-D20E-3142-B871-7F8E582FABCA}"/>
                </a:ext>
              </a:extLst>
            </p:cNvPr>
            <p:cNvSpPr>
              <a:spLocks noChangeArrowheads="1"/>
            </p:cNvSpPr>
            <p:nvPr/>
          </p:nvSpPr>
          <p:spPr bwMode="auto">
            <a:xfrm>
              <a:off x="8779434" y="3130178"/>
              <a:ext cx="1693459" cy="1751031"/>
            </a:xfrm>
            <a:prstGeom prst="rect">
              <a:avLst/>
            </a:prstGeom>
            <a:solidFill>
              <a:srgbClr val="FFFFFF"/>
            </a:solidFill>
            <a:ln w="19050">
              <a:solidFill>
                <a:schemeClr val="tx2"/>
              </a:solidFill>
              <a:miter lim="800000"/>
              <a:headEnd/>
              <a:tailEnd/>
            </a:ln>
          </p:spPr>
          <p:txBody>
            <a:bodyPr lIns="9144" tIns="0" rIns="9144" bIns="0" upright="1"/>
            <a:lstStyle/>
            <a:p>
              <a:pPr marL="0" marR="0" lvl="0" indent="0" algn="ctr" defTabSz="812810" rtl="0" eaLnBrk="1" fontAlgn="auto" latinLnBrk="0" hangingPunct="1">
                <a:lnSpc>
                  <a:spcPts val="1200"/>
                </a:lnSpc>
                <a:spcBef>
                  <a:spcPts val="300"/>
                </a:spcBef>
                <a:spcAft>
                  <a:spcPts val="0"/>
                </a:spcAft>
                <a:buClrTx/>
                <a:buSzTx/>
                <a:buFontTx/>
                <a:buNone/>
                <a:tabLst/>
                <a:defRPr/>
              </a:pPr>
              <a:r>
                <a:rPr kumimoji="0" lang="fr-FR" sz="1000" b="1" i="0" u="none" strike="noStrike" kern="0" cap="none" spc="0" normalizeH="0" baseline="0" noProof="0" dirty="0">
                  <a:ln>
                    <a:noFill/>
                  </a:ln>
                  <a:solidFill>
                    <a:srgbClr val="00274C"/>
                  </a:solidFill>
                  <a:effectLst/>
                  <a:uLnTx/>
                  <a:uFillTx/>
                  <a:latin typeface="Arial" panose="020B0604020202020204" pitchFamily="34" charset="0"/>
                  <a:ea typeface="Times New Roman" panose="02020603050405020304" pitchFamily="18" charset="0"/>
                  <a:cs typeface="Arial" panose="020B0604020202020204" pitchFamily="34" charset="0"/>
                </a:rPr>
                <a:t>Restaurant</a:t>
              </a:r>
              <a:endParaRPr kumimoji="0" lang="en-US" sz="1000" b="0" i="0" u="none" strike="noStrike" kern="0" cap="none" spc="0" normalizeH="0" baseline="0" noProof="0" dirty="0">
                <a:ln>
                  <a:noFill/>
                </a:ln>
                <a:solidFill>
                  <a:srgbClr val="00274C"/>
                </a:solidFill>
                <a:effectLst/>
                <a:uLnTx/>
                <a:uFillTx/>
                <a:latin typeface="Arial" panose="020B0604020202020204" pitchFamily="34" charset="0"/>
                <a:ea typeface="Times New Roman" panose="02020603050405020304" pitchFamily="18" charset="0"/>
                <a:cs typeface="Arial" panose="020B0604020202020204" pitchFamily="34" charset="0"/>
              </a:endParaRPr>
            </a:p>
          </p:txBody>
        </p:sp>
        <p:sp>
          <p:nvSpPr>
            <p:cNvPr id="36" name="Rectangle 35">
              <a:extLst>
                <a:ext uri="{FF2B5EF4-FFF2-40B4-BE49-F238E27FC236}">
                  <a16:creationId xmlns:a16="http://schemas.microsoft.com/office/drawing/2014/main" id="{5A03F480-A3EE-674E-B108-1AFB748A10E0}"/>
                </a:ext>
              </a:extLst>
            </p:cNvPr>
            <p:cNvSpPr>
              <a:spLocks noChangeArrowheads="1"/>
            </p:cNvSpPr>
            <p:nvPr/>
          </p:nvSpPr>
          <p:spPr bwMode="auto">
            <a:xfrm>
              <a:off x="8902523" y="3424001"/>
              <a:ext cx="694853" cy="643237"/>
            </a:xfrm>
            <a:prstGeom prst="rect">
              <a:avLst/>
            </a:prstGeom>
            <a:solidFill>
              <a:srgbClr val="FFFFFF"/>
            </a:solidFill>
            <a:ln w="15875">
              <a:solidFill>
                <a:schemeClr val="accent6"/>
              </a:solidFill>
              <a:miter lim="800000"/>
              <a:headEnd/>
              <a:tailEnd/>
            </a:ln>
          </p:spPr>
          <p:txBody>
            <a:bodyPr lIns="9144" tIns="0" rIns="9144" bIns="0" anchor="ctr" upright="1"/>
            <a:lstStyle/>
            <a:p>
              <a:pPr marL="0" marR="0" lvl="0" indent="0" algn="ctr" defTabSz="812810" rtl="0" eaLnBrk="1" fontAlgn="auto" latinLnBrk="0" hangingPunct="1">
                <a:lnSpc>
                  <a:spcPts val="1200"/>
                </a:lnSpc>
                <a:spcBef>
                  <a:spcPts val="300"/>
                </a:spcBef>
                <a:spcAft>
                  <a:spcPts val="0"/>
                </a:spcAft>
                <a:buClrTx/>
                <a:buSzTx/>
                <a:buFontTx/>
                <a:buNone/>
                <a:tabLst/>
                <a:defRPr/>
              </a:pPr>
              <a:r>
                <a:rPr kumimoji="0" lang="fr-FR" sz="800" b="0" i="0" u="none" strike="noStrike" kern="0" cap="none" spc="0" normalizeH="0" baseline="0" noProof="0" dirty="0">
                  <a:ln>
                    <a:noFill/>
                  </a:ln>
                  <a:solidFill>
                    <a:srgbClr val="00B2A9"/>
                  </a:solidFill>
                  <a:effectLst/>
                  <a:uLnTx/>
                  <a:uFillTx/>
                  <a:latin typeface="Arial" panose="020B0604020202020204" pitchFamily="34" charset="0"/>
                  <a:ea typeface="Times New Roman" panose="02020603050405020304" pitchFamily="18" charset="0"/>
                  <a:cs typeface="Arial" panose="020B0604020202020204" pitchFamily="34" charset="0"/>
                </a:rPr>
                <a:t>Food     </a:t>
              </a:r>
              <a:r>
                <a:rPr kumimoji="0" lang="fr-FR" sz="800" b="0" i="0" u="none" strike="noStrike" kern="0" cap="none" spc="0" normalizeH="0" baseline="0" noProof="0" dirty="0" err="1">
                  <a:ln>
                    <a:noFill/>
                  </a:ln>
                  <a:solidFill>
                    <a:srgbClr val="00B2A9"/>
                  </a:solidFill>
                  <a:effectLst/>
                  <a:uLnTx/>
                  <a:uFillTx/>
                  <a:latin typeface="Arial" panose="020B0604020202020204" pitchFamily="34" charset="0"/>
                  <a:ea typeface="Times New Roman" panose="02020603050405020304" pitchFamily="18" charset="0"/>
                  <a:cs typeface="Arial" panose="020B0604020202020204" pitchFamily="34" charset="0"/>
                </a:rPr>
                <a:t>preparation</a:t>
              </a:r>
              <a:endParaRPr kumimoji="0" lang="en-US" sz="1000" b="0" i="0" u="none" strike="noStrike" kern="0" cap="none" spc="0" normalizeH="0" baseline="0" noProof="0" dirty="0">
                <a:ln>
                  <a:noFill/>
                </a:ln>
                <a:solidFill>
                  <a:srgbClr val="00B2A9"/>
                </a:solidFill>
                <a:effectLst/>
                <a:uLnTx/>
                <a:uFillTx/>
                <a:latin typeface="Arial" panose="020B0604020202020204" pitchFamily="34" charset="0"/>
                <a:ea typeface="Times New Roman" panose="02020603050405020304" pitchFamily="18" charset="0"/>
                <a:cs typeface="Arial" panose="020B0604020202020204" pitchFamily="34" charset="0"/>
              </a:endParaRPr>
            </a:p>
          </p:txBody>
        </p:sp>
        <p:sp>
          <p:nvSpPr>
            <p:cNvPr id="37" name="Rectangle 36">
              <a:extLst>
                <a:ext uri="{FF2B5EF4-FFF2-40B4-BE49-F238E27FC236}">
                  <a16:creationId xmlns:a16="http://schemas.microsoft.com/office/drawing/2014/main" id="{2E9E948A-DBD2-344D-B6FB-B05699170F43}"/>
                </a:ext>
              </a:extLst>
            </p:cNvPr>
            <p:cNvSpPr>
              <a:spLocks noChangeArrowheads="1"/>
            </p:cNvSpPr>
            <p:nvPr/>
          </p:nvSpPr>
          <p:spPr bwMode="auto">
            <a:xfrm>
              <a:off x="8902523" y="4146649"/>
              <a:ext cx="694853" cy="611472"/>
            </a:xfrm>
            <a:prstGeom prst="rect">
              <a:avLst/>
            </a:prstGeom>
            <a:solidFill>
              <a:srgbClr val="FFFFFF"/>
            </a:solidFill>
            <a:ln w="15875">
              <a:solidFill>
                <a:schemeClr val="accent6"/>
              </a:solidFill>
              <a:miter lim="800000"/>
              <a:headEnd/>
              <a:tailEnd/>
            </a:ln>
          </p:spPr>
          <p:txBody>
            <a:bodyPr lIns="9144" tIns="0" rIns="9144" bIns="0" anchor="ctr" upright="1"/>
            <a:lstStyle/>
            <a:p>
              <a:pPr marL="0" marR="0" lvl="0" indent="0" algn="ctr" defTabSz="812810" rtl="0" eaLnBrk="1" fontAlgn="auto" latinLnBrk="0" hangingPunct="1">
                <a:lnSpc>
                  <a:spcPts val="1200"/>
                </a:lnSpc>
                <a:spcBef>
                  <a:spcPts val="300"/>
                </a:spcBef>
                <a:spcAft>
                  <a:spcPts val="0"/>
                </a:spcAft>
                <a:buClrTx/>
                <a:buSzTx/>
                <a:buFontTx/>
                <a:buNone/>
                <a:tabLst/>
                <a:defRPr/>
              </a:pPr>
              <a:r>
                <a:rPr kumimoji="0" lang="fr-FR" sz="300" b="0" i="0" u="none" strike="noStrike" kern="0" cap="none" spc="0" normalizeH="0" baseline="0" noProof="0" dirty="0">
                  <a:ln>
                    <a:noFill/>
                  </a:ln>
                  <a:solidFill>
                    <a:srgbClr val="00B2A9"/>
                  </a:solidFill>
                  <a:effectLst/>
                  <a:uLnTx/>
                  <a:uFillTx/>
                  <a:latin typeface="Arial" panose="020B0604020202020204" pitchFamily="34" charset="0"/>
                  <a:ea typeface="Times New Roman" panose="02020603050405020304" pitchFamily="18" charset="0"/>
                  <a:cs typeface="Arial" panose="020B0604020202020204" pitchFamily="34" charset="0"/>
                </a:rPr>
                <a:t> </a:t>
              </a:r>
              <a:r>
                <a:rPr kumimoji="0" lang="fr-FR" sz="800" b="0" i="0" u="none" strike="noStrike" kern="0" cap="none" spc="0" normalizeH="0" baseline="0" noProof="0" dirty="0" err="1">
                  <a:ln>
                    <a:noFill/>
                  </a:ln>
                  <a:solidFill>
                    <a:srgbClr val="00B2A9"/>
                  </a:solidFill>
                  <a:effectLst/>
                  <a:uLnTx/>
                  <a:uFillTx/>
                  <a:latin typeface="Arial" panose="020B0604020202020204" pitchFamily="34" charset="0"/>
                  <a:ea typeface="Times New Roman" panose="02020603050405020304" pitchFamily="18" charset="0"/>
                  <a:cs typeface="Arial" panose="020B0604020202020204" pitchFamily="34" charset="0"/>
                </a:rPr>
                <a:t>Dish</a:t>
              </a:r>
              <a:r>
                <a:rPr kumimoji="0" lang="fr-FR" sz="800" b="0" i="0" u="none" strike="noStrike" kern="0" cap="none" spc="0" normalizeH="0" baseline="0" noProof="0" dirty="0">
                  <a:ln>
                    <a:noFill/>
                  </a:ln>
                  <a:solidFill>
                    <a:srgbClr val="00B2A9"/>
                  </a:solidFill>
                  <a:effectLst/>
                  <a:uLnTx/>
                  <a:uFillTx/>
                  <a:latin typeface="Arial" panose="020B0604020202020204" pitchFamily="34" charset="0"/>
                  <a:ea typeface="Times New Roman" panose="02020603050405020304" pitchFamily="18" charset="0"/>
                  <a:cs typeface="Arial" panose="020B0604020202020204" pitchFamily="34" charset="0"/>
                </a:rPr>
                <a:t> </a:t>
              </a:r>
              <a:r>
                <a:rPr kumimoji="0" lang="fr-FR" sz="800" b="0" i="0" u="none" strike="noStrike" kern="0" cap="none" spc="0" normalizeH="0" baseline="0" noProof="0" dirty="0" err="1">
                  <a:ln>
                    <a:noFill/>
                  </a:ln>
                  <a:solidFill>
                    <a:srgbClr val="00B2A9"/>
                  </a:solidFill>
                  <a:effectLst/>
                  <a:uLnTx/>
                  <a:uFillTx/>
                  <a:latin typeface="Arial" panose="020B0604020202020204" pitchFamily="34" charset="0"/>
                  <a:ea typeface="Times New Roman" panose="02020603050405020304" pitchFamily="18" charset="0"/>
                  <a:cs typeface="Arial" panose="020B0604020202020204" pitchFamily="34" charset="0"/>
                </a:rPr>
                <a:t>washing</a:t>
              </a:r>
              <a:endParaRPr kumimoji="0" lang="en-US" sz="1000" b="0" i="0" u="none" strike="noStrike" kern="0" cap="none" spc="0" normalizeH="0" baseline="0" noProof="0" dirty="0">
                <a:ln>
                  <a:noFill/>
                </a:ln>
                <a:solidFill>
                  <a:srgbClr val="00B2A9"/>
                </a:solidFill>
                <a:effectLst/>
                <a:uLnTx/>
                <a:uFillTx/>
                <a:latin typeface="Arial" panose="020B0604020202020204" pitchFamily="34" charset="0"/>
                <a:ea typeface="Times New Roman" panose="02020603050405020304" pitchFamily="18" charset="0"/>
                <a:cs typeface="Arial" panose="020B0604020202020204" pitchFamily="34" charset="0"/>
              </a:endParaRPr>
            </a:p>
          </p:txBody>
        </p:sp>
        <p:sp>
          <p:nvSpPr>
            <p:cNvPr id="39" name="Rectangle 38">
              <a:extLst>
                <a:ext uri="{FF2B5EF4-FFF2-40B4-BE49-F238E27FC236}">
                  <a16:creationId xmlns:a16="http://schemas.microsoft.com/office/drawing/2014/main" id="{B44E4A7C-1998-154C-9AC6-CD41D11EF598}"/>
                </a:ext>
              </a:extLst>
            </p:cNvPr>
            <p:cNvSpPr>
              <a:spLocks noChangeArrowheads="1"/>
            </p:cNvSpPr>
            <p:nvPr/>
          </p:nvSpPr>
          <p:spPr bwMode="auto">
            <a:xfrm>
              <a:off x="9660906" y="3424001"/>
              <a:ext cx="667059" cy="1334119"/>
            </a:xfrm>
            <a:prstGeom prst="rect">
              <a:avLst/>
            </a:prstGeom>
            <a:solidFill>
              <a:srgbClr val="FFFFFF"/>
            </a:solidFill>
            <a:ln w="15875">
              <a:solidFill>
                <a:schemeClr val="accent6"/>
              </a:solidFill>
              <a:miter lim="800000"/>
              <a:headEnd/>
              <a:tailEnd/>
            </a:ln>
          </p:spPr>
          <p:txBody>
            <a:bodyPr lIns="9144" tIns="0" rIns="9144" bIns="0" upright="1"/>
            <a:lstStyle/>
            <a:p>
              <a:pPr marL="0" marR="0" lvl="0" indent="0" algn="ctr" defTabSz="812810" rtl="0" eaLnBrk="1" fontAlgn="auto" latinLnBrk="0" hangingPunct="1">
                <a:lnSpc>
                  <a:spcPts val="1200"/>
                </a:lnSpc>
                <a:spcBef>
                  <a:spcPts val="300"/>
                </a:spcBef>
                <a:spcAft>
                  <a:spcPts val="0"/>
                </a:spcAft>
                <a:buClrTx/>
                <a:buSzTx/>
                <a:buFontTx/>
                <a:buNone/>
                <a:tabLst/>
                <a:defRPr/>
              </a:pPr>
              <a:r>
                <a:rPr kumimoji="0" lang="fr-FR" sz="600" b="0" i="0" u="none" strike="noStrike" kern="0" cap="none" spc="0" normalizeH="0" baseline="0" noProof="0">
                  <a:ln>
                    <a:noFill/>
                  </a:ln>
                  <a:solidFill>
                    <a:srgbClr val="00B2A9"/>
                  </a:solidFill>
                  <a:effectLst/>
                  <a:uLnTx/>
                  <a:uFillTx/>
                  <a:latin typeface="Arial" panose="020B0604020202020204" pitchFamily="34" charset="0"/>
                  <a:ea typeface="Times New Roman" panose="02020603050405020304" pitchFamily="18" charset="0"/>
                  <a:cs typeface="Arial" panose="020B0604020202020204" pitchFamily="34" charset="0"/>
                </a:rPr>
                <a:t> </a:t>
              </a:r>
              <a:endParaRPr kumimoji="0" lang="en-US" sz="1000" b="0" i="0" u="none" strike="noStrike" kern="0" cap="none" spc="0" normalizeH="0" baseline="0" noProof="0">
                <a:ln>
                  <a:noFill/>
                </a:ln>
                <a:solidFill>
                  <a:srgbClr val="00B2A9"/>
                </a:solidFill>
                <a:effectLst/>
                <a:uLnTx/>
                <a:uFillTx/>
                <a:latin typeface="Arial" panose="020B0604020202020204" pitchFamily="34" charset="0"/>
                <a:ea typeface="Times New Roman" panose="02020603050405020304" pitchFamily="18" charset="0"/>
                <a:cs typeface="Arial" panose="020B0604020202020204" pitchFamily="34" charset="0"/>
              </a:endParaRPr>
            </a:p>
            <a:p>
              <a:pPr marL="0" marR="0" lvl="0" indent="0" algn="ctr" defTabSz="812810" rtl="0" eaLnBrk="1" fontAlgn="auto" latinLnBrk="0" hangingPunct="1">
                <a:lnSpc>
                  <a:spcPts val="1200"/>
                </a:lnSpc>
                <a:spcBef>
                  <a:spcPts val="300"/>
                </a:spcBef>
                <a:spcAft>
                  <a:spcPts val="0"/>
                </a:spcAft>
                <a:buClrTx/>
                <a:buSzTx/>
                <a:buFontTx/>
                <a:buNone/>
                <a:tabLst/>
                <a:defRPr/>
              </a:pPr>
              <a:r>
                <a:rPr kumimoji="0" lang="fr-FR" sz="800" b="0" i="0" u="none" strike="noStrike" kern="0" cap="none" spc="0" normalizeH="0" baseline="0" noProof="0">
                  <a:ln>
                    <a:noFill/>
                  </a:ln>
                  <a:solidFill>
                    <a:srgbClr val="00B2A9"/>
                  </a:solidFill>
                  <a:effectLst/>
                  <a:uLnTx/>
                  <a:uFillTx/>
                  <a:latin typeface="Arial" panose="020B0604020202020204" pitchFamily="34" charset="0"/>
                  <a:ea typeface="Times New Roman" panose="02020603050405020304" pitchFamily="18" charset="0"/>
                  <a:cs typeface="Arial" panose="020B0604020202020204" pitchFamily="34" charset="0"/>
                </a:rPr>
                <a:t>Heating</a:t>
              </a:r>
              <a:endParaRPr kumimoji="0" lang="en-US" sz="1000" b="0" i="0" u="none" strike="noStrike" kern="0" cap="none" spc="0" normalizeH="0" baseline="0" noProof="0">
                <a:ln>
                  <a:noFill/>
                </a:ln>
                <a:solidFill>
                  <a:srgbClr val="00B2A9"/>
                </a:solidFill>
                <a:effectLst/>
                <a:uLnTx/>
                <a:uFillTx/>
                <a:latin typeface="Arial" panose="020B0604020202020204" pitchFamily="34" charset="0"/>
                <a:ea typeface="Times New Roman" panose="02020603050405020304" pitchFamily="18" charset="0"/>
                <a:cs typeface="Arial" panose="020B0604020202020204" pitchFamily="34" charset="0"/>
              </a:endParaRPr>
            </a:p>
            <a:p>
              <a:pPr marL="0" marR="0" lvl="0" indent="0" algn="ctr" defTabSz="812810" rtl="0" eaLnBrk="1" fontAlgn="auto" latinLnBrk="0" hangingPunct="1">
                <a:lnSpc>
                  <a:spcPts val="1200"/>
                </a:lnSpc>
                <a:spcBef>
                  <a:spcPts val="300"/>
                </a:spcBef>
                <a:spcAft>
                  <a:spcPts val="0"/>
                </a:spcAft>
                <a:buClrTx/>
                <a:buSzTx/>
                <a:buFontTx/>
                <a:buNone/>
                <a:tabLst/>
                <a:defRPr/>
              </a:pPr>
              <a:r>
                <a:rPr kumimoji="0" lang="fr-FR" sz="800" b="0" i="0" u="none" strike="noStrike" kern="0" cap="none" spc="0" normalizeH="0" baseline="0" noProof="0">
                  <a:ln>
                    <a:noFill/>
                  </a:ln>
                  <a:solidFill>
                    <a:srgbClr val="00B2A9"/>
                  </a:solidFill>
                  <a:effectLst/>
                  <a:uLnTx/>
                  <a:uFillTx/>
                  <a:latin typeface="Arial" panose="020B0604020202020204" pitchFamily="34" charset="0"/>
                  <a:ea typeface="Times New Roman" panose="02020603050405020304" pitchFamily="18" charset="0"/>
                  <a:cs typeface="Arial" panose="020B0604020202020204" pitchFamily="34" charset="0"/>
                </a:rPr>
                <a:t>Lighting  </a:t>
              </a:r>
              <a:endParaRPr kumimoji="0" lang="en-US" sz="1000" b="0" i="0" u="none" strike="noStrike" kern="0" cap="none" spc="0" normalizeH="0" baseline="0" noProof="0">
                <a:ln>
                  <a:noFill/>
                </a:ln>
                <a:solidFill>
                  <a:srgbClr val="00B2A9"/>
                </a:solidFill>
                <a:effectLst/>
                <a:uLnTx/>
                <a:uFillTx/>
                <a:latin typeface="Arial" panose="020B0604020202020204" pitchFamily="34" charset="0"/>
                <a:ea typeface="Times New Roman" panose="02020603050405020304" pitchFamily="18" charset="0"/>
                <a:cs typeface="Arial" panose="020B0604020202020204" pitchFamily="34" charset="0"/>
              </a:endParaRPr>
            </a:p>
            <a:p>
              <a:pPr marL="0" marR="0" lvl="0" indent="0" algn="ctr" defTabSz="812810" rtl="0" eaLnBrk="1" fontAlgn="auto" latinLnBrk="0" hangingPunct="1">
                <a:lnSpc>
                  <a:spcPts val="1200"/>
                </a:lnSpc>
                <a:spcBef>
                  <a:spcPts val="300"/>
                </a:spcBef>
                <a:spcAft>
                  <a:spcPts val="0"/>
                </a:spcAft>
                <a:buClrTx/>
                <a:buSzTx/>
                <a:buFontTx/>
                <a:buNone/>
                <a:tabLst/>
                <a:defRPr/>
              </a:pPr>
              <a:r>
                <a:rPr kumimoji="0" lang="fr-FR" sz="800" b="0" i="0" u="none" strike="noStrike" kern="0" cap="none" spc="0" normalizeH="0" baseline="0" noProof="0">
                  <a:ln>
                    <a:noFill/>
                  </a:ln>
                  <a:solidFill>
                    <a:srgbClr val="00B2A9"/>
                  </a:solidFill>
                  <a:effectLst/>
                  <a:uLnTx/>
                  <a:uFillTx/>
                  <a:latin typeface="Arial" panose="020B0604020202020204" pitchFamily="34" charset="0"/>
                  <a:ea typeface="Times New Roman" panose="02020603050405020304" pitchFamily="18" charset="0"/>
                  <a:cs typeface="Arial" panose="020B0604020202020204" pitchFamily="34" charset="0"/>
                </a:rPr>
                <a:t>Ventilation </a:t>
              </a:r>
              <a:endParaRPr kumimoji="0" lang="en-US" sz="1000" b="0" i="0" u="none" strike="noStrike" kern="0" cap="none" spc="0" normalizeH="0" baseline="0" noProof="0">
                <a:ln>
                  <a:noFill/>
                </a:ln>
                <a:solidFill>
                  <a:srgbClr val="00B2A9"/>
                </a:solidFill>
                <a:effectLst/>
                <a:uLnTx/>
                <a:uFillTx/>
                <a:latin typeface="Arial" panose="020B0604020202020204" pitchFamily="34" charset="0"/>
                <a:ea typeface="Times New Roman" panose="02020603050405020304" pitchFamily="18" charset="0"/>
                <a:cs typeface="Arial" panose="020B0604020202020204" pitchFamily="34" charset="0"/>
              </a:endParaRPr>
            </a:p>
            <a:p>
              <a:pPr marL="0" marR="0" lvl="0" indent="0" algn="ctr" defTabSz="812810" rtl="0" eaLnBrk="1" fontAlgn="auto" latinLnBrk="0" hangingPunct="1">
                <a:lnSpc>
                  <a:spcPts val="1200"/>
                </a:lnSpc>
                <a:spcBef>
                  <a:spcPts val="300"/>
                </a:spcBef>
                <a:spcAft>
                  <a:spcPts val="0"/>
                </a:spcAft>
                <a:buClrTx/>
                <a:buSzTx/>
                <a:buFontTx/>
                <a:buNone/>
                <a:tabLst/>
                <a:defRPr/>
              </a:pPr>
              <a:r>
                <a:rPr kumimoji="0" lang="fr-FR" sz="800" b="0" i="0" u="none" strike="noStrike" kern="0" cap="none" spc="0" normalizeH="0" baseline="0" noProof="0">
                  <a:ln>
                    <a:noFill/>
                  </a:ln>
                  <a:solidFill>
                    <a:srgbClr val="00B2A9"/>
                  </a:solidFill>
                  <a:effectLst/>
                  <a:uLnTx/>
                  <a:uFillTx/>
                  <a:latin typeface="Arial" panose="020B0604020202020204" pitchFamily="34" charset="0"/>
                  <a:ea typeface="Times New Roman" panose="02020603050405020304" pitchFamily="18" charset="0"/>
                  <a:cs typeface="Arial" panose="020B0604020202020204" pitchFamily="34" charset="0"/>
                </a:rPr>
                <a:t>Cooling</a:t>
              </a:r>
              <a:endParaRPr kumimoji="0" lang="en-US" sz="1000" b="0" i="0" u="none" strike="noStrike" kern="0" cap="none" spc="0" normalizeH="0" baseline="0" noProof="0">
                <a:ln>
                  <a:noFill/>
                </a:ln>
                <a:solidFill>
                  <a:srgbClr val="00B2A9"/>
                </a:solidFill>
                <a:effectLst/>
                <a:uLnTx/>
                <a:uFillTx/>
                <a:latin typeface="Arial" panose="020B0604020202020204" pitchFamily="34" charset="0"/>
                <a:ea typeface="Times New Roman" panose="02020603050405020304" pitchFamily="18" charset="0"/>
                <a:cs typeface="Arial" panose="020B0604020202020204" pitchFamily="34" charset="0"/>
              </a:endParaRPr>
            </a:p>
            <a:p>
              <a:pPr marL="0" marR="0" lvl="0" indent="0" algn="ctr" defTabSz="812810" rtl="0" eaLnBrk="1" fontAlgn="auto" latinLnBrk="0" hangingPunct="1">
                <a:lnSpc>
                  <a:spcPts val="1200"/>
                </a:lnSpc>
                <a:spcBef>
                  <a:spcPts val="300"/>
                </a:spcBef>
                <a:spcAft>
                  <a:spcPts val="0"/>
                </a:spcAft>
                <a:buClrTx/>
                <a:buSzTx/>
                <a:buFontTx/>
                <a:buNone/>
                <a:tabLst/>
                <a:defRPr/>
              </a:pPr>
              <a:r>
                <a:rPr kumimoji="0" lang="fr-FR" sz="800" b="0" i="0" u="none" strike="noStrike" kern="0" cap="none" spc="0" normalizeH="0" baseline="0" noProof="0">
                  <a:ln>
                    <a:noFill/>
                  </a:ln>
                  <a:solidFill>
                    <a:srgbClr val="00B2A9"/>
                  </a:solidFill>
                  <a:effectLst/>
                  <a:uLnTx/>
                  <a:uFillTx/>
                  <a:latin typeface="Arial" panose="020B0604020202020204" pitchFamily="34" charset="0"/>
                  <a:ea typeface="Times New Roman" panose="02020603050405020304" pitchFamily="18" charset="0"/>
                  <a:cs typeface="Arial" panose="020B0604020202020204" pitchFamily="34" charset="0"/>
                </a:rPr>
                <a:t>Cleaning</a:t>
              </a:r>
              <a:endParaRPr kumimoji="0" lang="en-US" sz="1000" b="0" i="0" u="none" strike="noStrike" kern="0" cap="none" spc="0" normalizeH="0" baseline="0" noProof="0">
                <a:ln>
                  <a:noFill/>
                </a:ln>
                <a:solidFill>
                  <a:srgbClr val="00B2A9"/>
                </a:solidFill>
                <a:effectLst/>
                <a:uLnTx/>
                <a:uFillTx/>
                <a:latin typeface="Arial" panose="020B0604020202020204" pitchFamily="34" charset="0"/>
                <a:ea typeface="Times New Roman" panose="02020603050405020304" pitchFamily="18" charset="0"/>
                <a:cs typeface="Arial" panose="020B0604020202020204" pitchFamily="34" charset="0"/>
              </a:endParaRPr>
            </a:p>
          </p:txBody>
        </p:sp>
        <p:cxnSp>
          <p:nvCxnSpPr>
            <p:cNvPr id="45" name="AutoShape 254">
              <a:extLst>
                <a:ext uri="{FF2B5EF4-FFF2-40B4-BE49-F238E27FC236}">
                  <a16:creationId xmlns:a16="http://schemas.microsoft.com/office/drawing/2014/main" id="{2FB56103-DE1C-9346-AA62-CD04EEB617FB}"/>
                </a:ext>
              </a:extLst>
            </p:cNvPr>
            <p:cNvCxnSpPr>
              <a:cxnSpLocks noChangeShapeType="1"/>
              <a:stCxn id="27" idx="2"/>
              <a:endCxn id="26" idx="0"/>
            </p:cNvCxnSpPr>
            <p:nvPr/>
          </p:nvCxnSpPr>
          <p:spPr bwMode="auto">
            <a:xfrm>
              <a:off x="6243173" y="2212495"/>
              <a:ext cx="794" cy="917101"/>
            </a:xfrm>
            <a:prstGeom prst="straightConnector1">
              <a:avLst/>
            </a:prstGeom>
            <a:noFill/>
            <a:ln w="15875">
              <a:solidFill>
                <a:schemeClr val="accent5"/>
              </a:solidFill>
              <a:round/>
              <a:headEnd/>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sp>
          <p:nvSpPr>
            <p:cNvPr id="46" name="Oval 45">
              <a:extLst>
                <a:ext uri="{FF2B5EF4-FFF2-40B4-BE49-F238E27FC236}">
                  <a16:creationId xmlns:a16="http://schemas.microsoft.com/office/drawing/2014/main" id="{59EE4239-D565-1945-81D8-AE3E1148854E}"/>
                </a:ext>
              </a:extLst>
            </p:cNvPr>
            <p:cNvSpPr>
              <a:spLocks noChangeArrowheads="1"/>
            </p:cNvSpPr>
            <p:nvPr/>
          </p:nvSpPr>
          <p:spPr bwMode="auto">
            <a:xfrm>
              <a:off x="5557297" y="2391647"/>
              <a:ext cx="1371839" cy="343456"/>
            </a:xfrm>
            <a:prstGeom prst="ellipse">
              <a:avLst/>
            </a:prstGeom>
            <a:solidFill>
              <a:srgbClr val="FFFFFF"/>
            </a:solidFill>
            <a:ln w="15875">
              <a:solidFill>
                <a:schemeClr val="tx2"/>
              </a:solidFill>
              <a:round/>
              <a:headEnd/>
              <a:tailEnd/>
            </a:ln>
          </p:spPr>
          <p:txBody>
            <a:bodyPr lIns="9144" tIns="0" rIns="9144" bIns="0" anchor="ctr" upright="1"/>
            <a:lstStyle/>
            <a:p>
              <a:pPr marL="0" marR="0" lvl="0" indent="0" algn="ctr" defTabSz="812810" rtl="0" eaLnBrk="1" fontAlgn="auto" latinLnBrk="0" hangingPunct="1">
                <a:lnSpc>
                  <a:spcPts val="1200"/>
                </a:lnSpc>
                <a:spcBef>
                  <a:spcPts val="0"/>
                </a:spcBef>
                <a:spcAft>
                  <a:spcPts val="0"/>
                </a:spcAft>
                <a:buClrTx/>
                <a:buSzTx/>
                <a:buFontTx/>
                <a:buNone/>
                <a:tabLst/>
                <a:defRPr/>
              </a:pPr>
              <a:r>
                <a:rPr kumimoji="0" lang="fr-FR" sz="800" b="0" i="0" u="none" strike="noStrike" kern="0" cap="none" spc="0" normalizeH="0" baseline="0" noProof="0">
                  <a:ln>
                    <a:noFill/>
                  </a:ln>
                  <a:solidFill>
                    <a:srgbClr val="00274C"/>
                  </a:solidFill>
                  <a:effectLst/>
                  <a:uLnTx/>
                  <a:uFillTx/>
                  <a:latin typeface="Arial" panose="020B0604020202020204" pitchFamily="34" charset="0"/>
                  <a:ea typeface="Times New Roman" panose="02020603050405020304" pitchFamily="18" charset="0"/>
                  <a:cs typeface="Arial" panose="020B0604020202020204" pitchFamily="34" charset="0"/>
                </a:rPr>
                <a:t>Materials</a:t>
              </a:r>
              <a:endParaRPr kumimoji="0" lang="en-US" sz="1000" b="0" i="0" u="none" strike="noStrike" kern="0" cap="none" spc="0" normalizeH="0" baseline="0" noProof="0">
                <a:ln>
                  <a:noFill/>
                </a:ln>
                <a:solidFill>
                  <a:srgbClr val="00274C"/>
                </a:solidFill>
                <a:effectLst/>
                <a:uLnTx/>
                <a:uFillTx/>
                <a:latin typeface="Arial" panose="020B0604020202020204" pitchFamily="34" charset="0"/>
                <a:ea typeface="Times New Roman" panose="02020603050405020304" pitchFamily="18" charset="0"/>
                <a:cs typeface="Arial" panose="020B0604020202020204" pitchFamily="34" charset="0"/>
              </a:endParaRPr>
            </a:p>
          </p:txBody>
        </p:sp>
        <p:cxnSp>
          <p:nvCxnSpPr>
            <p:cNvPr id="48" name="AutoShape 256">
              <a:extLst>
                <a:ext uri="{FF2B5EF4-FFF2-40B4-BE49-F238E27FC236}">
                  <a16:creationId xmlns:a16="http://schemas.microsoft.com/office/drawing/2014/main" id="{8E217D66-BE03-3B49-832D-635CF0889ECD}"/>
                </a:ext>
              </a:extLst>
            </p:cNvPr>
            <p:cNvCxnSpPr>
              <a:cxnSpLocks noChangeShapeType="1"/>
            </p:cNvCxnSpPr>
            <p:nvPr/>
          </p:nvCxnSpPr>
          <p:spPr bwMode="auto">
            <a:xfrm>
              <a:off x="7966652" y="2212495"/>
              <a:ext cx="794" cy="917101"/>
            </a:xfrm>
            <a:prstGeom prst="straightConnector1">
              <a:avLst/>
            </a:prstGeom>
            <a:noFill/>
            <a:ln w="15875">
              <a:solidFill>
                <a:schemeClr val="accent4"/>
              </a:solidFill>
              <a:prstDash val="dash"/>
              <a:round/>
              <a:headEnd/>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cxnSp>
          <p:nvCxnSpPr>
            <p:cNvPr id="50" name="AutoShape 257">
              <a:extLst>
                <a:ext uri="{FF2B5EF4-FFF2-40B4-BE49-F238E27FC236}">
                  <a16:creationId xmlns:a16="http://schemas.microsoft.com/office/drawing/2014/main" id="{A848B424-D339-4A42-BC80-2A24E6335F0B}"/>
                </a:ext>
              </a:extLst>
            </p:cNvPr>
            <p:cNvCxnSpPr>
              <a:cxnSpLocks noChangeShapeType="1"/>
            </p:cNvCxnSpPr>
            <p:nvPr/>
          </p:nvCxnSpPr>
          <p:spPr bwMode="auto">
            <a:xfrm>
              <a:off x="9672203" y="2210907"/>
              <a:ext cx="794" cy="917101"/>
            </a:xfrm>
            <a:prstGeom prst="straightConnector1">
              <a:avLst/>
            </a:prstGeom>
            <a:noFill/>
            <a:ln w="15875">
              <a:solidFill>
                <a:schemeClr val="accent5"/>
              </a:solidFill>
              <a:round/>
              <a:headEnd/>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cxnSp>
          <p:nvCxnSpPr>
            <p:cNvPr id="51" name="AutoShape 259">
              <a:extLst>
                <a:ext uri="{FF2B5EF4-FFF2-40B4-BE49-F238E27FC236}">
                  <a16:creationId xmlns:a16="http://schemas.microsoft.com/office/drawing/2014/main" id="{D13292E8-A979-C148-B99C-6B4B383EFAB7}"/>
                </a:ext>
              </a:extLst>
            </p:cNvPr>
            <p:cNvCxnSpPr>
              <a:cxnSpLocks noChangeShapeType="1"/>
            </p:cNvCxnSpPr>
            <p:nvPr/>
          </p:nvCxnSpPr>
          <p:spPr bwMode="auto">
            <a:xfrm rot="5400000">
              <a:off x="7644312" y="1087748"/>
              <a:ext cx="917101" cy="3163418"/>
            </a:xfrm>
            <a:prstGeom prst="bentConnector3">
              <a:avLst>
                <a:gd name="adj1" fmla="val 79824"/>
              </a:avLst>
            </a:prstGeom>
            <a:noFill/>
            <a:ln w="15875">
              <a:solidFill>
                <a:schemeClr val="accent5"/>
              </a:solidFill>
              <a:miter lim="800000"/>
              <a:headEnd/>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sp>
          <p:nvSpPr>
            <p:cNvPr id="53" name="Rectangle 52">
              <a:extLst>
                <a:ext uri="{FF2B5EF4-FFF2-40B4-BE49-F238E27FC236}">
                  <a16:creationId xmlns:a16="http://schemas.microsoft.com/office/drawing/2014/main" id="{AB7ACEBF-0F44-A641-9F6D-F1A1A60E978E}"/>
                </a:ext>
              </a:extLst>
            </p:cNvPr>
            <p:cNvSpPr>
              <a:spLocks noChangeArrowheads="1"/>
            </p:cNvSpPr>
            <p:nvPr/>
          </p:nvSpPr>
          <p:spPr bwMode="auto">
            <a:xfrm>
              <a:off x="6434798" y="3128193"/>
              <a:ext cx="172721" cy="1548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4" tIns="0" rIns="9144" bIns="0" upright="1"/>
            <a:lstStyle/>
            <a:p>
              <a:pPr marL="0" marR="0" lvl="0" indent="252095" algn="just" defTabSz="812810" rtl="0" eaLnBrk="1" fontAlgn="auto" latinLnBrk="0" hangingPunct="1">
                <a:lnSpc>
                  <a:spcPts val="1200"/>
                </a:lnSpc>
                <a:spcBef>
                  <a:spcPts val="600"/>
                </a:spcBef>
                <a:spcAft>
                  <a:spcPts val="0"/>
                </a:spcAft>
                <a:buClrTx/>
                <a:buSzTx/>
                <a:buFontTx/>
                <a:buNone/>
                <a:tabLst/>
                <a:defRPr/>
              </a:pPr>
              <a:r>
                <a:rPr kumimoji="0" lang="fr-FR" sz="1000" b="0" i="0" u="none" strike="noStrike" kern="0" cap="none" spc="0" normalizeH="0" baseline="0" noProof="0">
                  <a:ln>
                    <a:noFill/>
                  </a:ln>
                  <a:solidFill>
                    <a:sysClr val="windowText" lastClr="000000"/>
                  </a:solidFill>
                  <a:effectLst/>
                  <a:uLnTx/>
                  <a:uFillTx/>
                  <a:latin typeface="Arial" panose="020B0604020202020204" pitchFamily="34" charset="0"/>
                  <a:ea typeface="Times New Roman" panose="02020603050405020304" pitchFamily="18" charset="0"/>
                  <a:cs typeface="Arial" panose="020B0604020202020204" pitchFamily="34" charset="0"/>
                </a:rPr>
                <a:t> </a:t>
              </a:r>
              <a:endParaRPr kumimoji="0" lang="en-US" sz="1000" b="0" i="0" u="none" strike="noStrike" kern="0" cap="none" spc="0" normalizeH="0" baseline="0" noProof="0">
                <a:ln>
                  <a:noFill/>
                </a:ln>
                <a:solidFill>
                  <a:sysClr val="windowText" lastClr="000000"/>
                </a:solidFill>
                <a:effectLst/>
                <a:uLnTx/>
                <a:uFillTx/>
                <a:latin typeface="Arial" panose="020B0604020202020204" pitchFamily="34" charset="0"/>
                <a:ea typeface="Times New Roman" panose="02020603050405020304" pitchFamily="18" charset="0"/>
                <a:cs typeface="Arial" panose="020B0604020202020204" pitchFamily="34" charset="0"/>
              </a:endParaRPr>
            </a:p>
          </p:txBody>
        </p:sp>
        <p:sp>
          <p:nvSpPr>
            <p:cNvPr id="54" name="Oval 53">
              <a:extLst>
                <a:ext uri="{FF2B5EF4-FFF2-40B4-BE49-F238E27FC236}">
                  <a16:creationId xmlns:a16="http://schemas.microsoft.com/office/drawing/2014/main" id="{850C31F7-7FF6-574C-9FB4-E08BB6444227}"/>
                </a:ext>
              </a:extLst>
            </p:cNvPr>
            <p:cNvSpPr>
              <a:spLocks noChangeArrowheads="1"/>
            </p:cNvSpPr>
            <p:nvPr/>
          </p:nvSpPr>
          <p:spPr bwMode="auto">
            <a:xfrm>
              <a:off x="8999803" y="2391647"/>
              <a:ext cx="1371839" cy="343456"/>
            </a:xfrm>
            <a:prstGeom prst="ellipse">
              <a:avLst/>
            </a:prstGeom>
            <a:solidFill>
              <a:srgbClr val="FFFFFF"/>
            </a:solidFill>
            <a:ln w="15875">
              <a:solidFill>
                <a:schemeClr val="tx2"/>
              </a:solidFill>
              <a:round/>
              <a:headEnd/>
              <a:tailEnd/>
            </a:ln>
          </p:spPr>
          <p:txBody>
            <a:bodyPr lIns="9144" tIns="0" rIns="9144" bIns="0" anchor="ctr" upright="1"/>
            <a:lstStyle/>
            <a:p>
              <a:pPr marL="0" marR="0" lvl="0" indent="0" algn="ctr" defTabSz="812810" rtl="0" eaLnBrk="1" fontAlgn="auto" latinLnBrk="0" hangingPunct="1">
                <a:lnSpc>
                  <a:spcPts val="1200"/>
                </a:lnSpc>
                <a:spcBef>
                  <a:spcPts val="0"/>
                </a:spcBef>
                <a:spcAft>
                  <a:spcPts val="0"/>
                </a:spcAft>
                <a:buClrTx/>
                <a:buSzTx/>
                <a:buFontTx/>
                <a:buNone/>
                <a:tabLst/>
                <a:defRPr/>
              </a:pPr>
              <a:r>
                <a:rPr kumimoji="0" lang="fr-FR" sz="800" b="0" i="0" u="none" strike="noStrike" kern="0" cap="none" spc="0" normalizeH="0" baseline="0" noProof="0">
                  <a:ln>
                    <a:noFill/>
                  </a:ln>
                  <a:solidFill>
                    <a:srgbClr val="00274C"/>
                  </a:solidFill>
                  <a:effectLst/>
                  <a:uLnTx/>
                  <a:uFillTx/>
                  <a:latin typeface="Arial" panose="020B0604020202020204" pitchFamily="34" charset="0"/>
                  <a:ea typeface="Times New Roman" panose="02020603050405020304" pitchFamily="18" charset="0"/>
                  <a:cs typeface="Arial" panose="020B0604020202020204" pitchFamily="34" charset="0"/>
                </a:rPr>
                <a:t>Energy</a:t>
              </a:r>
              <a:endParaRPr kumimoji="0" lang="en-US" sz="1000" b="0" i="0" u="none" strike="noStrike" kern="0" cap="none" spc="0" normalizeH="0" baseline="0" noProof="0">
                <a:ln>
                  <a:noFill/>
                </a:ln>
                <a:solidFill>
                  <a:srgbClr val="00274C"/>
                </a:solidFill>
                <a:effectLst/>
                <a:uLnTx/>
                <a:uFillTx/>
                <a:latin typeface="Arial" panose="020B0604020202020204" pitchFamily="34" charset="0"/>
                <a:ea typeface="Times New Roman" panose="02020603050405020304" pitchFamily="18" charset="0"/>
                <a:cs typeface="Arial" panose="020B0604020202020204" pitchFamily="34" charset="0"/>
              </a:endParaRPr>
            </a:p>
          </p:txBody>
        </p:sp>
        <p:sp>
          <p:nvSpPr>
            <p:cNvPr id="55" name="Text Box 263">
              <a:extLst>
                <a:ext uri="{FF2B5EF4-FFF2-40B4-BE49-F238E27FC236}">
                  <a16:creationId xmlns:a16="http://schemas.microsoft.com/office/drawing/2014/main" id="{86172CE6-6F0E-334D-B464-D3EF08FA2039}"/>
                </a:ext>
              </a:extLst>
            </p:cNvPr>
            <p:cNvSpPr txBox="1">
              <a:spLocks noChangeArrowheads="1"/>
            </p:cNvSpPr>
            <p:nvPr/>
          </p:nvSpPr>
          <p:spPr bwMode="auto">
            <a:xfrm>
              <a:off x="8260598" y="1607454"/>
              <a:ext cx="1467135" cy="26007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 uri="{AF507438-7753-43E0-B8FC-AC1667EBCBE1}">
                <a14:hiddenEffects xmlns:a14="http://schemas.microsoft.com/office/drawing/2010/main">
                  <a:effectLst/>
                </a14:hiddenEffects>
              </a:ext>
            </a:extLst>
          </p:spPr>
          <p:txBody>
            <a:bodyPr lIns="0" tIns="0" rIns="0" bIns="0" upright="1"/>
            <a:lstStyle/>
            <a:p>
              <a:pPr marL="0" marR="0" lvl="0" indent="0" algn="just" defTabSz="812810" rtl="0" eaLnBrk="1" fontAlgn="auto" latinLnBrk="0" hangingPunct="1">
                <a:lnSpc>
                  <a:spcPts val="1200"/>
                </a:lnSpc>
                <a:spcBef>
                  <a:spcPts val="0"/>
                </a:spcBef>
                <a:spcAft>
                  <a:spcPts val="0"/>
                </a:spcAft>
                <a:buClrTx/>
                <a:buSzTx/>
                <a:buFontTx/>
                <a:buNone/>
                <a:tabLst/>
                <a:defRPr/>
              </a:pPr>
              <a:r>
                <a:rPr kumimoji="0" lang="fr-FR" sz="1000" b="1" i="0" u="none" strike="noStrike" kern="0" cap="none" spc="0" normalizeH="0" baseline="0" noProof="0" dirty="0">
                  <a:ln>
                    <a:noFill/>
                  </a:ln>
                  <a:solidFill>
                    <a:srgbClr val="00274C"/>
                  </a:solidFill>
                  <a:effectLst/>
                  <a:uLnTx/>
                  <a:uFillTx/>
                  <a:latin typeface="Arial" panose="020B0604020202020204" pitchFamily="34" charset="0"/>
                  <a:ea typeface="Times New Roman" panose="02020603050405020304" pitchFamily="18" charset="0"/>
                  <a:cs typeface="Arial" panose="020B0604020202020204" pitchFamily="34" charset="0"/>
                </a:rPr>
                <a:t>SYSTEM BOUNDARY</a:t>
              </a:r>
              <a:endParaRPr kumimoji="0" lang="en-US" sz="1000" b="0" i="0" u="none" strike="noStrike" kern="0" cap="none" spc="0" normalizeH="0" baseline="0" noProof="0" dirty="0">
                <a:ln>
                  <a:noFill/>
                </a:ln>
                <a:solidFill>
                  <a:srgbClr val="00274C"/>
                </a:solidFill>
                <a:effectLst/>
                <a:uLnTx/>
                <a:uFillTx/>
                <a:latin typeface="Arial" panose="020B0604020202020204" pitchFamily="34" charset="0"/>
                <a:ea typeface="Times New Roman" panose="02020603050405020304" pitchFamily="18" charset="0"/>
                <a:cs typeface="Arial" panose="020B0604020202020204" pitchFamily="34" charset="0"/>
              </a:endParaRPr>
            </a:p>
          </p:txBody>
        </p:sp>
        <p:cxnSp>
          <p:nvCxnSpPr>
            <p:cNvPr id="56" name="AutoShape 264">
              <a:extLst>
                <a:ext uri="{FF2B5EF4-FFF2-40B4-BE49-F238E27FC236}">
                  <a16:creationId xmlns:a16="http://schemas.microsoft.com/office/drawing/2014/main" id="{6851BDC3-BB25-9944-AACA-A72C53341FB7}"/>
                </a:ext>
              </a:extLst>
            </p:cNvPr>
            <p:cNvCxnSpPr>
              <a:cxnSpLocks noChangeShapeType="1"/>
            </p:cNvCxnSpPr>
            <p:nvPr/>
          </p:nvCxnSpPr>
          <p:spPr bwMode="auto">
            <a:xfrm flipH="1">
              <a:off x="7979360" y="1703737"/>
              <a:ext cx="257330" cy="84961"/>
            </a:xfrm>
            <a:prstGeom prst="straightConnector1">
              <a:avLst/>
            </a:prstGeom>
            <a:noFill/>
            <a:ln w="15875">
              <a:solidFill>
                <a:schemeClr val="tx2"/>
              </a:solidFill>
              <a:round/>
              <a:headEnd/>
              <a:tailEnd type="arrow"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cxnSp>
          <p:nvCxnSpPr>
            <p:cNvPr id="57" name="AutoShape 265">
              <a:extLst>
                <a:ext uri="{FF2B5EF4-FFF2-40B4-BE49-F238E27FC236}">
                  <a16:creationId xmlns:a16="http://schemas.microsoft.com/office/drawing/2014/main" id="{F0956D67-9AD6-6649-BC05-048C0DC769EE}"/>
                </a:ext>
              </a:extLst>
            </p:cNvPr>
            <p:cNvCxnSpPr>
              <a:cxnSpLocks noChangeShapeType="1"/>
            </p:cNvCxnSpPr>
            <p:nvPr/>
          </p:nvCxnSpPr>
          <p:spPr bwMode="auto">
            <a:xfrm rot="5400000">
              <a:off x="6946185" y="2117863"/>
              <a:ext cx="924246" cy="1112716"/>
            </a:xfrm>
            <a:prstGeom prst="bentConnector3">
              <a:avLst>
                <a:gd name="adj1" fmla="val 70616"/>
              </a:avLst>
            </a:prstGeom>
            <a:noFill/>
            <a:ln w="15875">
              <a:solidFill>
                <a:schemeClr val="accent4"/>
              </a:solidFill>
              <a:prstDash val="dash"/>
              <a:miter lim="800000"/>
              <a:headEnd/>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sp>
          <p:nvSpPr>
            <p:cNvPr id="60" name="Rectangle 59">
              <a:extLst>
                <a:ext uri="{FF2B5EF4-FFF2-40B4-BE49-F238E27FC236}">
                  <a16:creationId xmlns:a16="http://schemas.microsoft.com/office/drawing/2014/main" id="{0632C26E-D43B-2B4B-AC7A-3BA46E7EBB35}"/>
                </a:ext>
              </a:extLst>
            </p:cNvPr>
            <p:cNvSpPr>
              <a:spLocks noChangeArrowheads="1"/>
            </p:cNvSpPr>
            <p:nvPr/>
          </p:nvSpPr>
          <p:spPr bwMode="auto">
            <a:xfrm>
              <a:off x="6764358" y="3136132"/>
              <a:ext cx="174705" cy="1568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4" tIns="0" rIns="9144" bIns="0" upright="1"/>
            <a:lstStyle/>
            <a:p>
              <a:pPr marL="0" marR="0" lvl="0" indent="252095" algn="just" defTabSz="812810" rtl="0" eaLnBrk="1" fontAlgn="auto" latinLnBrk="0" hangingPunct="1">
                <a:lnSpc>
                  <a:spcPts val="1200"/>
                </a:lnSpc>
                <a:spcBef>
                  <a:spcPts val="600"/>
                </a:spcBef>
                <a:spcAft>
                  <a:spcPts val="0"/>
                </a:spcAft>
                <a:buClrTx/>
                <a:buSzTx/>
                <a:buFontTx/>
                <a:buNone/>
                <a:tabLst/>
                <a:defRPr/>
              </a:pPr>
              <a:r>
                <a:rPr kumimoji="0" lang="fr-FR" sz="1000" b="0" i="0" u="none" strike="noStrike" kern="0" cap="none" spc="0" normalizeH="0" baseline="0" noProof="0">
                  <a:ln>
                    <a:noFill/>
                  </a:ln>
                  <a:solidFill>
                    <a:sysClr val="windowText" lastClr="000000"/>
                  </a:solidFill>
                  <a:effectLst/>
                  <a:uLnTx/>
                  <a:uFillTx/>
                  <a:latin typeface="Arial" panose="020B0604020202020204" pitchFamily="34" charset="0"/>
                  <a:ea typeface="Times New Roman" panose="02020603050405020304" pitchFamily="18" charset="0"/>
                  <a:cs typeface="Arial" panose="020B0604020202020204" pitchFamily="34" charset="0"/>
                </a:rPr>
                <a:t> </a:t>
              </a:r>
              <a:endParaRPr kumimoji="0" lang="en-US" sz="1000" b="0" i="0" u="none" strike="noStrike" kern="0" cap="none" spc="0" normalizeH="0" baseline="0" noProof="0">
                <a:ln>
                  <a:noFill/>
                </a:ln>
                <a:solidFill>
                  <a:sysClr val="windowText" lastClr="000000"/>
                </a:solidFill>
                <a:effectLst/>
                <a:uLnTx/>
                <a:uFillTx/>
                <a:latin typeface="Arial" panose="020B0604020202020204" pitchFamily="34" charset="0"/>
                <a:ea typeface="Times New Roman" panose="02020603050405020304" pitchFamily="18" charset="0"/>
                <a:cs typeface="Arial" panose="020B0604020202020204" pitchFamily="34" charset="0"/>
              </a:endParaRPr>
            </a:p>
          </p:txBody>
        </p:sp>
        <p:cxnSp>
          <p:nvCxnSpPr>
            <p:cNvPr id="61" name="AutoShape 267">
              <a:extLst>
                <a:ext uri="{FF2B5EF4-FFF2-40B4-BE49-F238E27FC236}">
                  <a16:creationId xmlns:a16="http://schemas.microsoft.com/office/drawing/2014/main" id="{01464494-E56C-424C-931E-FB0EFBB213C7}"/>
                </a:ext>
              </a:extLst>
            </p:cNvPr>
            <p:cNvCxnSpPr>
              <a:cxnSpLocks noChangeShapeType="1"/>
            </p:cNvCxnSpPr>
            <p:nvPr/>
          </p:nvCxnSpPr>
          <p:spPr bwMode="auto">
            <a:xfrm rot="16200000" flipH="1">
              <a:off x="7989008" y="2187757"/>
              <a:ext cx="915512" cy="964989"/>
            </a:xfrm>
            <a:prstGeom prst="bentConnector3">
              <a:avLst>
                <a:gd name="adj1" fmla="val 71551"/>
              </a:avLst>
            </a:prstGeom>
            <a:noFill/>
            <a:ln w="15875">
              <a:solidFill>
                <a:schemeClr val="accent4"/>
              </a:solidFill>
              <a:prstDash val="dash"/>
              <a:miter lim="800000"/>
              <a:headEnd/>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sp>
          <p:nvSpPr>
            <p:cNvPr id="62" name="Rectangle 61">
              <a:extLst>
                <a:ext uri="{FF2B5EF4-FFF2-40B4-BE49-F238E27FC236}">
                  <a16:creationId xmlns:a16="http://schemas.microsoft.com/office/drawing/2014/main" id="{E8C1F749-6968-B744-859E-4670A41E7B8A}"/>
                </a:ext>
              </a:extLst>
            </p:cNvPr>
            <p:cNvSpPr>
              <a:spLocks noChangeArrowheads="1"/>
            </p:cNvSpPr>
            <p:nvPr/>
          </p:nvSpPr>
          <p:spPr bwMode="auto">
            <a:xfrm>
              <a:off x="8842963" y="3128193"/>
              <a:ext cx="172722" cy="1548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4" tIns="0" rIns="9144" bIns="0" upright="1"/>
            <a:lstStyle/>
            <a:p>
              <a:pPr marL="0" marR="0" lvl="0" indent="252095" algn="just" defTabSz="812810" rtl="0" eaLnBrk="1" fontAlgn="auto" latinLnBrk="0" hangingPunct="1">
                <a:lnSpc>
                  <a:spcPts val="1200"/>
                </a:lnSpc>
                <a:spcBef>
                  <a:spcPts val="600"/>
                </a:spcBef>
                <a:spcAft>
                  <a:spcPts val="0"/>
                </a:spcAft>
                <a:buClrTx/>
                <a:buSzTx/>
                <a:buFontTx/>
                <a:buNone/>
                <a:tabLst/>
                <a:defRPr/>
              </a:pPr>
              <a:r>
                <a:rPr kumimoji="0" lang="fr-FR" sz="1000" b="0" i="0" u="none" strike="noStrike" kern="0" cap="none" spc="0" normalizeH="0" baseline="0" noProof="0">
                  <a:ln>
                    <a:noFill/>
                  </a:ln>
                  <a:solidFill>
                    <a:sysClr val="windowText" lastClr="000000"/>
                  </a:solidFill>
                  <a:effectLst/>
                  <a:uLnTx/>
                  <a:uFillTx/>
                  <a:latin typeface="Arial" panose="020B0604020202020204" pitchFamily="34" charset="0"/>
                  <a:ea typeface="Times New Roman" panose="02020603050405020304" pitchFamily="18" charset="0"/>
                  <a:cs typeface="Arial" panose="020B0604020202020204" pitchFamily="34" charset="0"/>
                </a:rPr>
                <a:t> </a:t>
              </a:r>
              <a:endParaRPr kumimoji="0" lang="en-US" sz="1000" b="0" i="0" u="none" strike="noStrike" kern="0" cap="none" spc="0" normalizeH="0" baseline="0" noProof="0">
                <a:ln>
                  <a:noFill/>
                </a:ln>
                <a:solidFill>
                  <a:sysClr val="windowText" lastClr="000000"/>
                </a:solidFill>
                <a:effectLst/>
                <a:uLnTx/>
                <a:uFillTx/>
                <a:latin typeface="Arial" panose="020B0604020202020204" pitchFamily="34" charset="0"/>
                <a:ea typeface="Times New Roman" panose="02020603050405020304" pitchFamily="18" charset="0"/>
                <a:cs typeface="Arial" panose="020B0604020202020204" pitchFamily="34" charset="0"/>
              </a:endParaRPr>
            </a:p>
          </p:txBody>
        </p:sp>
        <p:sp>
          <p:nvSpPr>
            <p:cNvPr id="63" name="Oval 62">
              <a:extLst>
                <a:ext uri="{FF2B5EF4-FFF2-40B4-BE49-F238E27FC236}">
                  <a16:creationId xmlns:a16="http://schemas.microsoft.com/office/drawing/2014/main" id="{D9C3829F-DA9B-E14D-AB96-D471763B8025}"/>
                </a:ext>
              </a:extLst>
            </p:cNvPr>
            <p:cNvSpPr>
              <a:spLocks noChangeArrowheads="1"/>
            </p:cNvSpPr>
            <p:nvPr/>
          </p:nvSpPr>
          <p:spPr bwMode="auto">
            <a:xfrm>
              <a:off x="7262667" y="2391647"/>
              <a:ext cx="1371840" cy="343456"/>
            </a:xfrm>
            <a:prstGeom prst="ellipse">
              <a:avLst/>
            </a:prstGeom>
            <a:solidFill>
              <a:srgbClr val="FFFFFF"/>
            </a:solidFill>
            <a:ln w="15875">
              <a:solidFill>
                <a:schemeClr val="tx2"/>
              </a:solidFill>
              <a:round/>
              <a:headEnd/>
              <a:tailEnd/>
            </a:ln>
          </p:spPr>
          <p:txBody>
            <a:bodyPr lIns="9144" tIns="0" rIns="9144" bIns="0" anchor="ctr" upright="1"/>
            <a:lstStyle/>
            <a:p>
              <a:pPr marL="0" marR="0" lvl="0" indent="0" algn="ctr" defTabSz="812810" rtl="0" eaLnBrk="1" fontAlgn="auto" latinLnBrk="0" hangingPunct="1">
                <a:lnSpc>
                  <a:spcPts val="1200"/>
                </a:lnSpc>
                <a:spcBef>
                  <a:spcPts val="0"/>
                </a:spcBef>
                <a:spcAft>
                  <a:spcPts val="0"/>
                </a:spcAft>
                <a:buClrTx/>
                <a:buSzTx/>
                <a:buFontTx/>
                <a:buNone/>
                <a:tabLst/>
                <a:defRPr/>
              </a:pPr>
              <a:r>
                <a:rPr kumimoji="0" lang="fr-FR" sz="800" b="0" i="0" u="none" strike="noStrike" kern="0" cap="none" spc="0" normalizeH="0" baseline="0" noProof="0">
                  <a:ln>
                    <a:noFill/>
                  </a:ln>
                  <a:solidFill>
                    <a:srgbClr val="00274C"/>
                  </a:solidFill>
                  <a:effectLst/>
                  <a:uLnTx/>
                  <a:uFillTx/>
                  <a:latin typeface="Arial" panose="020B0604020202020204" pitchFamily="34" charset="0"/>
                  <a:ea typeface="Times New Roman" panose="02020603050405020304" pitchFamily="18" charset="0"/>
                  <a:cs typeface="Arial" panose="020B0604020202020204" pitchFamily="34" charset="0"/>
                </a:rPr>
                <a:t>Water</a:t>
              </a:r>
              <a:endParaRPr kumimoji="0" lang="en-US" sz="1000" b="0" i="0" u="none" strike="noStrike" kern="0" cap="none" spc="0" normalizeH="0" baseline="0" noProof="0">
                <a:ln>
                  <a:noFill/>
                </a:ln>
                <a:solidFill>
                  <a:srgbClr val="00274C"/>
                </a:solidFill>
                <a:effectLst/>
                <a:uLnTx/>
                <a:uFillTx/>
                <a:latin typeface="Arial" panose="020B0604020202020204" pitchFamily="34" charset="0"/>
                <a:ea typeface="Times New Roman" panose="02020603050405020304" pitchFamily="18" charset="0"/>
                <a:cs typeface="Arial" panose="020B0604020202020204" pitchFamily="34" charset="0"/>
              </a:endParaRPr>
            </a:p>
          </p:txBody>
        </p:sp>
        <p:cxnSp>
          <p:nvCxnSpPr>
            <p:cNvPr id="64" name="AutoShape 269">
              <a:extLst>
                <a:ext uri="{FF2B5EF4-FFF2-40B4-BE49-F238E27FC236}">
                  <a16:creationId xmlns:a16="http://schemas.microsoft.com/office/drawing/2014/main" id="{81E300CF-0E82-A645-BE75-F548D11346B9}"/>
                </a:ext>
              </a:extLst>
            </p:cNvPr>
            <p:cNvCxnSpPr>
              <a:cxnSpLocks noChangeShapeType="1"/>
              <a:stCxn id="30" idx="3"/>
              <a:endCxn id="65" idx="1"/>
            </p:cNvCxnSpPr>
            <p:nvPr/>
          </p:nvCxnSpPr>
          <p:spPr bwMode="auto">
            <a:xfrm>
              <a:off x="6857907" y="3641743"/>
              <a:ext cx="1922036" cy="1588"/>
            </a:xfrm>
            <a:prstGeom prst="straightConnector1">
              <a:avLst/>
            </a:prstGeom>
            <a:noFill/>
            <a:ln w="15875">
              <a:solidFill>
                <a:schemeClr val="accent5"/>
              </a:solidFill>
              <a:round/>
              <a:headEnd/>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sp>
          <p:nvSpPr>
            <p:cNvPr id="65" name="Rectangle 64">
              <a:extLst>
                <a:ext uri="{FF2B5EF4-FFF2-40B4-BE49-F238E27FC236}">
                  <a16:creationId xmlns:a16="http://schemas.microsoft.com/office/drawing/2014/main" id="{77B0D8BE-3C11-8B47-B216-FD88B8F73961}"/>
                </a:ext>
              </a:extLst>
            </p:cNvPr>
            <p:cNvSpPr>
              <a:spLocks noChangeArrowheads="1"/>
            </p:cNvSpPr>
            <p:nvPr/>
          </p:nvSpPr>
          <p:spPr bwMode="auto">
            <a:xfrm>
              <a:off x="8779434" y="3564957"/>
              <a:ext cx="172722" cy="1568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4" tIns="0" rIns="9144" bIns="0" upright="1"/>
            <a:lstStyle/>
            <a:p>
              <a:pPr marL="0" marR="0" lvl="0" indent="252095" algn="just" defTabSz="812810" rtl="0" eaLnBrk="1" fontAlgn="auto" latinLnBrk="0" hangingPunct="1">
                <a:lnSpc>
                  <a:spcPts val="1200"/>
                </a:lnSpc>
                <a:spcBef>
                  <a:spcPts val="600"/>
                </a:spcBef>
                <a:spcAft>
                  <a:spcPts val="0"/>
                </a:spcAft>
                <a:buClrTx/>
                <a:buSzTx/>
                <a:buFontTx/>
                <a:buNone/>
                <a:tabLst/>
                <a:defRPr/>
              </a:pPr>
              <a:r>
                <a:rPr kumimoji="0" lang="fr-FR" sz="1000" b="0" i="0" u="none" strike="noStrike" kern="0" cap="none" spc="0" normalizeH="0" baseline="0" noProof="0">
                  <a:ln>
                    <a:noFill/>
                  </a:ln>
                  <a:solidFill>
                    <a:sysClr val="windowText" lastClr="000000"/>
                  </a:solidFill>
                  <a:effectLst/>
                  <a:uLnTx/>
                  <a:uFillTx/>
                  <a:latin typeface="Arial" panose="020B0604020202020204" pitchFamily="34" charset="0"/>
                  <a:ea typeface="Times New Roman" panose="02020603050405020304" pitchFamily="18" charset="0"/>
                  <a:cs typeface="Arial" panose="020B0604020202020204" pitchFamily="34" charset="0"/>
                </a:rPr>
                <a:t> </a:t>
              </a:r>
              <a:endParaRPr kumimoji="0" lang="en-US" sz="1000" b="0" i="0" u="none" strike="noStrike" kern="0" cap="none" spc="0" normalizeH="0" baseline="0" noProof="0">
                <a:ln>
                  <a:noFill/>
                </a:ln>
                <a:solidFill>
                  <a:sysClr val="windowText" lastClr="000000"/>
                </a:solidFill>
                <a:effectLst/>
                <a:uLnTx/>
                <a:uFillTx/>
                <a:latin typeface="Arial" panose="020B0604020202020204" pitchFamily="34" charset="0"/>
                <a:ea typeface="Times New Roman" panose="02020603050405020304" pitchFamily="18" charset="0"/>
                <a:cs typeface="Arial" panose="020B0604020202020204" pitchFamily="34" charset="0"/>
              </a:endParaRPr>
            </a:p>
          </p:txBody>
        </p:sp>
        <p:cxnSp>
          <p:nvCxnSpPr>
            <p:cNvPr id="66" name="AutoShape 271">
              <a:extLst>
                <a:ext uri="{FF2B5EF4-FFF2-40B4-BE49-F238E27FC236}">
                  <a16:creationId xmlns:a16="http://schemas.microsoft.com/office/drawing/2014/main" id="{39B31C6C-884F-9749-A961-F12558C72038}"/>
                </a:ext>
              </a:extLst>
            </p:cNvPr>
            <p:cNvCxnSpPr>
              <a:cxnSpLocks noChangeShapeType="1"/>
              <a:stCxn id="31" idx="3"/>
              <a:endCxn id="67" idx="1"/>
            </p:cNvCxnSpPr>
            <p:nvPr/>
          </p:nvCxnSpPr>
          <p:spPr bwMode="auto">
            <a:xfrm>
              <a:off x="6857907" y="4122128"/>
              <a:ext cx="1926802" cy="794"/>
            </a:xfrm>
            <a:prstGeom prst="straightConnector1">
              <a:avLst/>
            </a:prstGeom>
            <a:noFill/>
            <a:ln w="15875">
              <a:solidFill>
                <a:schemeClr val="accent5"/>
              </a:solidFill>
              <a:round/>
              <a:headEnd/>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sp>
          <p:nvSpPr>
            <p:cNvPr id="67" name="Rectangle 66">
              <a:extLst>
                <a:ext uri="{FF2B5EF4-FFF2-40B4-BE49-F238E27FC236}">
                  <a16:creationId xmlns:a16="http://schemas.microsoft.com/office/drawing/2014/main" id="{FD494FC6-C439-3040-AFBF-6BF1986B4313}"/>
                </a:ext>
              </a:extLst>
            </p:cNvPr>
            <p:cNvSpPr>
              <a:spLocks noChangeArrowheads="1"/>
            </p:cNvSpPr>
            <p:nvPr/>
          </p:nvSpPr>
          <p:spPr bwMode="auto">
            <a:xfrm>
              <a:off x="8785390" y="4043415"/>
              <a:ext cx="172721" cy="1568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4" tIns="0" rIns="9144" bIns="0" upright="1"/>
            <a:lstStyle/>
            <a:p>
              <a:pPr marL="0" marR="0" lvl="0" indent="252095" algn="just" defTabSz="812810" rtl="0" eaLnBrk="1" fontAlgn="auto" latinLnBrk="0" hangingPunct="1">
                <a:lnSpc>
                  <a:spcPts val="1200"/>
                </a:lnSpc>
                <a:spcBef>
                  <a:spcPts val="600"/>
                </a:spcBef>
                <a:spcAft>
                  <a:spcPts val="0"/>
                </a:spcAft>
                <a:buClrTx/>
                <a:buSzTx/>
                <a:buFontTx/>
                <a:buNone/>
                <a:tabLst/>
                <a:defRPr/>
              </a:pPr>
              <a:r>
                <a:rPr kumimoji="0" lang="fr-FR" sz="1000" b="0" i="0" u="none" strike="noStrike" kern="0" cap="none" spc="0" normalizeH="0" baseline="0" noProof="0">
                  <a:ln>
                    <a:noFill/>
                  </a:ln>
                  <a:solidFill>
                    <a:sysClr val="windowText" lastClr="000000"/>
                  </a:solidFill>
                  <a:effectLst/>
                  <a:uLnTx/>
                  <a:uFillTx/>
                  <a:latin typeface="Arial" panose="020B0604020202020204" pitchFamily="34" charset="0"/>
                  <a:ea typeface="Times New Roman" panose="02020603050405020304" pitchFamily="18" charset="0"/>
                  <a:cs typeface="Arial" panose="020B0604020202020204" pitchFamily="34" charset="0"/>
                </a:rPr>
                <a:t> </a:t>
              </a:r>
              <a:endParaRPr kumimoji="0" lang="en-US" sz="1000" b="0" i="0" u="none" strike="noStrike" kern="0" cap="none" spc="0" normalizeH="0" baseline="0" noProof="0">
                <a:ln>
                  <a:noFill/>
                </a:ln>
                <a:solidFill>
                  <a:sysClr val="windowText" lastClr="000000"/>
                </a:solidFill>
                <a:effectLst/>
                <a:uLnTx/>
                <a:uFillTx/>
                <a:latin typeface="Arial" panose="020B0604020202020204" pitchFamily="34" charset="0"/>
                <a:ea typeface="Times New Roman" panose="02020603050405020304" pitchFamily="18" charset="0"/>
                <a:cs typeface="Arial" panose="020B0604020202020204" pitchFamily="34" charset="0"/>
              </a:endParaRPr>
            </a:p>
          </p:txBody>
        </p:sp>
        <p:cxnSp>
          <p:nvCxnSpPr>
            <p:cNvPr id="68" name="AutoShape 273">
              <a:extLst>
                <a:ext uri="{FF2B5EF4-FFF2-40B4-BE49-F238E27FC236}">
                  <a16:creationId xmlns:a16="http://schemas.microsoft.com/office/drawing/2014/main" id="{FEDF7473-5A8A-224B-BE6E-3A999862FF77}"/>
                </a:ext>
              </a:extLst>
            </p:cNvPr>
            <p:cNvCxnSpPr>
              <a:cxnSpLocks noChangeShapeType="1"/>
              <a:stCxn id="33" idx="3"/>
            </p:cNvCxnSpPr>
            <p:nvPr/>
          </p:nvCxnSpPr>
          <p:spPr bwMode="auto">
            <a:xfrm>
              <a:off x="6857907" y="4603308"/>
              <a:ext cx="1915683" cy="3176"/>
            </a:xfrm>
            <a:prstGeom prst="straightConnector1">
              <a:avLst/>
            </a:prstGeom>
            <a:noFill/>
            <a:ln w="15875">
              <a:solidFill>
                <a:schemeClr val="accent5"/>
              </a:solidFill>
              <a:round/>
              <a:headEnd/>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sp>
          <p:nvSpPr>
            <p:cNvPr id="71" name="Oval 70">
              <a:extLst>
                <a:ext uri="{FF2B5EF4-FFF2-40B4-BE49-F238E27FC236}">
                  <a16:creationId xmlns:a16="http://schemas.microsoft.com/office/drawing/2014/main" id="{EA51FD27-086A-3540-8860-2FA4311B90BB}"/>
                </a:ext>
              </a:extLst>
            </p:cNvPr>
            <p:cNvSpPr>
              <a:spLocks noChangeArrowheads="1"/>
            </p:cNvSpPr>
            <p:nvPr/>
          </p:nvSpPr>
          <p:spPr bwMode="auto">
            <a:xfrm>
              <a:off x="7359946" y="3469663"/>
              <a:ext cx="1028383" cy="343457"/>
            </a:xfrm>
            <a:prstGeom prst="ellipse">
              <a:avLst/>
            </a:prstGeom>
            <a:solidFill>
              <a:srgbClr val="FFFFFF"/>
            </a:solidFill>
            <a:ln w="15875">
              <a:solidFill>
                <a:schemeClr val="tx2"/>
              </a:solidFill>
              <a:round/>
              <a:headEnd/>
              <a:tailEnd/>
            </a:ln>
          </p:spPr>
          <p:txBody>
            <a:bodyPr lIns="9144" tIns="0" rIns="9144" bIns="0" anchor="ctr" upright="1"/>
            <a:lstStyle/>
            <a:p>
              <a:pPr marL="0" marR="0" lvl="0" indent="0" algn="ctr" defTabSz="812810" rtl="0" eaLnBrk="1" fontAlgn="auto" latinLnBrk="0" hangingPunct="1">
                <a:lnSpc>
                  <a:spcPts val="1200"/>
                </a:lnSpc>
                <a:spcBef>
                  <a:spcPts val="0"/>
                </a:spcBef>
                <a:spcAft>
                  <a:spcPts val="0"/>
                </a:spcAft>
                <a:buClrTx/>
                <a:buSzTx/>
                <a:buFontTx/>
                <a:buNone/>
                <a:tabLst/>
                <a:defRPr/>
              </a:pPr>
              <a:r>
                <a:rPr kumimoji="0" lang="fr-FR" sz="800" b="0" i="0" u="none" strike="noStrike" kern="0" cap="none" spc="0" normalizeH="0" baseline="0" noProof="0">
                  <a:ln>
                    <a:noFill/>
                  </a:ln>
                  <a:solidFill>
                    <a:srgbClr val="00274C"/>
                  </a:solidFill>
                  <a:effectLst/>
                  <a:uLnTx/>
                  <a:uFillTx/>
                  <a:latin typeface="Arial" panose="020B0604020202020204" pitchFamily="34" charset="0"/>
                  <a:ea typeface="Times New Roman" panose="02020603050405020304" pitchFamily="18" charset="0"/>
                  <a:cs typeface="Arial" panose="020B0604020202020204" pitchFamily="34" charset="0"/>
                </a:rPr>
                <a:t>Food</a:t>
              </a:r>
              <a:endParaRPr kumimoji="0" lang="en-US" sz="1000" b="0" i="0" u="none" strike="noStrike" kern="0" cap="none" spc="0" normalizeH="0" baseline="0" noProof="0">
                <a:ln>
                  <a:noFill/>
                </a:ln>
                <a:solidFill>
                  <a:srgbClr val="00274C"/>
                </a:solidFill>
                <a:effectLst/>
                <a:uLnTx/>
                <a:uFillTx/>
                <a:latin typeface="Arial" panose="020B0604020202020204" pitchFamily="34" charset="0"/>
                <a:ea typeface="Times New Roman" panose="02020603050405020304" pitchFamily="18" charset="0"/>
                <a:cs typeface="Arial" panose="020B0604020202020204" pitchFamily="34" charset="0"/>
              </a:endParaRPr>
            </a:p>
          </p:txBody>
        </p:sp>
        <p:sp>
          <p:nvSpPr>
            <p:cNvPr id="74" name="Oval 73">
              <a:extLst>
                <a:ext uri="{FF2B5EF4-FFF2-40B4-BE49-F238E27FC236}">
                  <a16:creationId xmlns:a16="http://schemas.microsoft.com/office/drawing/2014/main" id="{6A02D5CA-07C5-EE4C-83A1-ED3ABA42FA02}"/>
                </a:ext>
              </a:extLst>
            </p:cNvPr>
            <p:cNvSpPr>
              <a:spLocks noChangeArrowheads="1"/>
            </p:cNvSpPr>
            <p:nvPr/>
          </p:nvSpPr>
          <p:spPr bwMode="auto">
            <a:xfrm>
              <a:off x="7359946" y="4416651"/>
              <a:ext cx="1028383" cy="341471"/>
            </a:xfrm>
            <a:prstGeom prst="ellipse">
              <a:avLst/>
            </a:prstGeom>
            <a:solidFill>
              <a:srgbClr val="FFFFFF"/>
            </a:solidFill>
            <a:ln w="15875">
              <a:solidFill>
                <a:schemeClr val="tx2"/>
              </a:solidFill>
              <a:round/>
              <a:headEnd/>
              <a:tailEnd/>
            </a:ln>
          </p:spPr>
          <p:txBody>
            <a:bodyPr lIns="9144" tIns="0" rIns="9144" bIns="0" anchor="ctr" upright="1"/>
            <a:lstStyle/>
            <a:p>
              <a:pPr marL="0" marR="0" lvl="0" indent="0" algn="ctr" defTabSz="812810" rtl="0" eaLnBrk="1" fontAlgn="auto" latinLnBrk="0" hangingPunct="1">
                <a:lnSpc>
                  <a:spcPts val="1200"/>
                </a:lnSpc>
                <a:spcBef>
                  <a:spcPts val="0"/>
                </a:spcBef>
                <a:spcAft>
                  <a:spcPts val="0"/>
                </a:spcAft>
                <a:buClrTx/>
                <a:buSzTx/>
                <a:buFontTx/>
                <a:buNone/>
                <a:tabLst/>
                <a:defRPr/>
              </a:pPr>
              <a:r>
                <a:rPr kumimoji="0" lang="fr-FR" sz="800" b="0" i="0" u="none" strike="noStrike" kern="0" cap="none" spc="0" normalizeH="0" baseline="0" noProof="0">
                  <a:ln>
                    <a:noFill/>
                  </a:ln>
                  <a:solidFill>
                    <a:srgbClr val="00274C"/>
                  </a:solidFill>
                  <a:effectLst/>
                  <a:uLnTx/>
                  <a:uFillTx/>
                  <a:latin typeface="Arial" panose="020B0604020202020204" pitchFamily="34" charset="0"/>
                  <a:ea typeface="Times New Roman" panose="02020603050405020304" pitchFamily="18" charset="0"/>
                  <a:cs typeface="Arial" panose="020B0604020202020204" pitchFamily="34" charset="0"/>
                </a:rPr>
                <a:t>Packaging</a:t>
              </a:r>
              <a:endParaRPr kumimoji="0" lang="en-US" sz="1000" b="0" i="0" u="none" strike="noStrike" kern="0" cap="none" spc="0" normalizeH="0" baseline="0" noProof="0">
                <a:ln>
                  <a:noFill/>
                </a:ln>
                <a:solidFill>
                  <a:srgbClr val="00274C"/>
                </a:solidFill>
                <a:effectLst/>
                <a:uLnTx/>
                <a:uFillTx/>
                <a:latin typeface="Arial" panose="020B0604020202020204" pitchFamily="34" charset="0"/>
                <a:ea typeface="Times New Roman" panose="02020603050405020304" pitchFamily="18" charset="0"/>
                <a:cs typeface="Arial" panose="020B0604020202020204" pitchFamily="34" charset="0"/>
              </a:endParaRPr>
            </a:p>
          </p:txBody>
        </p:sp>
        <p:sp>
          <p:nvSpPr>
            <p:cNvPr id="75" name="Oval 74">
              <a:extLst>
                <a:ext uri="{FF2B5EF4-FFF2-40B4-BE49-F238E27FC236}">
                  <a16:creationId xmlns:a16="http://schemas.microsoft.com/office/drawing/2014/main" id="{ACEFCFCE-001A-964E-9226-70E06FFB7D09}"/>
                </a:ext>
              </a:extLst>
            </p:cNvPr>
            <p:cNvSpPr>
              <a:spLocks noChangeArrowheads="1"/>
            </p:cNvSpPr>
            <p:nvPr/>
          </p:nvSpPr>
          <p:spPr bwMode="auto">
            <a:xfrm>
              <a:off x="7359946" y="3956062"/>
              <a:ext cx="1028383" cy="343456"/>
            </a:xfrm>
            <a:prstGeom prst="ellipse">
              <a:avLst/>
            </a:prstGeom>
            <a:solidFill>
              <a:srgbClr val="FFFFFF"/>
            </a:solidFill>
            <a:ln w="15875">
              <a:solidFill>
                <a:schemeClr val="tx2"/>
              </a:solidFill>
              <a:round/>
              <a:headEnd/>
              <a:tailEnd/>
            </a:ln>
          </p:spPr>
          <p:txBody>
            <a:bodyPr lIns="9144" tIns="0" rIns="9144" bIns="0" anchor="ctr" upright="1"/>
            <a:lstStyle/>
            <a:p>
              <a:pPr marL="0" marR="0" lvl="0" indent="0" algn="ctr" defTabSz="812810" rtl="0" eaLnBrk="1" fontAlgn="auto" latinLnBrk="0" hangingPunct="1">
                <a:lnSpc>
                  <a:spcPts val="1200"/>
                </a:lnSpc>
                <a:spcBef>
                  <a:spcPts val="0"/>
                </a:spcBef>
                <a:spcAft>
                  <a:spcPts val="0"/>
                </a:spcAft>
                <a:buClrTx/>
                <a:buSzTx/>
                <a:buFontTx/>
                <a:buNone/>
                <a:tabLst/>
                <a:defRPr/>
              </a:pPr>
              <a:r>
                <a:rPr kumimoji="0" lang="fr-FR" sz="800" b="0" i="0" u="none" strike="noStrike" kern="0" cap="none" spc="0" normalizeH="0" baseline="0" noProof="0" dirty="0" err="1">
                  <a:ln>
                    <a:noFill/>
                  </a:ln>
                  <a:solidFill>
                    <a:srgbClr val="00274C"/>
                  </a:solidFill>
                  <a:effectLst/>
                  <a:uLnTx/>
                  <a:uFillTx/>
                  <a:latin typeface="Arial" panose="020B0604020202020204" pitchFamily="34" charset="0"/>
                  <a:ea typeface="Times New Roman" panose="02020603050405020304" pitchFamily="18" charset="0"/>
                  <a:cs typeface="Arial" panose="020B0604020202020204" pitchFamily="34" charset="0"/>
                </a:rPr>
                <a:t>Dishes</a:t>
              </a:r>
              <a:endParaRPr kumimoji="0" lang="en-US" sz="1000" b="0" i="0" u="none" strike="noStrike" kern="0" cap="none" spc="0" normalizeH="0" baseline="0" noProof="0" dirty="0">
                <a:ln>
                  <a:noFill/>
                </a:ln>
                <a:solidFill>
                  <a:srgbClr val="00274C"/>
                </a:solidFill>
                <a:effectLst/>
                <a:uLnTx/>
                <a:uFillTx/>
                <a:latin typeface="Arial" panose="020B0604020202020204" pitchFamily="34" charset="0"/>
                <a:ea typeface="Times New Roman" panose="02020603050405020304" pitchFamily="18" charset="0"/>
                <a:cs typeface="Arial" panose="020B0604020202020204" pitchFamily="34" charset="0"/>
              </a:endParaRPr>
            </a:p>
          </p:txBody>
        </p:sp>
        <p:sp>
          <p:nvSpPr>
            <p:cNvPr id="79" name="Oval 78">
              <a:extLst>
                <a:ext uri="{FF2B5EF4-FFF2-40B4-BE49-F238E27FC236}">
                  <a16:creationId xmlns:a16="http://schemas.microsoft.com/office/drawing/2014/main" id="{1F372527-AD66-1D4A-8050-C1211AE775F5}"/>
                </a:ext>
              </a:extLst>
            </p:cNvPr>
            <p:cNvSpPr>
              <a:spLocks noChangeArrowheads="1"/>
            </p:cNvSpPr>
            <p:nvPr/>
          </p:nvSpPr>
          <p:spPr bwMode="auto">
            <a:xfrm>
              <a:off x="8983921" y="6100182"/>
              <a:ext cx="1373825" cy="341471"/>
            </a:xfrm>
            <a:prstGeom prst="ellipse">
              <a:avLst/>
            </a:prstGeom>
            <a:solidFill>
              <a:srgbClr val="FFFFFF"/>
            </a:solidFill>
            <a:ln w="15875">
              <a:solidFill>
                <a:schemeClr val="tx2"/>
              </a:solidFill>
              <a:round/>
              <a:headEnd/>
              <a:tailEnd/>
            </a:ln>
          </p:spPr>
          <p:txBody>
            <a:bodyPr lIns="9144" tIns="0" rIns="9144" bIns="0" anchor="ctr" upright="1"/>
            <a:lstStyle/>
            <a:p>
              <a:pPr marL="0" marR="0" lvl="0" indent="0" algn="ctr" defTabSz="812810" rtl="0" eaLnBrk="1" fontAlgn="auto" latinLnBrk="0" hangingPunct="1">
                <a:lnSpc>
                  <a:spcPts val="1200"/>
                </a:lnSpc>
                <a:spcBef>
                  <a:spcPts val="0"/>
                </a:spcBef>
                <a:spcAft>
                  <a:spcPts val="0"/>
                </a:spcAft>
                <a:buClrTx/>
                <a:buSzTx/>
                <a:buFontTx/>
                <a:buNone/>
                <a:tabLst/>
                <a:defRPr/>
              </a:pPr>
              <a:r>
                <a:rPr kumimoji="0" lang="fr-FR" sz="800" b="0" i="0" u="none" strike="noStrike" kern="0" cap="none" spc="0" normalizeH="0" baseline="0" noProof="0" dirty="0" err="1">
                  <a:ln>
                    <a:noFill/>
                  </a:ln>
                  <a:solidFill>
                    <a:srgbClr val="00274C"/>
                  </a:solidFill>
                  <a:effectLst/>
                  <a:uLnTx/>
                  <a:uFillTx/>
                  <a:latin typeface="Arial" panose="020B0604020202020204" pitchFamily="34" charset="0"/>
                  <a:ea typeface="Times New Roman" panose="02020603050405020304" pitchFamily="18" charset="0"/>
                  <a:cs typeface="Arial" panose="020B0604020202020204" pitchFamily="34" charset="0"/>
                </a:rPr>
                <a:t>Landfills</a:t>
              </a:r>
              <a:endParaRPr kumimoji="0" lang="en-US" sz="1000" b="0" i="0" u="none" strike="noStrike" kern="0" cap="none" spc="0" normalizeH="0" baseline="0" noProof="0" dirty="0">
                <a:ln>
                  <a:noFill/>
                </a:ln>
                <a:solidFill>
                  <a:srgbClr val="00274C"/>
                </a:solidFill>
                <a:effectLst/>
                <a:uLnTx/>
                <a:uFillTx/>
                <a:latin typeface="Arial" panose="020B0604020202020204" pitchFamily="34" charset="0"/>
                <a:ea typeface="Times New Roman" panose="02020603050405020304" pitchFamily="18" charset="0"/>
                <a:cs typeface="Arial" panose="020B0604020202020204" pitchFamily="34" charset="0"/>
              </a:endParaRPr>
            </a:p>
          </p:txBody>
        </p:sp>
        <p:sp>
          <p:nvSpPr>
            <p:cNvPr id="80" name="Rectangle 79">
              <a:extLst>
                <a:ext uri="{FF2B5EF4-FFF2-40B4-BE49-F238E27FC236}">
                  <a16:creationId xmlns:a16="http://schemas.microsoft.com/office/drawing/2014/main" id="{012DD68F-1775-014D-83E2-972039976F8B}"/>
                </a:ext>
              </a:extLst>
            </p:cNvPr>
            <p:cNvSpPr>
              <a:spLocks noChangeArrowheads="1"/>
            </p:cNvSpPr>
            <p:nvPr/>
          </p:nvSpPr>
          <p:spPr bwMode="auto">
            <a:xfrm>
              <a:off x="9041492" y="5711064"/>
              <a:ext cx="1258678" cy="285883"/>
            </a:xfrm>
            <a:prstGeom prst="rect">
              <a:avLst/>
            </a:prstGeom>
            <a:solidFill>
              <a:srgbClr val="FFFFFF"/>
            </a:solidFill>
            <a:ln w="15875">
              <a:solidFill>
                <a:schemeClr val="accent6"/>
              </a:solidFill>
              <a:miter lim="800000"/>
              <a:headEnd/>
              <a:tailEnd/>
            </a:ln>
          </p:spPr>
          <p:txBody>
            <a:bodyPr lIns="9144" tIns="0" rIns="9144" bIns="0" anchor="ctr" upright="1"/>
            <a:lstStyle/>
            <a:p>
              <a:pPr marL="0" marR="0" lvl="0" indent="0" algn="ctr" defTabSz="812810" rtl="0" eaLnBrk="1" fontAlgn="auto" latinLnBrk="0" hangingPunct="1">
                <a:lnSpc>
                  <a:spcPts val="1200"/>
                </a:lnSpc>
                <a:spcBef>
                  <a:spcPts val="300"/>
                </a:spcBef>
                <a:spcAft>
                  <a:spcPts val="0"/>
                </a:spcAft>
                <a:buClrTx/>
                <a:buSzTx/>
                <a:buFontTx/>
                <a:buNone/>
                <a:tabLst/>
                <a:defRPr/>
              </a:pPr>
              <a:r>
                <a:rPr kumimoji="0" lang="fr-FR" sz="800" b="0" i="0" u="none" strike="noStrike" kern="0" cap="none" spc="0" normalizeH="0" baseline="0" noProof="0">
                  <a:ln>
                    <a:noFill/>
                  </a:ln>
                  <a:solidFill>
                    <a:srgbClr val="00B2A9"/>
                  </a:solidFill>
                  <a:effectLst/>
                  <a:uLnTx/>
                  <a:uFillTx/>
                  <a:latin typeface="Arial" panose="020B0604020202020204" pitchFamily="34" charset="0"/>
                  <a:ea typeface="Times New Roman" panose="02020603050405020304" pitchFamily="18" charset="0"/>
                  <a:cs typeface="Arial" panose="020B0604020202020204" pitchFamily="34" charset="0"/>
                </a:rPr>
                <a:t>Waste treatment</a:t>
              </a:r>
              <a:endParaRPr kumimoji="0" lang="en-US" sz="1000" b="0" i="0" u="none" strike="noStrike" kern="0" cap="none" spc="0" normalizeH="0" baseline="0" noProof="0">
                <a:ln>
                  <a:noFill/>
                </a:ln>
                <a:solidFill>
                  <a:srgbClr val="00B2A9"/>
                </a:solidFill>
                <a:effectLst/>
                <a:uLnTx/>
                <a:uFillTx/>
                <a:latin typeface="Arial" panose="020B0604020202020204" pitchFamily="34" charset="0"/>
                <a:ea typeface="Times New Roman" panose="02020603050405020304" pitchFamily="18" charset="0"/>
                <a:cs typeface="Arial" panose="020B0604020202020204" pitchFamily="34" charset="0"/>
              </a:endParaRPr>
            </a:p>
          </p:txBody>
        </p:sp>
        <p:cxnSp>
          <p:nvCxnSpPr>
            <p:cNvPr id="81" name="AutoShape 284">
              <a:extLst>
                <a:ext uri="{FF2B5EF4-FFF2-40B4-BE49-F238E27FC236}">
                  <a16:creationId xmlns:a16="http://schemas.microsoft.com/office/drawing/2014/main" id="{8563E43F-7C30-6948-93BA-AB9007123320}"/>
                </a:ext>
              </a:extLst>
            </p:cNvPr>
            <p:cNvCxnSpPr>
              <a:cxnSpLocks noChangeShapeType="1"/>
              <a:stCxn id="26" idx="2"/>
              <a:endCxn id="89" idx="0"/>
            </p:cNvCxnSpPr>
            <p:nvPr/>
          </p:nvCxnSpPr>
          <p:spPr bwMode="auto">
            <a:xfrm rot="5400000">
              <a:off x="5827897" y="5295699"/>
              <a:ext cx="831345" cy="794"/>
            </a:xfrm>
            <a:prstGeom prst="straightConnector1">
              <a:avLst/>
            </a:prstGeom>
            <a:noFill/>
            <a:ln w="15875">
              <a:solidFill>
                <a:schemeClr val="accent4"/>
              </a:solidFill>
              <a:prstDash val="dash"/>
              <a:round/>
              <a:headEnd/>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cxnSp>
          <p:nvCxnSpPr>
            <p:cNvPr id="82" name="AutoShape 285">
              <a:extLst>
                <a:ext uri="{FF2B5EF4-FFF2-40B4-BE49-F238E27FC236}">
                  <a16:creationId xmlns:a16="http://schemas.microsoft.com/office/drawing/2014/main" id="{48CA6D08-275A-2C49-882A-F743C00FD4EB}"/>
                </a:ext>
              </a:extLst>
            </p:cNvPr>
            <p:cNvCxnSpPr>
              <a:cxnSpLocks noChangeShapeType="1"/>
              <a:stCxn id="93" idx="2"/>
              <a:endCxn id="83" idx="3"/>
            </p:cNvCxnSpPr>
            <p:nvPr/>
          </p:nvCxnSpPr>
          <p:spPr bwMode="auto">
            <a:xfrm rot="5400000">
              <a:off x="7697419" y="3426971"/>
              <a:ext cx="90519" cy="2996630"/>
            </a:xfrm>
            <a:prstGeom prst="bentConnector2">
              <a:avLst/>
            </a:prstGeom>
            <a:noFill/>
            <a:ln w="15875">
              <a:solidFill>
                <a:schemeClr val="accent4"/>
              </a:solidFill>
              <a:prstDash val="dash"/>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sp>
          <p:nvSpPr>
            <p:cNvPr id="83" name="Rectangle 82">
              <a:extLst>
                <a:ext uri="{FF2B5EF4-FFF2-40B4-BE49-F238E27FC236}">
                  <a16:creationId xmlns:a16="http://schemas.microsoft.com/office/drawing/2014/main" id="{484D420B-7771-B74F-A536-CD2D7B876302}"/>
                </a:ext>
              </a:extLst>
            </p:cNvPr>
            <p:cNvSpPr>
              <a:spLocks noChangeArrowheads="1"/>
            </p:cNvSpPr>
            <p:nvPr/>
          </p:nvSpPr>
          <p:spPr bwMode="auto">
            <a:xfrm>
              <a:off x="6071489" y="4893122"/>
              <a:ext cx="172722" cy="1548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4" tIns="0" rIns="9144" bIns="0" upright="1"/>
            <a:lstStyle/>
            <a:p>
              <a:pPr marL="0" marR="0" lvl="0" indent="252095" algn="just" defTabSz="812810" rtl="0" eaLnBrk="1" fontAlgn="auto" latinLnBrk="0" hangingPunct="1">
                <a:lnSpc>
                  <a:spcPts val="1200"/>
                </a:lnSpc>
                <a:spcBef>
                  <a:spcPts val="600"/>
                </a:spcBef>
                <a:spcAft>
                  <a:spcPts val="0"/>
                </a:spcAft>
                <a:buClrTx/>
                <a:buSzTx/>
                <a:buFontTx/>
                <a:buNone/>
                <a:tabLst/>
                <a:defRPr/>
              </a:pPr>
              <a:r>
                <a:rPr kumimoji="0" lang="fr-FR" sz="1000" b="0" i="0" u="none" strike="noStrike" kern="0" cap="none" spc="0" normalizeH="0" baseline="0" noProof="0">
                  <a:ln>
                    <a:noFill/>
                  </a:ln>
                  <a:solidFill>
                    <a:sysClr val="windowText" lastClr="000000"/>
                  </a:solidFill>
                  <a:effectLst/>
                  <a:uLnTx/>
                  <a:uFillTx/>
                  <a:latin typeface="Arial" panose="020B0604020202020204" pitchFamily="34" charset="0"/>
                  <a:ea typeface="Times New Roman" panose="02020603050405020304" pitchFamily="18" charset="0"/>
                  <a:cs typeface="Arial" panose="020B0604020202020204" pitchFamily="34" charset="0"/>
                </a:rPr>
                <a:t> </a:t>
              </a:r>
              <a:endParaRPr kumimoji="0" lang="en-US" sz="1000" b="0" i="0" u="none" strike="noStrike" kern="0" cap="none" spc="0" normalizeH="0" baseline="0" noProof="0">
                <a:ln>
                  <a:noFill/>
                </a:ln>
                <a:solidFill>
                  <a:sysClr val="windowText" lastClr="000000"/>
                </a:solidFill>
                <a:effectLst/>
                <a:uLnTx/>
                <a:uFillTx/>
                <a:latin typeface="Arial" panose="020B0604020202020204" pitchFamily="34" charset="0"/>
                <a:ea typeface="Times New Roman" panose="02020603050405020304" pitchFamily="18" charset="0"/>
                <a:cs typeface="Arial" panose="020B0604020202020204" pitchFamily="34" charset="0"/>
              </a:endParaRPr>
            </a:p>
          </p:txBody>
        </p:sp>
        <p:sp>
          <p:nvSpPr>
            <p:cNvPr id="84" name="Oval 83">
              <a:extLst>
                <a:ext uri="{FF2B5EF4-FFF2-40B4-BE49-F238E27FC236}">
                  <a16:creationId xmlns:a16="http://schemas.microsoft.com/office/drawing/2014/main" id="{E1E8A057-836D-9849-A69F-3CC59D91CAA5}"/>
                </a:ext>
              </a:extLst>
            </p:cNvPr>
            <p:cNvSpPr>
              <a:spLocks noChangeArrowheads="1"/>
            </p:cNvSpPr>
            <p:nvPr/>
          </p:nvSpPr>
          <p:spPr bwMode="auto">
            <a:xfrm>
              <a:off x="5557297" y="5198856"/>
              <a:ext cx="1371839" cy="343456"/>
            </a:xfrm>
            <a:prstGeom prst="ellipse">
              <a:avLst/>
            </a:prstGeom>
            <a:solidFill>
              <a:srgbClr val="FFFFFF"/>
            </a:solidFill>
            <a:ln w="15875">
              <a:solidFill>
                <a:schemeClr val="tx2"/>
              </a:solidFill>
              <a:round/>
              <a:headEnd/>
              <a:tailEnd/>
            </a:ln>
          </p:spPr>
          <p:txBody>
            <a:bodyPr lIns="9144" tIns="0" rIns="9144" bIns="0" anchor="ctr" upright="1"/>
            <a:lstStyle/>
            <a:p>
              <a:pPr marL="0" marR="0" lvl="0" indent="0" algn="ctr" defTabSz="812810" rtl="0" eaLnBrk="1" fontAlgn="auto" latinLnBrk="0" hangingPunct="1">
                <a:lnSpc>
                  <a:spcPts val="1200"/>
                </a:lnSpc>
                <a:spcBef>
                  <a:spcPts val="0"/>
                </a:spcBef>
                <a:spcAft>
                  <a:spcPts val="0"/>
                </a:spcAft>
                <a:buClrTx/>
                <a:buSzTx/>
                <a:buFontTx/>
                <a:buNone/>
                <a:tabLst/>
                <a:defRPr/>
              </a:pPr>
              <a:r>
                <a:rPr kumimoji="0" lang="fr-FR" sz="800" b="0" i="0" u="none" strike="noStrike" kern="0" cap="none" spc="0" normalizeH="0" baseline="0" noProof="0">
                  <a:ln>
                    <a:noFill/>
                  </a:ln>
                  <a:solidFill>
                    <a:srgbClr val="00274C"/>
                  </a:solidFill>
                  <a:effectLst/>
                  <a:uLnTx/>
                  <a:uFillTx/>
                  <a:latin typeface="Arial" panose="020B0604020202020204" pitchFamily="34" charset="0"/>
                  <a:ea typeface="Times New Roman" panose="02020603050405020304" pitchFamily="18" charset="0"/>
                  <a:cs typeface="Arial" panose="020B0604020202020204" pitchFamily="34" charset="0"/>
                </a:rPr>
                <a:t>Used water</a:t>
              </a:r>
              <a:endParaRPr kumimoji="0" lang="en-US" sz="1000" b="0" i="0" u="none" strike="noStrike" kern="0" cap="none" spc="0" normalizeH="0" baseline="0" noProof="0">
                <a:ln>
                  <a:noFill/>
                </a:ln>
                <a:solidFill>
                  <a:srgbClr val="00274C"/>
                </a:solidFill>
                <a:effectLst/>
                <a:uLnTx/>
                <a:uFillTx/>
                <a:latin typeface="Arial" panose="020B0604020202020204" pitchFamily="34" charset="0"/>
                <a:ea typeface="Times New Roman" panose="02020603050405020304" pitchFamily="18" charset="0"/>
                <a:cs typeface="Arial" panose="020B0604020202020204" pitchFamily="34" charset="0"/>
              </a:endParaRPr>
            </a:p>
          </p:txBody>
        </p:sp>
        <p:sp>
          <p:nvSpPr>
            <p:cNvPr id="85" name="Rectangle 84">
              <a:extLst>
                <a:ext uri="{FF2B5EF4-FFF2-40B4-BE49-F238E27FC236}">
                  <a16:creationId xmlns:a16="http://schemas.microsoft.com/office/drawing/2014/main" id="{1B5B5284-AA9D-1148-A1CC-2F06D242500D}"/>
                </a:ext>
              </a:extLst>
            </p:cNvPr>
            <p:cNvSpPr>
              <a:spLocks noChangeArrowheads="1"/>
            </p:cNvSpPr>
            <p:nvPr/>
          </p:nvSpPr>
          <p:spPr bwMode="auto">
            <a:xfrm>
              <a:off x="5364723" y="6701726"/>
              <a:ext cx="1717283" cy="273972"/>
            </a:xfrm>
            <a:prstGeom prst="rect">
              <a:avLst/>
            </a:prstGeom>
            <a:solidFill>
              <a:srgbClr val="D8D8D8"/>
            </a:solidFill>
            <a:ln w="15875">
              <a:solidFill>
                <a:schemeClr val="tx2"/>
              </a:solidFill>
              <a:miter lim="800000"/>
              <a:headEnd/>
              <a:tailEnd/>
            </a:ln>
          </p:spPr>
          <p:txBody>
            <a:bodyPr lIns="9144" tIns="0" rIns="9144" bIns="0" anchor="ctr" upright="1"/>
            <a:lstStyle/>
            <a:p>
              <a:pPr marL="0" marR="0" lvl="0" indent="0" algn="ctr" defTabSz="812810" rtl="0" eaLnBrk="1" fontAlgn="auto" latinLnBrk="0" hangingPunct="1">
                <a:lnSpc>
                  <a:spcPts val="1200"/>
                </a:lnSpc>
                <a:spcBef>
                  <a:spcPts val="300"/>
                </a:spcBef>
                <a:spcAft>
                  <a:spcPts val="0"/>
                </a:spcAft>
                <a:buClrTx/>
                <a:buSzTx/>
                <a:buFontTx/>
                <a:buNone/>
                <a:tabLst/>
                <a:defRPr/>
              </a:pPr>
              <a:r>
                <a:rPr kumimoji="0" lang="fr-FR" sz="800" b="1" i="0" u="none" strike="noStrike" kern="0" cap="none" spc="0" normalizeH="0" baseline="0" noProof="0">
                  <a:ln>
                    <a:noFill/>
                  </a:ln>
                  <a:solidFill>
                    <a:srgbClr val="00274C"/>
                  </a:solidFill>
                  <a:effectLst/>
                  <a:uLnTx/>
                  <a:uFillTx/>
                  <a:latin typeface="Arial" panose="020B0604020202020204" pitchFamily="34" charset="0"/>
                  <a:ea typeface="Times New Roman" panose="02020603050405020304" pitchFamily="18" charset="0"/>
                  <a:cs typeface="Arial" panose="020B0604020202020204" pitchFamily="34" charset="0"/>
                </a:rPr>
                <a:t>Water</a:t>
              </a:r>
              <a:endParaRPr kumimoji="0" lang="en-US" sz="1000" b="1" i="0" u="none" strike="noStrike" kern="0" cap="none" spc="0" normalizeH="0" baseline="0" noProof="0">
                <a:ln>
                  <a:noFill/>
                </a:ln>
                <a:solidFill>
                  <a:srgbClr val="00274C"/>
                </a:solidFill>
                <a:effectLst/>
                <a:uLnTx/>
                <a:uFillTx/>
                <a:latin typeface="Arial" panose="020B0604020202020204" pitchFamily="34" charset="0"/>
                <a:ea typeface="Times New Roman" panose="02020603050405020304" pitchFamily="18" charset="0"/>
                <a:cs typeface="Arial" panose="020B0604020202020204" pitchFamily="34" charset="0"/>
              </a:endParaRPr>
            </a:p>
          </p:txBody>
        </p:sp>
        <p:sp>
          <p:nvSpPr>
            <p:cNvPr id="86" name="Rectangle 85">
              <a:extLst>
                <a:ext uri="{FF2B5EF4-FFF2-40B4-BE49-F238E27FC236}">
                  <a16:creationId xmlns:a16="http://schemas.microsoft.com/office/drawing/2014/main" id="{3356AA5A-8F76-3D4B-A87F-4CE1AB2A51B2}"/>
                </a:ext>
              </a:extLst>
            </p:cNvPr>
            <p:cNvSpPr>
              <a:spLocks noChangeArrowheads="1"/>
            </p:cNvSpPr>
            <p:nvPr/>
          </p:nvSpPr>
          <p:spPr bwMode="auto">
            <a:xfrm>
              <a:off x="7058182" y="6701726"/>
              <a:ext cx="1842355" cy="273972"/>
            </a:xfrm>
            <a:prstGeom prst="rect">
              <a:avLst/>
            </a:prstGeom>
            <a:solidFill>
              <a:srgbClr val="D8D8D8"/>
            </a:solidFill>
            <a:ln w="15875">
              <a:solidFill>
                <a:schemeClr val="tx2"/>
              </a:solidFill>
              <a:miter lim="800000"/>
              <a:headEnd/>
              <a:tailEnd/>
            </a:ln>
          </p:spPr>
          <p:txBody>
            <a:bodyPr lIns="9144" tIns="0" rIns="9144" bIns="0" anchor="ctr" upright="1"/>
            <a:lstStyle/>
            <a:p>
              <a:pPr marL="0" marR="0" lvl="0" indent="0" algn="ctr" defTabSz="812810" rtl="0" eaLnBrk="1" fontAlgn="auto" latinLnBrk="0" hangingPunct="1">
                <a:lnSpc>
                  <a:spcPts val="1200"/>
                </a:lnSpc>
                <a:spcBef>
                  <a:spcPts val="300"/>
                </a:spcBef>
                <a:spcAft>
                  <a:spcPts val="0"/>
                </a:spcAft>
                <a:buClrTx/>
                <a:buSzTx/>
                <a:buFontTx/>
                <a:buNone/>
                <a:tabLst/>
                <a:defRPr/>
              </a:pPr>
              <a:r>
                <a:rPr kumimoji="0" lang="fr-FR" sz="800" b="1" i="0" u="none" strike="noStrike" kern="0" cap="none" spc="0" normalizeH="0" baseline="0" noProof="0">
                  <a:ln>
                    <a:noFill/>
                  </a:ln>
                  <a:solidFill>
                    <a:srgbClr val="00274C"/>
                  </a:solidFill>
                  <a:effectLst/>
                  <a:uLnTx/>
                  <a:uFillTx/>
                  <a:latin typeface="Arial" panose="020B0604020202020204" pitchFamily="34" charset="0"/>
                  <a:ea typeface="Times New Roman" panose="02020603050405020304" pitchFamily="18" charset="0"/>
                  <a:cs typeface="Arial" panose="020B0604020202020204" pitchFamily="34" charset="0"/>
                </a:rPr>
                <a:t>Air</a:t>
              </a:r>
              <a:endParaRPr kumimoji="0" lang="en-US" sz="1000" b="1" i="0" u="none" strike="noStrike" kern="0" cap="none" spc="0" normalizeH="0" baseline="0" noProof="0">
                <a:ln>
                  <a:noFill/>
                </a:ln>
                <a:solidFill>
                  <a:srgbClr val="00274C"/>
                </a:solidFill>
                <a:effectLst/>
                <a:uLnTx/>
                <a:uFillTx/>
                <a:latin typeface="Arial" panose="020B0604020202020204" pitchFamily="34" charset="0"/>
                <a:ea typeface="Times New Roman" panose="02020603050405020304" pitchFamily="18" charset="0"/>
                <a:cs typeface="Arial" panose="020B0604020202020204" pitchFamily="34" charset="0"/>
              </a:endParaRPr>
            </a:p>
          </p:txBody>
        </p:sp>
        <p:sp>
          <p:nvSpPr>
            <p:cNvPr id="87" name="Rectangle 86">
              <a:extLst>
                <a:ext uri="{FF2B5EF4-FFF2-40B4-BE49-F238E27FC236}">
                  <a16:creationId xmlns:a16="http://schemas.microsoft.com/office/drawing/2014/main" id="{6C93FF10-F27D-F847-8A0A-018F8425EFAB}"/>
                </a:ext>
              </a:extLst>
            </p:cNvPr>
            <p:cNvSpPr>
              <a:spLocks noChangeArrowheads="1"/>
            </p:cNvSpPr>
            <p:nvPr/>
          </p:nvSpPr>
          <p:spPr bwMode="auto">
            <a:xfrm>
              <a:off x="8878699" y="6701726"/>
              <a:ext cx="1715297" cy="273972"/>
            </a:xfrm>
            <a:prstGeom prst="rect">
              <a:avLst/>
            </a:prstGeom>
            <a:solidFill>
              <a:srgbClr val="D8D8D8"/>
            </a:solidFill>
            <a:ln w="15875">
              <a:solidFill>
                <a:schemeClr val="tx2"/>
              </a:solidFill>
              <a:miter lim="800000"/>
              <a:headEnd/>
              <a:tailEnd/>
            </a:ln>
          </p:spPr>
          <p:txBody>
            <a:bodyPr lIns="9144" tIns="0" rIns="9144" bIns="0" anchor="ctr" upright="1"/>
            <a:lstStyle/>
            <a:p>
              <a:pPr marL="0" marR="0" lvl="0" indent="0" algn="ctr" defTabSz="812810" rtl="0" eaLnBrk="1" fontAlgn="auto" latinLnBrk="0" hangingPunct="1">
                <a:lnSpc>
                  <a:spcPts val="1200"/>
                </a:lnSpc>
                <a:spcBef>
                  <a:spcPts val="300"/>
                </a:spcBef>
                <a:spcAft>
                  <a:spcPts val="0"/>
                </a:spcAft>
                <a:buClrTx/>
                <a:buSzTx/>
                <a:buFontTx/>
                <a:buNone/>
                <a:tabLst/>
                <a:defRPr/>
              </a:pPr>
              <a:r>
                <a:rPr kumimoji="0" lang="fr-FR" sz="800" b="1" i="0" u="none" strike="noStrike" kern="0" cap="none" spc="0" normalizeH="0" baseline="0" noProof="0" dirty="0" err="1">
                  <a:ln>
                    <a:noFill/>
                  </a:ln>
                  <a:solidFill>
                    <a:srgbClr val="00274C"/>
                  </a:solidFill>
                  <a:effectLst/>
                  <a:uLnTx/>
                  <a:uFillTx/>
                  <a:latin typeface="Arial" panose="020B0604020202020204" pitchFamily="34" charset="0"/>
                  <a:ea typeface="Times New Roman" panose="02020603050405020304" pitchFamily="18" charset="0"/>
                  <a:cs typeface="Arial" panose="020B0604020202020204" pitchFamily="34" charset="0"/>
                </a:rPr>
                <a:t>Soil</a:t>
              </a:r>
              <a:endParaRPr kumimoji="0" lang="en-US" sz="1000" b="1" i="0" u="none" strike="noStrike" kern="0" cap="none" spc="0" normalizeH="0" baseline="0" noProof="0" dirty="0">
                <a:ln>
                  <a:noFill/>
                </a:ln>
                <a:solidFill>
                  <a:srgbClr val="00274C"/>
                </a:solidFill>
                <a:effectLst/>
                <a:uLnTx/>
                <a:uFillTx/>
                <a:latin typeface="Arial" panose="020B0604020202020204" pitchFamily="34" charset="0"/>
                <a:ea typeface="Times New Roman" panose="02020603050405020304" pitchFamily="18" charset="0"/>
                <a:cs typeface="Arial" panose="020B0604020202020204" pitchFamily="34" charset="0"/>
              </a:endParaRPr>
            </a:p>
          </p:txBody>
        </p:sp>
        <p:cxnSp>
          <p:nvCxnSpPr>
            <p:cNvPr id="88" name="AutoShape 290">
              <a:extLst>
                <a:ext uri="{FF2B5EF4-FFF2-40B4-BE49-F238E27FC236}">
                  <a16:creationId xmlns:a16="http://schemas.microsoft.com/office/drawing/2014/main" id="{B0F19AFA-34B5-EE4B-84BC-61B807C5FF77}"/>
                </a:ext>
              </a:extLst>
            </p:cNvPr>
            <p:cNvCxnSpPr>
              <a:cxnSpLocks noChangeShapeType="1"/>
            </p:cNvCxnSpPr>
            <p:nvPr/>
          </p:nvCxnSpPr>
          <p:spPr bwMode="auto">
            <a:xfrm rot="5400000">
              <a:off x="5827102" y="6289026"/>
              <a:ext cx="820229" cy="794"/>
            </a:xfrm>
            <a:prstGeom prst="straightConnector1">
              <a:avLst/>
            </a:prstGeom>
            <a:noFill/>
            <a:ln w="15875">
              <a:solidFill>
                <a:schemeClr val="accent4"/>
              </a:solidFill>
              <a:prstDash val="dash"/>
              <a:round/>
              <a:headEnd/>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sp>
          <p:nvSpPr>
            <p:cNvPr id="89" name="Rectangle 88">
              <a:extLst>
                <a:ext uri="{FF2B5EF4-FFF2-40B4-BE49-F238E27FC236}">
                  <a16:creationId xmlns:a16="http://schemas.microsoft.com/office/drawing/2014/main" id="{1CA21AB6-9D39-A64E-8080-6EEC4BFF5CCA}"/>
                </a:ext>
              </a:extLst>
            </p:cNvPr>
            <p:cNvSpPr>
              <a:spLocks noChangeArrowheads="1"/>
            </p:cNvSpPr>
            <p:nvPr/>
          </p:nvSpPr>
          <p:spPr bwMode="auto">
            <a:xfrm>
              <a:off x="5614871" y="5711064"/>
              <a:ext cx="1256693" cy="285883"/>
            </a:xfrm>
            <a:prstGeom prst="rect">
              <a:avLst/>
            </a:prstGeom>
            <a:solidFill>
              <a:srgbClr val="FFFFFF"/>
            </a:solidFill>
            <a:ln w="15875">
              <a:solidFill>
                <a:schemeClr val="accent6"/>
              </a:solidFill>
              <a:miter lim="800000"/>
              <a:headEnd/>
              <a:tailEnd/>
            </a:ln>
          </p:spPr>
          <p:txBody>
            <a:bodyPr lIns="9144" tIns="0" rIns="9144" bIns="0" anchor="ctr" upright="1"/>
            <a:lstStyle/>
            <a:p>
              <a:pPr marL="0" marR="0" lvl="0" indent="0" algn="ctr" defTabSz="812810" rtl="0" eaLnBrk="1" fontAlgn="auto" latinLnBrk="0" hangingPunct="1">
                <a:lnSpc>
                  <a:spcPts val="1200"/>
                </a:lnSpc>
                <a:spcBef>
                  <a:spcPts val="300"/>
                </a:spcBef>
                <a:spcAft>
                  <a:spcPts val="0"/>
                </a:spcAft>
                <a:buClrTx/>
                <a:buSzTx/>
                <a:buFontTx/>
                <a:buNone/>
                <a:tabLst/>
                <a:defRPr/>
              </a:pPr>
              <a:r>
                <a:rPr kumimoji="0" lang="fr-FR" sz="800" b="0" i="0" u="none" strike="noStrike" kern="0" cap="none" spc="0" normalizeH="0" baseline="0" noProof="0" dirty="0" err="1">
                  <a:ln>
                    <a:noFill/>
                  </a:ln>
                  <a:solidFill>
                    <a:srgbClr val="00B2A9"/>
                  </a:solidFill>
                  <a:effectLst/>
                  <a:uLnTx/>
                  <a:uFillTx/>
                  <a:latin typeface="Arial" panose="020B0604020202020204" pitchFamily="34" charset="0"/>
                  <a:ea typeface="Times New Roman" panose="02020603050405020304" pitchFamily="18" charset="0"/>
                  <a:cs typeface="Arial" panose="020B0604020202020204" pitchFamily="34" charset="0"/>
                </a:rPr>
                <a:t>Waste</a:t>
              </a:r>
              <a:r>
                <a:rPr kumimoji="0" lang="fr-FR" sz="800" b="0" i="0" u="none" strike="noStrike" kern="0" cap="none" spc="0" normalizeH="0" baseline="0" noProof="0" dirty="0">
                  <a:ln>
                    <a:noFill/>
                  </a:ln>
                  <a:solidFill>
                    <a:srgbClr val="00B2A9"/>
                  </a:solidFill>
                  <a:effectLst/>
                  <a:uLnTx/>
                  <a:uFillTx/>
                  <a:latin typeface="Arial" panose="020B0604020202020204" pitchFamily="34" charset="0"/>
                  <a:ea typeface="Times New Roman" panose="02020603050405020304" pitchFamily="18" charset="0"/>
                  <a:cs typeface="Arial" panose="020B0604020202020204" pitchFamily="34" charset="0"/>
                </a:rPr>
                <a:t> water </a:t>
              </a:r>
              <a:r>
                <a:rPr kumimoji="0" lang="fr-FR" sz="800" b="0" i="0" u="none" strike="noStrike" kern="0" cap="none" spc="0" normalizeH="0" baseline="0" noProof="0" dirty="0" err="1">
                  <a:ln>
                    <a:noFill/>
                  </a:ln>
                  <a:solidFill>
                    <a:srgbClr val="00B2A9"/>
                  </a:solidFill>
                  <a:effectLst/>
                  <a:uLnTx/>
                  <a:uFillTx/>
                  <a:latin typeface="Arial" panose="020B0604020202020204" pitchFamily="34" charset="0"/>
                  <a:ea typeface="Times New Roman" panose="02020603050405020304" pitchFamily="18" charset="0"/>
                  <a:cs typeface="Arial" panose="020B0604020202020204" pitchFamily="34" charset="0"/>
                </a:rPr>
                <a:t>treatment</a:t>
              </a:r>
              <a:endParaRPr kumimoji="0" lang="en-US" sz="1000" b="0" i="0" u="none" strike="noStrike" kern="0" cap="none" spc="0" normalizeH="0" baseline="0" noProof="0" dirty="0">
                <a:ln>
                  <a:noFill/>
                </a:ln>
                <a:solidFill>
                  <a:srgbClr val="00B2A9"/>
                </a:solidFill>
                <a:effectLst/>
                <a:uLnTx/>
                <a:uFillTx/>
                <a:latin typeface="Arial" panose="020B0604020202020204" pitchFamily="34" charset="0"/>
                <a:ea typeface="Times New Roman" panose="02020603050405020304" pitchFamily="18" charset="0"/>
                <a:cs typeface="Arial" panose="020B0604020202020204" pitchFamily="34" charset="0"/>
              </a:endParaRPr>
            </a:p>
          </p:txBody>
        </p:sp>
        <p:sp>
          <p:nvSpPr>
            <p:cNvPr id="90" name="Oval 89">
              <a:extLst>
                <a:ext uri="{FF2B5EF4-FFF2-40B4-BE49-F238E27FC236}">
                  <a16:creationId xmlns:a16="http://schemas.microsoft.com/office/drawing/2014/main" id="{B689B602-651A-664E-82A1-96FABF7CB469}"/>
                </a:ext>
              </a:extLst>
            </p:cNvPr>
            <p:cNvSpPr>
              <a:spLocks noChangeArrowheads="1"/>
            </p:cNvSpPr>
            <p:nvPr/>
          </p:nvSpPr>
          <p:spPr bwMode="auto">
            <a:xfrm>
              <a:off x="5557297" y="6100182"/>
              <a:ext cx="1371839" cy="343456"/>
            </a:xfrm>
            <a:prstGeom prst="ellipse">
              <a:avLst/>
            </a:prstGeom>
            <a:solidFill>
              <a:srgbClr val="FFFFFF"/>
            </a:solidFill>
            <a:ln w="15875">
              <a:solidFill>
                <a:schemeClr val="tx2"/>
              </a:solidFill>
              <a:round/>
              <a:headEnd/>
              <a:tailEnd/>
            </a:ln>
          </p:spPr>
          <p:txBody>
            <a:bodyPr lIns="9144" tIns="0" rIns="9144" bIns="0" anchor="ctr" upright="1"/>
            <a:lstStyle/>
            <a:p>
              <a:pPr marL="0" marR="0" lvl="0" indent="0" algn="ctr" defTabSz="812810" rtl="0" eaLnBrk="1" fontAlgn="auto" latinLnBrk="0" hangingPunct="1">
                <a:lnSpc>
                  <a:spcPts val="1200"/>
                </a:lnSpc>
                <a:spcBef>
                  <a:spcPts val="0"/>
                </a:spcBef>
                <a:spcAft>
                  <a:spcPts val="0"/>
                </a:spcAft>
                <a:buClrTx/>
                <a:buSzTx/>
                <a:buFontTx/>
                <a:buNone/>
                <a:tabLst/>
                <a:defRPr/>
              </a:pPr>
              <a:r>
                <a:rPr kumimoji="0" lang="fr-FR" sz="800" b="0" i="0" u="none" strike="noStrike" kern="0" cap="none" spc="0" normalizeH="0" baseline="0" noProof="0">
                  <a:ln>
                    <a:noFill/>
                  </a:ln>
                  <a:solidFill>
                    <a:sysClr val="windowText" lastClr="000000"/>
                  </a:solidFill>
                  <a:effectLst/>
                  <a:uLnTx/>
                  <a:uFillTx/>
                  <a:latin typeface="Arial" panose="020B0604020202020204" pitchFamily="34" charset="0"/>
                  <a:ea typeface="Times New Roman" panose="02020603050405020304" pitchFamily="18" charset="0"/>
                  <a:cs typeface="Arial" panose="020B0604020202020204" pitchFamily="34" charset="0"/>
                </a:rPr>
                <a:t>Effluents</a:t>
              </a:r>
              <a:endParaRPr kumimoji="0" lang="en-US" sz="1000" b="0" i="0" u="none" strike="noStrike" kern="0" cap="none" spc="0" normalizeH="0" baseline="0" noProof="0">
                <a:ln>
                  <a:noFill/>
                </a:ln>
                <a:solidFill>
                  <a:sysClr val="windowText" lastClr="000000"/>
                </a:solidFill>
                <a:effectLst/>
                <a:uLnTx/>
                <a:uFillTx/>
                <a:latin typeface="Arial" panose="020B0604020202020204" pitchFamily="34" charset="0"/>
                <a:ea typeface="Times New Roman" panose="02020603050405020304" pitchFamily="18" charset="0"/>
                <a:cs typeface="Arial" panose="020B0604020202020204" pitchFamily="34" charset="0"/>
              </a:endParaRPr>
            </a:p>
          </p:txBody>
        </p:sp>
        <p:sp>
          <p:nvSpPr>
            <p:cNvPr id="91" name="Rectangle 90">
              <a:extLst>
                <a:ext uri="{FF2B5EF4-FFF2-40B4-BE49-F238E27FC236}">
                  <a16:creationId xmlns:a16="http://schemas.microsoft.com/office/drawing/2014/main" id="{BC1F0459-938C-164B-B12A-CFF25E6B0BC9}"/>
                </a:ext>
              </a:extLst>
            </p:cNvPr>
            <p:cNvSpPr>
              <a:spLocks noChangeArrowheads="1"/>
            </p:cNvSpPr>
            <p:nvPr/>
          </p:nvSpPr>
          <p:spPr bwMode="auto">
            <a:xfrm>
              <a:off x="7892007" y="4724370"/>
              <a:ext cx="174705" cy="1568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4" tIns="0" rIns="9144" bIns="0" upright="1"/>
            <a:lstStyle/>
            <a:p>
              <a:pPr marL="0" marR="0" lvl="0" indent="252095" algn="just" defTabSz="812810" rtl="0" eaLnBrk="1" fontAlgn="auto" latinLnBrk="0" hangingPunct="1">
                <a:lnSpc>
                  <a:spcPts val="1200"/>
                </a:lnSpc>
                <a:spcBef>
                  <a:spcPts val="600"/>
                </a:spcBef>
                <a:spcAft>
                  <a:spcPts val="0"/>
                </a:spcAft>
                <a:buClrTx/>
                <a:buSzTx/>
                <a:buFontTx/>
                <a:buNone/>
                <a:tabLst/>
                <a:defRPr/>
              </a:pPr>
              <a:r>
                <a:rPr kumimoji="0" lang="fr-FR" sz="1000" b="0" i="0" u="none" strike="noStrike" kern="0" cap="none" spc="0" normalizeH="0" baseline="0" noProof="0">
                  <a:ln>
                    <a:noFill/>
                  </a:ln>
                  <a:solidFill>
                    <a:sysClr val="windowText" lastClr="000000"/>
                  </a:solidFill>
                  <a:effectLst/>
                  <a:uLnTx/>
                  <a:uFillTx/>
                  <a:latin typeface="Arial" panose="020B0604020202020204" pitchFamily="34" charset="0"/>
                  <a:ea typeface="Times New Roman" panose="02020603050405020304" pitchFamily="18" charset="0"/>
                  <a:cs typeface="Arial" panose="020B0604020202020204" pitchFamily="34" charset="0"/>
                </a:rPr>
                <a:t> </a:t>
              </a:r>
              <a:endParaRPr kumimoji="0" lang="en-US" sz="1000" b="0" i="0" u="none" strike="noStrike" kern="0" cap="none" spc="0" normalizeH="0" baseline="0" noProof="0">
                <a:ln>
                  <a:noFill/>
                </a:ln>
                <a:solidFill>
                  <a:sysClr val="windowText" lastClr="000000"/>
                </a:solidFill>
                <a:effectLst/>
                <a:uLnTx/>
                <a:uFillTx/>
                <a:latin typeface="Arial" panose="020B0604020202020204" pitchFamily="34" charset="0"/>
                <a:ea typeface="Times New Roman" panose="02020603050405020304" pitchFamily="18" charset="0"/>
                <a:cs typeface="Arial" panose="020B0604020202020204" pitchFamily="34" charset="0"/>
              </a:endParaRPr>
            </a:p>
          </p:txBody>
        </p:sp>
        <p:sp>
          <p:nvSpPr>
            <p:cNvPr id="92" name="Rectangle 91">
              <a:extLst>
                <a:ext uri="{FF2B5EF4-FFF2-40B4-BE49-F238E27FC236}">
                  <a16:creationId xmlns:a16="http://schemas.microsoft.com/office/drawing/2014/main" id="{CC24D728-B947-1745-9D63-6E60C31CA879}"/>
                </a:ext>
              </a:extLst>
            </p:cNvPr>
            <p:cNvSpPr>
              <a:spLocks noChangeArrowheads="1"/>
            </p:cNvSpPr>
            <p:nvPr/>
          </p:nvSpPr>
          <p:spPr bwMode="auto">
            <a:xfrm>
              <a:off x="8082595" y="4914960"/>
              <a:ext cx="174705" cy="1568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4" tIns="0" rIns="9144" bIns="0" upright="1"/>
            <a:lstStyle/>
            <a:p>
              <a:pPr marL="0" marR="0" lvl="0" indent="252095" algn="just" defTabSz="812810" rtl="0" eaLnBrk="1" fontAlgn="auto" latinLnBrk="0" hangingPunct="1">
                <a:lnSpc>
                  <a:spcPts val="1200"/>
                </a:lnSpc>
                <a:spcBef>
                  <a:spcPts val="600"/>
                </a:spcBef>
                <a:spcAft>
                  <a:spcPts val="0"/>
                </a:spcAft>
                <a:buClrTx/>
                <a:buSzTx/>
                <a:buFontTx/>
                <a:buNone/>
                <a:tabLst/>
                <a:defRPr/>
              </a:pPr>
              <a:r>
                <a:rPr kumimoji="0" lang="fr-FR" sz="1000" b="0" i="0" u="none" strike="noStrike" kern="0" cap="none" spc="0" normalizeH="0" baseline="0" noProof="0">
                  <a:ln>
                    <a:noFill/>
                  </a:ln>
                  <a:solidFill>
                    <a:sysClr val="windowText" lastClr="000000"/>
                  </a:solidFill>
                  <a:effectLst/>
                  <a:uLnTx/>
                  <a:uFillTx/>
                  <a:latin typeface="Arial" panose="020B0604020202020204" pitchFamily="34" charset="0"/>
                  <a:ea typeface="Times New Roman" panose="02020603050405020304" pitchFamily="18" charset="0"/>
                  <a:cs typeface="Arial" panose="020B0604020202020204" pitchFamily="34" charset="0"/>
                </a:rPr>
                <a:t> </a:t>
              </a:r>
              <a:endParaRPr kumimoji="0" lang="en-US" sz="1000" b="0" i="0" u="none" strike="noStrike" kern="0" cap="none" spc="0" normalizeH="0" baseline="0" noProof="0">
                <a:ln>
                  <a:noFill/>
                </a:ln>
                <a:solidFill>
                  <a:sysClr val="windowText" lastClr="000000"/>
                </a:solidFill>
                <a:effectLst/>
                <a:uLnTx/>
                <a:uFillTx/>
                <a:latin typeface="Arial" panose="020B0604020202020204" pitchFamily="34" charset="0"/>
                <a:ea typeface="Times New Roman" panose="02020603050405020304" pitchFamily="18" charset="0"/>
                <a:cs typeface="Arial" panose="020B0604020202020204" pitchFamily="34" charset="0"/>
              </a:endParaRPr>
            </a:p>
          </p:txBody>
        </p:sp>
        <p:sp>
          <p:nvSpPr>
            <p:cNvPr id="93" name="Rectangle 92">
              <a:extLst>
                <a:ext uri="{FF2B5EF4-FFF2-40B4-BE49-F238E27FC236}">
                  <a16:creationId xmlns:a16="http://schemas.microsoft.com/office/drawing/2014/main" id="{7E7A276D-7593-FB4C-B695-41152BBE0A16}"/>
                </a:ext>
              </a:extLst>
            </p:cNvPr>
            <p:cNvSpPr>
              <a:spLocks noChangeArrowheads="1"/>
            </p:cNvSpPr>
            <p:nvPr/>
          </p:nvSpPr>
          <p:spPr bwMode="auto">
            <a:xfrm>
              <a:off x="9154656" y="4724370"/>
              <a:ext cx="172721" cy="1568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4" tIns="0" rIns="9144" bIns="0" upright="1"/>
            <a:lstStyle/>
            <a:p>
              <a:pPr marL="0" marR="0" lvl="0" indent="252095" algn="just" defTabSz="812810" rtl="0" eaLnBrk="1" fontAlgn="auto" latinLnBrk="0" hangingPunct="1">
                <a:lnSpc>
                  <a:spcPts val="1200"/>
                </a:lnSpc>
                <a:spcBef>
                  <a:spcPts val="600"/>
                </a:spcBef>
                <a:spcAft>
                  <a:spcPts val="0"/>
                </a:spcAft>
                <a:buClrTx/>
                <a:buSzTx/>
                <a:buFontTx/>
                <a:buNone/>
                <a:tabLst/>
                <a:defRPr/>
              </a:pPr>
              <a:r>
                <a:rPr kumimoji="0" lang="fr-FR" sz="1000" b="0" i="0" u="none" strike="noStrike" kern="0" cap="none" spc="0" normalizeH="0" baseline="0" noProof="0">
                  <a:ln>
                    <a:noFill/>
                  </a:ln>
                  <a:solidFill>
                    <a:sysClr val="windowText" lastClr="000000"/>
                  </a:solidFill>
                  <a:effectLst/>
                  <a:uLnTx/>
                  <a:uFillTx/>
                  <a:latin typeface="Arial" panose="020B0604020202020204" pitchFamily="34" charset="0"/>
                  <a:ea typeface="Times New Roman" panose="02020603050405020304" pitchFamily="18" charset="0"/>
                  <a:cs typeface="Arial" panose="020B0604020202020204" pitchFamily="34" charset="0"/>
                </a:rPr>
                <a:t> </a:t>
              </a:r>
              <a:endParaRPr kumimoji="0" lang="en-US" sz="1000" b="0" i="0" u="none" strike="noStrike" kern="0" cap="none" spc="0" normalizeH="0" baseline="0" noProof="0">
                <a:ln>
                  <a:noFill/>
                </a:ln>
                <a:solidFill>
                  <a:sysClr val="windowText" lastClr="000000"/>
                </a:solidFill>
                <a:effectLst/>
                <a:uLnTx/>
                <a:uFillTx/>
                <a:latin typeface="Arial" panose="020B0604020202020204" pitchFamily="34" charset="0"/>
                <a:ea typeface="Times New Roman" panose="02020603050405020304" pitchFamily="18" charset="0"/>
                <a:cs typeface="Arial" panose="020B0604020202020204" pitchFamily="34" charset="0"/>
              </a:endParaRPr>
            </a:p>
          </p:txBody>
        </p:sp>
        <p:sp>
          <p:nvSpPr>
            <p:cNvPr id="95" name="Rectangle 94">
              <a:extLst>
                <a:ext uri="{FF2B5EF4-FFF2-40B4-BE49-F238E27FC236}">
                  <a16:creationId xmlns:a16="http://schemas.microsoft.com/office/drawing/2014/main" id="{91C5410E-01D5-3248-A72A-0E8927062F57}"/>
                </a:ext>
              </a:extLst>
            </p:cNvPr>
            <p:cNvSpPr>
              <a:spLocks noChangeArrowheads="1"/>
            </p:cNvSpPr>
            <p:nvPr/>
          </p:nvSpPr>
          <p:spPr bwMode="auto">
            <a:xfrm>
              <a:off x="9583480" y="4724370"/>
              <a:ext cx="172721" cy="1568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4" tIns="0" rIns="9144" bIns="0" upright="1"/>
            <a:lstStyle/>
            <a:p>
              <a:pPr marL="0" marR="0" lvl="0" indent="252095" algn="just" defTabSz="812810" rtl="0" eaLnBrk="1" fontAlgn="auto" latinLnBrk="0" hangingPunct="1">
                <a:lnSpc>
                  <a:spcPts val="1200"/>
                </a:lnSpc>
                <a:spcBef>
                  <a:spcPts val="600"/>
                </a:spcBef>
                <a:spcAft>
                  <a:spcPts val="0"/>
                </a:spcAft>
                <a:buClrTx/>
                <a:buSzTx/>
                <a:buFontTx/>
                <a:buNone/>
                <a:tabLst/>
                <a:defRPr/>
              </a:pPr>
              <a:r>
                <a:rPr kumimoji="0" lang="fr-FR" sz="1000" b="0" i="0" u="none" strike="noStrike" kern="0" cap="none" spc="0" normalizeH="0" baseline="0" noProof="0">
                  <a:ln>
                    <a:noFill/>
                  </a:ln>
                  <a:solidFill>
                    <a:sysClr val="windowText" lastClr="000000"/>
                  </a:solidFill>
                  <a:effectLst/>
                  <a:uLnTx/>
                  <a:uFillTx/>
                  <a:latin typeface="Arial" panose="020B0604020202020204" pitchFamily="34" charset="0"/>
                  <a:ea typeface="Times New Roman" panose="02020603050405020304" pitchFamily="18" charset="0"/>
                  <a:cs typeface="Arial" panose="020B0604020202020204" pitchFamily="34" charset="0"/>
                </a:rPr>
                <a:t> </a:t>
              </a:r>
              <a:endParaRPr kumimoji="0" lang="en-US" sz="1000" b="0" i="0" u="none" strike="noStrike" kern="0" cap="none" spc="0" normalizeH="0" baseline="0" noProof="0">
                <a:ln>
                  <a:noFill/>
                </a:ln>
                <a:solidFill>
                  <a:sysClr val="windowText" lastClr="000000"/>
                </a:solidFill>
                <a:effectLst/>
                <a:uLnTx/>
                <a:uFillTx/>
                <a:latin typeface="Arial" panose="020B0604020202020204" pitchFamily="34" charset="0"/>
                <a:ea typeface="Times New Roman" panose="02020603050405020304" pitchFamily="18" charset="0"/>
                <a:cs typeface="Arial" panose="020B0604020202020204" pitchFamily="34" charset="0"/>
              </a:endParaRPr>
            </a:p>
          </p:txBody>
        </p:sp>
        <p:sp>
          <p:nvSpPr>
            <p:cNvPr id="96" name="Rectangle 95">
              <a:extLst>
                <a:ext uri="{FF2B5EF4-FFF2-40B4-BE49-F238E27FC236}">
                  <a16:creationId xmlns:a16="http://schemas.microsoft.com/office/drawing/2014/main" id="{E4507E7A-71BF-974D-8799-C6BAD12372AA}"/>
                </a:ext>
              </a:extLst>
            </p:cNvPr>
            <p:cNvSpPr>
              <a:spLocks noChangeArrowheads="1"/>
            </p:cNvSpPr>
            <p:nvPr/>
          </p:nvSpPr>
          <p:spPr bwMode="auto">
            <a:xfrm>
              <a:off x="7892007" y="5016210"/>
              <a:ext cx="174705" cy="103235"/>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lIns="9144" tIns="0" rIns="9144" bIns="0" upright="1"/>
            <a:lstStyle/>
            <a:p>
              <a:pPr marL="0" marR="0" lvl="0" indent="252095" algn="just" defTabSz="812810" rtl="0" eaLnBrk="1" fontAlgn="auto" latinLnBrk="0" hangingPunct="1">
                <a:lnSpc>
                  <a:spcPts val="1200"/>
                </a:lnSpc>
                <a:spcBef>
                  <a:spcPts val="600"/>
                </a:spcBef>
                <a:spcAft>
                  <a:spcPts val="0"/>
                </a:spcAft>
                <a:buClrTx/>
                <a:buSzTx/>
                <a:buFontTx/>
                <a:buNone/>
                <a:tabLst/>
                <a:defRPr/>
              </a:pPr>
              <a:r>
                <a:rPr kumimoji="0" lang="fr-FR" sz="1000" b="0" i="0" u="none" strike="noStrike" kern="0" cap="none" spc="0" normalizeH="0" baseline="0" noProof="0">
                  <a:ln>
                    <a:noFill/>
                  </a:ln>
                  <a:solidFill>
                    <a:sysClr val="windowText" lastClr="000000"/>
                  </a:solidFill>
                  <a:effectLst/>
                  <a:uLnTx/>
                  <a:uFillTx/>
                  <a:latin typeface="Arial" panose="020B0604020202020204" pitchFamily="34" charset="0"/>
                  <a:ea typeface="Times New Roman" panose="02020603050405020304" pitchFamily="18" charset="0"/>
                  <a:cs typeface="Arial" panose="020B0604020202020204" pitchFamily="34" charset="0"/>
                </a:rPr>
                <a:t> </a:t>
              </a:r>
              <a:endParaRPr kumimoji="0" lang="en-US" sz="1000" b="0" i="0" u="none" strike="noStrike" kern="0" cap="none" spc="0" normalizeH="0" baseline="0" noProof="0">
                <a:ln>
                  <a:noFill/>
                </a:ln>
                <a:solidFill>
                  <a:sysClr val="windowText" lastClr="000000"/>
                </a:solidFill>
                <a:effectLst/>
                <a:uLnTx/>
                <a:uFillTx/>
                <a:latin typeface="Arial" panose="020B0604020202020204" pitchFamily="34" charset="0"/>
                <a:ea typeface="Times New Roman" panose="02020603050405020304" pitchFamily="18" charset="0"/>
                <a:cs typeface="Arial" panose="020B0604020202020204" pitchFamily="34" charset="0"/>
              </a:endParaRPr>
            </a:p>
          </p:txBody>
        </p:sp>
        <p:cxnSp>
          <p:nvCxnSpPr>
            <p:cNvPr id="97" name="AutoShape 291">
              <a:extLst>
                <a:ext uri="{FF2B5EF4-FFF2-40B4-BE49-F238E27FC236}">
                  <a16:creationId xmlns:a16="http://schemas.microsoft.com/office/drawing/2014/main" id="{29E1EF45-94F9-B14A-9CF1-0B77B08A91A0}"/>
                </a:ext>
              </a:extLst>
            </p:cNvPr>
            <p:cNvCxnSpPr>
              <a:cxnSpLocks noChangeShapeType="1"/>
            </p:cNvCxnSpPr>
            <p:nvPr/>
          </p:nvCxnSpPr>
          <p:spPr bwMode="auto">
            <a:xfrm rot="5400000" flipV="1">
              <a:off x="7495322" y="3543627"/>
              <a:ext cx="814671" cy="3513674"/>
            </a:xfrm>
            <a:prstGeom prst="bentConnector3">
              <a:avLst>
                <a:gd name="adj1" fmla="val 20366"/>
              </a:avLst>
            </a:prstGeom>
            <a:noFill/>
            <a:ln w="15875">
              <a:solidFill>
                <a:schemeClr val="accent5"/>
              </a:solidFill>
              <a:miter lim="800000"/>
              <a:headEnd/>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sp>
          <p:nvSpPr>
            <p:cNvPr id="98" name="Oval 97">
              <a:extLst>
                <a:ext uri="{FF2B5EF4-FFF2-40B4-BE49-F238E27FC236}">
                  <a16:creationId xmlns:a16="http://schemas.microsoft.com/office/drawing/2014/main" id="{A198D0A8-228B-7D41-B751-029341751AF5}"/>
                </a:ext>
              </a:extLst>
            </p:cNvPr>
            <p:cNvSpPr>
              <a:spLocks noChangeArrowheads="1"/>
            </p:cNvSpPr>
            <p:nvPr/>
          </p:nvSpPr>
          <p:spPr bwMode="auto">
            <a:xfrm>
              <a:off x="8983921" y="5198856"/>
              <a:ext cx="1373825" cy="343456"/>
            </a:xfrm>
            <a:prstGeom prst="ellipse">
              <a:avLst/>
            </a:prstGeom>
            <a:solidFill>
              <a:srgbClr val="FFFFFF"/>
            </a:solidFill>
            <a:ln w="15875">
              <a:solidFill>
                <a:schemeClr val="tx2"/>
              </a:solidFill>
              <a:round/>
              <a:headEnd/>
              <a:tailEnd/>
            </a:ln>
          </p:spPr>
          <p:txBody>
            <a:bodyPr lIns="9144" tIns="0" rIns="9144" bIns="0" anchor="ctr" upright="1"/>
            <a:lstStyle/>
            <a:p>
              <a:pPr marL="0" marR="0" lvl="0" indent="0" algn="ctr" defTabSz="812810" rtl="0" eaLnBrk="1" fontAlgn="auto" latinLnBrk="0" hangingPunct="1">
                <a:lnSpc>
                  <a:spcPts val="1200"/>
                </a:lnSpc>
                <a:spcBef>
                  <a:spcPts val="0"/>
                </a:spcBef>
                <a:spcAft>
                  <a:spcPts val="0"/>
                </a:spcAft>
                <a:buClrTx/>
                <a:buSzTx/>
                <a:buFontTx/>
                <a:buNone/>
                <a:tabLst/>
                <a:defRPr/>
              </a:pPr>
              <a:r>
                <a:rPr kumimoji="0" lang="fr-FR" sz="800" b="0" i="0" u="none" strike="noStrike" kern="0" cap="none" spc="0" normalizeH="0" baseline="0" noProof="0" dirty="0" err="1">
                  <a:ln>
                    <a:noFill/>
                  </a:ln>
                  <a:solidFill>
                    <a:srgbClr val="00274C"/>
                  </a:solidFill>
                  <a:effectLst/>
                  <a:uLnTx/>
                  <a:uFillTx/>
                  <a:latin typeface="Arial" panose="020B0604020202020204" pitchFamily="34" charset="0"/>
                  <a:ea typeface="Times New Roman" panose="02020603050405020304" pitchFamily="18" charset="0"/>
                  <a:cs typeface="Arial" panose="020B0604020202020204" pitchFamily="34" charset="0"/>
                </a:rPr>
                <a:t>Waste</a:t>
              </a:r>
              <a:endParaRPr kumimoji="0" lang="en-US" sz="1000" b="0" i="0" u="none" strike="noStrike" kern="0" cap="none" spc="0" normalizeH="0" baseline="0" noProof="0" dirty="0">
                <a:ln>
                  <a:noFill/>
                </a:ln>
                <a:solidFill>
                  <a:srgbClr val="00274C"/>
                </a:solidFill>
                <a:effectLst/>
                <a:uLnTx/>
                <a:uFillTx/>
                <a:latin typeface="Arial" panose="020B0604020202020204" pitchFamily="34" charset="0"/>
                <a:ea typeface="Times New Roman" panose="02020603050405020304" pitchFamily="18" charset="0"/>
                <a:cs typeface="Arial" panose="020B0604020202020204" pitchFamily="34" charset="0"/>
              </a:endParaRPr>
            </a:p>
          </p:txBody>
        </p:sp>
        <p:cxnSp>
          <p:nvCxnSpPr>
            <p:cNvPr id="99" name="AutoShape 302">
              <a:extLst>
                <a:ext uri="{FF2B5EF4-FFF2-40B4-BE49-F238E27FC236}">
                  <a16:creationId xmlns:a16="http://schemas.microsoft.com/office/drawing/2014/main" id="{B8F838B8-833F-A64A-91CB-F32D66A202E4}"/>
                </a:ext>
              </a:extLst>
            </p:cNvPr>
            <p:cNvCxnSpPr>
              <a:cxnSpLocks noChangeShapeType="1"/>
            </p:cNvCxnSpPr>
            <p:nvPr/>
          </p:nvCxnSpPr>
          <p:spPr bwMode="auto">
            <a:xfrm rot="16200000" flipH="1">
              <a:off x="8149754" y="5816445"/>
              <a:ext cx="705890" cy="1060297"/>
            </a:xfrm>
            <a:prstGeom prst="bentConnector3">
              <a:avLst>
                <a:gd name="adj1" fmla="val 67940"/>
              </a:avLst>
            </a:prstGeom>
            <a:noFill/>
            <a:ln w="15875">
              <a:solidFill>
                <a:schemeClr val="accent5"/>
              </a:solidFill>
              <a:miter lim="800000"/>
              <a:headEnd/>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sp>
          <p:nvSpPr>
            <p:cNvPr id="100" name="Rectangle 99">
              <a:extLst>
                <a:ext uri="{FF2B5EF4-FFF2-40B4-BE49-F238E27FC236}">
                  <a16:creationId xmlns:a16="http://schemas.microsoft.com/office/drawing/2014/main" id="{23F77DAB-0692-E149-9AEB-9D1555F80652}"/>
                </a:ext>
              </a:extLst>
            </p:cNvPr>
            <p:cNvSpPr>
              <a:spLocks noChangeArrowheads="1"/>
            </p:cNvSpPr>
            <p:nvPr/>
          </p:nvSpPr>
          <p:spPr bwMode="auto">
            <a:xfrm>
              <a:off x="9065317" y="6699742"/>
              <a:ext cx="172722" cy="2759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4" tIns="0" rIns="9144" bIns="0" upright="1"/>
            <a:lstStyle/>
            <a:p>
              <a:pPr marL="0" marR="0" lvl="0" indent="252095" algn="just" defTabSz="812810" rtl="0" eaLnBrk="1" fontAlgn="auto" latinLnBrk="0" hangingPunct="1">
                <a:lnSpc>
                  <a:spcPts val="1200"/>
                </a:lnSpc>
                <a:spcBef>
                  <a:spcPts val="600"/>
                </a:spcBef>
                <a:spcAft>
                  <a:spcPts val="0"/>
                </a:spcAft>
                <a:buClrTx/>
                <a:buSzTx/>
                <a:buFontTx/>
                <a:buNone/>
                <a:tabLst/>
                <a:defRPr/>
              </a:pPr>
              <a:r>
                <a:rPr kumimoji="0" lang="fr-FR" sz="1000" b="0" i="0" u="none" strike="noStrike" kern="0" cap="none" spc="0" normalizeH="0" baseline="0" noProof="0">
                  <a:ln>
                    <a:noFill/>
                  </a:ln>
                  <a:solidFill>
                    <a:sysClr val="windowText" lastClr="000000"/>
                  </a:solidFill>
                  <a:effectLst/>
                  <a:uLnTx/>
                  <a:uFillTx/>
                  <a:latin typeface="Arial" panose="020B0604020202020204" pitchFamily="34" charset="0"/>
                  <a:ea typeface="Times New Roman" panose="02020603050405020304" pitchFamily="18" charset="0"/>
                  <a:cs typeface="Arial" panose="020B0604020202020204" pitchFamily="34" charset="0"/>
                </a:rPr>
                <a:t> </a:t>
              </a:r>
              <a:endParaRPr kumimoji="0" lang="en-US" sz="1000" b="0" i="0" u="none" strike="noStrike" kern="0" cap="none" spc="0" normalizeH="0" baseline="0" noProof="0">
                <a:ln>
                  <a:noFill/>
                </a:ln>
                <a:solidFill>
                  <a:sysClr val="windowText" lastClr="000000"/>
                </a:solidFill>
                <a:effectLst/>
                <a:uLnTx/>
                <a:uFillTx/>
                <a:latin typeface="Arial" panose="020B0604020202020204" pitchFamily="34" charset="0"/>
                <a:ea typeface="Times New Roman" panose="02020603050405020304" pitchFamily="18" charset="0"/>
                <a:cs typeface="Arial" panose="020B0604020202020204" pitchFamily="34" charset="0"/>
              </a:endParaRPr>
            </a:p>
          </p:txBody>
        </p:sp>
        <p:cxnSp>
          <p:nvCxnSpPr>
            <p:cNvPr id="101" name="AutoShape 304">
              <a:extLst>
                <a:ext uri="{FF2B5EF4-FFF2-40B4-BE49-F238E27FC236}">
                  <a16:creationId xmlns:a16="http://schemas.microsoft.com/office/drawing/2014/main" id="{EE7E685E-7AA4-E947-8F59-6DFBB42321B4}"/>
                </a:ext>
              </a:extLst>
            </p:cNvPr>
            <p:cNvCxnSpPr>
              <a:cxnSpLocks noChangeShapeType="1"/>
              <a:stCxn id="80" idx="1"/>
            </p:cNvCxnSpPr>
            <p:nvPr/>
          </p:nvCxnSpPr>
          <p:spPr bwMode="auto">
            <a:xfrm flipH="1">
              <a:off x="7984125" y="5853900"/>
              <a:ext cx="1057915" cy="794"/>
            </a:xfrm>
            <a:prstGeom prst="straightConnector1">
              <a:avLst/>
            </a:prstGeom>
            <a:noFill/>
            <a:ln w="15875">
              <a:solidFill>
                <a:schemeClr val="accent5"/>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sp>
          <p:nvSpPr>
            <p:cNvPr id="102" name="Rectangle 101">
              <a:extLst>
                <a:ext uri="{FF2B5EF4-FFF2-40B4-BE49-F238E27FC236}">
                  <a16:creationId xmlns:a16="http://schemas.microsoft.com/office/drawing/2014/main" id="{60E70621-93C4-ED4A-856D-8632E5A16FB1}"/>
                </a:ext>
              </a:extLst>
            </p:cNvPr>
            <p:cNvSpPr>
              <a:spLocks noChangeArrowheads="1"/>
            </p:cNvSpPr>
            <p:nvPr/>
          </p:nvSpPr>
          <p:spPr bwMode="auto">
            <a:xfrm>
              <a:off x="8576933" y="6699742"/>
              <a:ext cx="172722" cy="2759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4" tIns="0" rIns="9144" bIns="0" upright="1"/>
            <a:lstStyle/>
            <a:p>
              <a:pPr marL="0" marR="0" lvl="0" indent="252095" algn="just" defTabSz="812810" rtl="0" eaLnBrk="1" fontAlgn="auto" latinLnBrk="0" hangingPunct="1">
                <a:lnSpc>
                  <a:spcPts val="1200"/>
                </a:lnSpc>
                <a:spcBef>
                  <a:spcPts val="600"/>
                </a:spcBef>
                <a:spcAft>
                  <a:spcPts val="0"/>
                </a:spcAft>
                <a:buClrTx/>
                <a:buSzTx/>
                <a:buFontTx/>
                <a:buNone/>
                <a:tabLst/>
                <a:defRPr/>
              </a:pPr>
              <a:r>
                <a:rPr kumimoji="0" lang="fr-FR" sz="1000" b="0" i="0" u="none" strike="noStrike" kern="0" cap="none" spc="0" normalizeH="0" baseline="0" noProof="0">
                  <a:ln>
                    <a:noFill/>
                  </a:ln>
                  <a:solidFill>
                    <a:sysClr val="windowText" lastClr="000000"/>
                  </a:solidFill>
                  <a:effectLst/>
                  <a:uLnTx/>
                  <a:uFillTx/>
                  <a:latin typeface="Arial" panose="020B0604020202020204" pitchFamily="34" charset="0"/>
                  <a:ea typeface="Times New Roman" panose="02020603050405020304" pitchFamily="18" charset="0"/>
                  <a:cs typeface="Arial" panose="020B0604020202020204" pitchFamily="34" charset="0"/>
                </a:rPr>
                <a:t> </a:t>
              </a:r>
              <a:endParaRPr kumimoji="0" lang="en-US" sz="1000" b="0" i="0" u="none" strike="noStrike" kern="0" cap="none" spc="0" normalizeH="0" baseline="0" noProof="0">
                <a:ln>
                  <a:noFill/>
                </a:ln>
                <a:solidFill>
                  <a:sysClr val="windowText" lastClr="000000"/>
                </a:solidFill>
                <a:effectLst/>
                <a:uLnTx/>
                <a:uFillTx/>
                <a:latin typeface="Arial" panose="020B0604020202020204" pitchFamily="34" charset="0"/>
                <a:ea typeface="Times New Roman" panose="02020603050405020304" pitchFamily="18" charset="0"/>
                <a:cs typeface="Arial" panose="020B0604020202020204" pitchFamily="34" charset="0"/>
              </a:endParaRPr>
            </a:p>
          </p:txBody>
        </p:sp>
        <p:cxnSp>
          <p:nvCxnSpPr>
            <p:cNvPr id="103" name="AutoShape 306">
              <a:extLst>
                <a:ext uri="{FF2B5EF4-FFF2-40B4-BE49-F238E27FC236}">
                  <a16:creationId xmlns:a16="http://schemas.microsoft.com/office/drawing/2014/main" id="{9D3676C7-7B7A-9A48-9632-4944F687E420}"/>
                </a:ext>
              </a:extLst>
            </p:cNvPr>
            <p:cNvCxnSpPr>
              <a:cxnSpLocks noChangeShapeType="1"/>
            </p:cNvCxnSpPr>
            <p:nvPr/>
          </p:nvCxnSpPr>
          <p:spPr bwMode="auto">
            <a:xfrm>
              <a:off x="8750557" y="6909161"/>
              <a:ext cx="314515" cy="794"/>
            </a:xfrm>
            <a:prstGeom prst="straightConnector1">
              <a:avLst/>
            </a:prstGeom>
            <a:noFill/>
            <a:ln w="15875">
              <a:solidFill>
                <a:schemeClr val="accent4"/>
              </a:solidFill>
              <a:prstDash val="dash"/>
              <a:round/>
              <a:headEnd/>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cxnSp>
          <p:nvCxnSpPr>
            <p:cNvPr id="104" name="AutoShape 307">
              <a:extLst>
                <a:ext uri="{FF2B5EF4-FFF2-40B4-BE49-F238E27FC236}">
                  <a16:creationId xmlns:a16="http://schemas.microsoft.com/office/drawing/2014/main" id="{607FF22E-1BD4-CD4E-9EEE-53F4661B49F9}"/>
                </a:ext>
              </a:extLst>
            </p:cNvPr>
            <p:cNvCxnSpPr>
              <a:cxnSpLocks noChangeShapeType="1"/>
            </p:cNvCxnSpPr>
            <p:nvPr/>
          </p:nvCxnSpPr>
          <p:spPr bwMode="auto">
            <a:xfrm>
              <a:off x="8748174" y="6792439"/>
              <a:ext cx="314515" cy="794"/>
            </a:xfrm>
            <a:prstGeom prst="straightConnector1">
              <a:avLst/>
            </a:prstGeom>
            <a:noFill/>
            <a:ln w="15875">
              <a:solidFill>
                <a:schemeClr val="accent5"/>
              </a:solidFill>
              <a:round/>
              <a:headEnd/>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cxnSp>
          <p:nvCxnSpPr>
            <p:cNvPr id="105" name="AutoShape 308">
              <a:extLst>
                <a:ext uri="{FF2B5EF4-FFF2-40B4-BE49-F238E27FC236}">
                  <a16:creationId xmlns:a16="http://schemas.microsoft.com/office/drawing/2014/main" id="{9F93E63F-D3B2-8442-A23D-DB15B0C78EFA}"/>
                </a:ext>
              </a:extLst>
            </p:cNvPr>
            <p:cNvCxnSpPr>
              <a:cxnSpLocks noChangeShapeType="1"/>
            </p:cNvCxnSpPr>
            <p:nvPr/>
          </p:nvCxnSpPr>
          <p:spPr bwMode="auto">
            <a:xfrm flipH="1">
              <a:off x="6868232" y="6899633"/>
              <a:ext cx="314515" cy="794"/>
            </a:xfrm>
            <a:prstGeom prst="straightConnector1">
              <a:avLst/>
            </a:prstGeom>
            <a:noFill/>
            <a:ln w="15875">
              <a:solidFill>
                <a:schemeClr val="accent4"/>
              </a:solidFill>
              <a:prstDash val="dash"/>
              <a:round/>
              <a:headEnd/>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cxnSp>
          <p:nvCxnSpPr>
            <p:cNvPr id="106" name="AutoShape 309">
              <a:extLst>
                <a:ext uri="{FF2B5EF4-FFF2-40B4-BE49-F238E27FC236}">
                  <a16:creationId xmlns:a16="http://schemas.microsoft.com/office/drawing/2014/main" id="{018F2566-88B7-5948-B5DE-51C5474B6708}"/>
                </a:ext>
              </a:extLst>
            </p:cNvPr>
            <p:cNvCxnSpPr>
              <a:cxnSpLocks noChangeShapeType="1"/>
            </p:cNvCxnSpPr>
            <p:nvPr/>
          </p:nvCxnSpPr>
          <p:spPr bwMode="auto">
            <a:xfrm flipH="1">
              <a:off x="6865849" y="6782910"/>
              <a:ext cx="314515" cy="794"/>
            </a:xfrm>
            <a:prstGeom prst="straightConnector1">
              <a:avLst/>
            </a:prstGeom>
            <a:noFill/>
            <a:ln w="15875">
              <a:solidFill>
                <a:schemeClr val="accent5"/>
              </a:solidFill>
              <a:round/>
              <a:headEnd/>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cxnSp>
          <p:nvCxnSpPr>
            <p:cNvPr id="107" name="AutoShape 310">
              <a:extLst>
                <a:ext uri="{FF2B5EF4-FFF2-40B4-BE49-F238E27FC236}">
                  <a16:creationId xmlns:a16="http://schemas.microsoft.com/office/drawing/2014/main" id="{7355743D-D6D3-E549-965C-F0EC8650845C}"/>
                </a:ext>
              </a:extLst>
            </p:cNvPr>
            <p:cNvCxnSpPr>
              <a:cxnSpLocks noChangeShapeType="1"/>
            </p:cNvCxnSpPr>
            <p:nvPr/>
          </p:nvCxnSpPr>
          <p:spPr bwMode="auto">
            <a:xfrm rot="16200000" flipH="1">
              <a:off x="7979360" y="5219817"/>
              <a:ext cx="794" cy="3512880"/>
            </a:xfrm>
            <a:prstGeom prst="bentConnector3">
              <a:avLst>
                <a:gd name="adj1" fmla="val 19300000"/>
              </a:avLst>
            </a:prstGeom>
            <a:noFill/>
            <a:ln w="15875">
              <a:solidFill>
                <a:schemeClr val="accent4"/>
              </a:solidFill>
              <a:prstDash val="dash"/>
              <a:miter lim="800000"/>
              <a:headEnd type="arrow" w="med" len="med"/>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grpSp>
      <p:sp>
        <p:nvSpPr>
          <p:cNvPr id="108" name="AutoShape 312">
            <a:extLst>
              <a:ext uri="{FF2B5EF4-FFF2-40B4-BE49-F238E27FC236}">
                <a16:creationId xmlns:a16="http://schemas.microsoft.com/office/drawing/2014/main" id="{658B9413-CDBE-AC4C-84B1-721D9DBBAB99}"/>
              </a:ext>
            </a:extLst>
          </p:cNvPr>
          <p:cNvSpPr>
            <a:spLocks noChangeArrowheads="1"/>
          </p:cNvSpPr>
          <p:nvPr/>
        </p:nvSpPr>
        <p:spPr bwMode="auto">
          <a:xfrm>
            <a:off x="11362384" y="5955534"/>
            <a:ext cx="635177" cy="193693"/>
          </a:xfrm>
          <a:prstGeom prst="flowChartProcess">
            <a:avLst/>
          </a:prstGeom>
          <a:solidFill>
            <a:srgbClr val="FFFFFF"/>
          </a:solidFill>
          <a:ln>
            <a:noFill/>
          </a:ln>
          <a:effectLst/>
          <a:extLst>
            <a:ext uri="{91240B29-F687-4F45-9708-019B960494DF}">
              <a14:hiddenLine xmlns:a14="http://schemas.microsoft.com/office/drawing/2010/main" w="28575"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144" tIns="9144" rIns="9144" bIns="9144" upright="1"/>
          <a:lstStyle/>
          <a:p>
            <a:pPr marL="0" marR="0" lvl="0" indent="0" algn="just" defTabSz="812810" rtl="0" eaLnBrk="1" fontAlgn="auto" latinLnBrk="0" hangingPunct="1">
              <a:lnSpc>
                <a:spcPts val="1200"/>
              </a:lnSpc>
              <a:spcBef>
                <a:spcPts val="600"/>
              </a:spcBef>
              <a:spcAft>
                <a:spcPts val="0"/>
              </a:spcAft>
              <a:buClrTx/>
              <a:buSzTx/>
              <a:buFontTx/>
              <a:buNone/>
              <a:tabLst/>
              <a:defRPr/>
            </a:pPr>
            <a:r>
              <a:rPr kumimoji="0" lang="en-US" sz="1000" b="1" i="0" u="none" strike="noStrike" kern="0" cap="none" spc="0" normalizeH="0" baseline="0" noProof="0" dirty="0">
                <a:ln>
                  <a:noFill/>
                </a:ln>
                <a:solidFill>
                  <a:sysClr val="windowText" lastClr="000000"/>
                </a:solidFill>
                <a:effectLst/>
                <a:uLnTx/>
                <a:uFillTx/>
                <a:latin typeface="Arial" panose="020B0604020202020204" pitchFamily="34" charset="0"/>
                <a:ea typeface="Times New Roman" panose="02020603050405020304" pitchFamily="18" charset="0"/>
                <a:cs typeface="Arial" panose="020B0604020202020204" pitchFamily="34" charset="0"/>
              </a:rPr>
              <a:t> </a:t>
            </a:r>
            <a:r>
              <a:rPr kumimoji="0" lang="fr-FR" sz="1000" b="1" i="0" u="none" strike="noStrike" kern="0" cap="none" spc="0" normalizeH="0" baseline="0" noProof="0" dirty="0">
                <a:ln>
                  <a:noFill/>
                </a:ln>
                <a:solidFill>
                  <a:srgbClr val="00274C"/>
                </a:solidFill>
                <a:effectLst/>
                <a:uLnTx/>
                <a:uFillTx/>
                <a:latin typeface="Arial" panose="020B0604020202020204" pitchFamily="34" charset="0"/>
                <a:ea typeface="Times New Roman" panose="02020603050405020304" pitchFamily="18" charset="0"/>
                <a:cs typeface="Arial" panose="020B0604020202020204" pitchFamily="34" charset="0"/>
              </a:rPr>
              <a:t>LEGEND</a:t>
            </a:r>
            <a:endParaRPr kumimoji="0" lang="en-US" sz="1000" b="0" i="0" u="none" strike="noStrike" kern="0" cap="none" spc="0" normalizeH="0" baseline="0" noProof="0" dirty="0">
              <a:ln>
                <a:noFill/>
              </a:ln>
              <a:solidFill>
                <a:srgbClr val="00274C"/>
              </a:solidFill>
              <a:effectLst/>
              <a:uLnTx/>
              <a:uFillTx/>
              <a:latin typeface="Arial" panose="020B0604020202020204" pitchFamily="34" charset="0"/>
              <a:ea typeface="Times New Roman" panose="02020603050405020304" pitchFamily="18" charset="0"/>
              <a:cs typeface="Arial" panose="020B0604020202020204" pitchFamily="34" charset="0"/>
            </a:endParaRPr>
          </a:p>
        </p:txBody>
      </p:sp>
      <p:sp>
        <p:nvSpPr>
          <p:cNvPr id="109" name="Rectangle 108">
            <a:extLst>
              <a:ext uri="{FF2B5EF4-FFF2-40B4-BE49-F238E27FC236}">
                <a16:creationId xmlns:a16="http://schemas.microsoft.com/office/drawing/2014/main" id="{B1A30360-58DD-7B4B-88CF-BCA9E9C599E5}"/>
              </a:ext>
            </a:extLst>
          </p:cNvPr>
          <p:cNvSpPr>
            <a:spLocks noChangeArrowheads="1"/>
          </p:cNvSpPr>
          <p:nvPr/>
        </p:nvSpPr>
        <p:spPr bwMode="auto">
          <a:xfrm>
            <a:off x="11354077" y="6271493"/>
            <a:ext cx="1122107" cy="254864"/>
          </a:xfrm>
          <a:prstGeom prst="rect">
            <a:avLst/>
          </a:prstGeom>
          <a:solidFill>
            <a:srgbClr val="FFFFFF"/>
          </a:solidFill>
          <a:ln w="9525">
            <a:solidFill>
              <a:schemeClr val="accent6"/>
            </a:solidFill>
            <a:miter lim="800000"/>
            <a:headEnd/>
            <a:tailEnd/>
          </a:ln>
        </p:spPr>
        <p:txBody>
          <a:bodyPr lIns="9144" tIns="0" rIns="9144" bIns="0" anchor="ctr" upright="1"/>
          <a:lstStyle/>
          <a:p>
            <a:pPr marL="0" marR="0" lvl="0" indent="0" algn="ctr" defTabSz="812810" rtl="0" eaLnBrk="1" fontAlgn="auto" latinLnBrk="0" hangingPunct="1">
              <a:lnSpc>
                <a:spcPts val="1200"/>
              </a:lnSpc>
              <a:spcBef>
                <a:spcPts val="0"/>
              </a:spcBef>
              <a:spcAft>
                <a:spcPts val="0"/>
              </a:spcAft>
              <a:buClrTx/>
              <a:buSzTx/>
              <a:buFontTx/>
              <a:buNone/>
              <a:tabLst/>
              <a:defRPr/>
            </a:pPr>
            <a:r>
              <a:rPr kumimoji="0" lang="fr-FR" sz="800" b="0" i="0" u="none" strike="noStrike" kern="0" cap="none" spc="0" normalizeH="0" baseline="0" noProof="0" dirty="0" err="1">
                <a:ln>
                  <a:noFill/>
                </a:ln>
                <a:solidFill>
                  <a:srgbClr val="00B2A9"/>
                </a:solidFill>
                <a:effectLst/>
                <a:uLnTx/>
                <a:uFillTx/>
                <a:latin typeface="Arial" panose="020B0604020202020204" pitchFamily="34" charset="0"/>
                <a:ea typeface="Times New Roman" panose="02020603050405020304" pitchFamily="18" charset="0"/>
                <a:cs typeface="Arial" panose="020B0604020202020204" pitchFamily="34" charset="0"/>
              </a:rPr>
              <a:t>Process</a:t>
            </a:r>
            <a:endParaRPr kumimoji="0" lang="en-US" sz="1000" b="0" i="0" u="none" strike="noStrike" kern="0" cap="none" spc="0" normalizeH="0" baseline="0" noProof="0" dirty="0">
              <a:ln>
                <a:noFill/>
              </a:ln>
              <a:solidFill>
                <a:srgbClr val="00B2A9"/>
              </a:solidFill>
              <a:effectLst/>
              <a:uLnTx/>
              <a:uFillTx/>
              <a:latin typeface="Arial" panose="020B0604020202020204" pitchFamily="34" charset="0"/>
              <a:ea typeface="Times New Roman" panose="02020603050405020304" pitchFamily="18" charset="0"/>
              <a:cs typeface="Arial" panose="020B0604020202020204" pitchFamily="34" charset="0"/>
            </a:endParaRPr>
          </a:p>
        </p:txBody>
      </p:sp>
      <p:sp>
        <p:nvSpPr>
          <p:cNvPr id="110" name="Oval 109">
            <a:extLst>
              <a:ext uri="{FF2B5EF4-FFF2-40B4-BE49-F238E27FC236}">
                <a16:creationId xmlns:a16="http://schemas.microsoft.com/office/drawing/2014/main" id="{3E59A0C6-6E5F-5B44-AE64-302AF6674850}"/>
              </a:ext>
            </a:extLst>
          </p:cNvPr>
          <p:cNvSpPr>
            <a:spLocks noChangeArrowheads="1"/>
          </p:cNvSpPr>
          <p:nvPr/>
        </p:nvSpPr>
        <p:spPr bwMode="auto">
          <a:xfrm>
            <a:off x="12688571" y="6230786"/>
            <a:ext cx="1224760" cy="364596"/>
          </a:xfrm>
          <a:prstGeom prst="ellipse">
            <a:avLst/>
          </a:prstGeom>
          <a:solidFill>
            <a:srgbClr val="FFFFFF"/>
          </a:solidFill>
          <a:ln w="9525">
            <a:solidFill>
              <a:schemeClr val="tx2"/>
            </a:solidFill>
            <a:round/>
            <a:headEnd/>
            <a:tailEnd/>
          </a:ln>
        </p:spPr>
        <p:txBody>
          <a:bodyPr lIns="0" tIns="0" rIns="0" bIns="0" upright="1"/>
          <a:lstStyle/>
          <a:p>
            <a:pPr marL="0" marR="0" lvl="0" indent="0" algn="ctr" defTabSz="812810" rtl="0" eaLnBrk="1" fontAlgn="auto" latinLnBrk="0" hangingPunct="1">
              <a:lnSpc>
                <a:spcPts val="1200"/>
              </a:lnSpc>
              <a:spcBef>
                <a:spcPts val="0"/>
              </a:spcBef>
              <a:spcAft>
                <a:spcPts val="0"/>
              </a:spcAft>
              <a:buClrTx/>
              <a:buSzTx/>
              <a:buFontTx/>
              <a:buNone/>
              <a:tabLst/>
              <a:defRPr/>
            </a:pPr>
            <a:r>
              <a:rPr kumimoji="0" lang="fr-CH" sz="800" b="0" i="0" u="none" strike="noStrike" kern="0" cap="none" spc="0" normalizeH="0" baseline="0" noProof="0" dirty="0" err="1">
                <a:ln>
                  <a:noFill/>
                </a:ln>
                <a:solidFill>
                  <a:srgbClr val="00274C"/>
                </a:solidFill>
                <a:effectLst/>
                <a:uLnTx/>
                <a:uFillTx/>
                <a:latin typeface="Arial" panose="020B0604020202020204" pitchFamily="34" charset="0"/>
                <a:ea typeface="Times New Roman" panose="02020603050405020304" pitchFamily="18" charset="0"/>
                <a:cs typeface="Arial" panose="020B0604020202020204" pitchFamily="34" charset="0"/>
              </a:rPr>
              <a:t>Intermediary</a:t>
            </a:r>
            <a:r>
              <a:rPr kumimoji="0" lang="fr-CH" sz="800" b="0" i="0" u="none" strike="noStrike" kern="0" cap="none" spc="0" normalizeH="0" baseline="0" noProof="0" dirty="0">
                <a:ln>
                  <a:noFill/>
                </a:ln>
                <a:solidFill>
                  <a:srgbClr val="00274C"/>
                </a:solidFill>
                <a:effectLst/>
                <a:uLnTx/>
                <a:uFillTx/>
                <a:latin typeface="Arial" panose="020B0604020202020204" pitchFamily="34" charset="0"/>
                <a:ea typeface="Times New Roman" panose="02020603050405020304" pitchFamily="18" charset="0"/>
                <a:cs typeface="Arial" panose="020B0604020202020204" pitchFamily="34" charset="0"/>
              </a:rPr>
              <a:t/>
            </a:r>
            <a:br>
              <a:rPr kumimoji="0" lang="fr-CH" sz="800" b="0" i="0" u="none" strike="noStrike" kern="0" cap="none" spc="0" normalizeH="0" baseline="0" noProof="0" dirty="0">
                <a:ln>
                  <a:noFill/>
                </a:ln>
                <a:solidFill>
                  <a:srgbClr val="00274C"/>
                </a:solidFill>
                <a:effectLst/>
                <a:uLnTx/>
                <a:uFillTx/>
                <a:latin typeface="Arial" panose="020B0604020202020204" pitchFamily="34" charset="0"/>
                <a:ea typeface="Times New Roman" panose="02020603050405020304" pitchFamily="18" charset="0"/>
                <a:cs typeface="Arial" panose="020B0604020202020204" pitchFamily="34" charset="0"/>
              </a:rPr>
            </a:br>
            <a:r>
              <a:rPr kumimoji="0" lang="fr-CH" sz="800" b="0" i="0" u="none" strike="noStrike" kern="0" cap="none" spc="0" normalizeH="0" baseline="0" noProof="0" dirty="0" err="1">
                <a:ln>
                  <a:noFill/>
                </a:ln>
                <a:solidFill>
                  <a:srgbClr val="00274C"/>
                </a:solidFill>
                <a:effectLst/>
                <a:uLnTx/>
                <a:uFillTx/>
                <a:latin typeface="Arial" panose="020B0604020202020204" pitchFamily="34" charset="0"/>
                <a:ea typeface="Times New Roman" panose="02020603050405020304" pitchFamily="18" charset="0"/>
                <a:cs typeface="Arial" panose="020B0604020202020204" pitchFamily="34" charset="0"/>
              </a:rPr>
              <a:t>product</a:t>
            </a:r>
            <a:endParaRPr kumimoji="0" lang="en-US" sz="1000" b="0" i="0" u="none" strike="noStrike" kern="0" cap="none" spc="0" normalizeH="0" baseline="0" noProof="0" dirty="0">
              <a:ln>
                <a:noFill/>
              </a:ln>
              <a:solidFill>
                <a:srgbClr val="00274C"/>
              </a:solidFill>
              <a:effectLst/>
              <a:uLnTx/>
              <a:uFillTx/>
              <a:latin typeface="Arial" panose="020B0604020202020204" pitchFamily="34" charset="0"/>
              <a:ea typeface="Times New Roman" panose="02020603050405020304" pitchFamily="18" charset="0"/>
              <a:cs typeface="Arial" panose="020B0604020202020204" pitchFamily="34" charset="0"/>
            </a:endParaRPr>
          </a:p>
        </p:txBody>
      </p:sp>
      <p:cxnSp>
        <p:nvCxnSpPr>
          <p:cNvPr id="111" name="AutoShape 315">
            <a:extLst>
              <a:ext uri="{FF2B5EF4-FFF2-40B4-BE49-F238E27FC236}">
                <a16:creationId xmlns:a16="http://schemas.microsoft.com/office/drawing/2014/main" id="{41DFB9B6-AA6F-664C-A5FA-8678C9EED61F}"/>
              </a:ext>
            </a:extLst>
          </p:cNvPr>
          <p:cNvCxnSpPr>
            <a:cxnSpLocks noChangeShapeType="1"/>
          </p:cNvCxnSpPr>
          <p:nvPr/>
        </p:nvCxnSpPr>
        <p:spPr bwMode="auto">
          <a:xfrm>
            <a:off x="11596163" y="7007367"/>
            <a:ext cx="832670" cy="708"/>
          </a:xfrm>
          <a:prstGeom prst="straightConnector1">
            <a:avLst/>
          </a:prstGeom>
          <a:noFill/>
          <a:ln w="15875">
            <a:solidFill>
              <a:schemeClr val="accent4"/>
            </a:solidFill>
            <a:prstDash val="dash"/>
            <a:round/>
            <a:headEnd/>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sp>
        <p:nvSpPr>
          <p:cNvPr id="112" name="Rectangle 111">
            <a:extLst>
              <a:ext uri="{FF2B5EF4-FFF2-40B4-BE49-F238E27FC236}">
                <a16:creationId xmlns:a16="http://schemas.microsoft.com/office/drawing/2014/main" id="{3308C4B2-3351-F449-99EC-D0527CB844C4}"/>
              </a:ext>
            </a:extLst>
          </p:cNvPr>
          <p:cNvSpPr>
            <a:spLocks noChangeArrowheads="1"/>
          </p:cNvSpPr>
          <p:nvPr/>
        </p:nvSpPr>
        <p:spPr bwMode="auto">
          <a:xfrm>
            <a:off x="11595562" y="6770889"/>
            <a:ext cx="833615" cy="1674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4" tIns="0" rIns="9144" bIns="0" upright="1"/>
          <a:lstStyle/>
          <a:p>
            <a:pPr marL="0" marR="0" lvl="0" indent="0" algn="ctr" defTabSz="812810" rtl="0" eaLnBrk="1" fontAlgn="auto" latinLnBrk="0" hangingPunct="1">
              <a:lnSpc>
                <a:spcPts val="1200"/>
              </a:lnSpc>
              <a:spcBef>
                <a:spcPts val="300"/>
              </a:spcBef>
              <a:spcAft>
                <a:spcPts val="0"/>
              </a:spcAft>
              <a:buClrTx/>
              <a:buSzTx/>
              <a:buFontTx/>
              <a:buNone/>
              <a:tabLst/>
              <a:defRPr/>
            </a:pPr>
            <a:r>
              <a:rPr kumimoji="0" lang="fr-FR" sz="800" b="0" i="0" u="none" strike="noStrike" kern="0" cap="none" spc="0" normalizeH="0" baseline="0" noProof="0" dirty="0">
                <a:ln>
                  <a:noFill/>
                </a:ln>
                <a:solidFill>
                  <a:srgbClr val="407EC9"/>
                </a:solidFill>
                <a:effectLst/>
                <a:uLnTx/>
                <a:uFillTx/>
                <a:latin typeface="Arial" panose="020B0604020202020204" pitchFamily="34" charset="0"/>
                <a:ea typeface="Times New Roman" panose="02020603050405020304" pitchFamily="18" charset="0"/>
                <a:cs typeface="Arial" panose="020B0604020202020204" pitchFamily="34" charset="0"/>
              </a:rPr>
              <a:t>Water flow</a:t>
            </a:r>
            <a:endParaRPr kumimoji="0" lang="en-US" sz="1000" b="0" i="0" u="none" strike="noStrike" kern="0" cap="none" spc="0" normalizeH="0" baseline="0" noProof="0" dirty="0">
              <a:ln>
                <a:noFill/>
              </a:ln>
              <a:solidFill>
                <a:srgbClr val="407EC9"/>
              </a:solidFill>
              <a:effectLst/>
              <a:uLnTx/>
              <a:uFillTx/>
              <a:latin typeface="Arial" panose="020B0604020202020204" pitchFamily="34" charset="0"/>
              <a:ea typeface="Times New Roman" panose="02020603050405020304" pitchFamily="18" charset="0"/>
              <a:cs typeface="Arial" panose="020B0604020202020204" pitchFamily="34" charset="0"/>
            </a:endParaRPr>
          </a:p>
        </p:txBody>
      </p:sp>
      <p:cxnSp>
        <p:nvCxnSpPr>
          <p:cNvPr id="113" name="AutoShape 318">
            <a:extLst>
              <a:ext uri="{FF2B5EF4-FFF2-40B4-BE49-F238E27FC236}">
                <a16:creationId xmlns:a16="http://schemas.microsoft.com/office/drawing/2014/main" id="{B0A3A95E-9247-E54B-80BD-3804822335C7}"/>
              </a:ext>
            </a:extLst>
          </p:cNvPr>
          <p:cNvCxnSpPr>
            <a:cxnSpLocks noChangeShapeType="1"/>
          </p:cNvCxnSpPr>
          <p:nvPr/>
        </p:nvCxnSpPr>
        <p:spPr bwMode="auto">
          <a:xfrm>
            <a:off x="12796477" y="7008783"/>
            <a:ext cx="832670" cy="708"/>
          </a:xfrm>
          <a:prstGeom prst="straightConnector1">
            <a:avLst/>
          </a:prstGeom>
          <a:noFill/>
          <a:ln w="15875">
            <a:solidFill>
              <a:schemeClr val="accent5"/>
            </a:solidFill>
            <a:round/>
            <a:headEnd/>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sp>
        <p:nvSpPr>
          <p:cNvPr id="114" name="Rectangle 113">
            <a:extLst>
              <a:ext uri="{FF2B5EF4-FFF2-40B4-BE49-F238E27FC236}">
                <a16:creationId xmlns:a16="http://schemas.microsoft.com/office/drawing/2014/main" id="{83270F41-749D-9844-BED8-8A27F490D959}"/>
              </a:ext>
            </a:extLst>
          </p:cNvPr>
          <p:cNvSpPr>
            <a:spLocks noChangeArrowheads="1"/>
          </p:cNvSpPr>
          <p:nvPr/>
        </p:nvSpPr>
        <p:spPr bwMode="auto">
          <a:xfrm>
            <a:off x="12796438" y="6772659"/>
            <a:ext cx="831846" cy="1670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4" tIns="0" rIns="9144" bIns="0" upright="1"/>
          <a:lstStyle/>
          <a:p>
            <a:pPr marL="0" marR="0" lvl="0" indent="0" algn="ctr" defTabSz="812810" rtl="0" eaLnBrk="1" fontAlgn="auto" latinLnBrk="0" hangingPunct="1">
              <a:lnSpc>
                <a:spcPts val="1200"/>
              </a:lnSpc>
              <a:spcBef>
                <a:spcPts val="300"/>
              </a:spcBef>
              <a:spcAft>
                <a:spcPts val="0"/>
              </a:spcAft>
              <a:buClrTx/>
              <a:buSzTx/>
              <a:buFontTx/>
              <a:buNone/>
              <a:tabLst/>
              <a:defRPr/>
            </a:pPr>
            <a:r>
              <a:rPr kumimoji="0" lang="fr-FR" sz="800" b="0" i="0" u="none" strike="noStrike" kern="0" cap="none" spc="0" normalizeH="0" baseline="0" noProof="0" dirty="0" err="1">
                <a:ln>
                  <a:noFill/>
                </a:ln>
                <a:solidFill>
                  <a:srgbClr val="D86018"/>
                </a:solidFill>
                <a:effectLst/>
                <a:uLnTx/>
                <a:uFillTx/>
                <a:latin typeface="Arial" panose="020B0604020202020204" pitchFamily="34" charset="0"/>
                <a:ea typeface="Times New Roman" panose="02020603050405020304" pitchFamily="18" charset="0"/>
                <a:cs typeface="Arial" panose="020B0604020202020204" pitchFamily="34" charset="0"/>
              </a:rPr>
              <a:t>Other</a:t>
            </a:r>
            <a:r>
              <a:rPr kumimoji="0" lang="fr-FR" sz="800" b="0" i="0" u="none" strike="noStrike" kern="0" cap="none" spc="0" normalizeH="0" baseline="0" noProof="0" dirty="0">
                <a:ln>
                  <a:noFill/>
                </a:ln>
                <a:solidFill>
                  <a:srgbClr val="D86018"/>
                </a:solidFill>
                <a:effectLst/>
                <a:uLnTx/>
                <a:uFillTx/>
                <a:latin typeface="Arial" panose="020B0604020202020204" pitchFamily="34" charset="0"/>
                <a:ea typeface="Times New Roman" panose="02020603050405020304" pitchFamily="18" charset="0"/>
                <a:cs typeface="Arial" panose="020B0604020202020204" pitchFamily="34" charset="0"/>
              </a:rPr>
              <a:t> flow</a:t>
            </a:r>
            <a:endParaRPr kumimoji="0" lang="en-US" sz="1000" b="0" i="0" u="none" strike="noStrike" kern="0" cap="none" spc="0" normalizeH="0" baseline="0" noProof="0" dirty="0">
              <a:ln>
                <a:noFill/>
              </a:ln>
              <a:solidFill>
                <a:srgbClr val="D86018"/>
              </a:solidFill>
              <a:effectLst/>
              <a:uLnTx/>
              <a:uFillTx/>
              <a:latin typeface="Arial" panose="020B0604020202020204" pitchFamily="34" charset="0"/>
              <a:ea typeface="Times New Roman" panose="02020603050405020304" pitchFamily="18" charset="0"/>
              <a:cs typeface="Arial" panose="020B0604020202020204" pitchFamily="34" charset="0"/>
            </a:endParaRPr>
          </a:p>
        </p:txBody>
      </p:sp>
      <p:sp>
        <p:nvSpPr>
          <p:cNvPr id="115" name="Rectangle 114">
            <a:extLst>
              <a:ext uri="{FF2B5EF4-FFF2-40B4-BE49-F238E27FC236}">
                <a16:creationId xmlns:a16="http://schemas.microsoft.com/office/drawing/2014/main" id="{D45683AA-31D4-0B4B-A487-DD9307660A14}"/>
              </a:ext>
            </a:extLst>
          </p:cNvPr>
          <p:cNvSpPr>
            <a:spLocks noChangeArrowheads="1"/>
          </p:cNvSpPr>
          <p:nvPr/>
        </p:nvSpPr>
        <p:spPr bwMode="auto">
          <a:xfrm>
            <a:off x="14136337" y="6271493"/>
            <a:ext cx="1120336" cy="254864"/>
          </a:xfrm>
          <a:prstGeom prst="rect">
            <a:avLst/>
          </a:prstGeom>
          <a:solidFill>
            <a:srgbClr val="D8D8D8"/>
          </a:solidFill>
          <a:ln>
            <a:noFill/>
          </a:ln>
          <a:extLst>
            <a:ext uri="{91240B29-F687-4F45-9708-019B960494DF}">
              <a14:hiddenLine xmlns:a14="http://schemas.microsoft.com/office/drawing/2010/main" w="9525">
                <a:solidFill>
                  <a:srgbClr val="000000"/>
                </a:solidFill>
                <a:miter lim="800000"/>
                <a:headEnd/>
                <a:tailEnd/>
              </a14:hiddenLine>
            </a:ext>
          </a:extLst>
        </p:spPr>
        <p:txBody>
          <a:bodyPr lIns="9144" tIns="0" rIns="9144" bIns="0" anchor="ctr" upright="1"/>
          <a:lstStyle/>
          <a:p>
            <a:pPr marL="0" marR="0" lvl="0" indent="0" algn="ctr" defTabSz="812810" rtl="0" eaLnBrk="1" fontAlgn="auto" latinLnBrk="0" hangingPunct="1">
              <a:lnSpc>
                <a:spcPts val="1200"/>
              </a:lnSpc>
              <a:spcBef>
                <a:spcPts val="0"/>
              </a:spcBef>
              <a:spcAft>
                <a:spcPts val="0"/>
              </a:spcAft>
              <a:buClrTx/>
              <a:buSzTx/>
              <a:buFontTx/>
              <a:buNone/>
              <a:tabLst/>
              <a:defRPr/>
            </a:pPr>
            <a:r>
              <a:rPr kumimoji="0" lang="fr-FR" sz="800" b="0" i="0" u="none" strike="noStrike" kern="0" cap="none" spc="0" normalizeH="0" baseline="0" noProof="0" dirty="0" err="1">
                <a:ln>
                  <a:noFill/>
                </a:ln>
                <a:solidFill>
                  <a:srgbClr val="00274C"/>
                </a:solidFill>
                <a:effectLst/>
                <a:uLnTx/>
                <a:uFillTx/>
                <a:latin typeface="Arial" panose="020B0604020202020204" pitchFamily="34" charset="0"/>
                <a:ea typeface="Times New Roman" panose="02020603050405020304" pitchFamily="18" charset="0"/>
                <a:cs typeface="Arial" panose="020B0604020202020204" pitchFamily="34" charset="0"/>
              </a:rPr>
              <a:t>Excluded</a:t>
            </a:r>
            <a:r>
              <a:rPr kumimoji="0" lang="fr-FR" sz="800" b="0" i="0" u="none" strike="noStrike" kern="0" cap="none" spc="0" normalizeH="0" baseline="0" noProof="0" dirty="0">
                <a:ln>
                  <a:noFill/>
                </a:ln>
                <a:solidFill>
                  <a:srgbClr val="00274C"/>
                </a:solidFill>
                <a:effectLst/>
                <a:uLnTx/>
                <a:uFillTx/>
                <a:latin typeface="Arial" panose="020B0604020202020204" pitchFamily="34" charset="0"/>
                <a:ea typeface="Times New Roman" panose="02020603050405020304" pitchFamily="18" charset="0"/>
                <a:cs typeface="Arial" panose="020B0604020202020204" pitchFamily="34" charset="0"/>
              </a:rPr>
              <a:t> </a:t>
            </a:r>
            <a:r>
              <a:rPr kumimoji="0" lang="fr-FR" sz="800" b="0" i="0" u="none" strike="noStrike" kern="0" cap="none" spc="0" normalizeH="0" baseline="0" noProof="0" dirty="0" err="1">
                <a:ln>
                  <a:noFill/>
                </a:ln>
                <a:solidFill>
                  <a:srgbClr val="00274C"/>
                </a:solidFill>
                <a:effectLst/>
                <a:uLnTx/>
                <a:uFillTx/>
                <a:latin typeface="Arial" panose="020B0604020202020204" pitchFamily="34" charset="0"/>
                <a:ea typeface="Times New Roman" panose="02020603050405020304" pitchFamily="18" charset="0"/>
                <a:cs typeface="Arial" panose="020B0604020202020204" pitchFamily="34" charset="0"/>
              </a:rPr>
              <a:t>from</a:t>
            </a:r>
            <a:r>
              <a:rPr kumimoji="0" lang="fr-FR" sz="800" b="0" i="0" u="none" strike="noStrike" kern="0" cap="none" spc="0" normalizeH="0" baseline="0" noProof="0" dirty="0">
                <a:ln>
                  <a:noFill/>
                </a:ln>
                <a:solidFill>
                  <a:srgbClr val="00274C"/>
                </a:solidFill>
                <a:effectLst/>
                <a:uLnTx/>
                <a:uFillTx/>
                <a:latin typeface="Arial" panose="020B0604020202020204" pitchFamily="34" charset="0"/>
                <a:ea typeface="Times New Roman" panose="02020603050405020304" pitchFamily="18" charset="0"/>
                <a:cs typeface="Arial" panose="020B0604020202020204" pitchFamily="34" charset="0"/>
              </a:rPr>
              <a:t> system</a:t>
            </a:r>
            <a:endParaRPr kumimoji="0" lang="en-US" sz="1000" b="0" i="0" u="none" strike="noStrike" kern="0" cap="none" spc="0" normalizeH="0" baseline="0" noProof="0" dirty="0">
              <a:ln>
                <a:noFill/>
              </a:ln>
              <a:solidFill>
                <a:srgbClr val="00274C"/>
              </a:solidFill>
              <a:effectLst/>
              <a:uLnTx/>
              <a:uFillTx/>
              <a:latin typeface="Arial" panose="020B0604020202020204" pitchFamily="34" charset="0"/>
              <a:ea typeface="Times New Roman" panose="02020603050405020304" pitchFamily="18" charset="0"/>
              <a:cs typeface="Arial" panose="020B0604020202020204" pitchFamily="34" charset="0"/>
            </a:endParaRPr>
          </a:p>
        </p:txBody>
      </p:sp>
      <p:sp>
        <p:nvSpPr>
          <p:cNvPr id="116" name="Rectangle 1">
            <a:extLst>
              <a:ext uri="{FF2B5EF4-FFF2-40B4-BE49-F238E27FC236}">
                <a16:creationId xmlns:a16="http://schemas.microsoft.com/office/drawing/2014/main" id="{C2754669-A532-0C4B-A6A5-AD1D85FA2C69}"/>
              </a:ext>
            </a:extLst>
          </p:cNvPr>
          <p:cNvSpPr>
            <a:spLocks noChangeArrowheads="1"/>
          </p:cNvSpPr>
          <p:nvPr/>
        </p:nvSpPr>
        <p:spPr bwMode="auto">
          <a:xfrm>
            <a:off x="1245756" y="2270142"/>
            <a:ext cx="3892643" cy="22467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rgbClr val="FF9900"/>
              </a:buClr>
              <a:buChar char="•"/>
              <a:defRPr sz="3200" b="1">
                <a:solidFill>
                  <a:srgbClr val="01035B"/>
                </a:solidFill>
                <a:latin typeface="Arial" panose="020B0604020202020204" pitchFamily="34" charset="0"/>
              </a:defRPr>
            </a:lvl1pPr>
            <a:lvl2pPr marL="742950" indent="-285750">
              <a:spcBef>
                <a:spcPct val="20000"/>
              </a:spcBef>
              <a:buClr>
                <a:srgbClr val="FF9900"/>
              </a:buClr>
              <a:buChar char="–"/>
              <a:defRPr sz="2800" b="1">
                <a:solidFill>
                  <a:srgbClr val="01035B"/>
                </a:solidFill>
                <a:latin typeface="Arial" panose="020B0604020202020204" pitchFamily="34" charset="0"/>
              </a:defRPr>
            </a:lvl2pPr>
            <a:lvl3pPr marL="1143000" indent="-228600">
              <a:spcBef>
                <a:spcPct val="20000"/>
              </a:spcBef>
              <a:buClr>
                <a:srgbClr val="FF9900"/>
              </a:buClr>
              <a:buChar char="•"/>
              <a:defRPr sz="2400" b="1">
                <a:solidFill>
                  <a:srgbClr val="01035B"/>
                </a:solidFill>
                <a:latin typeface="Arial" panose="020B0604020202020204" pitchFamily="34" charset="0"/>
              </a:defRPr>
            </a:lvl3pPr>
            <a:lvl4pPr marL="1600200" indent="-228600">
              <a:spcBef>
                <a:spcPct val="20000"/>
              </a:spcBef>
              <a:buClr>
                <a:srgbClr val="FF9900"/>
              </a:buClr>
              <a:buChar char="–"/>
              <a:defRPr sz="2000" b="1">
                <a:solidFill>
                  <a:srgbClr val="01035B"/>
                </a:solidFill>
                <a:latin typeface="Arial" panose="020B0604020202020204" pitchFamily="34" charset="0"/>
              </a:defRPr>
            </a:lvl4pPr>
            <a:lvl5pPr marL="2057400" indent="-228600">
              <a:spcBef>
                <a:spcPct val="20000"/>
              </a:spcBef>
              <a:buClr>
                <a:srgbClr val="FF9900"/>
              </a:buClr>
              <a:buChar char="»"/>
              <a:defRPr sz="2000" b="1">
                <a:solidFill>
                  <a:srgbClr val="01035B"/>
                </a:solidFill>
                <a:latin typeface="Arial" panose="020B0604020202020204" pitchFamily="34" charset="0"/>
              </a:defRPr>
            </a:lvl5pPr>
            <a:lvl6pPr marL="25146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6pPr>
            <a:lvl7pPr marL="29718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7pPr>
            <a:lvl8pPr marL="34290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8pPr>
            <a:lvl9pPr marL="38862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9pPr>
          </a:lstStyle>
          <a:p>
            <a:pPr marL="0" marR="0" lvl="0" indent="0" algn="l" defTabSz="812810" rtl="0" eaLnBrk="1" fontAlgn="auto" latinLnBrk="0" hangingPunct="1">
              <a:lnSpc>
                <a:spcPct val="100000"/>
              </a:lnSpc>
              <a:spcBef>
                <a:spcPct val="0"/>
              </a:spcBef>
              <a:spcAft>
                <a:spcPts val="0"/>
              </a:spcAft>
              <a:buClrTx/>
              <a:buSzTx/>
              <a:buFontTx/>
              <a:buNone/>
              <a:tabLst/>
              <a:defRPr/>
            </a:pPr>
            <a:r>
              <a:rPr kumimoji="0" lang="en-US" altLang="en-US" sz="2800" b="0" i="0" u="none" strike="noStrike" kern="1200" cap="none" spc="0" normalizeH="0" baseline="0" noProof="0" dirty="0">
                <a:ln>
                  <a:noFill/>
                </a:ln>
                <a:solidFill>
                  <a:srgbClr val="00274C"/>
                </a:solidFill>
                <a:effectLst/>
                <a:uLnTx/>
                <a:uFillTx/>
                <a:latin typeface="Arial" panose="020B0604020202020204" pitchFamily="34" charset="0"/>
                <a:ea typeface="+mn-ea"/>
                <a:cs typeface="+mn-cs"/>
              </a:rPr>
              <a:t>Other researchers addressed these biases in an </a:t>
            </a:r>
            <a:br>
              <a:rPr kumimoji="0" lang="en-US" altLang="en-US" sz="2800" b="0" i="0" u="none" strike="noStrike" kern="1200" cap="none" spc="0" normalizeH="0" baseline="0" noProof="0" dirty="0">
                <a:ln>
                  <a:noFill/>
                </a:ln>
                <a:solidFill>
                  <a:srgbClr val="00274C"/>
                </a:solidFill>
                <a:effectLst/>
                <a:uLnTx/>
                <a:uFillTx/>
                <a:latin typeface="Arial" panose="020B0604020202020204" pitchFamily="34" charset="0"/>
                <a:ea typeface="+mn-ea"/>
                <a:cs typeface="+mn-cs"/>
              </a:rPr>
            </a:br>
            <a:r>
              <a:rPr kumimoji="0" lang="en-US" altLang="en-US" sz="2800" b="0" i="0" u="none" strike="noStrike" kern="1200" cap="none" spc="0" normalizeH="0" baseline="0" noProof="0" dirty="0">
                <a:ln>
                  <a:noFill/>
                </a:ln>
                <a:solidFill>
                  <a:srgbClr val="00274C"/>
                </a:solidFill>
                <a:effectLst/>
                <a:uLnTx/>
                <a:uFillTx/>
                <a:latin typeface="Arial" panose="020B0604020202020204" pitchFamily="34" charset="0"/>
                <a:ea typeface="+mn-ea"/>
                <a:cs typeface="+mn-cs"/>
              </a:rPr>
              <a:t>alternative more consistent study</a:t>
            </a:r>
          </a:p>
        </p:txBody>
      </p:sp>
      <p:sp>
        <p:nvSpPr>
          <p:cNvPr id="117" name="Rectangle 2">
            <a:extLst>
              <a:ext uri="{FF2B5EF4-FFF2-40B4-BE49-F238E27FC236}">
                <a16:creationId xmlns:a16="http://schemas.microsoft.com/office/drawing/2014/main" id="{D7F55AD3-D83A-3348-9C8B-758BF2612EB8}"/>
              </a:ext>
            </a:extLst>
          </p:cNvPr>
          <p:cNvSpPr>
            <a:spLocks noChangeArrowheads="1"/>
          </p:cNvSpPr>
          <p:nvPr/>
        </p:nvSpPr>
        <p:spPr bwMode="auto">
          <a:xfrm>
            <a:off x="11789561" y="2270142"/>
            <a:ext cx="3810969" cy="13849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42900" indent="-342900">
              <a:spcBef>
                <a:spcPct val="20000"/>
              </a:spcBef>
              <a:buClr>
                <a:srgbClr val="FF9900"/>
              </a:buClr>
              <a:buChar char="•"/>
              <a:defRPr sz="3200" b="1">
                <a:solidFill>
                  <a:srgbClr val="01035B"/>
                </a:solidFill>
                <a:latin typeface="Arial" panose="020B0604020202020204" pitchFamily="34" charset="0"/>
              </a:defRPr>
            </a:lvl1pPr>
            <a:lvl2pPr>
              <a:spcBef>
                <a:spcPct val="20000"/>
              </a:spcBef>
              <a:buClr>
                <a:srgbClr val="FF9900"/>
              </a:buClr>
              <a:buChar char="–"/>
              <a:defRPr sz="2800" b="1">
                <a:solidFill>
                  <a:srgbClr val="01035B"/>
                </a:solidFill>
                <a:latin typeface="Arial" panose="020B0604020202020204" pitchFamily="34" charset="0"/>
              </a:defRPr>
            </a:lvl2pPr>
            <a:lvl3pPr marL="1143000" indent="-228600">
              <a:spcBef>
                <a:spcPct val="20000"/>
              </a:spcBef>
              <a:buClr>
                <a:srgbClr val="FF9900"/>
              </a:buClr>
              <a:buChar char="•"/>
              <a:defRPr sz="2400" b="1">
                <a:solidFill>
                  <a:srgbClr val="01035B"/>
                </a:solidFill>
                <a:latin typeface="Arial" panose="020B0604020202020204" pitchFamily="34" charset="0"/>
              </a:defRPr>
            </a:lvl3pPr>
            <a:lvl4pPr marL="1600200" indent="-228600">
              <a:spcBef>
                <a:spcPct val="20000"/>
              </a:spcBef>
              <a:buClr>
                <a:srgbClr val="FF9900"/>
              </a:buClr>
              <a:buChar char="–"/>
              <a:defRPr sz="2000" b="1">
                <a:solidFill>
                  <a:srgbClr val="01035B"/>
                </a:solidFill>
                <a:latin typeface="Arial" panose="020B0604020202020204" pitchFamily="34" charset="0"/>
              </a:defRPr>
            </a:lvl4pPr>
            <a:lvl5pPr marL="2057400" indent="-228600">
              <a:spcBef>
                <a:spcPct val="20000"/>
              </a:spcBef>
              <a:buClr>
                <a:srgbClr val="FF9900"/>
              </a:buClr>
              <a:buChar char="»"/>
              <a:defRPr sz="2000" b="1">
                <a:solidFill>
                  <a:srgbClr val="01035B"/>
                </a:solidFill>
                <a:latin typeface="Arial" panose="020B0604020202020204" pitchFamily="34" charset="0"/>
              </a:defRPr>
            </a:lvl5pPr>
            <a:lvl6pPr marL="25146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6pPr>
            <a:lvl7pPr marL="29718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7pPr>
            <a:lvl8pPr marL="34290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8pPr>
            <a:lvl9pPr marL="38862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9pPr>
          </a:lstStyle>
          <a:p>
            <a:pPr marL="342900" marR="0" lvl="0" indent="-342900" algn="l" defTabSz="812810" rtl="0" eaLnBrk="1" fontAlgn="auto" latinLnBrk="0" hangingPunct="1">
              <a:lnSpc>
                <a:spcPct val="100000"/>
              </a:lnSpc>
              <a:spcBef>
                <a:spcPct val="0"/>
              </a:spcBef>
              <a:spcAft>
                <a:spcPts val="0"/>
              </a:spcAft>
              <a:buClrTx/>
              <a:buSzTx/>
              <a:buFontTx/>
              <a:buNone/>
              <a:tabLst/>
              <a:defRPr/>
            </a:pPr>
            <a:r>
              <a:rPr kumimoji="0" lang="en-US" altLang="en-US" sz="2800" b="1" i="0" u="none" strike="noStrike" kern="1200" cap="none" spc="0" normalizeH="0" baseline="0" noProof="1">
                <a:ln>
                  <a:noFill/>
                </a:ln>
                <a:solidFill>
                  <a:srgbClr val="00274C"/>
                </a:solidFill>
                <a:effectLst/>
                <a:uLnTx/>
                <a:uFillTx/>
                <a:latin typeface="Arial" panose="020B0604020202020204" pitchFamily="34" charset="0"/>
                <a:ea typeface="+mn-ea"/>
                <a:cs typeface="+mn-cs"/>
              </a:rPr>
              <a:t>System boundaries:</a:t>
            </a:r>
          </a:p>
          <a:p>
            <a:pPr marL="342900" marR="0" lvl="0" indent="-342900" algn="l" defTabSz="812810" rtl="0" eaLnBrk="1" fontAlgn="auto" latinLnBrk="0" hangingPunct="1">
              <a:lnSpc>
                <a:spcPct val="100000"/>
              </a:lnSpc>
              <a:spcBef>
                <a:spcPct val="0"/>
              </a:spcBef>
              <a:spcAft>
                <a:spcPts val="0"/>
              </a:spcAft>
              <a:buClrTx/>
              <a:buSzTx/>
              <a:buFontTx/>
              <a:buNone/>
              <a:tabLst/>
              <a:defRPr/>
            </a:pPr>
            <a:r>
              <a:rPr kumimoji="0" lang="en-US" altLang="en-US" sz="2800" b="0" i="0" u="none" strike="noStrike" kern="1200" cap="none" spc="0" normalizeH="0" baseline="0" noProof="1">
                <a:ln>
                  <a:noFill/>
                </a:ln>
                <a:solidFill>
                  <a:srgbClr val="00274C"/>
                </a:solidFill>
                <a:effectLst/>
                <a:uLnTx/>
                <a:uFillTx/>
                <a:latin typeface="Arial" panose="020B0604020202020204" pitchFamily="34" charset="0"/>
                <a:ea typeface="+mn-ea"/>
                <a:cs typeface="+mn-cs"/>
              </a:rPr>
              <a:t>account for the </a:t>
            </a:r>
          </a:p>
          <a:p>
            <a:pPr marL="342900" marR="0" lvl="0" indent="-342900" algn="l" defTabSz="812810" rtl="0" eaLnBrk="1" fontAlgn="auto" latinLnBrk="0" hangingPunct="1">
              <a:lnSpc>
                <a:spcPct val="100000"/>
              </a:lnSpc>
              <a:spcBef>
                <a:spcPct val="0"/>
              </a:spcBef>
              <a:spcAft>
                <a:spcPts val="0"/>
              </a:spcAft>
              <a:buClrTx/>
              <a:buSzTx/>
              <a:buFontTx/>
              <a:buNone/>
              <a:tabLst/>
              <a:defRPr/>
            </a:pPr>
            <a:r>
              <a:rPr kumimoji="0" lang="en-US" altLang="en-US" sz="2800" b="0" i="0" u="none" strike="noStrike" kern="1200" cap="none" spc="0" normalizeH="0" baseline="0" noProof="1">
                <a:ln>
                  <a:noFill/>
                </a:ln>
                <a:solidFill>
                  <a:srgbClr val="00274C"/>
                </a:solidFill>
                <a:effectLst/>
                <a:uLnTx/>
                <a:uFillTx/>
                <a:latin typeface="Arial" panose="020B0604020202020204" pitchFamily="34" charset="0"/>
                <a:ea typeface="+mn-ea"/>
                <a:cs typeface="+mn-cs"/>
              </a:rPr>
              <a:t>same reality</a:t>
            </a:r>
          </a:p>
        </p:txBody>
      </p:sp>
      <p:sp>
        <p:nvSpPr>
          <p:cNvPr id="3" name="Rectangle 2">
            <a:extLst>
              <a:ext uri="{FF2B5EF4-FFF2-40B4-BE49-F238E27FC236}">
                <a16:creationId xmlns:a16="http://schemas.microsoft.com/office/drawing/2014/main" id="{C5C80F8F-0077-EF49-A352-4E4C12ECD8C2}"/>
              </a:ext>
            </a:extLst>
          </p:cNvPr>
          <p:cNvSpPr/>
          <p:nvPr/>
        </p:nvSpPr>
        <p:spPr>
          <a:xfrm>
            <a:off x="12706458" y="7325112"/>
            <a:ext cx="2738250" cy="307777"/>
          </a:xfrm>
          <a:prstGeom prst="rect">
            <a:avLst/>
          </a:prstGeom>
        </p:spPr>
        <p:txBody>
          <a:bodyPr wrap="none">
            <a:spAutoFit/>
          </a:bodyPr>
          <a:lstStyle/>
          <a:p>
            <a:pPr marL="0" marR="0" lvl="0" indent="0" algn="l" defTabSz="812810" rtl="0" eaLnBrk="1" fontAlgn="auto" latinLnBrk="0" hangingPunct="1">
              <a:lnSpc>
                <a:spcPct val="100000"/>
              </a:lnSpc>
              <a:spcBef>
                <a:spcPts val="0"/>
              </a:spcBef>
              <a:spcAft>
                <a:spcPts val="0"/>
              </a:spcAft>
              <a:buClrTx/>
              <a:buSzTx/>
              <a:buFontTx/>
              <a:buNone/>
              <a:tabLst/>
              <a:defRPr/>
            </a:pPr>
            <a:r>
              <a:rPr kumimoji="0" lang="en-US" altLang="en-US" sz="1400" b="0" i="0" u="none" strike="noStrike" kern="1200" cap="none" spc="0" normalizeH="0" baseline="0" noProof="0" dirty="0">
                <a:ln>
                  <a:noFill/>
                </a:ln>
                <a:solidFill>
                  <a:srgbClr val="000000">
                    <a:lumMod val="50000"/>
                    <a:lumOff val="50000"/>
                  </a:srgbClr>
                </a:solidFill>
                <a:effectLst/>
                <a:uLnTx/>
                <a:uFillTx/>
                <a:latin typeface="Arial" panose="020B0604020202020204"/>
                <a:ea typeface="+mn-ea"/>
                <a:cs typeface="+mn-cs"/>
              </a:rPr>
              <a:t>(adapted from Lang et al., 1994)</a:t>
            </a:r>
            <a:endParaRPr kumimoji="0" lang="en-US" sz="1400" b="0" i="0" u="none" strike="noStrike" kern="1200" cap="none" spc="0" normalizeH="0" baseline="0" noProof="0" dirty="0">
              <a:ln>
                <a:noFill/>
              </a:ln>
              <a:solidFill>
                <a:srgbClr val="000000">
                  <a:lumMod val="50000"/>
                  <a:lumOff val="50000"/>
                </a:srgbClr>
              </a:solidFill>
              <a:effectLst/>
              <a:uLnTx/>
              <a:uFillTx/>
              <a:latin typeface="Arial" panose="020B0604020202020204"/>
              <a:ea typeface="+mn-ea"/>
              <a:cs typeface="+mn-cs"/>
            </a:endParaRPr>
          </a:p>
        </p:txBody>
      </p:sp>
    </p:spTree>
    <p:extLst>
      <p:ext uri="{BB962C8B-B14F-4D97-AF65-F5344CB8AC3E}">
        <p14:creationId xmlns:p14="http://schemas.microsoft.com/office/powerpoint/2010/main" val="1134362486"/>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8439A4-B037-4F4E-AFCE-96000C7C1237}"/>
              </a:ext>
            </a:extLst>
          </p:cNvPr>
          <p:cNvSpPr>
            <a:spLocks noGrp="1"/>
          </p:cNvSpPr>
          <p:nvPr>
            <p:ph type="title"/>
          </p:nvPr>
        </p:nvSpPr>
        <p:spPr>
          <a:xfrm>
            <a:off x="812880" y="279400"/>
            <a:ext cx="14631828" cy="870385"/>
          </a:xfrm>
        </p:spPr>
        <p:txBody>
          <a:bodyPr/>
          <a:lstStyle/>
          <a:p>
            <a:r>
              <a:rPr lang="en-US" sz="3300" dirty="0"/>
              <a:t>System boundaries for fast food restaurants: Take away vs. reusable dishes</a:t>
            </a:r>
            <a:endParaRPr lang="en-US" sz="3300" dirty="0">
              <a:solidFill>
                <a:schemeClr val="tx2"/>
              </a:solidFill>
            </a:endParaRPr>
          </a:p>
        </p:txBody>
      </p:sp>
      <p:sp>
        <p:nvSpPr>
          <p:cNvPr id="3" name="Rectangle 2">
            <a:extLst>
              <a:ext uri="{FF2B5EF4-FFF2-40B4-BE49-F238E27FC236}">
                <a16:creationId xmlns:a16="http://schemas.microsoft.com/office/drawing/2014/main" id="{ACCAB8E3-0310-134A-A98D-A4396DE9A8A5}"/>
              </a:ext>
            </a:extLst>
          </p:cNvPr>
          <p:cNvSpPr/>
          <p:nvPr/>
        </p:nvSpPr>
        <p:spPr>
          <a:xfrm>
            <a:off x="1068228" y="7360558"/>
            <a:ext cx="4929555" cy="307777"/>
          </a:xfrm>
          <a:prstGeom prst="rect">
            <a:avLst/>
          </a:prstGeom>
        </p:spPr>
        <p:txBody>
          <a:bodyPr wrap="none">
            <a:spAutoFit/>
          </a:bodyPr>
          <a:lstStyle/>
          <a:p>
            <a:pPr marL="0" marR="0" lvl="0" indent="0" algn="l" defTabSz="812810" rtl="0" eaLnBrk="1" fontAlgn="auto" latinLnBrk="0" hangingPunct="1">
              <a:lnSpc>
                <a:spcPct val="100000"/>
              </a:lnSpc>
              <a:spcBef>
                <a:spcPts val="0"/>
              </a:spcBef>
              <a:spcAft>
                <a:spcPts val="0"/>
              </a:spcAft>
              <a:buClrTx/>
              <a:buSzTx/>
              <a:buFontTx/>
              <a:buNone/>
              <a:tabLst/>
              <a:defRPr/>
            </a:pPr>
            <a:r>
              <a:rPr kumimoji="0" lang="en-US" altLang="en-US" sz="1400" b="0" i="0" u="none" strike="noStrike" kern="1200" cap="none" spc="0" normalizeH="0" baseline="0" noProof="0" dirty="0">
                <a:ln>
                  <a:noFill/>
                </a:ln>
                <a:solidFill>
                  <a:srgbClr val="000000">
                    <a:lumMod val="50000"/>
                    <a:lumOff val="50000"/>
                  </a:srgbClr>
                </a:solidFill>
                <a:effectLst/>
                <a:uLnTx/>
                <a:uFillTx/>
                <a:latin typeface="Arial" panose="020B0604020202020204"/>
                <a:ea typeface="+mn-ea"/>
                <a:cs typeface="+mn-cs"/>
              </a:rPr>
              <a:t>(study by </a:t>
            </a:r>
            <a:r>
              <a:rPr kumimoji="0" lang="en-US" altLang="en-US" sz="1400" b="0" i="0" u="none" strike="noStrike" kern="1200" cap="none" spc="0" normalizeH="0" baseline="0" noProof="1">
                <a:ln>
                  <a:noFill/>
                </a:ln>
                <a:solidFill>
                  <a:srgbClr val="000000">
                    <a:lumMod val="50000"/>
                    <a:lumOff val="50000"/>
                  </a:srgbClr>
                </a:solidFill>
                <a:effectLst/>
                <a:uLnTx/>
                <a:uFillTx/>
                <a:latin typeface="Arial" panose="020B0604020202020204"/>
                <a:ea typeface="+mn-ea"/>
                <a:cs typeface="+mn-cs"/>
              </a:rPr>
              <a:t>Swiss federal institute of Zürich, </a:t>
            </a:r>
            <a:r>
              <a:rPr kumimoji="0" lang="en-US" sz="1400" b="0" i="0" u="none" strike="noStrike" kern="1200" cap="none" spc="0" normalizeH="0" baseline="0" noProof="0" dirty="0">
                <a:ln>
                  <a:noFill/>
                </a:ln>
                <a:solidFill>
                  <a:srgbClr val="000000">
                    <a:lumMod val="50000"/>
                    <a:lumOff val="50000"/>
                  </a:srgbClr>
                </a:solidFill>
                <a:effectLst/>
                <a:uLnTx/>
                <a:uFillTx/>
                <a:latin typeface="Arial" panose="020B0604020202020204"/>
                <a:ea typeface="+mn-ea"/>
                <a:cs typeface="+mn-cs"/>
              </a:rPr>
              <a:t>Lang et al., 1994</a:t>
            </a:r>
            <a:r>
              <a:rPr kumimoji="0" lang="en-US" altLang="en-US" sz="1400" b="0" i="0" u="none" strike="noStrike" kern="1200" cap="none" spc="0" normalizeH="0" baseline="0" noProof="0" dirty="0">
                <a:ln>
                  <a:noFill/>
                </a:ln>
                <a:solidFill>
                  <a:srgbClr val="000000">
                    <a:lumMod val="50000"/>
                    <a:lumOff val="50000"/>
                  </a:srgbClr>
                </a:solidFill>
                <a:effectLst/>
                <a:uLnTx/>
                <a:uFillTx/>
                <a:latin typeface="Arial" panose="020B0604020202020204"/>
                <a:ea typeface="+mn-ea"/>
                <a:cs typeface="+mn-cs"/>
              </a:rPr>
              <a:t>)</a:t>
            </a:r>
            <a:endParaRPr kumimoji="0" lang="en-US" sz="1400" b="0" i="0" u="none" strike="noStrike" kern="1200" cap="none" spc="0" normalizeH="0" baseline="0" noProof="0" dirty="0">
              <a:ln>
                <a:noFill/>
              </a:ln>
              <a:solidFill>
                <a:srgbClr val="000000">
                  <a:lumMod val="50000"/>
                  <a:lumOff val="50000"/>
                </a:srgbClr>
              </a:solidFill>
              <a:effectLst/>
              <a:uLnTx/>
              <a:uFillTx/>
              <a:latin typeface="Arial" panose="020B0604020202020204"/>
              <a:ea typeface="+mn-ea"/>
              <a:cs typeface="+mn-cs"/>
            </a:endParaRPr>
          </a:p>
        </p:txBody>
      </p:sp>
      <p:sp>
        <p:nvSpPr>
          <p:cNvPr id="25" name="Rectangle 4">
            <a:extLst>
              <a:ext uri="{FF2B5EF4-FFF2-40B4-BE49-F238E27FC236}">
                <a16:creationId xmlns:a16="http://schemas.microsoft.com/office/drawing/2014/main" id="{DDE1DEE1-0740-334E-A4F8-A30EE6025C79}"/>
              </a:ext>
            </a:extLst>
          </p:cNvPr>
          <p:cNvSpPr>
            <a:spLocks noChangeArrowheads="1"/>
          </p:cNvSpPr>
          <p:nvPr/>
        </p:nvSpPr>
        <p:spPr bwMode="auto">
          <a:xfrm>
            <a:off x="1068228" y="2703581"/>
            <a:ext cx="6792403" cy="15696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square">
            <a:spAutoFit/>
          </a:bodyPr>
          <a:lstStyle>
            <a:lvl1pPr marL="166688" indent="-166688">
              <a:spcBef>
                <a:spcPct val="20000"/>
              </a:spcBef>
              <a:buClr>
                <a:srgbClr val="FF9900"/>
              </a:buClr>
              <a:buChar char="•"/>
              <a:defRPr sz="3200" b="1">
                <a:solidFill>
                  <a:srgbClr val="01035B"/>
                </a:solidFill>
                <a:latin typeface="Arial" panose="020B0604020202020204" pitchFamily="34" charset="0"/>
              </a:defRPr>
            </a:lvl1pPr>
            <a:lvl2pPr marL="623888" indent="-166688">
              <a:spcBef>
                <a:spcPct val="20000"/>
              </a:spcBef>
              <a:buClr>
                <a:srgbClr val="FF9900"/>
              </a:buClr>
              <a:buChar char="–"/>
              <a:defRPr sz="2800" b="1">
                <a:solidFill>
                  <a:srgbClr val="01035B"/>
                </a:solidFill>
                <a:latin typeface="Arial" panose="020B0604020202020204" pitchFamily="34" charset="0"/>
              </a:defRPr>
            </a:lvl2pPr>
            <a:lvl3pPr marL="1143000" indent="-228600">
              <a:spcBef>
                <a:spcPct val="20000"/>
              </a:spcBef>
              <a:buClr>
                <a:srgbClr val="FF9900"/>
              </a:buClr>
              <a:buChar char="•"/>
              <a:defRPr sz="2400" b="1">
                <a:solidFill>
                  <a:srgbClr val="01035B"/>
                </a:solidFill>
                <a:latin typeface="Arial" panose="020B0604020202020204" pitchFamily="34" charset="0"/>
              </a:defRPr>
            </a:lvl3pPr>
            <a:lvl4pPr marL="1600200" indent="-228600">
              <a:spcBef>
                <a:spcPct val="20000"/>
              </a:spcBef>
              <a:buClr>
                <a:srgbClr val="FF9900"/>
              </a:buClr>
              <a:buChar char="–"/>
              <a:defRPr sz="2000" b="1">
                <a:solidFill>
                  <a:srgbClr val="01035B"/>
                </a:solidFill>
                <a:latin typeface="Arial" panose="020B0604020202020204" pitchFamily="34" charset="0"/>
              </a:defRPr>
            </a:lvl4pPr>
            <a:lvl5pPr marL="2057400" indent="-228600">
              <a:spcBef>
                <a:spcPct val="20000"/>
              </a:spcBef>
              <a:buClr>
                <a:srgbClr val="FF9900"/>
              </a:buClr>
              <a:buChar char="»"/>
              <a:defRPr sz="2000" b="1">
                <a:solidFill>
                  <a:srgbClr val="01035B"/>
                </a:solidFill>
                <a:latin typeface="Arial" panose="020B0604020202020204" pitchFamily="34" charset="0"/>
              </a:defRPr>
            </a:lvl5pPr>
            <a:lvl6pPr marL="25146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6pPr>
            <a:lvl7pPr marL="29718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7pPr>
            <a:lvl8pPr marL="34290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8pPr>
            <a:lvl9pPr marL="38862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9pPr>
          </a:lstStyle>
          <a:p>
            <a:pPr marL="0" marR="0" lvl="0" indent="0" algn="l" defTabSz="812810" rtl="0" eaLnBrk="1" fontAlgn="auto" latinLnBrk="0" hangingPunct="1">
              <a:lnSpc>
                <a:spcPct val="100000"/>
              </a:lnSpc>
              <a:spcBef>
                <a:spcPct val="50000"/>
              </a:spcBef>
              <a:spcAft>
                <a:spcPts val="0"/>
              </a:spcAft>
              <a:buClrTx/>
              <a:buSzTx/>
              <a:buFontTx/>
              <a:buNone/>
              <a:tabLst/>
              <a:defRPr/>
            </a:pPr>
            <a:r>
              <a:rPr kumimoji="0" lang="en-US" altLang="en-US" sz="3200" b="1" i="0" u="none" strike="noStrike" kern="1200" cap="none" spc="0" normalizeH="0" baseline="0" noProof="1">
                <a:ln>
                  <a:noFill/>
                </a:ln>
                <a:solidFill>
                  <a:srgbClr val="00274C"/>
                </a:solidFill>
                <a:effectLst/>
                <a:uLnTx/>
                <a:uFillTx/>
                <a:latin typeface="Arial" panose="020B0604020202020204" pitchFamily="34" charset="0"/>
                <a:ea typeface="+mn-ea"/>
                <a:cs typeface="+mn-cs"/>
              </a:rPr>
              <a:t>Compared a</a:t>
            </a:r>
            <a:r>
              <a:rPr kumimoji="0" lang="en-US" altLang="en-US" sz="3200" b="1" i="0" u="none" strike="noStrike" kern="1200" cap="none" spc="0" normalizeH="0" baseline="0" noProof="1">
                <a:ln>
                  <a:noFill/>
                </a:ln>
                <a:solidFill>
                  <a:srgbClr val="00274C"/>
                </a:solidFill>
                <a:effectLst/>
                <a:uLnTx/>
                <a:uFillTx/>
                <a:latin typeface="Arial" panose="020B0604020202020204" pitchFamily="34" charset="0"/>
                <a:ea typeface="+mn-ea"/>
                <a:cs typeface="+mn-cs"/>
                <a:sym typeface="Symbol" pitchFamily="2" charset="2"/>
              </a:rPr>
              <a:t>nother fast-food</a:t>
            </a:r>
            <a:r>
              <a:rPr kumimoji="0" lang="en-US" altLang="en-US" sz="3200" b="1" i="0" u="none" strike="noStrike" kern="1200" cap="none" spc="0" normalizeH="0" baseline="0" noProof="0" dirty="0">
                <a:ln>
                  <a:noFill/>
                </a:ln>
                <a:solidFill>
                  <a:srgbClr val="00274C"/>
                </a:solidFill>
                <a:effectLst/>
                <a:uLnTx/>
                <a:uFillTx/>
                <a:latin typeface="Arial" panose="020B0604020202020204" pitchFamily="34" charset="0"/>
                <a:ea typeface="+mn-ea"/>
                <a:cs typeface="+mn-cs"/>
                <a:sym typeface="Symbol" pitchFamily="2" charset="2"/>
              </a:rPr>
              <a:t> </a:t>
            </a:r>
            <a:br>
              <a:rPr kumimoji="0" lang="en-US" altLang="en-US" sz="3200" b="1" i="0" u="none" strike="noStrike" kern="1200" cap="none" spc="0" normalizeH="0" baseline="0" noProof="0" dirty="0">
                <a:ln>
                  <a:noFill/>
                </a:ln>
                <a:solidFill>
                  <a:srgbClr val="00274C"/>
                </a:solidFill>
                <a:effectLst/>
                <a:uLnTx/>
                <a:uFillTx/>
                <a:latin typeface="Arial" panose="020B0604020202020204" pitchFamily="34" charset="0"/>
                <a:ea typeface="+mn-ea"/>
                <a:cs typeface="+mn-cs"/>
                <a:sym typeface="Symbol" pitchFamily="2" charset="2"/>
              </a:rPr>
            </a:br>
            <a:r>
              <a:rPr kumimoji="0" lang="en-US" altLang="en-US" sz="3200" b="1" i="0" u="none" strike="noStrike" kern="1200" cap="none" spc="0" normalizeH="0" baseline="0" noProof="0" dirty="0">
                <a:ln>
                  <a:noFill/>
                </a:ln>
                <a:solidFill>
                  <a:srgbClr val="00274C"/>
                </a:solidFill>
                <a:effectLst/>
                <a:uLnTx/>
                <a:uFillTx/>
                <a:latin typeface="Arial" panose="020B0604020202020204" pitchFamily="34" charset="0"/>
                <a:ea typeface="+mn-ea"/>
                <a:cs typeface="+mn-cs"/>
                <a:sym typeface="Symbol" pitchFamily="2" charset="2"/>
              </a:rPr>
              <a:t>restaurant with dishes rather </a:t>
            </a:r>
            <a:br>
              <a:rPr kumimoji="0" lang="en-US" altLang="en-US" sz="3200" b="1" i="0" u="none" strike="noStrike" kern="1200" cap="none" spc="0" normalizeH="0" baseline="0" noProof="0" dirty="0">
                <a:ln>
                  <a:noFill/>
                </a:ln>
                <a:solidFill>
                  <a:srgbClr val="00274C"/>
                </a:solidFill>
                <a:effectLst/>
                <a:uLnTx/>
                <a:uFillTx/>
                <a:latin typeface="Arial" panose="020B0604020202020204" pitchFamily="34" charset="0"/>
                <a:ea typeface="+mn-ea"/>
                <a:cs typeface="+mn-cs"/>
                <a:sym typeface="Symbol" pitchFamily="2" charset="2"/>
              </a:rPr>
            </a:br>
            <a:r>
              <a:rPr kumimoji="0" lang="en-US" altLang="en-US" sz="3200" b="1" i="0" u="none" strike="noStrike" kern="1200" cap="none" spc="0" normalizeH="0" baseline="0" noProof="0" dirty="0">
                <a:ln>
                  <a:noFill/>
                </a:ln>
                <a:solidFill>
                  <a:srgbClr val="00274C"/>
                </a:solidFill>
                <a:effectLst/>
                <a:uLnTx/>
                <a:uFillTx/>
                <a:latin typeface="Arial" panose="020B0604020202020204" pitchFamily="34" charset="0"/>
                <a:ea typeface="+mn-ea"/>
                <a:cs typeface="+mn-cs"/>
                <a:sym typeface="Symbol" pitchFamily="2" charset="2"/>
              </a:rPr>
              <a:t>than packaged food.</a:t>
            </a:r>
          </a:p>
        </p:txBody>
      </p:sp>
      <p:sp>
        <p:nvSpPr>
          <p:cNvPr id="26" name="Rectangle 1">
            <a:extLst>
              <a:ext uri="{FF2B5EF4-FFF2-40B4-BE49-F238E27FC236}">
                <a16:creationId xmlns:a16="http://schemas.microsoft.com/office/drawing/2014/main" id="{153035F7-476A-B842-BE43-E1075000D148}"/>
              </a:ext>
            </a:extLst>
          </p:cNvPr>
          <p:cNvSpPr>
            <a:spLocks noChangeArrowheads="1"/>
          </p:cNvSpPr>
          <p:nvPr/>
        </p:nvSpPr>
        <p:spPr bwMode="auto">
          <a:xfrm>
            <a:off x="1068229" y="4642940"/>
            <a:ext cx="6102592" cy="12003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42900" indent="-342900">
              <a:spcBef>
                <a:spcPct val="20000"/>
              </a:spcBef>
              <a:buClr>
                <a:srgbClr val="FF9900"/>
              </a:buClr>
              <a:buChar char="•"/>
              <a:defRPr sz="3200" b="1">
                <a:solidFill>
                  <a:srgbClr val="01035B"/>
                </a:solidFill>
                <a:latin typeface="Arial" panose="020B0604020202020204" pitchFamily="34" charset="0"/>
              </a:defRPr>
            </a:lvl1pPr>
            <a:lvl2pPr marL="342900" indent="-342900">
              <a:spcBef>
                <a:spcPct val="20000"/>
              </a:spcBef>
              <a:buClr>
                <a:srgbClr val="FF9900"/>
              </a:buClr>
              <a:buChar char="–"/>
              <a:defRPr sz="2800" b="1">
                <a:solidFill>
                  <a:srgbClr val="01035B"/>
                </a:solidFill>
                <a:latin typeface="Arial" panose="020B0604020202020204" pitchFamily="34" charset="0"/>
              </a:defRPr>
            </a:lvl2pPr>
            <a:lvl3pPr marL="1143000" indent="-228600">
              <a:spcBef>
                <a:spcPct val="20000"/>
              </a:spcBef>
              <a:buClr>
                <a:srgbClr val="FF9900"/>
              </a:buClr>
              <a:buChar char="•"/>
              <a:defRPr sz="2400" b="1">
                <a:solidFill>
                  <a:srgbClr val="01035B"/>
                </a:solidFill>
                <a:latin typeface="Arial" panose="020B0604020202020204" pitchFamily="34" charset="0"/>
              </a:defRPr>
            </a:lvl3pPr>
            <a:lvl4pPr marL="1600200" indent="-228600">
              <a:spcBef>
                <a:spcPct val="20000"/>
              </a:spcBef>
              <a:buClr>
                <a:srgbClr val="FF9900"/>
              </a:buClr>
              <a:buChar char="–"/>
              <a:defRPr sz="2000" b="1">
                <a:solidFill>
                  <a:srgbClr val="01035B"/>
                </a:solidFill>
                <a:latin typeface="Arial" panose="020B0604020202020204" pitchFamily="34" charset="0"/>
              </a:defRPr>
            </a:lvl4pPr>
            <a:lvl5pPr marL="2057400" indent="-228600">
              <a:spcBef>
                <a:spcPct val="20000"/>
              </a:spcBef>
              <a:buClr>
                <a:srgbClr val="FF9900"/>
              </a:buClr>
              <a:buChar char="»"/>
              <a:defRPr sz="2000" b="1">
                <a:solidFill>
                  <a:srgbClr val="01035B"/>
                </a:solidFill>
                <a:latin typeface="Arial" panose="020B0604020202020204" pitchFamily="34" charset="0"/>
              </a:defRPr>
            </a:lvl5pPr>
            <a:lvl6pPr marL="25146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6pPr>
            <a:lvl7pPr marL="29718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7pPr>
            <a:lvl8pPr marL="34290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8pPr>
            <a:lvl9pPr marL="38862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9pPr>
          </a:lstStyle>
          <a:p>
            <a:pPr marL="0" marR="0" lvl="1" indent="0" algn="l" defTabSz="812810" rtl="0" eaLnBrk="1" fontAlgn="auto" latinLnBrk="0" hangingPunct="1">
              <a:lnSpc>
                <a:spcPct val="100000"/>
              </a:lnSpc>
              <a:spcBef>
                <a:spcPct val="0"/>
              </a:spcBef>
              <a:spcAft>
                <a:spcPts val="0"/>
              </a:spcAft>
              <a:buClrTx/>
              <a:buSzTx/>
              <a:buFontTx/>
              <a:buNone/>
              <a:tabLst/>
              <a:defRPr/>
            </a:pPr>
            <a:r>
              <a:rPr kumimoji="0" lang="en-US" altLang="en-US" sz="2400" b="0" i="0" u="none" strike="noStrike" kern="1200" cap="none" spc="0" normalizeH="0" baseline="0" noProof="0" dirty="0">
                <a:ln>
                  <a:noFill/>
                </a:ln>
                <a:solidFill>
                  <a:srgbClr val="D86018"/>
                </a:solidFill>
                <a:effectLst/>
                <a:uLnTx/>
                <a:uFillTx/>
                <a:latin typeface="Arial" panose="020B0604020202020204" pitchFamily="34" charset="0"/>
                <a:ea typeface="+mn-ea"/>
                <a:cs typeface="+mn-cs"/>
                <a:sym typeface="Wingdings" pitchFamily="2" charset="2"/>
              </a:rPr>
              <a:t>When re-counting the number of customers, the fast food customers </a:t>
            </a:r>
            <a:br>
              <a:rPr kumimoji="0" lang="en-US" altLang="en-US" sz="2400" b="0" i="0" u="none" strike="noStrike" kern="1200" cap="none" spc="0" normalizeH="0" baseline="0" noProof="0" dirty="0">
                <a:ln>
                  <a:noFill/>
                </a:ln>
                <a:solidFill>
                  <a:srgbClr val="D86018"/>
                </a:solidFill>
                <a:effectLst/>
                <a:uLnTx/>
                <a:uFillTx/>
                <a:latin typeface="Arial" panose="020B0604020202020204" pitchFamily="34" charset="0"/>
                <a:ea typeface="+mn-ea"/>
                <a:cs typeface="+mn-cs"/>
                <a:sym typeface="Wingdings" pitchFamily="2" charset="2"/>
              </a:rPr>
            </a:br>
            <a:r>
              <a:rPr kumimoji="0" lang="en-US" altLang="en-US" sz="2400" b="0" i="0" u="none" strike="noStrike" kern="1200" cap="none" spc="0" normalizeH="0" baseline="0" noProof="0" dirty="0">
                <a:ln>
                  <a:noFill/>
                </a:ln>
                <a:solidFill>
                  <a:srgbClr val="D86018"/>
                </a:solidFill>
                <a:effectLst/>
                <a:uLnTx/>
                <a:uFillTx/>
                <a:latin typeface="Arial" panose="020B0604020202020204" pitchFamily="34" charset="0"/>
                <a:ea typeface="+mn-ea"/>
                <a:cs typeface="+mn-cs"/>
                <a:sym typeface="Wingdings" pitchFamily="2" charset="2"/>
              </a:rPr>
              <a:t>had been over-estimated.</a:t>
            </a:r>
            <a:endParaRPr kumimoji="0" lang="en-US" altLang="en-US" sz="2400" b="0" i="0" u="none" strike="noStrike" kern="1200" cap="none" spc="0" normalizeH="0" baseline="0" noProof="0" dirty="0">
              <a:ln>
                <a:noFill/>
              </a:ln>
              <a:solidFill>
                <a:srgbClr val="D86018"/>
              </a:solidFill>
              <a:effectLst/>
              <a:uLnTx/>
              <a:uFillTx/>
              <a:latin typeface="Arial" panose="020B0604020202020204" pitchFamily="34" charset="0"/>
              <a:ea typeface="+mn-ea"/>
              <a:cs typeface="+mn-cs"/>
            </a:endParaRPr>
          </a:p>
        </p:txBody>
      </p:sp>
      <p:sp>
        <p:nvSpPr>
          <p:cNvPr id="29" name="Rectangle 1">
            <a:extLst>
              <a:ext uri="{FF2B5EF4-FFF2-40B4-BE49-F238E27FC236}">
                <a16:creationId xmlns:a16="http://schemas.microsoft.com/office/drawing/2014/main" id="{37109BB2-19B6-204A-8BD2-5B921F9A8278}"/>
              </a:ext>
            </a:extLst>
          </p:cNvPr>
          <p:cNvSpPr>
            <a:spLocks noChangeArrowheads="1"/>
          </p:cNvSpPr>
          <p:nvPr/>
        </p:nvSpPr>
        <p:spPr bwMode="auto">
          <a:xfrm>
            <a:off x="9095339" y="6718499"/>
            <a:ext cx="4572000"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FF9900"/>
              </a:buClr>
              <a:buChar char="•"/>
              <a:defRPr sz="3200" b="1">
                <a:solidFill>
                  <a:srgbClr val="01035B"/>
                </a:solidFill>
                <a:latin typeface="Arial" panose="020B0604020202020204" pitchFamily="34" charset="0"/>
              </a:defRPr>
            </a:lvl1pPr>
            <a:lvl2pPr marL="742950" indent="-285750">
              <a:spcBef>
                <a:spcPct val="20000"/>
              </a:spcBef>
              <a:buClr>
                <a:srgbClr val="FF9900"/>
              </a:buClr>
              <a:buChar char="–"/>
              <a:defRPr sz="2800" b="1">
                <a:solidFill>
                  <a:srgbClr val="01035B"/>
                </a:solidFill>
                <a:latin typeface="Arial" panose="020B0604020202020204" pitchFamily="34" charset="0"/>
              </a:defRPr>
            </a:lvl2pPr>
            <a:lvl3pPr marL="1143000" indent="-228600">
              <a:spcBef>
                <a:spcPct val="20000"/>
              </a:spcBef>
              <a:buClr>
                <a:srgbClr val="FF9900"/>
              </a:buClr>
              <a:buChar char="•"/>
              <a:defRPr sz="2400" b="1">
                <a:solidFill>
                  <a:srgbClr val="01035B"/>
                </a:solidFill>
                <a:latin typeface="Arial" panose="020B0604020202020204" pitchFamily="34" charset="0"/>
              </a:defRPr>
            </a:lvl3pPr>
            <a:lvl4pPr marL="1600200" indent="-228600">
              <a:spcBef>
                <a:spcPct val="20000"/>
              </a:spcBef>
              <a:buClr>
                <a:srgbClr val="FF9900"/>
              </a:buClr>
              <a:buChar char="–"/>
              <a:defRPr sz="2000" b="1">
                <a:solidFill>
                  <a:srgbClr val="01035B"/>
                </a:solidFill>
                <a:latin typeface="Arial" panose="020B0604020202020204" pitchFamily="34" charset="0"/>
              </a:defRPr>
            </a:lvl4pPr>
            <a:lvl5pPr marL="2057400" indent="-228600">
              <a:spcBef>
                <a:spcPct val="20000"/>
              </a:spcBef>
              <a:buClr>
                <a:srgbClr val="FF9900"/>
              </a:buClr>
              <a:buChar char="»"/>
              <a:defRPr sz="2000" b="1">
                <a:solidFill>
                  <a:srgbClr val="01035B"/>
                </a:solidFill>
                <a:latin typeface="Arial" panose="020B0604020202020204" pitchFamily="34" charset="0"/>
              </a:defRPr>
            </a:lvl5pPr>
            <a:lvl6pPr marL="25146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6pPr>
            <a:lvl7pPr marL="29718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7pPr>
            <a:lvl8pPr marL="34290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8pPr>
            <a:lvl9pPr marL="38862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9pPr>
          </a:lstStyle>
          <a:p>
            <a:pPr marL="0" marR="0" lvl="0" indent="0" algn="ctr" defTabSz="812810" rtl="0" eaLnBrk="1" fontAlgn="auto" latinLnBrk="0" hangingPunct="1">
              <a:lnSpc>
                <a:spcPct val="100000"/>
              </a:lnSpc>
              <a:spcBef>
                <a:spcPct val="0"/>
              </a:spcBef>
              <a:spcAft>
                <a:spcPts val="0"/>
              </a:spcAft>
              <a:buClrTx/>
              <a:buSzTx/>
              <a:buFontTx/>
              <a:buNone/>
              <a:tabLst/>
              <a:defRPr/>
            </a:pPr>
            <a:r>
              <a:rPr kumimoji="0" lang="en-US" altLang="en-US" sz="1800" b="0" i="0" u="none" strike="noStrike" kern="1200" cap="none" spc="0" normalizeH="0" baseline="0" noProof="0" dirty="0">
                <a:ln>
                  <a:noFill/>
                </a:ln>
                <a:solidFill>
                  <a:srgbClr val="00274C"/>
                </a:solidFill>
                <a:effectLst/>
                <a:uLnTx/>
                <a:uFillTx/>
                <a:latin typeface="Arial" panose="020B0604020202020204" pitchFamily="34" charset="0"/>
                <a:ea typeface="+mn-ea"/>
                <a:cs typeface="Arial" panose="020B0604020202020204" pitchFamily="34" charset="0"/>
              </a:rPr>
              <a:t>The fast-food restaurant </a:t>
            </a:r>
            <a:r>
              <a:rPr kumimoji="0" lang="en-US" altLang="en-US" sz="1800" b="1" i="0" u="none" strike="noStrike" kern="1200" cap="none" spc="0" normalizeH="0" baseline="0" noProof="0" dirty="0">
                <a:ln>
                  <a:noFill/>
                </a:ln>
                <a:solidFill>
                  <a:srgbClr val="00274C"/>
                </a:solidFill>
                <a:effectLst/>
                <a:uLnTx/>
                <a:uFillTx/>
                <a:latin typeface="Arial" panose="020B0604020202020204" pitchFamily="34" charset="0"/>
                <a:ea typeface="+mn-ea"/>
                <a:cs typeface="Arial" panose="020B0604020202020204" pitchFamily="34" charset="0"/>
              </a:rPr>
              <a:t>FF2</a:t>
            </a:r>
            <a:r>
              <a:rPr kumimoji="0" lang="en-US" altLang="en-US" sz="1800" b="0" i="0" u="none" strike="noStrike" kern="1200" cap="none" spc="0" normalizeH="0" baseline="0" noProof="0" dirty="0">
                <a:ln>
                  <a:noFill/>
                </a:ln>
                <a:solidFill>
                  <a:srgbClr val="00274C"/>
                </a:solidFill>
                <a:effectLst/>
                <a:uLnTx/>
                <a:uFillTx/>
                <a:latin typeface="Arial" panose="020B0604020202020204" pitchFamily="34" charset="0"/>
                <a:ea typeface="+mn-ea"/>
                <a:cs typeface="Arial" panose="020B0604020202020204" pitchFamily="34" charset="0"/>
              </a:rPr>
              <a:t> with reusable dishes is more environmentally friendly!</a:t>
            </a:r>
          </a:p>
        </p:txBody>
      </p:sp>
      <p:sp>
        <p:nvSpPr>
          <p:cNvPr id="4" name="Rectangle 3">
            <a:extLst>
              <a:ext uri="{FF2B5EF4-FFF2-40B4-BE49-F238E27FC236}">
                <a16:creationId xmlns:a16="http://schemas.microsoft.com/office/drawing/2014/main" id="{A9F76EE3-FA50-C54C-A2C1-8F8F7BB11E37}"/>
              </a:ext>
            </a:extLst>
          </p:cNvPr>
          <p:cNvSpPr/>
          <p:nvPr/>
        </p:nvSpPr>
        <p:spPr>
          <a:xfrm>
            <a:off x="8615790" y="6609347"/>
            <a:ext cx="5518484" cy="869838"/>
          </a:xfrm>
          <a:prstGeom prst="rect">
            <a:avLst/>
          </a:prstGeom>
          <a:noFill/>
          <a:ln w="25400">
            <a:solidFill>
              <a:schemeClr val="tx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812810" rtl="0" eaLnBrk="1" fontAlgn="auto" latinLnBrk="0" hangingPunct="1">
              <a:lnSpc>
                <a:spcPct val="100000"/>
              </a:lnSpc>
              <a:spcBef>
                <a:spcPts val="0"/>
              </a:spcBef>
              <a:spcAft>
                <a:spcPts val="0"/>
              </a:spcAft>
              <a:buClrTx/>
              <a:buSzTx/>
              <a:buFontTx/>
              <a:buNone/>
              <a:tabLst/>
              <a:defRPr/>
            </a:pPr>
            <a:endParaRPr kumimoji="0" lang="en-US" sz="3200" b="0" i="0" u="none" strike="noStrike" kern="1200" cap="none" spc="0" normalizeH="0" baseline="0" noProof="0">
              <a:ln>
                <a:noFill/>
              </a:ln>
              <a:solidFill>
                <a:prstClr val="white"/>
              </a:solidFill>
              <a:effectLst/>
              <a:uLnTx/>
              <a:uFillTx/>
              <a:latin typeface="Arial" panose="020B0604020202020204"/>
              <a:ea typeface="+mn-ea"/>
              <a:cs typeface="+mn-cs"/>
            </a:endParaRPr>
          </a:p>
        </p:txBody>
      </p:sp>
      <p:pic>
        <p:nvPicPr>
          <p:cNvPr id="7" name="Picture 6">
            <a:extLst>
              <a:ext uri="{FF2B5EF4-FFF2-40B4-BE49-F238E27FC236}">
                <a16:creationId xmlns:a16="http://schemas.microsoft.com/office/drawing/2014/main" id="{52160301-00D3-C240-A0BD-8CE397826E45}"/>
              </a:ext>
            </a:extLst>
          </p:cNvPr>
          <p:cNvPicPr>
            <a:picLocks noChangeAspect="1"/>
          </p:cNvPicPr>
          <p:nvPr/>
        </p:nvPicPr>
        <p:blipFill>
          <a:blip r:embed="rId3"/>
          <a:stretch>
            <a:fillRect/>
          </a:stretch>
        </p:blipFill>
        <p:spPr>
          <a:xfrm>
            <a:off x="7584141" y="1909482"/>
            <a:ext cx="7659119" cy="4499063"/>
          </a:xfrm>
          <a:prstGeom prst="rect">
            <a:avLst/>
          </a:prstGeom>
        </p:spPr>
      </p:pic>
    </p:spTree>
    <p:extLst>
      <p:ext uri="{BB962C8B-B14F-4D97-AF65-F5344CB8AC3E}">
        <p14:creationId xmlns:p14="http://schemas.microsoft.com/office/powerpoint/2010/main" val="1431314373"/>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7">
            <a:extLst>
              <a:ext uri="{FF2B5EF4-FFF2-40B4-BE49-F238E27FC236}">
                <a16:creationId xmlns:a16="http://schemas.microsoft.com/office/drawing/2014/main" id="{DCE93A83-2E66-F74F-A5CD-47D28E6C7BC3}"/>
              </a:ext>
            </a:extLst>
          </p:cNvPr>
          <p:cNvSpPr txBox="1">
            <a:spLocks/>
          </p:cNvSpPr>
          <p:nvPr/>
        </p:nvSpPr>
        <p:spPr>
          <a:xfrm>
            <a:off x="440871" y="5021568"/>
            <a:ext cx="14799129" cy="1718216"/>
          </a:xfrm>
          <a:prstGeom prst="rect">
            <a:avLst/>
          </a:prstGeom>
        </p:spPr>
        <p:txBody>
          <a:bodyPr anchor="t">
            <a:normAutofit/>
          </a:bodyPr>
          <a:lstStyle>
            <a:lvl1pPr algn="ctr" defTabSz="457200" rtl="0" eaLnBrk="1" latinLnBrk="0" hangingPunct="1">
              <a:spcBef>
                <a:spcPct val="0"/>
              </a:spcBef>
              <a:buNone/>
              <a:defRPr sz="4400" kern="1200">
                <a:solidFill>
                  <a:schemeClr val="tx1"/>
                </a:solidFill>
                <a:latin typeface="+mj-lt"/>
                <a:ea typeface="+mj-ea"/>
                <a:cs typeface="+mj-cs"/>
              </a:defRPr>
            </a:lvl1pPr>
          </a:lstStyle>
          <a:p>
            <a:pPr marL="0" marR="0" lvl="0" indent="0" algn="l" defTabSz="457200" rtl="0" eaLnBrk="1" fontAlgn="auto" latinLnBrk="0" hangingPunct="1">
              <a:lnSpc>
                <a:spcPct val="100000"/>
              </a:lnSpc>
              <a:spcBef>
                <a:spcPct val="0"/>
              </a:spcBef>
              <a:spcAft>
                <a:spcPts val="0"/>
              </a:spcAft>
              <a:buClrTx/>
              <a:buSzTx/>
              <a:buFontTx/>
              <a:buNone/>
              <a:tabLst/>
              <a:defRPr/>
            </a:pPr>
            <a:r>
              <a:rPr kumimoji="0" lang="en-US" sz="5400" b="1" i="0" u="none" strike="noStrike" kern="1200" cap="none" spc="0" normalizeH="0" baseline="0" noProof="0" dirty="0">
                <a:ln>
                  <a:noFill/>
                </a:ln>
                <a:solidFill>
                  <a:srgbClr val="00274C"/>
                </a:solidFill>
                <a:effectLst/>
                <a:uLnTx/>
                <a:uFillTx/>
                <a:latin typeface="Arial"/>
                <a:ea typeface="+mj-ea"/>
                <a:cs typeface="+mj-cs"/>
              </a:rPr>
              <a:t>System </a:t>
            </a:r>
            <a:r>
              <a:rPr kumimoji="0" lang="en-US" sz="5400" b="1" i="0" u="none" strike="noStrike" kern="1200" cap="none" spc="0" normalizeH="0" baseline="0" noProof="0" dirty="0" smtClean="0">
                <a:ln>
                  <a:noFill/>
                </a:ln>
                <a:solidFill>
                  <a:srgbClr val="00274C"/>
                </a:solidFill>
                <a:effectLst/>
                <a:uLnTx/>
                <a:uFillTx/>
                <a:latin typeface="Arial"/>
                <a:ea typeface="+mj-ea"/>
                <a:cs typeface="+mj-cs"/>
              </a:rPr>
              <a:t>Boundaries</a:t>
            </a:r>
          </a:p>
          <a:p>
            <a:pPr marL="0" marR="0" lvl="0" indent="0" algn="l" defTabSz="812810" rtl="0" eaLnBrk="1" fontAlgn="auto" latinLnBrk="0" hangingPunct="1">
              <a:lnSpc>
                <a:spcPct val="100000"/>
              </a:lnSpc>
              <a:spcBef>
                <a:spcPts val="0"/>
              </a:spcBef>
              <a:spcAft>
                <a:spcPts val="0"/>
              </a:spcAft>
              <a:buClrTx/>
              <a:buSzTx/>
              <a:buFontTx/>
              <a:buNone/>
              <a:tabLst/>
              <a:defRPr/>
            </a:pPr>
            <a:r>
              <a:rPr kumimoji="0" lang="en-US" altLang="en-US" sz="3600" b="1" i="0" u="none" strike="noStrike" kern="1200" cap="none" spc="0" normalizeH="0" baseline="0" noProof="0" dirty="0">
                <a:ln>
                  <a:noFill/>
                </a:ln>
                <a:solidFill>
                  <a:srgbClr val="D86018"/>
                </a:solidFill>
                <a:effectLst/>
                <a:uLnTx/>
                <a:uFillTx/>
                <a:latin typeface="Arial"/>
                <a:ea typeface="+mj-ea"/>
                <a:cs typeface="+mj-cs"/>
              </a:rPr>
              <a:t>Part </a:t>
            </a:r>
            <a:r>
              <a:rPr kumimoji="0" lang="en-US" altLang="en-US" sz="3600" b="1" i="0" u="none" strike="noStrike" kern="1200" cap="none" spc="0" normalizeH="0" baseline="0" noProof="0" dirty="0" smtClean="0">
                <a:ln>
                  <a:noFill/>
                </a:ln>
                <a:solidFill>
                  <a:srgbClr val="D86018"/>
                </a:solidFill>
                <a:effectLst/>
                <a:uLnTx/>
                <a:uFillTx/>
                <a:latin typeface="Arial"/>
                <a:ea typeface="+mj-ea"/>
                <a:cs typeface="+mj-cs"/>
              </a:rPr>
              <a:t>B – Rules for good practice</a:t>
            </a:r>
            <a:endParaRPr kumimoji="0" lang="en-US" altLang="en-US" sz="3600" b="1" i="0" u="none" strike="noStrike" kern="1200" cap="none" spc="0" normalizeH="0" baseline="0" noProof="0" dirty="0">
              <a:ln>
                <a:noFill/>
              </a:ln>
              <a:solidFill>
                <a:srgbClr val="D86018"/>
              </a:solidFill>
              <a:effectLst/>
              <a:uLnTx/>
              <a:uFillTx/>
              <a:latin typeface="Arial"/>
              <a:ea typeface="+mj-ea"/>
              <a:cs typeface="+mj-cs"/>
            </a:endParaRPr>
          </a:p>
        </p:txBody>
      </p:sp>
      <p:sp>
        <p:nvSpPr>
          <p:cNvPr id="3" name="TextBox 2">
            <a:extLst>
              <a:ext uri="{FF2B5EF4-FFF2-40B4-BE49-F238E27FC236}">
                <a16:creationId xmlns:a16="http://schemas.microsoft.com/office/drawing/2014/main" id="{F70B5F09-AA9C-0C49-A705-E3ECF1BA7055}"/>
              </a:ext>
            </a:extLst>
          </p:cNvPr>
          <p:cNvSpPr txBox="1"/>
          <p:nvPr/>
        </p:nvSpPr>
        <p:spPr>
          <a:xfrm>
            <a:off x="440871" y="6790584"/>
            <a:ext cx="3021981" cy="477054"/>
          </a:xfrm>
          <a:prstGeom prst="rect">
            <a:avLst/>
          </a:prstGeom>
          <a:noFill/>
        </p:spPr>
        <p:txBody>
          <a:bodyPr wrap="none" rtlCol="0">
            <a:spAutoFit/>
          </a:bodyPr>
          <a:lstStyle/>
          <a:p>
            <a:pPr marL="0" marR="0" lvl="0" indent="0" algn="l" defTabSz="812810" rtl="0" eaLnBrk="1" fontAlgn="auto" latinLnBrk="0" hangingPunct="1">
              <a:lnSpc>
                <a:spcPct val="100000"/>
              </a:lnSpc>
              <a:spcBef>
                <a:spcPts val="0"/>
              </a:spcBef>
              <a:spcAft>
                <a:spcPts val="0"/>
              </a:spcAft>
              <a:buClrTx/>
              <a:buSzTx/>
              <a:buFontTx/>
              <a:buNone/>
              <a:tabLst/>
              <a:defRPr/>
            </a:pPr>
            <a:r>
              <a:rPr kumimoji="0" lang="en-US" sz="2500" b="1" i="0" u="none" strike="noStrike" kern="1200" cap="none" spc="0" normalizeH="0" baseline="0" noProof="0" dirty="0">
                <a:ln>
                  <a:noFill/>
                </a:ln>
                <a:solidFill>
                  <a:srgbClr val="00274C"/>
                </a:solidFill>
                <a:effectLst/>
                <a:uLnTx/>
                <a:uFillTx/>
                <a:latin typeface="Arial"/>
                <a:ea typeface="+mn-ea"/>
                <a:cs typeface="+mn-cs"/>
              </a:rPr>
              <a:t>Olivier Jolliet, PhD</a:t>
            </a:r>
            <a:endParaRPr kumimoji="0" lang="en-US" sz="2500" b="0" i="0" u="none" strike="noStrike" kern="1200" cap="none" spc="0" normalizeH="0" baseline="0" noProof="0" dirty="0">
              <a:ln>
                <a:noFill/>
              </a:ln>
              <a:solidFill>
                <a:srgbClr val="00274C"/>
              </a:solidFill>
              <a:effectLst/>
              <a:uLnTx/>
              <a:uFillTx/>
              <a:latin typeface="Arial"/>
              <a:ea typeface="+mn-ea"/>
              <a:cs typeface="+mn-cs"/>
            </a:endParaRPr>
          </a:p>
        </p:txBody>
      </p:sp>
    </p:spTree>
    <p:extLst>
      <p:ext uri="{BB962C8B-B14F-4D97-AF65-F5344CB8AC3E}">
        <p14:creationId xmlns:p14="http://schemas.microsoft.com/office/powerpoint/2010/main" val="1211990689"/>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 name="Rectangle 39">
            <a:extLst>
              <a:ext uri="{FF2B5EF4-FFF2-40B4-BE49-F238E27FC236}">
                <a16:creationId xmlns:a16="http://schemas.microsoft.com/office/drawing/2014/main" id="{A58D0B7F-65D7-2B48-9B3A-874E2593F200}"/>
              </a:ext>
            </a:extLst>
          </p:cNvPr>
          <p:cNvSpPr/>
          <p:nvPr/>
        </p:nvSpPr>
        <p:spPr>
          <a:xfrm>
            <a:off x="1038142" y="1546089"/>
            <a:ext cx="14358440" cy="796058"/>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812810" rtl="0" eaLnBrk="1" fontAlgn="auto" latinLnBrk="0" hangingPunct="1">
              <a:lnSpc>
                <a:spcPct val="100000"/>
              </a:lnSpc>
              <a:spcBef>
                <a:spcPts val="0"/>
              </a:spcBef>
              <a:spcAft>
                <a:spcPts val="0"/>
              </a:spcAft>
              <a:buClrTx/>
              <a:buSzTx/>
              <a:buFontTx/>
              <a:buNone/>
              <a:tabLst/>
              <a:defRPr/>
            </a:pPr>
            <a:endParaRPr kumimoji="0" lang="en-US" sz="2000" b="1" i="0" u="none" strike="noStrike" kern="1200" cap="none" spc="0" normalizeH="0" baseline="0" noProof="0" dirty="0">
              <a:ln>
                <a:noFill/>
              </a:ln>
              <a:solidFill>
                <a:prstClr val="white"/>
              </a:solidFill>
              <a:effectLst/>
              <a:uLnTx/>
              <a:uFillTx/>
              <a:latin typeface="Arial" panose="020B0604020202020204"/>
              <a:ea typeface="+mn-ea"/>
              <a:cs typeface="+mn-cs"/>
            </a:endParaRPr>
          </a:p>
        </p:txBody>
      </p:sp>
      <p:sp>
        <p:nvSpPr>
          <p:cNvPr id="2" name="Title 1">
            <a:extLst>
              <a:ext uri="{FF2B5EF4-FFF2-40B4-BE49-F238E27FC236}">
                <a16:creationId xmlns:a16="http://schemas.microsoft.com/office/drawing/2014/main" id="{FD8439A4-B037-4F4E-AFCE-96000C7C1237}"/>
              </a:ext>
            </a:extLst>
          </p:cNvPr>
          <p:cNvSpPr>
            <a:spLocks noGrp="1"/>
          </p:cNvSpPr>
          <p:nvPr>
            <p:ph type="title"/>
          </p:nvPr>
        </p:nvSpPr>
        <p:spPr>
          <a:xfrm>
            <a:off x="812880" y="279400"/>
            <a:ext cx="14631828" cy="870385"/>
          </a:xfrm>
        </p:spPr>
        <p:txBody>
          <a:bodyPr/>
          <a:lstStyle/>
          <a:p>
            <a:r>
              <a:rPr lang="en-US" altLang="en-US" noProof="1"/>
              <a:t>System boundaries</a:t>
            </a:r>
            <a:r>
              <a:rPr lang="en-US" altLang="en-US" dirty="0"/>
              <a:t>:</a:t>
            </a:r>
            <a:r>
              <a:rPr lang="en-US" altLang="en-US" noProof="1"/>
              <a:t> rules for good practice</a:t>
            </a:r>
            <a:endParaRPr lang="en-US" dirty="0">
              <a:solidFill>
                <a:schemeClr val="tx2"/>
              </a:solidFill>
            </a:endParaRPr>
          </a:p>
        </p:txBody>
      </p:sp>
      <p:sp>
        <p:nvSpPr>
          <p:cNvPr id="3" name="Rectangle 2">
            <a:extLst>
              <a:ext uri="{FF2B5EF4-FFF2-40B4-BE49-F238E27FC236}">
                <a16:creationId xmlns:a16="http://schemas.microsoft.com/office/drawing/2014/main" id="{B19BABDC-B122-3F4D-A115-AB4CE4448DF9}"/>
              </a:ext>
            </a:extLst>
          </p:cNvPr>
          <p:cNvSpPr/>
          <p:nvPr/>
        </p:nvSpPr>
        <p:spPr>
          <a:xfrm>
            <a:off x="948991" y="1703887"/>
            <a:ext cx="14495717" cy="480131"/>
          </a:xfrm>
          <a:prstGeom prst="rect">
            <a:avLst/>
          </a:prstGeom>
        </p:spPr>
        <p:txBody>
          <a:bodyPr wrap="square">
            <a:spAutoFit/>
          </a:bodyPr>
          <a:lstStyle/>
          <a:p>
            <a:pPr marL="0" marR="0" lvl="0" indent="0" algn="ctr" defTabSz="812810" rtl="0" eaLnBrk="1" fontAlgn="auto" latinLnBrk="0" hangingPunct="1">
              <a:lnSpc>
                <a:spcPct val="90000"/>
              </a:lnSpc>
              <a:spcBef>
                <a:spcPct val="30000"/>
              </a:spcBef>
              <a:spcAft>
                <a:spcPts val="0"/>
              </a:spcAft>
              <a:buClrTx/>
              <a:buSzTx/>
              <a:buFontTx/>
              <a:buNone/>
              <a:tabLst/>
              <a:defRPr/>
            </a:pPr>
            <a:r>
              <a:rPr kumimoji="0" lang="en-US" altLang="en-US" sz="2800" b="1" i="0" u="none" strike="noStrike" kern="1200" cap="none" spc="0" normalizeH="0" baseline="0" noProof="1">
                <a:ln>
                  <a:noFill/>
                </a:ln>
                <a:solidFill>
                  <a:prstClr val="white"/>
                </a:solidFill>
                <a:effectLst/>
                <a:uLnTx/>
                <a:uFillTx/>
                <a:latin typeface="Arial" panose="020B0604020202020204"/>
                <a:ea typeface="+mn-ea"/>
                <a:cs typeface="+mn-cs"/>
              </a:rPr>
              <a:t>System boundaries </a:t>
            </a:r>
            <a:r>
              <a:rPr kumimoji="0" lang="en-US" altLang="en-US" sz="2800" b="0" i="0" u="none" strike="noStrike" kern="1200" cap="none" spc="0" normalizeH="0" baseline="0" noProof="1">
                <a:ln>
                  <a:noFill/>
                </a:ln>
                <a:solidFill>
                  <a:prstClr val="white"/>
                </a:solidFill>
                <a:effectLst/>
                <a:uLnTx/>
                <a:uFillTx/>
                <a:latin typeface="Arial" panose="020B0604020202020204"/>
                <a:ea typeface="+mn-ea"/>
                <a:cs typeface="+mn-cs"/>
              </a:rPr>
              <a:t>include</a:t>
            </a:r>
            <a:r>
              <a:rPr kumimoji="0" lang="en-US" altLang="en-US" sz="2800" b="1" i="1" u="none" strike="noStrike" kern="1200" cap="none" spc="0" normalizeH="0" baseline="0" noProof="1">
                <a:ln>
                  <a:noFill/>
                </a:ln>
                <a:solidFill>
                  <a:prstClr val="white"/>
                </a:solidFill>
                <a:effectLst/>
                <a:uLnTx/>
                <a:uFillTx/>
                <a:latin typeface="Arial" panose="020B0604020202020204"/>
                <a:ea typeface="+mn-ea"/>
                <a:cs typeface="+mn-cs"/>
              </a:rPr>
              <a:t> </a:t>
            </a:r>
            <a:r>
              <a:rPr kumimoji="0" lang="en-US" altLang="en-US" sz="2800" b="0" i="1" u="none" strike="noStrike" kern="1200" cap="none" spc="0" normalizeH="0" baseline="0" noProof="1">
                <a:ln>
                  <a:noFill/>
                </a:ln>
                <a:solidFill>
                  <a:prstClr val="white"/>
                </a:solidFill>
                <a:effectLst/>
                <a:uLnTx/>
                <a:uFillTx/>
                <a:latin typeface="Arial" panose="020B0604020202020204"/>
                <a:ea typeface="+mn-ea"/>
                <a:cs typeface="+mn-cs"/>
              </a:rPr>
              <a:t>all</a:t>
            </a:r>
            <a:r>
              <a:rPr kumimoji="0" lang="en-US" altLang="en-US" sz="2800" b="1" i="1" u="none" strike="noStrike" kern="1200" cap="none" spc="0" normalizeH="0" baseline="0" noProof="1">
                <a:ln>
                  <a:noFill/>
                </a:ln>
                <a:solidFill>
                  <a:prstClr val="white"/>
                </a:solidFill>
                <a:effectLst/>
                <a:uLnTx/>
                <a:uFillTx/>
                <a:latin typeface="Arial" panose="020B0604020202020204"/>
                <a:ea typeface="+mn-ea"/>
                <a:cs typeface="+mn-cs"/>
              </a:rPr>
              <a:t> </a:t>
            </a:r>
            <a:r>
              <a:rPr kumimoji="0" lang="en-US" altLang="en-US" sz="2800" b="0" i="0" u="none" strike="noStrike" kern="1200" cap="none" spc="0" normalizeH="0" baseline="0" noProof="1">
                <a:ln>
                  <a:noFill/>
                </a:ln>
                <a:solidFill>
                  <a:prstClr val="white"/>
                </a:solidFill>
                <a:effectLst/>
                <a:uLnTx/>
                <a:uFillTx/>
                <a:latin typeface="Arial" panose="020B0604020202020204"/>
                <a:ea typeface="+mn-ea"/>
                <a:cs typeface="+mn-cs"/>
              </a:rPr>
              <a:t>the necessary processes to assure the desired function.</a:t>
            </a:r>
          </a:p>
        </p:txBody>
      </p:sp>
      <p:sp>
        <p:nvSpPr>
          <p:cNvPr id="34" name="Rectangle 33">
            <a:extLst>
              <a:ext uri="{FF2B5EF4-FFF2-40B4-BE49-F238E27FC236}">
                <a16:creationId xmlns:a16="http://schemas.microsoft.com/office/drawing/2014/main" id="{3C23B12F-B264-8D44-9079-36552548C61E}"/>
              </a:ext>
            </a:extLst>
          </p:cNvPr>
          <p:cNvSpPr/>
          <p:nvPr/>
        </p:nvSpPr>
        <p:spPr>
          <a:xfrm>
            <a:off x="1038141" y="2550595"/>
            <a:ext cx="1336091" cy="500811"/>
          </a:xfrm>
          <a:prstGeom prst="rect">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81281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prstClr val="white"/>
                </a:solidFill>
                <a:effectLst/>
                <a:uLnTx/>
                <a:uFillTx/>
                <a:latin typeface="Arial" panose="020B0604020202020204"/>
                <a:ea typeface="+mn-ea"/>
                <a:cs typeface="+mn-cs"/>
              </a:rPr>
              <a:t>RULE 1:</a:t>
            </a:r>
          </a:p>
        </p:txBody>
      </p:sp>
      <p:sp>
        <p:nvSpPr>
          <p:cNvPr id="4" name="Rectangle 3">
            <a:extLst>
              <a:ext uri="{FF2B5EF4-FFF2-40B4-BE49-F238E27FC236}">
                <a16:creationId xmlns:a16="http://schemas.microsoft.com/office/drawing/2014/main" id="{12E0FB8F-7807-2244-BD35-CF94D669D520}"/>
              </a:ext>
            </a:extLst>
          </p:cNvPr>
          <p:cNvSpPr/>
          <p:nvPr/>
        </p:nvSpPr>
        <p:spPr>
          <a:xfrm>
            <a:off x="2572084" y="2499945"/>
            <a:ext cx="12393596" cy="954107"/>
          </a:xfrm>
          <a:prstGeom prst="rect">
            <a:avLst/>
          </a:prstGeom>
        </p:spPr>
        <p:txBody>
          <a:bodyPr wrap="square">
            <a:spAutoFit/>
          </a:bodyPr>
          <a:lstStyle/>
          <a:p>
            <a:pPr marL="0" marR="0" lvl="0" indent="0" algn="l" defTabSz="812810" rtl="0" eaLnBrk="1" fontAlgn="auto" latinLnBrk="0" hangingPunct="1">
              <a:lnSpc>
                <a:spcPct val="100000"/>
              </a:lnSpc>
              <a:spcBef>
                <a:spcPts val="0"/>
              </a:spcBef>
              <a:spcAft>
                <a:spcPts val="0"/>
              </a:spcAft>
              <a:buClrTx/>
              <a:buSzTx/>
              <a:buFontTx/>
              <a:buNone/>
              <a:tabLst/>
              <a:defRPr/>
            </a:pPr>
            <a:r>
              <a:rPr kumimoji="0" lang="en-US" altLang="en-US" sz="2800" b="0" i="0" u="none" strike="noStrike" kern="1200" cap="none" spc="0" normalizeH="0" baseline="0" noProof="1">
                <a:ln>
                  <a:noFill/>
                </a:ln>
                <a:solidFill>
                  <a:srgbClr val="00274C"/>
                </a:solidFill>
                <a:effectLst/>
                <a:uLnTx/>
                <a:uFillTx/>
                <a:latin typeface="Arial" panose="020B0604020202020204"/>
                <a:ea typeface="+mn-ea"/>
                <a:cs typeface="+mn-cs"/>
              </a:rPr>
              <a:t>System boundaries should cover the same functional reality in all scenarios </a:t>
            </a:r>
            <a:r>
              <a:rPr kumimoji="0" lang="en-US" altLang="en-US" sz="2800" b="0" i="1" u="none" strike="noStrike" kern="1200" cap="none" spc="0" normalizeH="0" baseline="0" noProof="1">
                <a:ln>
                  <a:noFill/>
                </a:ln>
                <a:solidFill>
                  <a:srgbClr val="00274C"/>
                </a:solidFill>
                <a:effectLst/>
                <a:uLnTx/>
                <a:uFillTx/>
                <a:latin typeface="Arial" panose="020B0604020202020204"/>
                <a:ea typeface="+mn-ea"/>
                <a:cs typeface="+mn-cs"/>
              </a:rPr>
              <a:t>(functional boundaries, not geographical boundaries)</a:t>
            </a:r>
            <a:endParaRPr kumimoji="0" lang="en-US" sz="2800" b="0" i="1" u="none" strike="noStrike" kern="1200" cap="none" spc="0" normalizeH="0" baseline="0" noProof="0" dirty="0">
              <a:ln>
                <a:noFill/>
              </a:ln>
              <a:solidFill>
                <a:srgbClr val="00274C"/>
              </a:solidFill>
              <a:effectLst/>
              <a:uLnTx/>
              <a:uFillTx/>
              <a:latin typeface="Arial" panose="020B0604020202020204"/>
              <a:ea typeface="+mn-ea"/>
              <a:cs typeface="+mn-cs"/>
            </a:endParaRPr>
          </a:p>
        </p:txBody>
      </p:sp>
      <p:sp>
        <p:nvSpPr>
          <p:cNvPr id="36" name="Rectangle 35">
            <a:extLst>
              <a:ext uri="{FF2B5EF4-FFF2-40B4-BE49-F238E27FC236}">
                <a16:creationId xmlns:a16="http://schemas.microsoft.com/office/drawing/2014/main" id="{95587ED4-D99F-9E40-A745-1EAF4BCCC4B9}"/>
              </a:ext>
            </a:extLst>
          </p:cNvPr>
          <p:cNvSpPr/>
          <p:nvPr/>
        </p:nvSpPr>
        <p:spPr>
          <a:xfrm>
            <a:off x="1038141" y="3725591"/>
            <a:ext cx="1336091" cy="600198"/>
          </a:xfrm>
          <a:prstGeom prst="rect">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81281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prstClr val="white"/>
                </a:solidFill>
                <a:effectLst/>
                <a:uLnTx/>
                <a:uFillTx/>
                <a:latin typeface="Arial" panose="020B0604020202020204"/>
                <a:ea typeface="+mn-ea"/>
                <a:cs typeface="+mn-cs"/>
              </a:rPr>
              <a:t>RULE 2:</a:t>
            </a:r>
          </a:p>
        </p:txBody>
      </p:sp>
      <p:sp>
        <p:nvSpPr>
          <p:cNvPr id="37" name="Rectangle 36">
            <a:extLst>
              <a:ext uri="{FF2B5EF4-FFF2-40B4-BE49-F238E27FC236}">
                <a16:creationId xmlns:a16="http://schemas.microsoft.com/office/drawing/2014/main" id="{8DFFDF46-D1D6-2743-BFDC-7C7BAFD69DE7}"/>
              </a:ext>
            </a:extLst>
          </p:cNvPr>
          <p:cNvSpPr/>
          <p:nvPr/>
        </p:nvSpPr>
        <p:spPr>
          <a:xfrm>
            <a:off x="2572084" y="3674941"/>
            <a:ext cx="12026231" cy="2011833"/>
          </a:xfrm>
          <a:prstGeom prst="rect">
            <a:avLst/>
          </a:prstGeom>
        </p:spPr>
        <p:txBody>
          <a:bodyPr wrap="square">
            <a:spAutoFit/>
          </a:bodyPr>
          <a:lstStyle/>
          <a:p>
            <a:pPr marL="0" marR="0" lvl="0" indent="0" algn="l" defTabSz="812810" rtl="0" eaLnBrk="1" fontAlgn="auto" latinLnBrk="0" hangingPunct="1">
              <a:lnSpc>
                <a:spcPct val="90000"/>
              </a:lnSpc>
              <a:spcBef>
                <a:spcPct val="30000"/>
              </a:spcBef>
              <a:spcAft>
                <a:spcPts val="1000"/>
              </a:spcAft>
              <a:buClrTx/>
              <a:buSzTx/>
              <a:buFontTx/>
              <a:buNone/>
              <a:tabLst/>
              <a:defRPr/>
            </a:pPr>
            <a:r>
              <a:rPr kumimoji="0" lang="en-US" altLang="en-US" sz="2800" b="0" i="0" u="none" strike="noStrike" kern="1200" cap="none" spc="0" normalizeH="0" baseline="0" noProof="1">
                <a:ln>
                  <a:noFill/>
                </a:ln>
                <a:solidFill>
                  <a:srgbClr val="00274C"/>
                </a:solidFill>
                <a:effectLst/>
                <a:uLnTx/>
                <a:uFillTx/>
                <a:latin typeface="Arial" panose="020B0604020202020204"/>
                <a:ea typeface="+mn-ea"/>
                <a:cs typeface="+mn-cs"/>
              </a:rPr>
              <a:t>Only processes contributing to more than x% of the energy or emissions are retained. </a:t>
            </a:r>
            <a:r>
              <a:rPr kumimoji="0" lang="en-US" altLang="en-US" sz="2800" b="0" i="1" u="none" strike="noStrike" kern="1200" cap="none" spc="0" normalizeH="0" baseline="0" noProof="1">
                <a:ln>
                  <a:noFill/>
                </a:ln>
                <a:solidFill>
                  <a:srgbClr val="00274C"/>
                </a:solidFill>
                <a:effectLst/>
                <a:uLnTx/>
                <a:uFillTx/>
                <a:latin typeface="Arial" panose="020B0604020202020204"/>
                <a:ea typeface="+mn-ea"/>
                <a:cs typeface="+mn-cs"/>
              </a:rPr>
              <a:t>The % depends on the level of detail of the study!</a:t>
            </a:r>
          </a:p>
          <a:p>
            <a:pPr marL="0" marR="0" lvl="0" indent="0" algn="l" defTabSz="812810" rtl="0" eaLnBrk="1" fontAlgn="auto" latinLnBrk="0" hangingPunct="1">
              <a:lnSpc>
                <a:spcPct val="100000"/>
              </a:lnSpc>
              <a:spcBef>
                <a:spcPct val="30000"/>
              </a:spcBef>
              <a:spcAft>
                <a:spcPts val="0"/>
              </a:spcAft>
              <a:buClrTx/>
              <a:buSzTx/>
              <a:buFontTx/>
              <a:buNone/>
              <a:tabLst/>
              <a:defRPr/>
            </a:pPr>
            <a:r>
              <a:rPr kumimoji="0" lang="en-US" sz="2000" b="0" i="0" u="none" strike="noStrike" kern="1200" cap="none" spc="0" normalizeH="0" baseline="0" noProof="0" dirty="0">
                <a:ln>
                  <a:noFill/>
                </a:ln>
                <a:solidFill>
                  <a:srgbClr val="407EC9"/>
                </a:solidFill>
                <a:effectLst/>
                <a:uLnTx/>
                <a:uFillTx/>
                <a:latin typeface="Arial" panose="020B0604020202020204"/>
                <a:ea typeface="+mn-ea"/>
                <a:cs typeface="+mn-cs"/>
              </a:rPr>
              <a:t>In practice, this cut-off criteria is applied as a minimum inclusion requirement, ensuring that all processes contributing to more than the cut-off are included. All existing processes available in databases or collected data on new processes are usually kept, even if they contribute to less than the cut-off.</a:t>
            </a:r>
            <a:endParaRPr kumimoji="0" lang="en-US" altLang="en-US" sz="2000" b="0" i="1" u="none" strike="noStrike" kern="1200" cap="none" spc="0" normalizeH="0" baseline="0" noProof="1">
              <a:ln>
                <a:noFill/>
              </a:ln>
              <a:solidFill>
                <a:srgbClr val="407EC9"/>
              </a:solidFill>
              <a:effectLst/>
              <a:uLnTx/>
              <a:uFillTx/>
              <a:latin typeface="Arial" panose="020B0604020202020204"/>
              <a:ea typeface="+mn-ea"/>
              <a:cs typeface="+mn-cs"/>
            </a:endParaRPr>
          </a:p>
        </p:txBody>
      </p:sp>
      <p:sp>
        <p:nvSpPr>
          <p:cNvPr id="38" name="Rectangle 37">
            <a:extLst>
              <a:ext uri="{FF2B5EF4-FFF2-40B4-BE49-F238E27FC236}">
                <a16:creationId xmlns:a16="http://schemas.microsoft.com/office/drawing/2014/main" id="{331264F5-23BB-104E-8F55-EB30B8087C81}"/>
              </a:ext>
            </a:extLst>
          </p:cNvPr>
          <p:cNvSpPr/>
          <p:nvPr/>
        </p:nvSpPr>
        <p:spPr>
          <a:xfrm>
            <a:off x="1038141" y="6029858"/>
            <a:ext cx="1336091" cy="500811"/>
          </a:xfrm>
          <a:prstGeom prst="rect">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81281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prstClr val="white"/>
                </a:solidFill>
                <a:effectLst/>
                <a:uLnTx/>
                <a:uFillTx/>
                <a:latin typeface="Arial" panose="020B0604020202020204"/>
                <a:ea typeface="+mn-ea"/>
                <a:cs typeface="+mn-cs"/>
              </a:rPr>
              <a:t>RULE 3:</a:t>
            </a:r>
          </a:p>
        </p:txBody>
      </p:sp>
      <p:sp>
        <p:nvSpPr>
          <p:cNvPr id="39" name="Rectangle 38">
            <a:extLst>
              <a:ext uri="{FF2B5EF4-FFF2-40B4-BE49-F238E27FC236}">
                <a16:creationId xmlns:a16="http://schemas.microsoft.com/office/drawing/2014/main" id="{228B264B-7B80-5340-97EA-E67DAF1AB467}"/>
              </a:ext>
            </a:extLst>
          </p:cNvPr>
          <p:cNvSpPr/>
          <p:nvPr/>
        </p:nvSpPr>
        <p:spPr>
          <a:xfrm>
            <a:off x="2572084" y="5979208"/>
            <a:ext cx="12026231" cy="1643527"/>
          </a:xfrm>
          <a:prstGeom prst="rect">
            <a:avLst/>
          </a:prstGeom>
        </p:spPr>
        <p:txBody>
          <a:bodyPr wrap="square">
            <a:spAutoFit/>
          </a:bodyPr>
          <a:lstStyle/>
          <a:p>
            <a:pPr marL="0" marR="0" lvl="0" indent="0" algn="l" defTabSz="812810" rtl="0" eaLnBrk="1" fontAlgn="auto" latinLnBrk="0" hangingPunct="1">
              <a:lnSpc>
                <a:spcPct val="90000"/>
              </a:lnSpc>
              <a:spcBef>
                <a:spcPct val="30000"/>
              </a:spcBef>
              <a:spcAft>
                <a:spcPts val="0"/>
              </a:spcAft>
              <a:buClrTx/>
              <a:buSzTx/>
              <a:buFontTx/>
              <a:buNone/>
              <a:tabLst/>
              <a:defRPr/>
            </a:pPr>
            <a:r>
              <a:rPr kumimoji="0" lang="en-US" altLang="en-US" sz="2800" b="0" i="0" u="none" strike="noStrike" kern="1200" cap="none" spc="0" normalizeH="0" baseline="0" noProof="1">
                <a:ln>
                  <a:noFill/>
                </a:ln>
                <a:solidFill>
                  <a:srgbClr val="00274C"/>
                </a:solidFill>
                <a:effectLst/>
                <a:uLnTx/>
                <a:uFillTx/>
                <a:latin typeface="Arial" panose="020B0604020202020204"/>
                <a:ea typeface="+mn-ea"/>
                <a:cs typeface="+mn-cs"/>
              </a:rPr>
              <a:t>Identical processes in different scenarios can only be excluded if </a:t>
            </a:r>
            <a:br>
              <a:rPr kumimoji="0" lang="en-US" altLang="en-US" sz="2800" b="0" i="0" u="none" strike="noStrike" kern="1200" cap="none" spc="0" normalizeH="0" baseline="0" noProof="1">
                <a:ln>
                  <a:noFill/>
                </a:ln>
                <a:solidFill>
                  <a:srgbClr val="00274C"/>
                </a:solidFill>
                <a:effectLst/>
                <a:uLnTx/>
                <a:uFillTx/>
                <a:latin typeface="Arial" panose="020B0604020202020204"/>
                <a:ea typeface="+mn-ea"/>
                <a:cs typeface="+mn-cs"/>
              </a:rPr>
            </a:br>
            <a:r>
              <a:rPr kumimoji="0" lang="en-US" altLang="en-US" sz="2800" b="0" i="0" u="none" strike="noStrike" kern="1200" cap="none" spc="0" normalizeH="0" baseline="0" noProof="1">
                <a:ln>
                  <a:noFill/>
                </a:ln>
                <a:solidFill>
                  <a:srgbClr val="00274C"/>
                </a:solidFill>
                <a:effectLst/>
                <a:uLnTx/>
                <a:uFillTx/>
                <a:latin typeface="Arial" panose="020B0604020202020204"/>
                <a:ea typeface="+mn-ea"/>
                <a:cs typeface="+mn-cs"/>
              </a:rPr>
              <a:t>the </a:t>
            </a:r>
            <a:r>
              <a:rPr kumimoji="0" lang="en-US" altLang="en-US" sz="2800" b="0" i="1" u="none" strike="noStrike" kern="1200" cap="none" spc="0" normalizeH="0" baseline="0" noProof="1">
                <a:ln>
                  <a:noFill/>
                </a:ln>
                <a:solidFill>
                  <a:srgbClr val="407EC9"/>
                </a:solidFill>
                <a:effectLst/>
                <a:uLnTx/>
                <a:uFillTx/>
                <a:latin typeface="Arial" panose="020B0604020202020204"/>
                <a:ea typeface="+mn-ea"/>
                <a:cs typeface="+mn-cs"/>
              </a:rPr>
              <a:t>intermediary flows</a:t>
            </a:r>
            <a:r>
              <a:rPr kumimoji="0" lang="en-US" altLang="en-US" sz="2800" b="0" i="0" u="none" strike="noStrike" kern="1200" cap="none" spc="0" normalizeH="0" baseline="0" noProof="1">
                <a:ln>
                  <a:noFill/>
                </a:ln>
                <a:solidFill>
                  <a:srgbClr val="00274C"/>
                </a:solidFill>
                <a:effectLst/>
                <a:uLnTx/>
                <a:uFillTx/>
                <a:latin typeface="Arial" panose="020B0604020202020204"/>
                <a:ea typeface="+mn-ea"/>
                <a:cs typeface="+mn-cs"/>
              </a:rPr>
              <a:t> affected by these processes are </a:t>
            </a:r>
            <a:r>
              <a:rPr kumimoji="0" lang="en-US" altLang="en-US" sz="2800" b="0" i="1" u="none" strike="noStrike" kern="1200" cap="none" spc="0" normalizeH="0" baseline="0" noProof="1">
                <a:ln>
                  <a:noFill/>
                </a:ln>
                <a:solidFill>
                  <a:srgbClr val="407EC9"/>
                </a:solidFill>
                <a:effectLst/>
                <a:uLnTx/>
                <a:uFillTx/>
                <a:latin typeface="Arial" panose="020B0604020202020204"/>
                <a:ea typeface="+mn-ea"/>
                <a:cs typeface="+mn-cs"/>
              </a:rPr>
              <a:t>strictly equal</a:t>
            </a:r>
            <a:r>
              <a:rPr kumimoji="0" lang="en-US" altLang="en-US" sz="2800" b="0" i="0" u="none" strike="noStrike" kern="1200" cap="none" spc="0" normalizeH="0" baseline="0" noProof="1">
                <a:ln>
                  <a:noFill/>
                </a:ln>
                <a:solidFill>
                  <a:srgbClr val="00274C"/>
                </a:solidFill>
                <a:effectLst/>
                <a:uLnTx/>
                <a:uFillTx/>
                <a:latin typeface="Arial" panose="020B0604020202020204"/>
                <a:ea typeface="+mn-ea"/>
                <a:cs typeface="+mn-cs"/>
              </a:rPr>
              <a:t>. </a:t>
            </a:r>
            <a:br>
              <a:rPr kumimoji="0" lang="en-US" altLang="en-US" sz="2800" b="0" i="0" u="none" strike="noStrike" kern="1200" cap="none" spc="0" normalizeH="0" baseline="0" noProof="1">
                <a:ln>
                  <a:noFill/>
                </a:ln>
                <a:solidFill>
                  <a:srgbClr val="00274C"/>
                </a:solidFill>
                <a:effectLst/>
                <a:uLnTx/>
                <a:uFillTx/>
                <a:latin typeface="Arial" panose="020B0604020202020204"/>
                <a:ea typeface="+mn-ea"/>
                <a:cs typeface="+mn-cs"/>
              </a:rPr>
            </a:br>
            <a:r>
              <a:rPr kumimoji="0" lang="en-US" altLang="en-US" sz="2800" b="0" i="0" u="none" strike="noStrike" kern="1200" cap="none" spc="0" normalizeH="0" baseline="0" noProof="0" dirty="0">
                <a:ln>
                  <a:noFill/>
                </a:ln>
                <a:solidFill>
                  <a:srgbClr val="00274C"/>
                </a:solidFill>
                <a:effectLst/>
                <a:uLnTx/>
                <a:uFillTx/>
                <a:latin typeface="Arial" panose="020B0604020202020204"/>
                <a:ea typeface="+mn-ea"/>
                <a:cs typeface="+mn-cs"/>
              </a:rPr>
              <a:t>Still </a:t>
            </a:r>
            <a:r>
              <a:rPr kumimoji="0" lang="en-US" altLang="en-US" sz="2800" b="0" i="0" u="none" strike="noStrike" kern="1200" cap="none" spc="0" normalizeH="0" baseline="0" noProof="0" dirty="0" err="1">
                <a:ln>
                  <a:noFill/>
                </a:ln>
                <a:solidFill>
                  <a:srgbClr val="00274C"/>
                </a:solidFill>
                <a:effectLst/>
                <a:uLnTx/>
                <a:uFillTx/>
                <a:latin typeface="Arial" panose="020B0604020202020204"/>
                <a:ea typeface="+mn-ea"/>
                <a:cs typeface="+mn-cs"/>
              </a:rPr>
              <a:t>i</a:t>
            </a:r>
            <a:r>
              <a:rPr kumimoji="0" lang="en-US" altLang="en-US" sz="2800" b="0" i="0" u="none" strike="noStrike" kern="1200" cap="none" spc="0" normalizeH="0" baseline="0" noProof="1">
                <a:ln>
                  <a:noFill/>
                </a:ln>
                <a:solidFill>
                  <a:srgbClr val="00274C"/>
                </a:solidFill>
                <a:effectLst/>
                <a:uLnTx/>
                <a:uFillTx/>
                <a:latin typeface="Arial" panose="020B0604020202020204"/>
                <a:ea typeface="+mn-ea"/>
                <a:cs typeface="+mn-cs"/>
              </a:rPr>
              <a:t>nteresting to </a:t>
            </a:r>
            <a:r>
              <a:rPr kumimoji="0" lang="en-US" altLang="en-US" sz="2800" b="0" i="0" u="none" strike="noStrike" kern="1200" cap="none" spc="0" normalizeH="0" baseline="0" noProof="0" dirty="0">
                <a:ln>
                  <a:noFill/>
                </a:ln>
                <a:solidFill>
                  <a:srgbClr val="00274C"/>
                </a:solidFill>
                <a:effectLst/>
                <a:uLnTx/>
                <a:uFillTx/>
                <a:latin typeface="Arial" panose="020B0604020202020204"/>
                <a:ea typeface="+mn-ea"/>
                <a:cs typeface="+mn-cs"/>
              </a:rPr>
              <a:t>include </a:t>
            </a:r>
            <a:r>
              <a:rPr kumimoji="0" lang="en-US" altLang="en-US" sz="2800" b="0" i="0" u="none" strike="noStrike" kern="1200" cap="none" spc="0" normalizeH="0" baseline="0" noProof="1">
                <a:ln>
                  <a:noFill/>
                </a:ln>
                <a:solidFill>
                  <a:srgbClr val="00274C"/>
                </a:solidFill>
                <a:effectLst/>
                <a:uLnTx/>
                <a:uFillTx/>
                <a:latin typeface="Arial" panose="020B0604020202020204"/>
                <a:ea typeface="+mn-ea"/>
                <a:cs typeface="+mn-cs"/>
              </a:rPr>
              <a:t>these identical processes to identify key production steps and respective shares.</a:t>
            </a:r>
            <a:endParaRPr kumimoji="0" lang="en-US" altLang="en-US" sz="2800" b="0" i="0" u="none" strike="noStrike" kern="1200" cap="none" spc="0" normalizeH="0" baseline="0" noProof="0" dirty="0">
              <a:ln>
                <a:noFill/>
              </a:ln>
              <a:solidFill>
                <a:srgbClr val="00274C"/>
              </a:solidFill>
              <a:effectLst/>
              <a:uLnTx/>
              <a:uFillTx/>
              <a:latin typeface="Arial" panose="020B0604020202020204"/>
              <a:ea typeface="+mn-ea"/>
              <a:cs typeface="+mn-cs"/>
            </a:endParaRPr>
          </a:p>
        </p:txBody>
      </p:sp>
    </p:spTree>
    <p:extLst>
      <p:ext uri="{BB962C8B-B14F-4D97-AF65-F5344CB8AC3E}">
        <p14:creationId xmlns:p14="http://schemas.microsoft.com/office/powerpoint/2010/main" val="1050287771"/>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1C57FCEC-3FF8-5949-82F6-C0E608626475}"/>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flipH="1">
            <a:off x="1031581" y="2802952"/>
            <a:ext cx="816923" cy="1340592"/>
          </a:xfrm>
          <a:prstGeom prst="rect">
            <a:avLst/>
          </a:prstGeom>
        </p:spPr>
      </p:pic>
      <p:sp>
        <p:nvSpPr>
          <p:cNvPr id="10" name="Rectangle 1">
            <a:extLst>
              <a:ext uri="{FF2B5EF4-FFF2-40B4-BE49-F238E27FC236}">
                <a16:creationId xmlns:a16="http://schemas.microsoft.com/office/drawing/2014/main" id="{A2227AA4-4836-EA40-B41A-870264AA4920}"/>
              </a:ext>
            </a:extLst>
          </p:cNvPr>
          <p:cNvSpPr>
            <a:spLocks noChangeArrowheads="1"/>
          </p:cNvSpPr>
          <p:nvPr/>
        </p:nvSpPr>
        <p:spPr bwMode="auto">
          <a:xfrm>
            <a:off x="1038143" y="4337507"/>
            <a:ext cx="5811836" cy="30469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rgbClr val="FF9900"/>
              </a:buClr>
              <a:buChar char="•"/>
              <a:defRPr sz="3200" b="1">
                <a:solidFill>
                  <a:srgbClr val="01035B"/>
                </a:solidFill>
                <a:latin typeface="Arial" panose="020B0604020202020204" pitchFamily="34" charset="0"/>
              </a:defRPr>
            </a:lvl1pPr>
            <a:lvl2pPr marL="742950" indent="-285750">
              <a:spcBef>
                <a:spcPct val="20000"/>
              </a:spcBef>
              <a:buClr>
                <a:srgbClr val="FF9900"/>
              </a:buClr>
              <a:buChar char="–"/>
              <a:defRPr sz="2800" b="1">
                <a:solidFill>
                  <a:srgbClr val="01035B"/>
                </a:solidFill>
                <a:latin typeface="Arial" panose="020B0604020202020204" pitchFamily="34" charset="0"/>
              </a:defRPr>
            </a:lvl2pPr>
            <a:lvl3pPr marL="1143000" indent="-228600">
              <a:spcBef>
                <a:spcPct val="20000"/>
              </a:spcBef>
              <a:buClr>
                <a:srgbClr val="FF9900"/>
              </a:buClr>
              <a:buChar char="•"/>
              <a:defRPr sz="2400" b="1">
                <a:solidFill>
                  <a:srgbClr val="01035B"/>
                </a:solidFill>
                <a:latin typeface="Arial" panose="020B0604020202020204" pitchFamily="34" charset="0"/>
              </a:defRPr>
            </a:lvl3pPr>
            <a:lvl4pPr marL="1600200" indent="-228600">
              <a:spcBef>
                <a:spcPct val="20000"/>
              </a:spcBef>
              <a:buClr>
                <a:srgbClr val="FF9900"/>
              </a:buClr>
              <a:buChar char="–"/>
              <a:defRPr sz="2000" b="1">
                <a:solidFill>
                  <a:srgbClr val="01035B"/>
                </a:solidFill>
                <a:latin typeface="Arial" panose="020B0604020202020204" pitchFamily="34" charset="0"/>
              </a:defRPr>
            </a:lvl4pPr>
            <a:lvl5pPr marL="2057400" indent="-228600">
              <a:spcBef>
                <a:spcPct val="20000"/>
              </a:spcBef>
              <a:buClr>
                <a:srgbClr val="FF9900"/>
              </a:buClr>
              <a:buChar char="»"/>
              <a:defRPr sz="2000" b="1">
                <a:solidFill>
                  <a:srgbClr val="01035B"/>
                </a:solidFill>
                <a:latin typeface="Arial" panose="020B0604020202020204" pitchFamily="34" charset="0"/>
              </a:defRPr>
            </a:lvl5pPr>
            <a:lvl6pPr marL="25146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6pPr>
            <a:lvl7pPr marL="29718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7pPr>
            <a:lvl8pPr marL="34290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8pPr>
            <a:lvl9pPr marL="38862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9pPr>
          </a:lstStyle>
          <a:p>
            <a:pPr marL="0" marR="0" lvl="0" indent="0" algn="l" defTabSz="812810" rtl="0" eaLnBrk="1" fontAlgn="auto" latinLnBrk="0" hangingPunct="1">
              <a:lnSpc>
                <a:spcPct val="100000"/>
              </a:lnSpc>
              <a:spcBef>
                <a:spcPct val="0"/>
              </a:spcBef>
              <a:spcAft>
                <a:spcPts val="0"/>
              </a:spcAft>
              <a:buClrTx/>
              <a:buSzTx/>
              <a:buFontTx/>
              <a:buNone/>
              <a:tabLst/>
              <a:defRPr/>
            </a:pPr>
            <a:r>
              <a:rPr kumimoji="0" lang="en-US" altLang="en-US" sz="2400" b="0" i="0" u="none" strike="noStrike" kern="1200" cap="none" spc="0" normalizeH="0" baseline="0" noProof="0" dirty="0">
                <a:ln>
                  <a:noFill/>
                </a:ln>
                <a:solidFill>
                  <a:srgbClr val="00274C"/>
                </a:solidFill>
                <a:effectLst/>
                <a:uLnTx/>
                <a:uFillTx/>
                <a:latin typeface="Arial" panose="020B0604020202020204" pitchFamily="34" charset="0"/>
                <a:ea typeface="+mn-ea"/>
                <a:cs typeface="Arial" panose="020B0604020202020204" pitchFamily="34" charset="0"/>
              </a:rPr>
              <a:t>When comparing </a:t>
            </a:r>
            <a:r>
              <a:rPr kumimoji="0" lang="en-US" altLang="en-US" sz="2400" b="0" i="1" u="none" strike="noStrike" kern="1200" cap="none" spc="0" normalizeH="0" baseline="0" noProof="0" dirty="0">
                <a:ln>
                  <a:noFill/>
                </a:ln>
                <a:solidFill>
                  <a:srgbClr val="00274C"/>
                </a:solidFill>
                <a:effectLst/>
                <a:uLnTx/>
                <a:uFillTx/>
                <a:latin typeface="Arial" panose="020B0604020202020204" pitchFamily="34" charset="0"/>
                <a:ea typeface="+mn-ea"/>
                <a:cs typeface="Arial" panose="020B0604020202020204" pitchFamily="34" charset="0"/>
              </a:rPr>
              <a:t>three kinds </a:t>
            </a:r>
            <a:r>
              <a:rPr kumimoji="0" lang="en-US" altLang="en-US" sz="2400" b="0" i="0" u="none" strike="noStrike" kern="1200" cap="none" spc="0" normalizeH="0" baseline="0" noProof="0" dirty="0">
                <a:ln>
                  <a:noFill/>
                </a:ln>
                <a:solidFill>
                  <a:srgbClr val="00274C"/>
                </a:solidFill>
                <a:effectLst/>
                <a:uLnTx/>
                <a:uFillTx/>
                <a:latin typeface="Arial" panose="020B0604020202020204" pitchFamily="34" charset="0"/>
                <a:ea typeface="+mn-ea"/>
                <a:cs typeface="Arial" panose="020B0604020202020204" pitchFamily="34" charset="0"/>
              </a:rPr>
              <a:t>of toothpaste packaging (Haydock 1995) </a:t>
            </a:r>
            <a:br>
              <a:rPr kumimoji="0" lang="en-US" altLang="en-US" sz="2400" b="0" i="0" u="none" strike="noStrike" kern="1200" cap="none" spc="0" normalizeH="0" baseline="0" noProof="0" dirty="0">
                <a:ln>
                  <a:noFill/>
                </a:ln>
                <a:solidFill>
                  <a:srgbClr val="00274C"/>
                </a:solidFill>
                <a:effectLst/>
                <a:uLnTx/>
                <a:uFillTx/>
                <a:latin typeface="Arial" panose="020B0604020202020204" pitchFamily="34" charset="0"/>
                <a:ea typeface="+mn-ea"/>
                <a:cs typeface="Arial" panose="020B0604020202020204" pitchFamily="34" charset="0"/>
              </a:rPr>
            </a:br>
            <a:r>
              <a:rPr kumimoji="0" lang="en-US" altLang="en-US" sz="2400" b="0" i="0" u="none" strike="noStrike" kern="1200" cap="none" spc="0" normalizeH="0" baseline="0" noProof="0" dirty="0">
                <a:ln>
                  <a:noFill/>
                </a:ln>
                <a:solidFill>
                  <a:srgbClr val="00274C"/>
                </a:solidFill>
                <a:effectLst/>
                <a:uLnTx/>
                <a:uFillTx/>
                <a:latin typeface="Arial" panose="020B0604020202020204" pitchFamily="34" charset="0"/>
                <a:ea typeface="+mn-ea"/>
                <a:cs typeface="Arial" panose="020B0604020202020204" pitchFamily="34" charset="0"/>
              </a:rPr>
              <a:t>a standard tube in cardboard packaging, a self-standing tube not needing the outer box, and a dosing toothpaste pump, can we exclude from the boundaries </a:t>
            </a:r>
            <a:br>
              <a:rPr kumimoji="0" lang="en-US" altLang="en-US" sz="2400" b="0" i="0" u="none" strike="noStrike" kern="1200" cap="none" spc="0" normalizeH="0" baseline="0" noProof="0" dirty="0">
                <a:ln>
                  <a:noFill/>
                </a:ln>
                <a:solidFill>
                  <a:srgbClr val="00274C"/>
                </a:solidFill>
                <a:effectLst/>
                <a:uLnTx/>
                <a:uFillTx/>
                <a:latin typeface="Arial" panose="020B0604020202020204" pitchFamily="34" charset="0"/>
                <a:ea typeface="+mn-ea"/>
                <a:cs typeface="Arial" panose="020B0604020202020204" pitchFamily="34" charset="0"/>
              </a:rPr>
            </a:br>
            <a:r>
              <a:rPr kumimoji="0" lang="en-US" altLang="en-US" sz="2400" b="0" i="0" u="none" strike="noStrike" kern="1200" cap="none" spc="0" normalizeH="0" baseline="0" noProof="0" dirty="0">
                <a:ln>
                  <a:noFill/>
                </a:ln>
                <a:solidFill>
                  <a:srgbClr val="00274C"/>
                </a:solidFill>
                <a:effectLst/>
                <a:uLnTx/>
                <a:uFillTx/>
                <a:latin typeface="Arial" panose="020B0604020202020204" pitchFamily="34" charset="0"/>
                <a:ea typeface="+mn-ea"/>
                <a:cs typeface="Arial" panose="020B0604020202020204" pitchFamily="34" charset="0"/>
              </a:rPr>
              <a:t>the toothpaste itself since the amount </a:t>
            </a:r>
            <a:br>
              <a:rPr kumimoji="0" lang="en-US" altLang="en-US" sz="2400" b="0" i="0" u="none" strike="noStrike" kern="1200" cap="none" spc="0" normalizeH="0" baseline="0" noProof="0" dirty="0">
                <a:ln>
                  <a:noFill/>
                </a:ln>
                <a:solidFill>
                  <a:srgbClr val="00274C"/>
                </a:solidFill>
                <a:effectLst/>
                <a:uLnTx/>
                <a:uFillTx/>
                <a:latin typeface="Arial" panose="020B0604020202020204" pitchFamily="34" charset="0"/>
                <a:ea typeface="+mn-ea"/>
                <a:cs typeface="Arial" panose="020B0604020202020204" pitchFamily="34" charset="0"/>
              </a:rPr>
            </a:br>
            <a:r>
              <a:rPr kumimoji="0" lang="en-US" altLang="en-US" sz="2400" b="0" i="0" u="none" strike="noStrike" kern="1200" cap="none" spc="0" normalizeH="0" baseline="0" noProof="0" dirty="0">
                <a:ln>
                  <a:noFill/>
                </a:ln>
                <a:solidFill>
                  <a:srgbClr val="00274C"/>
                </a:solidFill>
                <a:effectLst/>
                <a:uLnTx/>
                <a:uFillTx/>
                <a:latin typeface="Arial" panose="020B0604020202020204" pitchFamily="34" charset="0"/>
                <a:ea typeface="+mn-ea"/>
                <a:cs typeface="Arial" panose="020B0604020202020204" pitchFamily="34" charset="0"/>
              </a:rPr>
              <a:t>is identical?</a:t>
            </a:r>
          </a:p>
        </p:txBody>
      </p:sp>
      <p:sp>
        <p:nvSpPr>
          <p:cNvPr id="11" name="Rectangle 10">
            <a:extLst>
              <a:ext uri="{FF2B5EF4-FFF2-40B4-BE49-F238E27FC236}">
                <a16:creationId xmlns:a16="http://schemas.microsoft.com/office/drawing/2014/main" id="{F8673A97-EDB1-B64B-A76B-2930B613C6EA}"/>
              </a:ext>
            </a:extLst>
          </p:cNvPr>
          <p:cNvSpPr/>
          <p:nvPr/>
        </p:nvSpPr>
        <p:spPr>
          <a:xfrm>
            <a:off x="2057050" y="3215837"/>
            <a:ext cx="4154906" cy="571469"/>
          </a:xfrm>
          <a:prstGeom prst="rect">
            <a:avLst/>
          </a:prstGeom>
          <a:solidFill>
            <a:schemeClr val="accent6"/>
          </a:solidFill>
          <a:ln w="38100">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81281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prstClr val="white"/>
                </a:solidFill>
                <a:effectLst/>
                <a:uLnTx/>
                <a:uFillTx/>
                <a:latin typeface="Arial" panose="020B0604020202020204"/>
                <a:ea typeface="+mn-ea"/>
                <a:cs typeface="+mn-cs"/>
              </a:rPr>
              <a:t>EXAMPLE: TOOTHPASTE</a:t>
            </a:r>
          </a:p>
        </p:txBody>
      </p:sp>
      <p:sp>
        <p:nvSpPr>
          <p:cNvPr id="2" name="Title 1">
            <a:extLst>
              <a:ext uri="{FF2B5EF4-FFF2-40B4-BE49-F238E27FC236}">
                <a16:creationId xmlns:a16="http://schemas.microsoft.com/office/drawing/2014/main" id="{40A2F4CE-5B9D-4F4A-9C33-953A45DCC898}"/>
              </a:ext>
            </a:extLst>
          </p:cNvPr>
          <p:cNvSpPr>
            <a:spLocks noGrp="1"/>
          </p:cNvSpPr>
          <p:nvPr>
            <p:ph type="title"/>
          </p:nvPr>
        </p:nvSpPr>
        <p:spPr/>
        <p:txBody>
          <a:bodyPr/>
          <a:lstStyle/>
          <a:p>
            <a:r>
              <a:rPr lang="en-US" altLang="en-US" noProof="1"/>
              <a:t>Energy needs: toothpaste</a:t>
            </a:r>
            <a:endParaRPr lang="en-US" dirty="0"/>
          </a:p>
        </p:txBody>
      </p:sp>
      <p:sp>
        <p:nvSpPr>
          <p:cNvPr id="14" name="Rectangle 13">
            <a:extLst>
              <a:ext uri="{FF2B5EF4-FFF2-40B4-BE49-F238E27FC236}">
                <a16:creationId xmlns:a16="http://schemas.microsoft.com/office/drawing/2014/main" id="{17222A4E-4118-1D42-82F9-EF0D40C85D8A}"/>
              </a:ext>
            </a:extLst>
          </p:cNvPr>
          <p:cNvSpPr/>
          <p:nvPr/>
        </p:nvSpPr>
        <p:spPr>
          <a:xfrm>
            <a:off x="1038142" y="1546089"/>
            <a:ext cx="14358440" cy="796058"/>
          </a:xfrm>
          <a:prstGeom prst="rect">
            <a:avLst/>
          </a:prstGeom>
          <a:noFill/>
          <a:ln w="38100">
            <a:solidFill>
              <a:schemeClr val="accent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812810" rtl="0" eaLnBrk="1" fontAlgn="auto" latinLnBrk="0" hangingPunct="1">
              <a:lnSpc>
                <a:spcPct val="100000"/>
              </a:lnSpc>
              <a:spcBef>
                <a:spcPts val="0"/>
              </a:spcBef>
              <a:spcAft>
                <a:spcPts val="0"/>
              </a:spcAft>
              <a:buClrTx/>
              <a:buSzTx/>
              <a:buFontTx/>
              <a:buNone/>
              <a:tabLst/>
              <a:defRPr/>
            </a:pPr>
            <a:endParaRPr kumimoji="0" lang="en-US" sz="2000" b="1" i="0" u="none" strike="noStrike" kern="1200" cap="none" spc="0" normalizeH="0" baseline="0" noProof="0" dirty="0">
              <a:ln>
                <a:noFill/>
              </a:ln>
              <a:solidFill>
                <a:prstClr val="white"/>
              </a:solidFill>
              <a:effectLst/>
              <a:uLnTx/>
              <a:uFillTx/>
              <a:latin typeface="Arial" panose="020B0604020202020204"/>
              <a:ea typeface="+mn-ea"/>
              <a:cs typeface="+mn-cs"/>
            </a:endParaRPr>
          </a:p>
        </p:txBody>
      </p:sp>
      <p:sp>
        <p:nvSpPr>
          <p:cNvPr id="15" name="Rectangle 14">
            <a:extLst>
              <a:ext uri="{FF2B5EF4-FFF2-40B4-BE49-F238E27FC236}">
                <a16:creationId xmlns:a16="http://schemas.microsoft.com/office/drawing/2014/main" id="{C8631E63-3850-FC40-BB7F-27A9CC2902A8}"/>
              </a:ext>
            </a:extLst>
          </p:cNvPr>
          <p:cNvSpPr/>
          <p:nvPr/>
        </p:nvSpPr>
        <p:spPr>
          <a:xfrm>
            <a:off x="1038142" y="1703887"/>
            <a:ext cx="14358440" cy="480131"/>
          </a:xfrm>
          <a:prstGeom prst="rect">
            <a:avLst/>
          </a:prstGeom>
        </p:spPr>
        <p:txBody>
          <a:bodyPr wrap="square">
            <a:spAutoFit/>
          </a:bodyPr>
          <a:lstStyle/>
          <a:p>
            <a:pPr marL="0" marR="0" lvl="0" indent="0" algn="ctr" defTabSz="812810" rtl="0" eaLnBrk="1" fontAlgn="auto" latinLnBrk="0" hangingPunct="1">
              <a:lnSpc>
                <a:spcPct val="90000"/>
              </a:lnSpc>
              <a:spcBef>
                <a:spcPct val="30000"/>
              </a:spcBef>
              <a:spcAft>
                <a:spcPts val="0"/>
              </a:spcAft>
              <a:buClrTx/>
              <a:buSzTx/>
              <a:buFontTx/>
              <a:buNone/>
              <a:tabLst/>
              <a:defRPr/>
            </a:pPr>
            <a:r>
              <a:rPr kumimoji="0" lang="en-US" altLang="en-US" sz="2800" b="0" i="0" u="none" strike="noStrike" kern="1200" cap="none" spc="0" normalizeH="0" baseline="0" noProof="1">
                <a:ln>
                  <a:noFill/>
                </a:ln>
                <a:solidFill>
                  <a:srgbClr val="00B2A9"/>
                </a:solidFill>
                <a:effectLst/>
                <a:uLnTx/>
                <a:uFillTx/>
                <a:latin typeface="Arial" panose="020B0604020202020204"/>
                <a:ea typeface="+mn-ea"/>
                <a:cs typeface="+mn-cs"/>
              </a:rPr>
              <a:t>Can we exclude from the boundaries the toothpaste itself since the amount is identical?</a:t>
            </a:r>
            <a:endParaRPr kumimoji="0" lang="en-US" altLang="en-US" sz="2800" b="0" i="1" u="none" strike="noStrike" kern="1200" cap="none" spc="0" normalizeH="0" baseline="0" noProof="1">
              <a:ln>
                <a:noFill/>
              </a:ln>
              <a:solidFill>
                <a:srgbClr val="00B2A9"/>
              </a:solidFill>
              <a:effectLst/>
              <a:uLnTx/>
              <a:uFillTx/>
              <a:latin typeface="Arial" panose="020B0604020202020204"/>
              <a:ea typeface="+mn-ea"/>
              <a:cs typeface="+mn-cs"/>
            </a:endParaRPr>
          </a:p>
        </p:txBody>
      </p:sp>
      <p:pic>
        <p:nvPicPr>
          <p:cNvPr id="20" name="Picture 19">
            <a:extLst>
              <a:ext uri="{FF2B5EF4-FFF2-40B4-BE49-F238E27FC236}">
                <a16:creationId xmlns:a16="http://schemas.microsoft.com/office/drawing/2014/main" id="{D0C5DAF8-1791-DD45-8B23-FAB16C3A70E9}"/>
              </a:ext>
            </a:extLst>
          </p:cNvPr>
          <p:cNvPicPr>
            <a:picLocks noChangeAspect="1"/>
          </p:cNvPicPr>
          <p:nvPr/>
        </p:nvPicPr>
        <p:blipFill>
          <a:blip r:embed="rId4"/>
          <a:stretch>
            <a:fillRect/>
          </a:stretch>
        </p:blipFill>
        <p:spPr>
          <a:xfrm>
            <a:off x="7058524" y="3118366"/>
            <a:ext cx="8250063" cy="4266129"/>
          </a:xfrm>
          <a:prstGeom prst="rect">
            <a:avLst/>
          </a:prstGeom>
        </p:spPr>
      </p:pic>
    </p:spTree>
    <p:extLst>
      <p:ext uri="{BB962C8B-B14F-4D97-AF65-F5344CB8AC3E}">
        <p14:creationId xmlns:p14="http://schemas.microsoft.com/office/powerpoint/2010/main" val="2262477672"/>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A2F4CE-5B9D-4F4A-9C33-953A45DCC898}"/>
              </a:ext>
            </a:extLst>
          </p:cNvPr>
          <p:cNvSpPr>
            <a:spLocks noGrp="1"/>
          </p:cNvSpPr>
          <p:nvPr>
            <p:ph type="title"/>
          </p:nvPr>
        </p:nvSpPr>
        <p:spPr/>
        <p:txBody>
          <a:bodyPr/>
          <a:lstStyle/>
          <a:p>
            <a:r>
              <a:rPr lang="en-US" altLang="en-US" noProof="1"/>
              <a:t>Energy needs: toothpaste</a:t>
            </a:r>
            <a:endParaRPr lang="en-US" dirty="0"/>
          </a:p>
        </p:txBody>
      </p:sp>
      <p:sp>
        <p:nvSpPr>
          <p:cNvPr id="7" name="Rectangle 6">
            <a:extLst>
              <a:ext uri="{FF2B5EF4-FFF2-40B4-BE49-F238E27FC236}">
                <a16:creationId xmlns:a16="http://schemas.microsoft.com/office/drawing/2014/main" id="{5125227E-E9A4-D649-A7CB-8646780CA3AD}"/>
              </a:ext>
            </a:extLst>
          </p:cNvPr>
          <p:cNvSpPr/>
          <p:nvPr/>
        </p:nvSpPr>
        <p:spPr>
          <a:xfrm>
            <a:off x="1038142" y="1546089"/>
            <a:ext cx="14358440" cy="796058"/>
          </a:xfrm>
          <a:prstGeom prst="rect">
            <a:avLst/>
          </a:prstGeom>
          <a:noFill/>
          <a:ln w="38100">
            <a:solidFill>
              <a:schemeClr val="accent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812810" rtl="0" eaLnBrk="1" fontAlgn="auto" latinLnBrk="0" hangingPunct="1">
              <a:lnSpc>
                <a:spcPct val="100000"/>
              </a:lnSpc>
              <a:spcBef>
                <a:spcPts val="0"/>
              </a:spcBef>
              <a:spcAft>
                <a:spcPts val="0"/>
              </a:spcAft>
              <a:buClrTx/>
              <a:buSzTx/>
              <a:buFontTx/>
              <a:buNone/>
              <a:tabLst/>
              <a:defRPr/>
            </a:pPr>
            <a:endParaRPr kumimoji="0" lang="en-US" sz="2000" b="1" i="0" u="none" strike="noStrike" kern="1200" cap="none" spc="0" normalizeH="0" baseline="0" noProof="0" dirty="0">
              <a:ln>
                <a:noFill/>
              </a:ln>
              <a:solidFill>
                <a:srgbClr val="00B2A9"/>
              </a:solidFill>
              <a:effectLst/>
              <a:uLnTx/>
              <a:uFillTx/>
              <a:latin typeface="Arial" panose="020B0604020202020204"/>
              <a:ea typeface="+mn-ea"/>
              <a:cs typeface="+mn-cs"/>
            </a:endParaRPr>
          </a:p>
        </p:txBody>
      </p:sp>
      <p:sp>
        <p:nvSpPr>
          <p:cNvPr id="8" name="Rectangle 7">
            <a:extLst>
              <a:ext uri="{FF2B5EF4-FFF2-40B4-BE49-F238E27FC236}">
                <a16:creationId xmlns:a16="http://schemas.microsoft.com/office/drawing/2014/main" id="{414958D0-5E1F-2340-A5EE-B90E1FB58363}"/>
              </a:ext>
            </a:extLst>
          </p:cNvPr>
          <p:cNvSpPr/>
          <p:nvPr/>
        </p:nvSpPr>
        <p:spPr>
          <a:xfrm>
            <a:off x="1038142" y="1703887"/>
            <a:ext cx="14358440" cy="480131"/>
          </a:xfrm>
          <a:prstGeom prst="rect">
            <a:avLst/>
          </a:prstGeom>
        </p:spPr>
        <p:txBody>
          <a:bodyPr wrap="square">
            <a:spAutoFit/>
          </a:bodyPr>
          <a:lstStyle/>
          <a:p>
            <a:pPr marL="0" marR="0" lvl="0" indent="0" algn="ctr" defTabSz="812810" rtl="0" eaLnBrk="1" fontAlgn="auto" latinLnBrk="0" hangingPunct="1">
              <a:lnSpc>
                <a:spcPct val="90000"/>
              </a:lnSpc>
              <a:spcBef>
                <a:spcPct val="30000"/>
              </a:spcBef>
              <a:spcAft>
                <a:spcPts val="0"/>
              </a:spcAft>
              <a:buClrTx/>
              <a:buSzTx/>
              <a:buFontTx/>
              <a:buNone/>
              <a:tabLst/>
              <a:defRPr/>
            </a:pPr>
            <a:r>
              <a:rPr kumimoji="0" lang="en-US" altLang="en-US" sz="2800" b="0" i="0" u="none" strike="noStrike" kern="1200" cap="none" spc="0" normalizeH="0" baseline="0" noProof="1">
                <a:ln>
                  <a:noFill/>
                </a:ln>
                <a:solidFill>
                  <a:srgbClr val="00B2A9"/>
                </a:solidFill>
                <a:effectLst/>
                <a:uLnTx/>
                <a:uFillTx/>
                <a:latin typeface="Arial" panose="020B0604020202020204"/>
                <a:ea typeface="+mn-ea"/>
                <a:cs typeface="+mn-cs"/>
              </a:rPr>
              <a:t>Be </a:t>
            </a:r>
            <a:r>
              <a:rPr kumimoji="0" lang="en-US" altLang="en-US" sz="2800" b="0" i="1" u="none" strike="noStrike" kern="1200" cap="none" spc="0" normalizeH="0" baseline="0" noProof="1">
                <a:ln>
                  <a:noFill/>
                </a:ln>
                <a:solidFill>
                  <a:srgbClr val="00B2A9"/>
                </a:solidFill>
                <a:effectLst/>
                <a:uLnTx/>
                <a:uFillTx/>
                <a:latin typeface="Arial" panose="020B0604020202020204"/>
                <a:ea typeface="+mn-ea"/>
                <a:cs typeface="+mn-cs"/>
              </a:rPr>
              <a:t>cautious </a:t>
            </a:r>
            <a:r>
              <a:rPr kumimoji="0" lang="en-US" altLang="en-US" sz="2800" b="0" i="0" u="none" strike="noStrike" kern="1200" cap="none" spc="0" normalizeH="0" baseline="0" noProof="1">
                <a:ln>
                  <a:noFill/>
                </a:ln>
                <a:solidFill>
                  <a:srgbClr val="00B2A9"/>
                </a:solidFill>
                <a:effectLst/>
                <a:uLnTx/>
                <a:uFillTx/>
                <a:latin typeface="Arial" panose="020B0604020202020204"/>
                <a:ea typeface="+mn-ea"/>
                <a:cs typeface="+mn-cs"/>
              </a:rPr>
              <a:t>with indirect impacts, </a:t>
            </a:r>
            <a:r>
              <a:rPr kumimoji="0" lang="en-US" sz="2800" b="0" i="0" u="none" strike="noStrike" kern="1200" cap="none" spc="0" normalizeH="0" baseline="0" noProof="0" dirty="0">
                <a:ln>
                  <a:noFill/>
                </a:ln>
                <a:solidFill>
                  <a:srgbClr val="00B2A9"/>
                </a:solidFill>
                <a:effectLst/>
                <a:uLnTx/>
                <a:uFillTx/>
                <a:latin typeface="Arial" panose="020B0604020202020204"/>
                <a:ea typeface="+mn-ea"/>
                <a:cs typeface="+mn-cs"/>
              </a:rPr>
              <a:t>when excluding identical processes</a:t>
            </a:r>
            <a:endParaRPr kumimoji="0" lang="en-US" altLang="en-US" sz="2800" b="0" i="1" u="none" strike="noStrike" kern="1200" cap="none" spc="0" normalizeH="0" baseline="0" noProof="1">
              <a:ln>
                <a:noFill/>
              </a:ln>
              <a:solidFill>
                <a:srgbClr val="00B2A9"/>
              </a:solidFill>
              <a:effectLst/>
              <a:uLnTx/>
              <a:uFillTx/>
              <a:latin typeface="Arial" panose="020B0604020202020204"/>
              <a:ea typeface="+mn-ea"/>
              <a:cs typeface="+mn-cs"/>
            </a:endParaRPr>
          </a:p>
        </p:txBody>
      </p:sp>
      <p:pic>
        <p:nvPicPr>
          <p:cNvPr id="15" name="Picture 14">
            <a:extLst>
              <a:ext uri="{FF2B5EF4-FFF2-40B4-BE49-F238E27FC236}">
                <a16:creationId xmlns:a16="http://schemas.microsoft.com/office/drawing/2014/main" id="{C08A58FA-9D7E-114E-9E07-05A7D733BF59}"/>
              </a:ext>
            </a:extLst>
          </p:cNvPr>
          <p:cNvPicPr>
            <a:picLocks noChangeAspect="1"/>
          </p:cNvPicPr>
          <p:nvPr/>
        </p:nvPicPr>
        <p:blipFill>
          <a:blip r:embed="rId3"/>
          <a:stretch>
            <a:fillRect/>
          </a:stretch>
        </p:blipFill>
        <p:spPr>
          <a:xfrm>
            <a:off x="7058524" y="3118366"/>
            <a:ext cx="8250063" cy="4266129"/>
          </a:xfrm>
          <a:prstGeom prst="rect">
            <a:avLst/>
          </a:prstGeom>
        </p:spPr>
      </p:pic>
      <p:pic>
        <p:nvPicPr>
          <p:cNvPr id="9" name="Picture 8">
            <a:extLst>
              <a:ext uri="{FF2B5EF4-FFF2-40B4-BE49-F238E27FC236}">
                <a16:creationId xmlns:a16="http://schemas.microsoft.com/office/drawing/2014/main" id="{C426B647-5D9B-9845-801D-3C5422A315EC}"/>
              </a:ext>
            </a:extLst>
          </p:cNvPr>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flipH="1">
            <a:off x="1031581" y="3205629"/>
            <a:ext cx="816923" cy="1340592"/>
          </a:xfrm>
          <a:prstGeom prst="rect">
            <a:avLst/>
          </a:prstGeom>
        </p:spPr>
      </p:pic>
      <p:sp>
        <p:nvSpPr>
          <p:cNvPr id="10" name="Rectangle 1">
            <a:extLst>
              <a:ext uri="{FF2B5EF4-FFF2-40B4-BE49-F238E27FC236}">
                <a16:creationId xmlns:a16="http://schemas.microsoft.com/office/drawing/2014/main" id="{57BEDC42-DD58-B94F-8ED9-E20E6036CFE6}"/>
              </a:ext>
            </a:extLst>
          </p:cNvPr>
          <p:cNvSpPr>
            <a:spLocks noChangeArrowheads="1"/>
          </p:cNvSpPr>
          <p:nvPr/>
        </p:nvSpPr>
        <p:spPr bwMode="auto">
          <a:xfrm>
            <a:off x="2028860" y="3205629"/>
            <a:ext cx="5366551" cy="144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rgbClr val="FF9900"/>
              </a:buClr>
              <a:buChar char="•"/>
              <a:defRPr sz="3200" b="1">
                <a:solidFill>
                  <a:srgbClr val="01035B"/>
                </a:solidFill>
                <a:latin typeface="Arial" panose="020B0604020202020204" pitchFamily="34" charset="0"/>
              </a:defRPr>
            </a:lvl1pPr>
            <a:lvl2pPr marL="742950" indent="-285750">
              <a:spcBef>
                <a:spcPct val="20000"/>
              </a:spcBef>
              <a:buClr>
                <a:srgbClr val="FF9900"/>
              </a:buClr>
              <a:buChar char="–"/>
              <a:defRPr sz="2800" b="1">
                <a:solidFill>
                  <a:srgbClr val="01035B"/>
                </a:solidFill>
                <a:latin typeface="Arial" panose="020B0604020202020204" pitchFamily="34" charset="0"/>
              </a:defRPr>
            </a:lvl2pPr>
            <a:lvl3pPr marL="1143000" indent="-228600">
              <a:spcBef>
                <a:spcPct val="20000"/>
              </a:spcBef>
              <a:buClr>
                <a:srgbClr val="FF9900"/>
              </a:buClr>
              <a:buChar char="•"/>
              <a:defRPr sz="2400" b="1">
                <a:solidFill>
                  <a:srgbClr val="01035B"/>
                </a:solidFill>
                <a:latin typeface="Arial" panose="020B0604020202020204" pitchFamily="34" charset="0"/>
              </a:defRPr>
            </a:lvl3pPr>
            <a:lvl4pPr marL="1600200" indent="-228600">
              <a:spcBef>
                <a:spcPct val="20000"/>
              </a:spcBef>
              <a:buClr>
                <a:srgbClr val="FF9900"/>
              </a:buClr>
              <a:buChar char="–"/>
              <a:defRPr sz="2000" b="1">
                <a:solidFill>
                  <a:srgbClr val="01035B"/>
                </a:solidFill>
                <a:latin typeface="Arial" panose="020B0604020202020204" pitchFamily="34" charset="0"/>
              </a:defRPr>
            </a:lvl4pPr>
            <a:lvl5pPr marL="2057400" indent="-228600">
              <a:spcBef>
                <a:spcPct val="20000"/>
              </a:spcBef>
              <a:buClr>
                <a:srgbClr val="FF9900"/>
              </a:buClr>
              <a:buChar char="»"/>
              <a:defRPr sz="2000" b="1">
                <a:solidFill>
                  <a:srgbClr val="01035B"/>
                </a:solidFill>
                <a:latin typeface="Arial" panose="020B0604020202020204" pitchFamily="34" charset="0"/>
              </a:defRPr>
            </a:lvl5pPr>
            <a:lvl6pPr marL="25146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6pPr>
            <a:lvl7pPr marL="29718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7pPr>
            <a:lvl8pPr marL="34290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8pPr>
            <a:lvl9pPr marL="38862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9pPr>
          </a:lstStyle>
          <a:p>
            <a:pPr marL="0" marR="0" lvl="0" indent="0" algn="l" defTabSz="812810" rtl="0" eaLnBrk="1" fontAlgn="auto" latinLnBrk="0" hangingPunct="1">
              <a:lnSpc>
                <a:spcPct val="100000"/>
              </a:lnSpc>
              <a:spcBef>
                <a:spcPct val="0"/>
              </a:spcBef>
              <a:spcAft>
                <a:spcPts val="0"/>
              </a:spcAft>
              <a:buClrTx/>
              <a:buSzTx/>
              <a:buFontTx/>
              <a:buNone/>
              <a:tabLst/>
              <a:defRPr/>
            </a:pPr>
            <a:r>
              <a:rPr kumimoji="0" lang="en-US" altLang="en-US" sz="4000" b="1" i="0" u="none" strike="noStrike" kern="1200" cap="none" spc="0" normalizeH="0" baseline="0" noProof="0" dirty="0">
                <a:ln>
                  <a:noFill/>
                </a:ln>
                <a:solidFill>
                  <a:srgbClr val="00B2A9"/>
                </a:solidFill>
                <a:effectLst/>
                <a:uLnTx/>
                <a:uFillTx/>
                <a:latin typeface="Arial" panose="020B0604020202020204" pitchFamily="34" charset="0"/>
                <a:ea typeface="+mn-ea"/>
                <a:cs typeface="Arial" panose="020B0604020202020204" pitchFamily="34" charset="0"/>
              </a:rPr>
              <a:t>No, </a:t>
            </a:r>
            <a:r>
              <a:rPr kumimoji="0" lang="en-US" altLang="en-US" sz="2400" b="0" i="0" u="none" strike="noStrike" kern="1200" cap="none" spc="0" normalizeH="0" baseline="0" noProof="0" dirty="0">
                <a:ln>
                  <a:noFill/>
                </a:ln>
                <a:solidFill>
                  <a:srgbClr val="00274C"/>
                </a:solidFill>
                <a:effectLst/>
                <a:uLnTx/>
                <a:uFillTx/>
                <a:latin typeface="Arial" panose="020B0604020202020204" pitchFamily="34" charset="0"/>
                <a:ea typeface="+mn-ea"/>
                <a:cs typeface="Arial" panose="020B0604020202020204" pitchFamily="34" charset="0"/>
              </a:rPr>
              <a:t>because the fraction of toothpaste wasted changes with </a:t>
            </a:r>
            <a:br>
              <a:rPr kumimoji="0" lang="en-US" altLang="en-US" sz="2400" b="0" i="0" u="none" strike="noStrike" kern="1200" cap="none" spc="0" normalizeH="0" baseline="0" noProof="0" dirty="0">
                <a:ln>
                  <a:noFill/>
                </a:ln>
                <a:solidFill>
                  <a:srgbClr val="00274C"/>
                </a:solidFill>
                <a:effectLst/>
                <a:uLnTx/>
                <a:uFillTx/>
                <a:latin typeface="Arial" panose="020B0604020202020204" pitchFamily="34" charset="0"/>
                <a:ea typeface="+mn-ea"/>
                <a:cs typeface="Arial" panose="020B0604020202020204" pitchFamily="34" charset="0"/>
              </a:rPr>
            </a:br>
            <a:r>
              <a:rPr kumimoji="0" lang="en-US" altLang="en-US" sz="2400" b="0" i="0" u="none" strike="noStrike" kern="1200" cap="none" spc="0" normalizeH="0" baseline="0" noProof="0" dirty="0">
                <a:ln>
                  <a:noFill/>
                </a:ln>
                <a:solidFill>
                  <a:srgbClr val="00274C"/>
                </a:solidFill>
                <a:effectLst/>
                <a:uLnTx/>
                <a:uFillTx/>
                <a:latin typeface="Arial" panose="020B0604020202020204" pitchFamily="34" charset="0"/>
                <a:ea typeface="+mn-ea"/>
                <a:cs typeface="Arial" panose="020B0604020202020204" pitchFamily="34" charset="0"/>
              </a:rPr>
              <a:t>the packaging.</a:t>
            </a:r>
          </a:p>
        </p:txBody>
      </p:sp>
      <p:sp>
        <p:nvSpPr>
          <p:cNvPr id="12" name="Rectangle 11">
            <a:extLst>
              <a:ext uri="{FF2B5EF4-FFF2-40B4-BE49-F238E27FC236}">
                <a16:creationId xmlns:a16="http://schemas.microsoft.com/office/drawing/2014/main" id="{E7519272-3307-B945-94C9-18BD015A9C1F}"/>
              </a:ext>
            </a:extLst>
          </p:cNvPr>
          <p:cNvSpPr/>
          <p:nvPr/>
        </p:nvSpPr>
        <p:spPr>
          <a:xfrm>
            <a:off x="1038142" y="5114608"/>
            <a:ext cx="5811837" cy="1200329"/>
          </a:xfrm>
          <a:prstGeom prst="rect">
            <a:avLst/>
          </a:prstGeom>
        </p:spPr>
        <p:txBody>
          <a:bodyPr wrap="square">
            <a:spAutoFit/>
          </a:bodyPr>
          <a:lstStyle/>
          <a:p>
            <a:pPr marL="0" marR="0" lvl="0" indent="0" algn="l" defTabSz="812810" rtl="0" eaLnBrk="1" fontAlgn="auto" latinLnBrk="0" hangingPunct="1">
              <a:lnSpc>
                <a:spcPct val="100000"/>
              </a:lnSpc>
              <a:spcBef>
                <a:spcPct val="0"/>
              </a:spcBef>
              <a:spcAft>
                <a:spcPts val="0"/>
              </a:spcAft>
              <a:buClrTx/>
              <a:buSzTx/>
              <a:buFontTx/>
              <a:buNone/>
              <a:tabLst/>
              <a:defRPr/>
            </a:pPr>
            <a:r>
              <a:rPr kumimoji="0" lang="en-US" altLang="en-US" sz="2400" b="0" i="1" u="none" strike="noStrike" kern="1200" cap="none" spc="0" normalizeH="0" baseline="0" noProof="0" dirty="0">
                <a:ln>
                  <a:noFill/>
                </a:ln>
                <a:solidFill>
                  <a:srgbClr val="00B2A9"/>
                </a:solidFill>
                <a:effectLst/>
                <a:uLnTx/>
                <a:uFillTx/>
                <a:latin typeface="Arial" panose="020B0604020202020204" pitchFamily="34" charset="0"/>
                <a:ea typeface="+mn-ea"/>
                <a:cs typeface="Arial" panose="020B0604020202020204" pitchFamily="34" charset="0"/>
              </a:rPr>
              <a:t>What could you easily modify in a toothpaste packaging to make the toothpaste environmentally friendlier?</a:t>
            </a:r>
          </a:p>
        </p:txBody>
      </p:sp>
    </p:spTree>
    <p:extLst>
      <p:ext uri="{BB962C8B-B14F-4D97-AF65-F5344CB8AC3E}">
        <p14:creationId xmlns:p14="http://schemas.microsoft.com/office/powerpoint/2010/main" val="2083742202"/>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1" name="Picture 30">
            <a:extLst>
              <a:ext uri="{FF2B5EF4-FFF2-40B4-BE49-F238E27FC236}">
                <a16:creationId xmlns:a16="http://schemas.microsoft.com/office/drawing/2014/main" id="{9F2343B5-E9AA-344F-AEFF-EEE622111DC3}"/>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1110196" y="2068576"/>
            <a:ext cx="1243039" cy="1328677"/>
          </a:xfrm>
          <a:prstGeom prst="rect">
            <a:avLst/>
          </a:prstGeom>
        </p:spPr>
      </p:pic>
      <p:sp>
        <p:nvSpPr>
          <p:cNvPr id="2" name="Title 1">
            <a:extLst>
              <a:ext uri="{FF2B5EF4-FFF2-40B4-BE49-F238E27FC236}">
                <a16:creationId xmlns:a16="http://schemas.microsoft.com/office/drawing/2014/main" id="{0601F200-2C6E-5D4A-8072-E9A64D6A7729}"/>
              </a:ext>
            </a:extLst>
          </p:cNvPr>
          <p:cNvSpPr>
            <a:spLocks noGrp="1"/>
          </p:cNvSpPr>
          <p:nvPr>
            <p:ph type="title"/>
          </p:nvPr>
        </p:nvSpPr>
        <p:spPr/>
        <p:txBody>
          <a:bodyPr/>
          <a:lstStyle/>
          <a:p>
            <a:r>
              <a:rPr lang="en-US" altLang="en-US" noProof="1"/>
              <a:t>Herbicides A </a:t>
            </a:r>
            <a:r>
              <a:rPr lang="en-US" altLang="en-US" dirty="0"/>
              <a:t>and</a:t>
            </a:r>
            <a:r>
              <a:rPr lang="en-US" altLang="en-US" noProof="1"/>
              <a:t> B: treatment of 1 ha</a:t>
            </a:r>
            <a:endParaRPr lang="en-US" dirty="0"/>
          </a:p>
        </p:txBody>
      </p:sp>
      <p:sp>
        <p:nvSpPr>
          <p:cNvPr id="18" name="Rectangle 1">
            <a:extLst>
              <a:ext uri="{FF2B5EF4-FFF2-40B4-BE49-F238E27FC236}">
                <a16:creationId xmlns:a16="http://schemas.microsoft.com/office/drawing/2014/main" id="{8EA5E562-2AB0-464D-9B29-DE3166EDD242}"/>
              </a:ext>
            </a:extLst>
          </p:cNvPr>
          <p:cNvSpPr>
            <a:spLocks noChangeArrowheads="1"/>
          </p:cNvSpPr>
          <p:nvPr/>
        </p:nvSpPr>
        <p:spPr bwMode="auto">
          <a:xfrm>
            <a:off x="1038143" y="3591216"/>
            <a:ext cx="5811836" cy="23083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rgbClr val="FF9900"/>
              </a:buClr>
              <a:buChar char="•"/>
              <a:defRPr sz="3200" b="1">
                <a:solidFill>
                  <a:srgbClr val="01035B"/>
                </a:solidFill>
                <a:latin typeface="Arial" panose="020B0604020202020204" pitchFamily="34" charset="0"/>
              </a:defRPr>
            </a:lvl1pPr>
            <a:lvl2pPr marL="742950" indent="-285750">
              <a:spcBef>
                <a:spcPct val="20000"/>
              </a:spcBef>
              <a:buClr>
                <a:srgbClr val="FF9900"/>
              </a:buClr>
              <a:buChar char="–"/>
              <a:defRPr sz="2800" b="1">
                <a:solidFill>
                  <a:srgbClr val="01035B"/>
                </a:solidFill>
                <a:latin typeface="Arial" panose="020B0604020202020204" pitchFamily="34" charset="0"/>
              </a:defRPr>
            </a:lvl2pPr>
            <a:lvl3pPr marL="1143000" indent="-228600">
              <a:spcBef>
                <a:spcPct val="20000"/>
              </a:spcBef>
              <a:buClr>
                <a:srgbClr val="FF9900"/>
              </a:buClr>
              <a:buChar char="•"/>
              <a:defRPr sz="2400" b="1">
                <a:solidFill>
                  <a:srgbClr val="01035B"/>
                </a:solidFill>
                <a:latin typeface="Arial" panose="020B0604020202020204" pitchFamily="34" charset="0"/>
              </a:defRPr>
            </a:lvl3pPr>
            <a:lvl4pPr marL="1600200" indent="-228600">
              <a:spcBef>
                <a:spcPct val="20000"/>
              </a:spcBef>
              <a:buClr>
                <a:srgbClr val="FF9900"/>
              </a:buClr>
              <a:buChar char="–"/>
              <a:defRPr sz="2000" b="1">
                <a:solidFill>
                  <a:srgbClr val="01035B"/>
                </a:solidFill>
                <a:latin typeface="Arial" panose="020B0604020202020204" pitchFamily="34" charset="0"/>
              </a:defRPr>
            </a:lvl4pPr>
            <a:lvl5pPr marL="2057400" indent="-228600">
              <a:spcBef>
                <a:spcPct val="20000"/>
              </a:spcBef>
              <a:buClr>
                <a:srgbClr val="FF9900"/>
              </a:buClr>
              <a:buChar char="»"/>
              <a:defRPr sz="2000" b="1">
                <a:solidFill>
                  <a:srgbClr val="01035B"/>
                </a:solidFill>
                <a:latin typeface="Arial" panose="020B0604020202020204" pitchFamily="34" charset="0"/>
              </a:defRPr>
            </a:lvl5pPr>
            <a:lvl6pPr marL="25146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6pPr>
            <a:lvl7pPr marL="29718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7pPr>
            <a:lvl8pPr marL="34290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8pPr>
            <a:lvl9pPr marL="38862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9pPr>
          </a:lstStyle>
          <a:p>
            <a:pPr marL="0" marR="0" lvl="0" indent="0" algn="l" defTabSz="812810" rtl="0" eaLnBrk="1" fontAlgn="auto" latinLnBrk="0" hangingPunct="1">
              <a:lnSpc>
                <a:spcPct val="100000"/>
              </a:lnSpc>
              <a:spcBef>
                <a:spcPct val="0"/>
              </a:spcBef>
              <a:spcAft>
                <a:spcPts val="0"/>
              </a:spcAft>
              <a:buClrTx/>
              <a:buSzTx/>
              <a:buFontTx/>
              <a:buNone/>
              <a:tabLst/>
              <a:defRPr/>
            </a:pPr>
            <a:r>
              <a:rPr kumimoji="0" lang="en-US" altLang="en-US" sz="2400" b="0" i="0" u="none" strike="noStrike" kern="1200" cap="none" spc="0" normalizeH="0" baseline="0" noProof="0" dirty="0">
                <a:ln>
                  <a:noFill/>
                </a:ln>
                <a:solidFill>
                  <a:srgbClr val="00274C"/>
                </a:solidFill>
                <a:effectLst/>
                <a:uLnTx/>
                <a:uFillTx/>
                <a:latin typeface="Arial" panose="020B0604020202020204" pitchFamily="34" charset="0"/>
                <a:ea typeface="+mn-ea"/>
                <a:cs typeface="Arial" panose="020B0604020202020204" pitchFamily="34" charset="0"/>
              </a:rPr>
              <a:t>When comparing the use of two herbicides, A and B, for the harvest of </a:t>
            </a:r>
            <a:br>
              <a:rPr kumimoji="0" lang="en-US" altLang="en-US" sz="2400" b="0" i="0" u="none" strike="noStrike" kern="1200" cap="none" spc="0" normalizeH="0" baseline="0" noProof="0" dirty="0">
                <a:ln>
                  <a:noFill/>
                </a:ln>
                <a:solidFill>
                  <a:srgbClr val="00274C"/>
                </a:solidFill>
                <a:effectLst/>
                <a:uLnTx/>
                <a:uFillTx/>
                <a:latin typeface="Arial" panose="020B0604020202020204" pitchFamily="34" charset="0"/>
                <a:ea typeface="+mn-ea"/>
                <a:cs typeface="Arial" panose="020B0604020202020204" pitchFamily="34" charset="0"/>
              </a:rPr>
            </a:br>
            <a:r>
              <a:rPr kumimoji="0" lang="en-US" altLang="en-US" sz="2400" b="0" i="0" u="none" strike="noStrike" kern="1200" cap="none" spc="0" normalizeH="0" baseline="0" noProof="0" dirty="0">
                <a:ln>
                  <a:noFill/>
                </a:ln>
                <a:solidFill>
                  <a:srgbClr val="00274C"/>
                </a:solidFill>
                <a:effectLst/>
                <a:uLnTx/>
                <a:uFillTx/>
                <a:latin typeface="Arial" panose="020B0604020202020204" pitchFamily="34" charset="0"/>
                <a:ea typeface="+mn-ea"/>
                <a:cs typeface="Arial" panose="020B0604020202020204" pitchFamily="34" charset="0"/>
              </a:rPr>
              <a:t>a given quantity of corn, can we exclude the gasoline required for ploughing the </a:t>
            </a:r>
            <a:br>
              <a:rPr kumimoji="0" lang="en-US" altLang="en-US" sz="2400" b="0" i="0" u="none" strike="noStrike" kern="1200" cap="none" spc="0" normalizeH="0" baseline="0" noProof="0" dirty="0">
                <a:ln>
                  <a:noFill/>
                </a:ln>
                <a:solidFill>
                  <a:srgbClr val="00274C"/>
                </a:solidFill>
                <a:effectLst/>
                <a:uLnTx/>
                <a:uFillTx/>
                <a:latin typeface="Arial" panose="020B0604020202020204" pitchFamily="34" charset="0"/>
                <a:ea typeface="+mn-ea"/>
                <a:cs typeface="Arial" panose="020B0604020202020204" pitchFamily="34" charset="0"/>
              </a:rPr>
            </a:br>
            <a:r>
              <a:rPr kumimoji="0" lang="en-US" altLang="en-US" sz="2400" b="0" i="0" u="none" strike="noStrike" kern="1200" cap="none" spc="0" normalizeH="0" baseline="0" noProof="0" dirty="0">
                <a:ln>
                  <a:noFill/>
                </a:ln>
                <a:solidFill>
                  <a:srgbClr val="00274C"/>
                </a:solidFill>
                <a:effectLst/>
                <a:uLnTx/>
                <a:uFillTx/>
                <a:latin typeface="Arial" panose="020B0604020202020204" pitchFamily="34" charset="0"/>
                <a:ea typeface="+mn-ea"/>
                <a:cs typeface="Arial" panose="020B0604020202020204" pitchFamily="34" charset="0"/>
              </a:rPr>
              <a:t>field and other wheat cultivation steps that must occur in both scenarios?</a:t>
            </a:r>
          </a:p>
        </p:txBody>
      </p:sp>
      <p:sp>
        <p:nvSpPr>
          <p:cNvPr id="19" name="Rectangle 18">
            <a:extLst>
              <a:ext uri="{FF2B5EF4-FFF2-40B4-BE49-F238E27FC236}">
                <a16:creationId xmlns:a16="http://schemas.microsoft.com/office/drawing/2014/main" id="{6B1521FD-3CCF-CE4E-8959-A7F41762E9EA}"/>
              </a:ext>
            </a:extLst>
          </p:cNvPr>
          <p:cNvSpPr/>
          <p:nvPr/>
        </p:nvSpPr>
        <p:spPr>
          <a:xfrm>
            <a:off x="2498816" y="2469546"/>
            <a:ext cx="3713140" cy="571469"/>
          </a:xfrm>
          <a:prstGeom prst="rect">
            <a:avLst/>
          </a:prstGeom>
          <a:solidFill>
            <a:schemeClr val="accent3"/>
          </a:solidFill>
          <a:ln w="38100">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81281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prstClr val="white"/>
                </a:solidFill>
                <a:effectLst/>
                <a:uLnTx/>
                <a:uFillTx/>
                <a:latin typeface="Arial" panose="020B0604020202020204"/>
                <a:ea typeface="+mn-ea"/>
                <a:cs typeface="+mn-cs"/>
              </a:rPr>
              <a:t>EXAMPLE: HERBICIDES</a:t>
            </a:r>
          </a:p>
        </p:txBody>
      </p:sp>
      <p:sp>
        <p:nvSpPr>
          <p:cNvPr id="20" name="Rectangle 19">
            <a:extLst>
              <a:ext uri="{FF2B5EF4-FFF2-40B4-BE49-F238E27FC236}">
                <a16:creationId xmlns:a16="http://schemas.microsoft.com/office/drawing/2014/main" id="{130D84C0-A470-E34B-AA89-5FAE6CB65D23}"/>
              </a:ext>
            </a:extLst>
          </p:cNvPr>
          <p:cNvSpPr/>
          <p:nvPr/>
        </p:nvSpPr>
        <p:spPr>
          <a:xfrm>
            <a:off x="8017312" y="2090526"/>
            <a:ext cx="2958702" cy="950489"/>
          </a:xfrm>
          <a:prstGeom prst="rect">
            <a:avLst/>
          </a:prstGeom>
          <a:noFill/>
          <a:ln w="38100">
            <a:solidFill>
              <a:schemeClr val="tx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81281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srgbClr val="00274C"/>
                </a:solidFill>
                <a:effectLst/>
                <a:uLnTx/>
                <a:uFillTx/>
                <a:latin typeface="Arial" panose="020B0604020202020204"/>
                <a:ea typeface="+mn-ea"/>
                <a:cs typeface="+mn-cs"/>
              </a:rPr>
              <a:t>Ploughing</a:t>
            </a:r>
            <a:br>
              <a:rPr kumimoji="0" lang="en-US" sz="2000" b="0" i="0" u="none" strike="noStrike" kern="1200" cap="none" spc="0" normalizeH="0" baseline="0" noProof="0" dirty="0">
                <a:ln>
                  <a:noFill/>
                </a:ln>
                <a:solidFill>
                  <a:srgbClr val="00274C"/>
                </a:solidFill>
                <a:effectLst/>
                <a:uLnTx/>
                <a:uFillTx/>
                <a:latin typeface="Arial" panose="020B0604020202020204"/>
                <a:ea typeface="+mn-ea"/>
                <a:cs typeface="+mn-cs"/>
              </a:rPr>
            </a:br>
            <a:r>
              <a:rPr kumimoji="0" lang="en-US" sz="2000" b="0" i="0" u="none" strike="noStrike" kern="1200" cap="none" spc="0" normalizeH="0" baseline="0" noProof="0" dirty="0">
                <a:ln>
                  <a:noFill/>
                </a:ln>
                <a:solidFill>
                  <a:srgbClr val="00274C"/>
                </a:solidFill>
                <a:effectLst/>
                <a:uLnTx/>
                <a:uFillTx/>
                <a:latin typeface="Arial" panose="020B0604020202020204"/>
                <a:ea typeface="+mn-ea"/>
                <a:cs typeface="+mn-cs"/>
              </a:rPr>
              <a:t>20L Diesel</a:t>
            </a:r>
          </a:p>
        </p:txBody>
      </p:sp>
      <p:sp>
        <p:nvSpPr>
          <p:cNvPr id="21" name="Rectangle 20">
            <a:extLst>
              <a:ext uri="{FF2B5EF4-FFF2-40B4-BE49-F238E27FC236}">
                <a16:creationId xmlns:a16="http://schemas.microsoft.com/office/drawing/2014/main" id="{3AF85081-2B52-3B49-998E-F156F733C449}"/>
              </a:ext>
            </a:extLst>
          </p:cNvPr>
          <p:cNvSpPr/>
          <p:nvPr/>
        </p:nvSpPr>
        <p:spPr>
          <a:xfrm>
            <a:off x="8017312" y="3715640"/>
            <a:ext cx="2958702" cy="1434213"/>
          </a:xfrm>
          <a:prstGeom prst="rect">
            <a:avLst/>
          </a:prstGeom>
          <a:solidFill>
            <a:schemeClr val="accent3"/>
          </a:solidFill>
          <a:ln w="38100">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81281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prstClr val="white"/>
                </a:solidFill>
                <a:effectLst/>
                <a:uLnTx/>
                <a:uFillTx/>
                <a:latin typeface="Arial" panose="020B0604020202020204"/>
                <a:ea typeface="+mn-ea"/>
                <a:cs typeface="+mn-cs"/>
              </a:rPr>
              <a:t>Application </a:t>
            </a:r>
            <a:br>
              <a:rPr kumimoji="0" lang="en-US" sz="2000" b="1" i="0" u="none" strike="noStrike" kern="1200" cap="none" spc="0" normalizeH="0" baseline="0" noProof="0" dirty="0">
                <a:ln>
                  <a:noFill/>
                </a:ln>
                <a:solidFill>
                  <a:prstClr val="white"/>
                </a:solidFill>
                <a:effectLst/>
                <a:uLnTx/>
                <a:uFillTx/>
                <a:latin typeface="Arial" panose="020B0604020202020204"/>
                <a:ea typeface="+mn-ea"/>
                <a:cs typeface="+mn-cs"/>
              </a:rPr>
            </a:br>
            <a:r>
              <a:rPr kumimoji="0" lang="en-US" sz="2000" b="1" i="0" u="none" strike="noStrike" kern="1200" cap="none" spc="0" normalizeH="0" baseline="0" noProof="0" dirty="0">
                <a:ln>
                  <a:noFill/>
                </a:ln>
                <a:solidFill>
                  <a:prstClr val="white"/>
                </a:solidFill>
                <a:effectLst/>
                <a:uLnTx/>
                <a:uFillTx/>
                <a:latin typeface="Arial" panose="020B0604020202020204"/>
                <a:ea typeface="+mn-ea"/>
                <a:cs typeface="+mn-cs"/>
              </a:rPr>
              <a:t>Herbicides A</a:t>
            </a:r>
          </a:p>
          <a:p>
            <a:pPr marL="0" marR="0" lvl="0" indent="0" algn="ctr" defTabSz="81281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prstClr val="white"/>
                </a:solidFill>
                <a:effectLst/>
                <a:uLnTx/>
                <a:uFillTx/>
                <a:latin typeface="Arial" panose="020B0604020202020204"/>
                <a:ea typeface="+mn-ea"/>
                <a:cs typeface="+mn-cs"/>
              </a:rPr>
              <a:t/>
            </a:r>
            <a:br>
              <a:rPr kumimoji="0" lang="en-US" sz="2000" b="1" i="0" u="none" strike="noStrike" kern="1200" cap="none" spc="0" normalizeH="0" baseline="0" noProof="0" dirty="0">
                <a:ln>
                  <a:noFill/>
                </a:ln>
                <a:solidFill>
                  <a:prstClr val="white"/>
                </a:solidFill>
                <a:effectLst/>
                <a:uLnTx/>
                <a:uFillTx/>
                <a:latin typeface="Arial" panose="020B0604020202020204"/>
                <a:ea typeface="+mn-ea"/>
                <a:cs typeface="+mn-cs"/>
              </a:rPr>
            </a:br>
            <a:r>
              <a:rPr kumimoji="0" lang="en-US" sz="2000" b="0" i="0" u="none" strike="noStrike" kern="1200" cap="none" spc="0" normalizeH="0" baseline="0" noProof="0" dirty="0">
                <a:ln>
                  <a:noFill/>
                </a:ln>
                <a:solidFill>
                  <a:prstClr val="white"/>
                </a:solidFill>
                <a:effectLst/>
                <a:uLnTx/>
                <a:uFillTx/>
                <a:latin typeface="Arial" panose="020B0604020202020204"/>
                <a:ea typeface="+mn-ea"/>
                <a:cs typeface="+mn-cs"/>
              </a:rPr>
              <a:t>10kg A, 5L Diesel</a:t>
            </a:r>
          </a:p>
        </p:txBody>
      </p:sp>
      <p:sp>
        <p:nvSpPr>
          <p:cNvPr id="22" name="Rectangle 21">
            <a:extLst>
              <a:ext uri="{FF2B5EF4-FFF2-40B4-BE49-F238E27FC236}">
                <a16:creationId xmlns:a16="http://schemas.microsoft.com/office/drawing/2014/main" id="{AB5E4630-63A6-8843-AE89-9A9C3BA86153}"/>
              </a:ext>
            </a:extLst>
          </p:cNvPr>
          <p:cNvSpPr/>
          <p:nvPr/>
        </p:nvSpPr>
        <p:spPr>
          <a:xfrm>
            <a:off x="8510545" y="6008362"/>
            <a:ext cx="1972236" cy="1015663"/>
          </a:xfrm>
          <a:prstGeom prst="rect">
            <a:avLst/>
          </a:prstGeom>
        </p:spPr>
        <p:txBody>
          <a:bodyPr wrap="square">
            <a:spAutoFit/>
          </a:bodyPr>
          <a:lstStyle/>
          <a:p>
            <a:pPr marL="0" marR="0" lvl="0" indent="0" algn="ctr" defTabSz="812810" rtl="0" eaLnBrk="1" fontAlgn="auto" latinLnBrk="0" hangingPunct="1">
              <a:lnSpc>
                <a:spcPct val="100000"/>
              </a:lnSpc>
              <a:spcBef>
                <a:spcPts val="0"/>
              </a:spcBef>
              <a:spcAft>
                <a:spcPts val="0"/>
              </a:spcAft>
              <a:buClrTx/>
              <a:buSzTx/>
              <a:buFontTx/>
              <a:buNone/>
              <a:tabLst/>
              <a:defRPr/>
            </a:pPr>
            <a:r>
              <a:rPr kumimoji="0" lang="en-US" altLang="en-US" sz="2000" b="0" i="0" u="none" strike="noStrike" kern="1200" cap="none" spc="0" normalizeH="0" baseline="0" noProof="1">
                <a:ln>
                  <a:noFill/>
                </a:ln>
                <a:solidFill>
                  <a:srgbClr val="00274C"/>
                </a:solidFill>
                <a:effectLst/>
                <a:uLnTx/>
                <a:uFillTx/>
                <a:latin typeface="Arial" panose="020B0604020202020204"/>
                <a:ea typeface="+mn-ea"/>
                <a:cs typeface="+mn-cs"/>
              </a:rPr>
              <a:t>Yield</a:t>
            </a:r>
            <a:r>
              <a:rPr kumimoji="0" lang="en-US" altLang="en-US" sz="2000" b="0" i="0" u="none" strike="noStrike" kern="1200" cap="none" spc="0" normalizeH="0" baseline="0" noProof="0" dirty="0">
                <a:ln>
                  <a:noFill/>
                </a:ln>
                <a:solidFill>
                  <a:srgbClr val="00274C"/>
                </a:solidFill>
                <a:effectLst/>
                <a:uLnTx/>
                <a:uFillTx/>
                <a:latin typeface="Arial" panose="020B0604020202020204"/>
                <a:ea typeface="+mn-ea"/>
                <a:cs typeface="+mn-cs"/>
              </a:rPr>
              <a:t> </a:t>
            </a:r>
            <a:br>
              <a:rPr kumimoji="0" lang="en-US" altLang="en-US" sz="2000" b="0" i="0" u="none" strike="noStrike" kern="1200" cap="none" spc="0" normalizeH="0" baseline="0" noProof="0" dirty="0">
                <a:ln>
                  <a:noFill/>
                </a:ln>
                <a:solidFill>
                  <a:srgbClr val="00274C"/>
                </a:solidFill>
                <a:effectLst/>
                <a:uLnTx/>
                <a:uFillTx/>
                <a:latin typeface="Arial" panose="020B0604020202020204"/>
                <a:ea typeface="+mn-ea"/>
                <a:cs typeface="+mn-cs"/>
              </a:rPr>
            </a:br>
            <a:r>
              <a:rPr kumimoji="0" lang="en-US" altLang="en-US" sz="2000" b="0" i="0" u="none" strike="noStrike" kern="1200" cap="none" spc="0" normalizeH="0" baseline="0" noProof="0" dirty="0">
                <a:ln>
                  <a:noFill/>
                </a:ln>
                <a:solidFill>
                  <a:srgbClr val="00274C"/>
                </a:solidFill>
                <a:effectLst/>
                <a:uLnTx/>
                <a:uFillTx/>
                <a:latin typeface="Arial" panose="020B0604020202020204"/>
                <a:ea typeface="+mn-ea"/>
                <a:cs typeface="+mn-cs"/>
              </a:rPr>
              <a:t>5,000 kg corn</a:t>
            </a:r>
            <a:br>
              <a:rPr kumimoji="0" lang="en-US" altLang="en-US" sz="2000" b="0" i="0" u="none" strike="noStrike" kern="1200" cap="none" spc="0" normalizeH="0" baseline="0" noProof="0" dirty="0">
                <a:ln>
                  <a:noFill/>
                </a:ln>
                <a:solidFill>
                  <a:srgbClr val="00274C"/>
                </a:solidFill>
                <a:effectLst/>
                <a:uLnTx/>
                <a:uFillTx/>
                <a:latin typeface="Arial" panose="020B0604020202020204"/>
                <a:ea typeface="+mn-ea"/>
                <a:cs typeface="+mn-cs"/>
              </a:rPr>
            </a:br>
            <a:r>
              <a:rPr kumimoji="0" lang="en-US" altLang="en-US" sz="2000" b="0" i="0" u="none" strike="noStrike" kern="1200" cap="none" spc="0" normalizeH="0" baseline="0" noProof="0" dirty="0">
                <a:ln>
                  <a:noFill/>
                </a:ln>
                <a:solidFill>
                  <a:srgbClr val="00274C"/>
                </a:solidFill>
                <a:effectLst/>
                <a:uLnTx/>
                <a:uFillTx/>
                <a:latin typeface="Arial" panose="020B0604020202020204"/>
                <a:ea typeface="+mn-ea"/>
                <a:cs typeface="+mn-cs"/>
              </a:rPr>
              <a:t>= 5t corn</a:t>
            </a:r>
            <a:endParaRPr kumimoji="0" lang="en-US" altLang="en-US" sz="2000" b="0" i="0" u="none" strike="noStrike" kern="1200" cap="none" spc="0" normalizeH="0" baseline="0" noProof="1">
              <a:ln>
                <a:noFill/>
              </a:ln>
              <a:solidFill>
                <a:srgbClr val="00274C"/>
              </a:solidFill>
              <a:effectLst/>
              <a:uLnTx/>
              <a:uFillTx/>
              <a:latin typeface="Arial" panose="020B0604020202020204"/>
              <a:ea typeface="+mn-ea"/>
              <a:cs typeface="+mn-cs"/>
            </a:endParaRPr>
          </a:p>
        </p:txBody>
      </p:sp>
      <p:cxnSp>
        <p:nvCxnSpPr>
          <p:cNvPr id="24" name="Straight Arrow Connector 23">
            <a:extLst>
              <a:ext uri="{FF2B5EF4-FFF2-40B4-BE49-F238E27FC236}">
                <a16:creationId xmlns:a16="http://schemas.microsoft.com/office/drawing/2014/main" id="{F96DF4DB-0F01-B949-AFFC-1AAF0F87EF80}"/>
              </a:ext>
            </a:extLst>
          </p:cNvPr>
          <p:cNvCxnSpPr>
            <a:stCxn id="20" idx="2"/>
          </p:cNvCxnSpPr>
          <p:nvPr/>
        </p:nvCxnSpPr>
        <p:spPr>
          <a:xfrm>
            <a:off x="9496663" y="3041015"/>
            <a:ext cx="0" cy="674625"/>
          </a:xfrm>
          <a:prstGeom prst="straightConnector1">
            <a:avLst/>
          </a:prstGeom>
          <a:ln>
            <a:solidFill>
              <a:schemeClr val="tx2"/>
            </a:solidFill>
            <a:tailEnd type="arrow"/>
          </a:ln>
          <a:effectLst/>
        </p:spPr>
        <p:style>
          <a:lnRef idx="2">
            <a:schemeClr val="accent1"/>
          </a:lnRef>
          <a:fillRef idx="0">
            <a:schemeClr val="accent1"/>
          </a:fillRef>
          <a:effectRef idx="1">
            <a:schemeClr val="accent1"/>
          </a:effectRef>
          <a:fontRef idx="minor">
            <a:schemeClr val="tx1"/>
          </a:fontRef>
        </p:style>
      </p:cxnSp>
      <p:cxnSp>
        <p:nvCxnSpPr>
          <p:cNvPr id="25" name="Straight Arrow Connector 24">
            <a:extLst>
              <a:ext uri="{FF2B5EF4-FFF2-40B4-BE49-F238E27FC236}">
                <a16:creationId xmlns:a16="http://schemas.microsoft.com/office/drawing/2014/main" id="{6C8A7B71-1DBB-284C-98F9-E4ABAE116D20}"/>
              </a:ext>
            </a:extLst>
          </p:cNvPr>
          <p:cNvCxnSpPr/>
          <p:nvPr/>
        </p:nvCxnSpPr>
        <p:spPr>
          <a:xfrm>
            <a:off x="9496663" y="5152203"/>
            <a:ext cx="0" cy="674625"/>
          </a:xfrm>
          <a:prstGeom prst="straightConnector1">
            <a:avLst/>
          </a:prstGeom>
          <a:ln>
            <a:solidFill>
              <a:schemeClr val="tx2"/>
            </a:solidFill>
            <a:tailEnd type="arrow"/>
          </a:ln>
          <a:effectLst/>
        </p:spPr>
        <p:style>
          <a:lnRef idx="2">
            <a:schemeClr val="accent1"/>
          </a:lnRef>
          <a:fillRef idx="0">
            <a:schemeClr val="accent1"/>
          </a:fillRef>
          <a:effectRef idx="1">
            <a:schemeClr val="accent1"/>
          </a:effectRef>
          <a:fontRef idx="minor">
            <a:schemeClr val="tx1"/>
          </a:fontRef>
        </p:style>
      </p:cxnSp>
      <p:sp>
        <p:nvSpPr>
          <p:cNvPr id="26" name="Rectangle 25">
            <a:extLst>
              <a:ext uri="{FF2B5EF4-FFF2-40B4-BE49-F238E27FC236}">
                <a16:creationId xmlns:a16="http://schemas.microsoft.com/office/drawing/2014/main" id="{B6B6C18F-F2BD-B440-A7FA-92254F9E75C1}"/>
              </a:ext>
            </a:extLst>
          </p:cNvPr>
          <p:cNvSpPr/>
          <p:nvPr/>
        </p:nvSpPr>
        <p:spPr>
          <a:xfrm>
            <a:off x="12360712" y="2090526"/>
            <a:ext cx="2958702" cy="950489"/>
          </a:xfrm>
          <a:prstGeom prst="rect">
            <a:avLst/>
          </a:prstGeom>
          <a:noFill/>
          <a:ln w="38100">
            <a:solidFill>
              <a:schemeClr val="tx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81281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srgbClr val="00274C"/>
                </a:solidFill>
                <a:effectLst/>
                <a:uLnTx/>
                <a:uFillTx/>
                <a:latin typeface="Arial" panose="020B0604020202020204"/>
                <a:ea typeface="+mn-ea"/>
                <a:cs typeface="+mn-cs"/>
              </a:rPr>
              <a:t>Ploughing</a:t>
            </a:r>
            <a:br>
              <a:rPr kumimoji="0" lang="en-US" sz="2000" b="0" i="0" u="none" strike="noStrike" kern="1200" cap="none" spc="0" normalizeH="0" baseline="0" noProof="0" dirty="0">
                <a:ln>
                  <a:noFill/>
                </a:ln>
                <a:solidFill>
                  <a:srgbClr val="00274C"/>
                </a:solidFill>
                <a:effectLst/>
                <a:uLnTx/>
                <a:uFillTx/>
                <a:latin typeface="Arial" panose="020B0604020202020204"/>
                <a:ea typeface="+mn-ea"/>
                <a:cs typeface="+mn-cs"/>
              </a:rPr>
            </a:br>
            <a:r>
              <a:rPr kumimoji="0" lang="en-US" sz="2000" b="0" i="0" u="none" strike="noStrike" kern="1200" cap="none" spc="0" normalizeH="0" baseline="0" noProof="0" dirty="0">
                <a:ln>
                  <a:noFill/>
                </a:ln>
                <a:solidFill>
                  <a:srgbClr val="00274C"/>
                </a:solidFill>
                <a:effectLst/>
                <a:uLnTx/>
                <a:uFillTx/>
                <a:latin typeface="Arial" panose="020B0604020202020204"/>
                <a:ea typeface="+mn-ea"/>
                <a:cs typeface="+mn-cs"/>
              </a:rPr>
              <a:t>20L Diesel</a:t>
            </a:r>
          </a:p>
        </p:txBody>
      </p:sp>
      <p:sp>
        <p:nvSpPr>
          <p:cNvPr id="27" name="Rectangle 26">
            <a:extLst>
              <a:ext uri="{FF2B5EF4-FFF2-40B4-BE49-F238E27FC236}">
                <a16:creationId xmlns:a16="http://schemas.microsoft.com/office/drawing/2014/main" id="{3B756F35-0C40-0042-B281-0B3904D0E517}"/>
              </a:ext>
            </a:extLst>
          </p:cNvPr>
          <p:cNvSpPr/>
          <p:nvPr/>
        </p:nvSpPr>
        <p:spPr>
          <a:xfrm>
            <a:off x="12360712" y="3715640"/>
            <a:ext cx="2958702" cy="1434213"/>
          </a:xfrm>
          <a:prstGeom prst="rect">
            <a:avLst/>
          </a:prstGeom>
          <a:solidFill>
            <a:schemeClr val="accent3"/>
          </a:solidFill>
          <a:ln w="38100">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81281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prstClr val="white"/>
                </a:solidFill>
                <a:effectLst/>
                <a:uLnTx/>
                <a:uFillTx/>
                <a:latin typeface="Arial" panose="020B0604020202020204"/>
                <a:ea typeface="+mn-ea"/>
                <a:cs typeface="+mn-cs"/>
              </a:rPr>
              <a:t>Application </a:t>
            </a:r>
            <a:br>
              <a:rPr kumimoji="0" lang="en-US" sz="2000" b="1" i="0" u="none" strike="noStrike" kern="1200" cap="none" spc="0" normalizeH="0" baseline="0" noProof="0" dirty="0">
                <a:ln>
                  <a:noFill/>
                </a:ln>
                <a:solidFill>
                  <a:prstClr val="white"/>
                </a:solidFill>
                <a:effectLst/>
                <a:uLnTx/>
                <a:uFillTx/>
                <a:latin typeface="Arial" panose="020B0604020202020204"/>
                <a:ea typeface="+mn-ea"/>
                <a:cs typeface="+mn-cs"/>
              </a:rPr>
            </a:br>
            <a:r>
              <a:rPr kumimoji="0" lang="en-US" sz="2000" b="1" i="0" u="none" strike="noStrike" kern="1200" cap="none" spc="0" normalizeH="0" baseline="0" noProof="0" dirty="0">
                <a:ln>
                  <a:noFill/>
                </a:ln>
                <a:solidFill>
                  <a:prstClr val="white"/>
                </a:solidFill>
                <a:effectLst/>
                <a:uLnTx/>
                <a:uFillTx/>
                <a:latin typeface="Arial" panose="020B0604020202020204"/>
                <a:ea typeface="+mn-ea"/>
                <a:cs typeface="+mn-cs"/>
              </a:rPr>
              <a:t>Herbicides B</a:t>
            </a:r>
          </a:p>
          <a:p>
            <a:pPr marL="0" marR="0" lvl="0" indent="0" algn="ctr" defTabSz="81281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prstClr val="white"/>
                </a:solidFill>
                <a:effectLst/>
                <a:uLnTx/>
                <a:uFillTx/>
                <a:latin typeface="Arial" panose="020B0604020202020204"/>
                <a:ea typeface="+mn-ea"/>
                <a:cs typeface="+mn-cs"/>
              </a:rPr>
              <a:t/>
            </a:r>
            <a:br>
              <a:rPr kumimoji="0" lang="en-US" sz="2000" b="1" i="0" u="none" strike="noStrike" kern="1200" cap="none" spc="0" normalizeH="0" baseline="0" noProof="0" dirty="0">
                <a:ln>
                  <a:noFill/>
                </a:ln>
                <a:solidFill>
                  <a:prstClr val="white"/>
                </a:solidFill>
                <a:effectLst/>
                <a:uLnTx/>
                <a:uFillTx/>
                <a:latin typeface="Arial" panose="020B0604020202020204"/>
                <a:ea typeface="+mn-ea"/>
                <a:cs typeface="+mn-cs"/>
              </a:rPr>
            </a:br>
            <a:r>
              <a:rPr kumimoji="0" lang="en-US" sz="2000" b="0" i="0" u="none" strike="noStrike" kern="1200" cap="none" spc="0" normalizeH="0" baseline="0" noProof="0" dirty="0">
                <a:ln>
                  <a:noFill/>
                </a:ln>
                <a:solidFill>
                  <a:prstClr val="white"/>
                </a:solidFill>
                <a:effectLst/>
                <a:uLnTx/>
                <a:uFillTx/>
                <a:latin typeface="Arial" panose="020B0604020202020204"/>
                <a:ea typeface="+mn-ea"/>
                <a:cs typeface="+mn-cs"/>
              </a:rPr>
              <a:t>0.2kg A, 2L Diesel</a:t>
            </a:r>
          </a:p>
        </p:txBody>
      </p:sp>
      <p:sp>
        <p:nvSpPr>
          <p:cNvPr id="28" name="Rectangle 27">
            <a:extLst>
              <a:ext uri="{FF2B5EF4-FFF2-40B4-BE49-F238E27FC236}">
                <a16:creationId xmlns:a16="http://schemas.microsoft.com/office/drawing/2014/main" id="{F9625AC1-5726-A443-A96F-228C93F7D3FE}"/>
              </a:ext>
            </a:extLst>
          </p:cNvPr>
          <p:cNvSpPr/>
          <p:nvPr/>
        </p:nvSpPr>
        <p:spPr>
          <a:xfrm>
            <a:off x="12853945" y="6008362"/>
            <a:ext cx="1972236" cy="1015663"/>
          </a:xfrm>
          <a:prstGeom prst="rect">
            <a:avLst/>
          </a:prstGeom>
        </p:spPr>
        <p:txBody>
          <a:bodyPr wrap="square">
            <a:spAutoFit/>
          </a:bodyPr>
          <a:lstStyle/>
          <a:p>
            <a:pPr marL="0" marR="0" lvl="0" indent="0" algn="ctr" defTabSz="812810" rtl="0" eaLnBrk="1" fontAlgn="auto" latinLnBrk="0" hangingPunct="1">
              <a:lnSpc>
                <a:spcPct val="100000"/>
              </a:lnSpc>
              <a:spcBef>
                <a:spcPts val="0"/>
              </a:spcBef>
              <a:spcAft>
                <a:spcPts val="0"/>
              </a:spcAft>
              <a:buClrTx/>
              <a:buSzTx/>
              <a:buFontTx/>
              <a:buNone/>
              <a:tabLst/>
              <a:defRPr/>
            </a:pPr>
            <a:r>
              <a:rPr kumimoji="0" lang="en-US" altLang="en-US" sz="2000" b="0" i="0" u="none" strike="noStrike" kern="1200" cap="none" spc="0" normalizeH="0" baseline="0" noProof="1">
                <a:ln>
                  <a:noFill/>
                </a:ln>
                <a:solidFill>
                  <a:srgbClr val="00274C"/>
                </a:solidFill>
                <a:effectLst/>
                <a:uLnTx/>
                <a:uFillTx/>
                <a:latin typeface="Arial" panose="020B0604020202020204"/>
                <a:ea typeface="+mn-ea"/>
                <a:cs typeface="+mn-cs"/>
              </a:rPr>
              <a:t>Yield</a:t>
            </a:r>
            <a:r>
              <a:rPr kumimoji="0" lang="en-US" altLang="en-US" sz="2000" b="0" i="0" u="none" strike="noStrike" kern="1200" cap="none" spc="0" normalizeH="0" baseline="0" noProof="0" dirty="0">
                <a:ln>
                  <a:noFill/>
                </a:ln>
                <a:solidFill>
                  <a:srgbClr val="00274C"/>
                </a:solidFill>
                <a:effectLst/>
                <a:uLnTx/>
                <a:uFillTx/>
                <a:latin typeface="Arial" panose="020B0604020202020204"/>
                <a:ea typeface="+mn-ea"/>
                <a:cs typeface="+mn-cs"/>
              </a:rPr>
              <a:t> </a:t>
            </a:r>
            <a:br>
              <a:rPr kumimoji="0" lang="en-US" altLang="en-US" sz="2000" b="0" i="0" u="none" strike="noStrike" kern="1200" cap="none" spc="0" normalizeH="0" baseline="0" noProof="0" dirty="0">
                <a:ln>
                  <a:noFill/>
                </a:ln>
                <a:solidFill>
                  <a:srgbClr val="00274C"/>
                </a:solidFill>
                <a:effectLst/>
                <a:uLnTx/>
                <a:uFillTx/>
                <a:latin typeface="Arial" panose="020B0604020202020204"/>
                <a:ea typeface="+mn-ea"/>
                <a:cs typeface="+mn-cs"/>
              </a:rPr>
            </a:br>
            <a:r>
              <a:rPr kumimoji="0" lang="en-US" altLang="en-US" sz="2000" b="0" i="0" u="none" strike="noStrike" kern="1200" cap="none" spc="0" normalizeH="0" baseline="0" noProof="0" dirty="0">
                <a:ln>
                  <a:noFill/>
                </a:ln>
                <a:solidFill>
                  <a:srgbClr val="00274C"/>
                </a:solidFill>
                <a:effectLst/>
                <a:uLnTx/>
                <a:uFillTx/>
                <a:latin typeface="Arial" panose="020B0604020202020204"/>
                <a:ea typeface="+mn-ea"/>
                <a:cs typeface="+mn-cs"/>
              </a:rPr>
              <a:t>4,000 kg corn</a:t>
            </a:r>
          </a:p>
          <a:p>
            <a:pPr marL="0" marR="0" lvl="0" indent="0" algn="ctr" defTabSz="812810" rtl="0" eaLnBrk="1" fontAlgn="auto" latinLnBrk="0" hangingPunct="1">
              <a:lnSpc>
                <a:spcPct val="100000"/>
              </a:lnSpc>
              <a:spcBef>
                <a:spcPts val="0"/>
              </a:spcBef>
              <a:spcAft>
                <a:spcPts val="0"/>
              </a:spcAft>
              <a:buClrTx/>
              <a:buSzTx/>
              <a:buFontTx/>
              <a:buNone/>
              <a:tabLst/>
              <a:defRPr/>
            </a:pPr>
            <a:r>
              <a:rPr kumimoji="0" lang="en-US" altLang="en-US" sz="2000" b="0" i="0" u="none" strike="noStrike" kern="1200" cap="none" spc="0" normalizeH="0" baseline="0" noProof="1">
                <a:ln>
                  <a:noFill/>
                </a:ln>
                <a:solidFill>
                  <a:srgbClr val="00274C"/>
                </a:solidFill>
                <a:effectLst/>
                <a:uLnTx/>
                <a:uFillTx/>
                <a:latin typeface="Arial" panose="020B0604020202020204"/>
                <a:ea typeface="+mn-ea"/>
                <a:cs typeface="+mn-cs"/>
              </a:rPr>
              <a:t>= 4t corn</a:t>
            </a:r>
          </a:p>
        </p:txBody>
      </p:sp>
      <p:cxnSp>
        <p:nvCxnSpPr>
          <p:cNvPr id="29" name="Straight Arrow Connector 28">
            <a:extLst>
              <a:ext uri="{FF2B5EF4-FFF2-40B4-BE49-F238E27FC236}">
                <a16:creationId xmlns:a16="http://schemas.microsoft.com/office/drawing/2014/main" id="{EEA458D4-B5ED-DD47-BCC3-4248824CB982}"/>
              </a:ext>
            </a:extLst>
          </p:cNvPr>
          <p:cNvCxnSpPr>
            <a:stCxn id="26" idx="2"/>
          </p:cNvCxnSpPr>
          <p:nvPr/>
        </p:nvCxnSpPr>
        <p:spPr>
          <a:xfrm>
            <a:off x="13840063" y="3041015"/>
            <a:ext cx="0" cy="674625"/>
          </a:xfrm>
          <a:prstGeom prst="straightConnector1">
            <a:avLst/>
          </a:prstGeom>
          <a:ln>
            <a:solidFill>
              <a:schemeClr val="tx2"/>
            </a:solidFill>
            <a:tailEnd type="arrow"/>
          </a:ln>
          <a:effectLst/>
        </p:spPr>
        <p:style>
          <a:lnRef idx="2">
            <a:schemeClr val="accent1"/>
          </a:lnRef>
          <a:fillRef idx="0">
            <a:schemeClr val="accent1"/>
          </a:fillRef>
          <a:effectRef idx="1">
            <a:schemeClr val="accent1"/>
          </a:effectRef>
          <a:fontRef idx="minor">
            <a:schemeClr val="tx1"/>
          </a:fontRef>
        </p:style>
      </p:cxnSp>
      <p:cxnSp>
        <p:nvCxnSpPr>
          <p:cNvPr id="30" name="Straight Arrow Connector 29">
            <a:extLst>
              <a:ext uri="{FF2B5EF4-FFF2-40B4-BE49-F238E27FC236}">
                <a16:creationId xmlns:a16="http://schemas.microsoft.com/office/drawing/2014/main" id="{C852B323-236D-864B-B25B-5540760B013D}"/>
              </a:ext>
            </a:extLst>
          </p:cNvPr>
          <p:cNvCxnSpPr/>
          <p:nvPr/>
        </p:nvCxnSpPr>
        <p:spPr>
          <a:xfrm>
            <a:off x="13840063" y="5152203"/>
            <a:ext cx="0" cy="674625"/>
          </a:xfrm>
          <a:prstGeom prst="straightConnector1">
            <a:avLst/>
          </a:prstGeom>
          <a:ln>
            <a:solidFill>
              <a:schemeClr val="tx2"/>
            </a:solidFill>
            <a:tailEnd type="arrow"/>
          </a:ln>
          <a:effectLst/>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903099492"/>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01F200-2C6E-5D4A-8072-E9A64D6A7729}"/>
              </a:ext>
            </a:extLst>
          </p:cNvPr>
          <p:cNvSpPr>
            <a:spLocks noGrp="1"/>
          </p:cNvSpPr>
          <p:nvPr>
            <p:ph type="title"/>
          </p:nvPr>
        </p:nvSpPr>
        <p:spPr/>
        <p:txBody>
          <a:bodyPr/>
          <a:lstStyle/>
          <a:p>
            <a:r>
              <a:rPr lang="en-US" altLang="en-US" noProof="1"/>
              <a:t>Herbicides A </a:t>
            </a:r>
            <a:r>
              <a:rPr lang="en-US" altLang="en-US" dirty="0"/>
              <a:t>and</a:t>
            </a:r>
            <a:r>
              <a:rPr lang="en-US" altLang="en-US" noProof="1"/>
              <a:t> B: treatment of 1 ha</a:t>
            </a:r>
            <a:endParaRPr lang="en-US" dirty="0"/>
          </a:p>
        </p:txBody>
      </p:sp>
      <p:sp>
        <p:nvSpPr>
          <p:cNvPr id="32" name="Rectangle 1">
            <a:extLst>
              <a:ext uri="{FF2B5EF4-FFF2-40B4-BE49-F238E27FC236}">
                <a16:creationId xmlns:a16="http://schemas.microsoft.com/office/drawing/2014/main" id="{AC6F66A1-BB9B-4347-9620-FC0F99887B91}"/>
              </a:ext>
            </a:extLst>
          </p:cNvPr>
          <p:cNvSpPr>
            <a:spLocks noChangeArrowheads="1"/>
          </p:cNvSpPr>
          <p:nvPr/>
        </p:nvSpPr>
        <p:spPr bwMode="auto">
          <a:xfrm>
            <a:off x="1038143" y="3591066"/>
            <a:ext cx="3627986" cy="34163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rgbClr val="FF9900"/>
              </a:buClr>
              <a:buChar char="•"/>
              <a:defRPr sz="3200" b="1">
                <a:solidFill>
                  <a:srgbClr val="01035B"/>
                </a:solidFill>
                <a:latin typeface="Arial" panose="020B0604020202020204" pitchFamily="34" charset="0"/>
              </a:defRPr>
            </a:lvl1pPr>
            <a:lvl2pPr marL="742950" indent="-285750">
              <a:spcBef>
                <a:spcPct val="20000"/>
              </a:spcBef>
              <a:buClr>
                <a:srgbClr val="FF9900"/>
              </a:buClr>
              <a:buChar char="–"/>
              <a:defRPr sz="2800" b="1">
                <a:solidFill>
                  <a:srgbClr val="01035B"/>
                </a:solidFill>
                <a:latin typeface="Arial" panose="020B0604020202020204" pitchFamily="34" charset="0"/>
              </a:defRPr>
            </a:lvl2pPr>
            <a:lvl3pPr marL="1143000" indent="-228600">
              <a:spcBef>
                <a:spcPct val="20000"/>
              </a:spcBef>
              <a:buClr>
                <a:srgbClr val="FF9900"/>
              </a:buClr>
              <a:buChar char="•"/>
              <a:defRPr sz="2400" b="1">
                <a:solidFill>
                  <a:srgbClr val="01035B"/>
                </a:solidFill>
                <a:latin typeface="Arial" panose="020B0604020202020204" pitchFamily="34" charset="0"/>
              </a:defRPr>
            </a:lvl3pPr>
            <a:lvl4pPr marL="1600200" indent="-228600">
              <a:spcBef>
                <a:spcPct val="20000"/>
              </a:spcBef>
              <a:buClr>
                <a:srgbClr val="FF9900"/>
              </a:buClr>
              <a:buChar char="–"/>
              <a:defRPr sz="2000" b="1">
                <a:solidFill>
                  <a:srgbClr val="01035B"/>
                </a:solidFill>
                <a:latin typeface="Arial" panose="020B0604020202020204" pitchFamily="34" charset="0"/>
              </a:defRPr>
            </a:lvl4pPr>
            <a:lvl5pPr marL="2057400" indent="-228600">
              <a:spcBef>
                <a:spcPct val="20000"/>
              </a:spcBef>
              <a:buClr>
                <a:srgbClr val="FF9900"/>
              </a:buClr>
              <a:buChar char="»"/>
              <a:defRPr sz="2000" b="1">
                <a:solidFill>
                  <a:srgbClr val="01035B"/>
                </a:solidFill>
                <a:latin typeface="Arial" panose="020B0604020202020204" pitchFamily="34" charset="0"/>
              </a:defRPr>
            </a:lvl5pPr>
            <a:lvl6pPr marL="25146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6pPr>
            <a:lvl7pPr marL="29718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7pPr>
            <a:lvl8pPr marL="34290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8pPr>
            <a:lvl9pPr marL="38862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9pPr>
          </a:lstStyle>
          <a:p>
            <a:pPr marL="0" marR="0" lvl="0" indent="0" algn="l" defTabSz="812810" rtl="0" eaLnBrk="1" fontAlgn="auto" latinLnBrk="0" hangingPunct="1">
              <a:lnSpc>
                <a:spcPct val="100000"/>
              </a:lnSpc>
              <a:spcBef>
                <a:spcPct val="0"/>
              </a:spcBef>
              <a:spcAft>
                <a:spcPts val="0"/>
              </a:spcAft>
              <a:buClrTx/>
              <a:buSzTx/>
              <a:buFontTx/>
              <a:buNone/>
              <a:tabLst/>
              <a:defRPr/>
            </a:pPr>
            <a:r>
              <a:rPr kumimoji="0" lang="en-US" altLang="en-US" sz="2400" b="0" i="0" u="none" strike="noStrike" kern="1200" cap="none" spc="0" normalizeH="0" baseline="0" noProof="0" dirty="0">
                <a:ln>
                  <a:noFill/>
                </a:ln>
                <a:solidFill>
                  <a:srgbClr val="00274C"/>
                </a:solidFill>
                <a:effectLst/>
                <a:uLnTx/>
                <a:uFillTx/>
                <a:latin typeface="Arial" panose="020B0604020202020204" pitchFamily="34" charset="0"/>
                <a:ea typeface="+mn-ea"/>
                <a:cs typeface="+mn-cs"/>
              </a:rPr>
              <a:t>Even if the two ploughing processes are the same, </a:t>
            </a:r>
          </a:p>
          <a:p>
            <a:pPr marL="0" marR="0" lvl="0" indent="0" algn="l" defTabSz="812810" rtl="0" eaLnBrk="1" fontAlgn="auto" latinLnBrk="0" hangingPunct="1">
              <a:lnSpc>
                <a:spcPct val="100000"/>
              </a:lnSpc>
              <a:spcBef>
                <a:spcPct val="0"/>
              </a:spcBef>
              <a:spcAft>
                <a:spcPts val="0"/>
              </a:spcAft>
              <a:buClrTx/>
              <a:buSzTx/>
              <a:buFontTx/>
              <a:buNone/>
              <a:tabLst/>
              <a:defRPr/>
            </a:pPr>
            <a:r>
              <a:rPr kumimoji="0" lang="en-US" altLang="en-US" sz="2400" b="0" i="0" u="none" strike="noStrike" kern="1200" cap="none" spc="0" normalizeH="0" baseline="0" noProof="0" dirty="0">
                <a:ln>
                  <a:noFill/>
                </a:ln>
                <a:solidFill>
                  <a:srgbClr val="00274C"/>
                </a:solidFill>
                <a:effectLst/>
                <a:uLnTx/>
                <a:uFillTx/>
                <a:latin typeface="Arial" panose="020B0604020202020204" pitchFamily="34" charset="0"/>
                <a:ea typeface="+mn-ea"/>
                <a:cs typeface="+mn-cs"/>
              </a:rPr>
              <a:t>the intermediary flows are different due to the difference in yield</a:t>
            </a:r>
          </a:p>
          <a:p>
            <a:pPr marL="0" marR="0" lvl="0" indent="0" algn="l" defTabSz="812810" rtl="0" eaLnBrk="1" fontAlgn="auto" latinLnBrk="0" hangingPunct="1">
              <a:lnSpc>
                <a:spcPct val="100000"/>
              </a:lnSpc>
              <a:spcBef>
                <a:spcPct val="0"/>
              </a:spcBef>
              <a:spcAft>
                <a:spcPts val="0"/>
              </a:spcAft>
              <a:buClrTx/>
              <a:buSzTx/>
              <a:buFontTx/>
              <a:buNone/>
              <a:tabLst/>
              <a:defRPr/>
            </a:pPr>
            <a:r>
              <a:rPr kumimoji="0" lang="en-US" altLang="en-US" sz="2400" b="0" i="0" u="none" strike="noStrike" kern="1200" cap="none" spc="0" normalizeH="0" baseline="0" noProof="0" dirty="0">
                <a:ln>
                  <a:noFill/>
                </a:ln>
                <a:solidFill>
                  <a:srgbClr val="000000"/>
                </a:solidFill>
                <a:effectLst/>
                <a:uLnTx/>
                <a:uFillTx/>
                <a:latin typeface="Arial" panose="020B0604020202020204" pitchFamily="34" charset="0"/>
                <a:ea typeface="+mn-ea"/>
                <a:cs typeface="+mn-cs"/>
              </a:rPr>
              <a:t/>
            </a:r>
            <a:br>
              <a:rPr kumimoji="0" lang="en-US" altLang="en-US" sz="2400" b="0" i="0" u="none" strike="noStrike" kern="1200" cap="none" spc="0" normalizeH="0" baseline="0" noProof="0" dirty="0">
                <a:ln>
                  <a:noFill/>
                </a:ln>
                <a:solidFill>
                  <a:srgbClr val="000000"/>
                </a:solidFill>
                <a:effectLst/>
                <a:uLnTx/>
                <a:uFillTx/>
                <a:latin typeface="Arial" panose="020B0604020202020204" pitchFamily="34" charset="0"/>
                <a:ea typeface="+mn-ea"/>
                <a:cs typeface="+mn-cs"/>
              </a:rPr>
            </a:br>
            <a:r>
              <a:rPr kumimoji="0" lang="en-US" altLang="en-US" sz="2400" b="0" i="0" u="none" strike="noStrike" kern="1200" cap="none" spc="0" normalizeH="0" baseline="0" noProof="0" dirty="0">
                <a:ln>
                  <a:noFill/>
                </a:ln>
                <a:solidFill>
                  <a:srgbClr val="FFCB05"/>
                </a:solidFill>
                <a:effectLst/>
                <a:uLnTx/>
                <a:uFillTx/>
                <a:latin typeface="Arial" panose="020B0604020202020204" pitchFamily="34" charset="0"/>
                <a:ea typeface="+mn-ea"/>
                <a:cs typeface="+mn-cs"/>
                <a:sym typeface="Wingdings" pitchFamily="2" charset="2"/>
              </a:rPr>
              <a:t> </a:t>
            </a:r>
            <a:r>
              <a:rPr kumimoji="0" lang="en-US" altLang="en-US" sz="2400" b="0" i="0" u="none" strike="noStrike" kern="1200" cap="none" spc="0" normalizeH="0" baseline="0" noProof="0" dirty="0">
                <a:ln>
                  <a:noFill/>
                </a:ln>
                <a:solidFill>
                  <a:srgbClr val="00274C"/>
                </a:solidFill>
                <a:effectLst/>
                <a:uLnTx/>
                <a:uFillTx/>
                <a:latin typeface="Arial" panose="020B0604020202020204" pitchFamily="34" charset="0"/>
                <a:ea typeface="+mn-ea"/>
                <a:cs typeface="+mn-cs"/>
                <a:sym typeface="Wingdings" pitchFamily="2" charset="2"/>
              </a:rPr>
              <a:t>Ploughing operation cannot be excluded if the herbicide affects the yield</a:t>
            </a:r>
            <a:endParaRPr kumimoji="0" lang="en-US" altLang="en-US" sz="2400" b="0" i="0" u="none" strike="noStrike" kern="1200" cap="none" spc="0" normalizeH="0" baseline="0" noProof="0" dirty="0">
              <a:ln>
                <a:noFill/>
              </a:ln>
              <a:solidFill>
                <a:srgbClr val="00274C"/>
              </a:solidFill>
              <a:effectLst/>
              <a:uLnTx/>
              <a:uFillTx/>
              <a:latin typeface="Arial" panose="020B0604020202020204" pitchFamily="34" charset="0"/>
              <a:ea typeface="+mn-ea"/>
              <a:cs typeface="+mn-cs"/>
            </a:endParaRPr>
          </a:p>
        </p:txBody>
      </p:sp>
      <p:sp>
        <p:nvSpPr>
          <p:cNvPr id="34" name="Rectangle 33">
            <a:extLst>
              <a:ext uri="{FF2B5EF4-FFF2-40B4-BE49-F238E27FC236}">
                <a16:creationId xmlns:a16="http://schemas.microsoft.com/office/drawing/2014/main" id="{BBEA8ABD-8811-5D47-8078-0A4F47E972E8}"/>
              </a:ext>
            </a:extLst>
          </p:cNvPr>
          <p:cNvSpPr/>
          <p:nvPr/>
        </p:nvSpPr>
        <p:spPr>
          <a:xfrm>
            <a:off x="5689363" y="2090526"/>
            <a:ext cx="2958702" cy="950489"/>
          </a:xfrm>
          <a:prstGeom prst="rect">
            <a:avLst/>
          </a:prstGeom>
          <a:noFill/>
          <a:ln w="38100">
            <a:solidFill>
              <a:schemeClr val="tx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81281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srgbClr val="00274C"/>
                </a:solidFill>
                <a:effectLst/>
                <a:uLnTx/>
                <a:uFillTx/>
                <a:latin typeface="Arial" panose="020B0604020202020204"/>
                <a:ea typeface="+mn-ea"/>
                <a:cs typeface="+mn-cs"/>
              </a:rPr>
              <a:t>Labor</a:t>
            </a:r>
            <a:br>
              <a:rPr kumimoji="0" lang="en-US" sz="2000" b="0" i="0" u="none" strike="noStrike" kern="1200" cap="none" spc="0" normalizeH="0" baseline="0" noProof="0" dirty="0">
                <a:ln>
                  <a:noFill/>
                </a:ln>
                <a:solidFill>
                  <a:srgbClr val="00274C"/>
                </a:solidFill>
                <a:effectLst/>
                <a:uLnTx/>
                <a:uFillTx/>
                <a:latin typeface="Arial" panose="020B0604020202020204"/>
                <a:ea typeface="+mn-ea"/>
                <a:cs typeface="+mn-cs"/>
              </a:rPr>
            </a:br>
            <a:r>
              <a:rPr kumimoji="0" lang="en-US" sz="2000" b="0" i="0" u="none" strike="noStrike" kern="1200" cap="none" spc="0" normalizeH="0" baseline="0" noProof="0" dirty="0">
                <a:ln>
                  <a:noFill/>
                </a:ln>
                <a:solidFill>
                  <a:srgbClr val="00274C"/>
                </a:solidFill>
                <a:effectLst/>
                <a:uLnTx/>
                <a:uFillTx/>
                <a:latin typeface="Arial" panose="020B0604020202020204"/>
                <a:ea typeface="+mn-ea"/>
                <a:cs typeface="+mn-cs"/>
              </a:rPr>
              <a:t>20L Diesel</a:t>
            </a:r>
          </a:p>
        </p:txBody>
      </p:sp>
      <p:sp>
        <p:nvSpPr>
          <p:cNvPr id="35" name="Rectangle 34">
            <a:extLst>
              <a:ext uri="{FF2B5EF4-FFF2-40B4-BE49-F238E27FC236}">
                <a16:creationId xmlns:a16="http://schemas.microsoft.com/office/drawing/2014/main" id="{A5BE479B-5BF7-BE4E-A8D3-F8E30076FD5E}"/>
              </a:ext>
            </a:extLst>
          </p:cNvPr>
          <p:cNvSpPr/>
          <p:nvPr/>
        </p:nvSpPr>
        <p:spPr>
          <a:xfrm>
            <a:off x="5689363" y="3715640"/>
            <a:ext cx="2958702" cy="1434213"/>
          </a:xfrm>
          <a:prstGeom prst="rect">
            <a:avLst/>
          </a:prstGeom>
          <a:solidFill>
            <a:schemeClr val="accent3"/>
          </a:solidFill>
          <a:ln w="38100">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81281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prstClr val="white"/>
                </a:solidFill>
                <a:effectLst/>
                <a:uLnTx/>
                <a:uFillTx/>
                <a:latin typeface="Arial" panose="020B0604020202020204"/>
                <a:ea typeface="+mn-ea"/>
                <a:cs typeface="+mn-cs"/>
              </a:rPr>
              <a:t>Application </a:t>
            </a:r>
            <a:br>
              <a:rPr kumimoji="0" lang="en-US" sz="2000" b="1" i="0" u="none" strike="noStrike" kern="1200" cap="none" spc="0" normalizeH="0" baseline="0" noProof="0" dirty="0">
                <a:ln>
                  <a:noFill/>
                </a:ln>
                <a:solidFill>
                  <a:prstClr val="white"/>
                </a:solidFill>
                <a:effectLst/>
                <a:uLnTx/>
                <a:uFillTx/>
                <a:latin typeface="Arial" panose="020B0604020202020204"/>
                <a:ea typeface="+mn-ea"/>
                <a:cs typeface="+mn-cs"/>
              </a:rPr>
            </a:br>
            <a:r>
              <a:rPr kumimoji="0" lang="en-US" sz="2000" b="1" i="0" u="none" strike="noStrike" kern="1200" cap="none" spc="0" normalizeH="0" baseline="0" noProof="0" dirty="0">
                <a:ln>
                  <a:noFill/>
                </a:ln>
                <a:solidFill>
                  <a:prstClr val="white"/>
                </a:solidFill>
                <a:effectLst/>
                <a:uLnTx/>
                <a:uFillTx/>
                <a:latin typeface="Arial" panose="020B0604020202020204"/>
                <a:ea typeface="+mn-ea"/>
                <a:cs typeface="+mn-cs"/>
              </a:rPr>
              <a:t>Herbicides A</a:t>
            </a:r>
          </a:p>
          <a:p>
            <a:pPr marL="0" marR="0" lvl="0" indent="0" algn="ctr" defTabSz="81281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prstClr val="white"/>
                </a:solidFill>
                <a:effectLst/>
                <a:uLnTx/>
                <a:uFillTx/>
                <a:latin typeface="Arial" panose="020B0604020202020204"/>
                <a:ea typeface="+mn-ea"/>
                <a:cs typeface="+mn-cs"/>
              </a:rPr>
              <a:t/>
            </a:r>
            <a:br>
              <a:rPr kumimoji="0" lang="en-US" sz="2000" b="1" i="0" u="none" strike="noStrike" kern="1200" cap="none" spc="0" normalizeH="0" baseline="0" noProof="0" dirty="0">
                <a:ln>
                  <a:noFill/>
                </a:ln>
                <a:solidFill>
                  <a:prstClr val="white"/>
                </a:solidFill>
                <a:effectLst/>
                <a:uLnTx/>
                <a:uFillTx/>
                <a:latin typeface="Arial" panose="020B0604020202020204"/>
                <a:ea typeface="+mn-ea"/>
                <a:cs typeface="+mn-cs"/>
              </a:rPr>
            </a:br>
            <a:r>
              <a:rPr kumimoji="0" lang="en-US" sz="2000" b="0" i="0" u="none" strike="noStrike" kern="1200" cap="none" spc="0" normalizeH="0" baseline="0" noProof="0" dirty="0">
                <a:ln>
                  <a:noFill/>
                </a:ln>
                <a:solidFill>
                  <a:prstClr val="white"/>
                </a:solidFill>
                <a:effectLst/>
                <a:uLnTx/>
                <a:uFillTx/>
                <a:latin typeface="Arial" panose="020B0604020202020204"/>
                <a:ea typeface="+mn-ea"/>
                <a:cs typeface="+mn-cs"/>
              </a:rPr>
              <a:t>10kg A, 5L Diesel</a:t>
            </a:r>
          </a:p>
        </p:txBody>
      </p:sp>
      <p:sp>
        <p:nvSpPr>
          <p:cNvPr id="36" name="Rectangle 35">
            <a:extLst>
              <a:ext uri="{FF2B5EF4-FFF2-40B4-BE49-F238E27FC236}">
                <a16:creationId xmlns:a16="http://schemas.microsoft.com/office/drawing/2014/main" id="{76C216E0-9531-8945-A1C1-DC6CF742D023}"/>
              </a:ext>
            </a:extLst>
          </p:cNvPr>
          <p:cNvSpPr/>
          <p:nvPr/>
        </p:nvSpPr>
        <p:spPr>
          <a:xfrm>
            <a:off x="6182596" y="6008362"/>
            <a:ext cx="1972236" cy="707886"/>
          </a:xfrm>
          <a:prstGeom prst="rect">
            <a:avLst/>
          </a:prstGeom>
        </p:spPr>
        <p:txBody>
          <a:bodyPr wrap="square">
            <a:spAutoFit/>
          </a:bodyPr>
          <a:lstStyle/>
          <a:p>
            <a:pPr marL="0" marR="0" lvl="0" indent="0" algn="ctr" defTabSz="812810" rtl="0" eaLnBrk="1" fontAlgn="auto" latinLnBrk="0" hangingPunct="1">
              <a:lnSpc>
                <a:spcPct val="100000"/>
              </a:lnSpc>
              <a:spcBef>
                <a:spcPts val="0"/>
              </a:spcBef>
              <a:spcAft>
                <a:spcPts val="0"/>
              </a:spcAft>
              <a:buClrTx/>
              <a:buSzTx/>
              <a:buFontTx/>
              <a:buNone/>
              <a:tabLst/>
              <a:defRPr/>
            </a:pPr>
            <a:r>
              <a:rPr kumimoji="0" lang="en-US" altLang="en-US" sz="2000" b="0" i="0" u="none" strike="noStrike" kern="1200" cap="none" spc="0" normalizeH="0" baseline="0" noProof="1">
                <a:ln>
                  <a:noFill/>
                </a:ln>
                <a:solidFill>
                  <a:srgbClr val="00274C"/>
                </a:solidFill>
                <a:effectLst/>
                <a:uLnTx/>
                <a:uFillTx/>
                <a:latin typeface="Arial" panose="020B0604020202020204"/>
                <a:ea typeface="+mn-ea"/>
                <a:cs typeface="+mn-cs"/>
              </a:rPr>
              <a:t>Yield</a:t>
            </a:r>
            <a:r>
              <a:rPr kumimoji="0" lang="en-US" altLang="en-US" sz="2000" b="0" i="0" u="none" strike="noStrike" kern="1200" cap="none" spc="0" normalizeH="0" baseline="0" noProof="0" dirty="0">
                <a:ln>
                  <a:noFill/>
                </a:ln>
                <a:solidFill>
                  <a:srgbClr val="00274C"/>
                </a:solidFill>
                <a:effectLst/>
                <a:uLnTx/>
                <a:uFillTx/>
                <a:latin typeface="Arial" panose="020B0604020202020204"/>
                <a:ea typeface="+mn-ea"/>
                <a:cs typeface="+mn-cs"/>
              </a:rPr>
              <a:t> </a:t>
            </a:r>
            <a:br>
              <a:rPr kumimoji="0" lang="en-US" altLang="en-US" sz="2000" b="0" i="0" u="none" strike="noStrike" kern="1200" cap="none" spc="0" normalizeH="0" baseline="0" noProof="0" dirty="0">
                <a:ln>
                  <a:noFill/>
                </a:ln>
                <a:solidFill>
                  <a:srgbClr val="00274C"/>
                </a:solidFill>
                <a:effectLst/>
                <a:uLnTx/>
                <a:uFillTx/>
                <a:latin typeface="Arial" panose="020B0604020202020204"/>
                <a:ea typeface="+mn-ea"/>
                <a:cs typeface="+mn-cs"/>
              </a:rPr>
            </a:br>
            <a:r>
              <a:rPr kumimoji="0" lang="en-US" altLang="en-US" sz="2000" b="0" i="0" u="none" strike="noStrike" kern="1200" cap="none" spc="0" normalizeH="0" baseline="0" noProof="0" dirty="0">
                <a:ln>
                  <a:noFill/>
                </a:ln>
                <a:solidFill>
                  <a:srgbClr val="00274C"/>
                </a:solidFill>
                <a:effectLst/>
                <a:uLnTx/>
                <a:uFillTx/>
                <a:latin typeface="Arial" panose="020B0604020202020204"/>
                <a:ea typeface="+mn-ea"/>
                <a:cs typeface="+mn-cs"/>
              </a:rPr>
              <a:t>5t</a:t>
            </a:r>
            <a:endParaRPr kumimoji="0" lang="en-US" altLang="en-US" sz="2000" b="0" i="0" u="none" strike="noStrike" kern="1200" cap="none" spc="0" normalizeH="0" baseline="0" noProof="1">
              <a:ln>
                <a:noFill/>
              </a:ln>
              <a:solidFill>
                <a:srgbClr val="00274C"/>
              </a:solidFill>
              <a:effectLst/>
              <a:uLnTx/>
              <a:uFillTx/>
              <a:latin typeface="Arial" panose="020B0604020202020204"/>
              <a:ea typeface="+mn-ea"/>
              <a:cs typeface="+mn-cs"/>
            </a:endParaRPr>
          </a:p>
        </p:txBody>
      </p:sp>
      <p:cxnSp>
        <p:nvCxnSpPr>
          <p:cNvPr id="37" name="Straight Arrow Connector 36">
            <a:extLst>
              <a:ext uri="{FF2B5EF4-FFF2-40B4-BE49-F238E27FC236}">
                <a16:creationId xmlns:a16="http://schemas.microsoft.com/office/drawing/2014/main" id="{CE14397C-7D6F-3844-A524-4AF6611759CD}"/>
              </a:ext>
            </a:extLst>
          </p:cNvPr>
          <p:cNvCxnSpPr>
            <a:stCxn id="34" idx="2"/>
          </p:cNvCxnSpPr>
          <p:nvPr/>
        </p:nvCxnSpPr>
        <p:spPr>
          <a:xfrm>
            <a:off x="7168714" y="3041015"/>
            <a:ext cx="0" cy="674625"/>
          </a:xfrm>
          <a:prstGeom prst="straightConnector1">
            <a:avLst/>
          </a:prstGeom>
          <a:ln>
            <a:solidFill>
              <a:schemeClr val="tx2"/>
            </a:solidFill>
            <a:tailEnd type="arrow"/>
          </a:ln>
          <a:effectLst/>
        </p:spPr>
        <p:style>
          <a:lnRef idx="2">
            <a:schemeClr val="accent1"/>
          </a:lnRef>
          <a:fillRef idx="0">
            <a:schemeClr val="accent1"/>
          </a:fillRef>
          <a:effectRef idx="1">
            <a:schemeClr val="accent1"/>
          </a:effectRef>
          <a:fontRef idx="minor">
            <a:schemeClr val="tx1"/>
          </a:fontRef>
        </p:style>
      </p:cxnSp>
      <p:cxnSp>
        <p:nvCxnSpPr>
          <p:cNvPr id="38" name="Straight Arrow Connector 37">
            <a:extLst>
              <a:ext uri="{FF2B5EF4-FFF2-40B4-BE49-F238E27FC236}">
                <a16:creationId xmlns:a16="http://schemas.microsoft.com/office/drawing/2014/main" id="{7F18881E-1E55-4049-854A-80E90E9F52D1}"/>
              </a:ext>
            </a:extLst>
          </p:cNvPr>
          <p:cNvCxnSpPr/>
          <p:nvPr/>
        </p:nvCxnSpPr>
        <p:spPr>
          <a:xfrm>
            <a:off x="7168714" y="5152203"/>
            <a:ext cx="0" cy="674625"/>
          </a:xfrm>
          <a:prstGeom prst="straightConnector1">
            <a:avLst/>
          </a:prstGeom>
          <a:ln>
            <a:solidFill>
              <a:schemeClr val="tx2"/>
            </a:solidFill>
            <a:tailEnd type="arrow"/>
          </a:ln>
          <a:effectLst/>
        </p:spPr>
        <p:style>
          <a:lnRef idx="2">
            <a:schemeClr val="accent1"/>
          </a:lnRef>
          <a:fillRef idx="0">
            <a:schemeClr val="accent1"/>
          </a:fillRef>
          <a:effectRef idx="1">
            <a:schemeClr val="accent1"/>
          </a:effectRef>
          <a:fontRef idx="minor">
            <a:schemeClr val="tx1"/>
          </a:fontRef>
        </p:style>
      </p:cxnSp>
      <p:sp>
        <p:nvSpPr>
          <p:cNvPr id="39" name="Rectangle 38">
            <a:extLst>
              <a:ext uri="{FF2B5EF4-FFF2-40B4-BE49-F238E27FC236}">
                <a16:creationId xmlns:a16="http://schemas.microsoft.com/office/drawing/2014/main" id="{5A0CA98A-3C9F-254E-96EE-B75431DD62D7}"/>
              </a:ext>
            </a:extLst>
          </p:cNvPr>
          <p:cNvSpPr/>
          <p:nvPr/>
        </p:nvSpPr>
        <p:spPr>
          <a:xfrm>
            <a:off x="10845676" y="2090526"/>
            <a:ext cx="2958702" cy="950489"/>
          </a:xfrm>
          <a:prstGeom prst="rect">
            <a:avLst/>
          </a:prstGeom>
          <a:noFill/>
          <a:ln w="38100">
            <a:solidFill>
              <a:schemeClr val="tx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81281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srgbClr val="00274C"/>
                </a:solidFill>
                <a:effectLst/>
                <a:uLnTx/>
                <a:uFillTx/>
                <a:latin typeface="Arial" panose="020B0604020202020204"/>
                <a:ea typeface="+mn-ea"/>
                <a:cs typeface="+mn-cs"/>
              </a:rPr>
              <a:t>Labor</a:t>
            </a:r>
            <a:br>
              <a:rPr kumimoji="0" lang="en-US" sz="2000" b="0" i="0" u="none" strike="noStrike" kern="1200" cap="none" spc="0" normalizeH="0" baseline="0" noProof="0" dirty="0">
                <a:ln>
                  <a:noFill/>
                </a:ln>
                <a:solidFill>
                  <a:srgbClr val="00274C"/>
                </a:solidFill>
                <a:effectLst/>
                <a:uLnTx/>
                <a:uFillTx/>
                <a:latin typeface="Arial" panose="020B0604020202020204"/>
                <a:ea typeface="+mn-ea"/>
                <a:cs typeface="+mn-cs"/>
              </a:rPr>
            </a:br>
            <a:r>
              <a:rPr kumimoji="0" lang="en-US" sz="2000" b="0" i="0" u="none" strike="noStrike" kern="1200" cap="none" spc="0" normalizeH="0" baseline="0" noProof="0" dirty="0">
                <a:ln>
                  <a:noFill/>
                </a:ln>
                <a:solidFill>
                  <a:srgbClr val="00274C"/>
                </a:solidFill>
                <a:effectLst/>
                <a:uLnTx/>
                <a:uFillTx/>
                <a:latin typeface="Arial" panose="020B0604020202020204"/>
                <a:ea typeface="+mn-ea"/>
                <a:cs typeface="+mn-cs"/>
              </a:rPr>
              <a:t>20L Diesel</a:t>
            </a:r>
          </a:p>
        </p:txBody>
      </p:sp>
      <p:sp>
        <p:nvSpPr>
          <p:cNvPr id="40" name="Rectangle 39">
            <a:extLst>
              <a:ext uri="{FF2B5EF4-FFF2-40B4-BE49-F238E27FC236}">
                <a16:creationId xmlns:a16="http://schemas.microsoft.com/office/drawing/2014/main" id="{FBCA6BE7-508A-5F41-A597-ADBDC430D0FF}"/>
              </a:ext>
            </a:extLst>
          </p:cNvPr>
          <p:cNvSpPr/>
          <p:nvPr/>
        </p:nvSpPr>
        <p:spPr>
          <a:xfrm>
            <a:off x="10845676" y="3715640"/>
            <a:ext cx="2958702" cy="1434213"/>
          </a:xfrm>
          <a:prstGeom prst="rect">
            <a:avLst/>
          </a:prstGeom>
          <a:solidFill>
            <a:schemeClr val="accent3"/>
          </a:solidFill>
          <a:ln w="38100">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81281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prstClr val="white"/>
                </a:solidFill>
                <a:effectLst/>
                <a:uLnTx/>
                <a:uFillTx/>
                <a:latin typeface="Arial" panose="020B0604020202020204"/>
                <a:ea typeface="+mn-ea"/>
                <a:cs typeface="+mn-cs"/>
              </a:rPr>
              <a:t>Application </a:t>
            </a:r>
            <a:br>
              <a:rPr kumimoji="0" lang="en-US" sz="2000" b="1" i="0" u="none" strike="noStrike" kern="1200" cap="none" spc="0" normalizeH="0" baseline="0" noProof="0" dirty="0">
                <a:ln>
                  <a:noFill/>
                </a:ln>
                <a:solidFill>
                  <a:prstClr val="white"/>
                </a:solidFill>
                <a:effectLst/>
                <a:uLnTx/>
                <a:uFillTx/>
                <a:latin typeface="Arial" panose="020B0604020202020204"/>
                <a:ea typeface="+mn-ea"/>
                <a:cs typeface="+mn-cs"/>
              </a:rPr>
            </a:br>
            <a:r>
              <a:rPr kumimoji="0" lang="en-US" sz="2000" b="1" i="0" u="none" strike="noStrike" kern="1200" cap="none" spc="0" normalizeH="0" baseline="0" noProof="0" dirty="0">
                <a:ln>
                  <a:noFill/>
                </a:ln>
                <a:solidFill>
                  <a:prstClr val="white"/>
                </a:solidFill>
                <a:effectLst/>
                <a:uLnTx/>
                <a:uFillTx/>
                <a:latin typeface="Arial" panose="020B0604020202020204"/>
                <a:ea typeface="+mn-ea"/>
                <a:cs typeface="+mn-cs"/>
              </a:rPr>
              <a:t>Herbicides B</a:t>
            </a:r>
          </a:p>
          <a:p>
            <a:pPr marL="0" marR="0" lvl="0" indent="0" algn="ctr" defTabSz="81281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prstClr val="white"/>
                </a:solidFill>
                <a:effectLst/>
                <a:uLnTx/>
                <a:uFillTx/>
                <a:latin typeface="Arial" panose="020B0604020202020204"/>
                <a:ea typeface="+mn-ea"/>
                <a:cs typeface="+mn-cs"/>
              </a:rPr>
              <a:t/>
            </a:r>
            <a:br>
              <a:rPr kumimoji="0" lang="en-US" sz="2000" b="1" i="0" u="none" strike="noStrike" kern="1200" cap="none" spc="0" normalizeH="0" baseline="0" noProof="0" dirty="0">
                <a:ln>
                  <a:noFill/>
                </a:ln>
                <a:solidFill>
                  <a:prstClr val="white"/>
                </a:solidFill>
                <a:effectLst/>
                <a:uLnTx/>
                <a:uFillTx/>
                <a:latin typeface="Arial" panose="020B0604020202020204"/>
                <a:ea typeface="+mn-ea"/>
                <a:cs typeface="+mn-cs"/>
              </a:rPr>
            </a:br>
            <a:r>
              <a:rPr kumimoji="0" lang="en-US" sz="2000" b="0" i="0" u="none" strike="noStrike" kern="1200" cap="none" spc="0" normalizeH="0" baseline="0" noProof="0" dirty="0">
                <a:ln>
                  <a:noFill/>
                </a:ln>
                <a:solidFill>
                  <a:prstClr val="white"/>
                </a:solidFill>
                <a:effectLst/>
                <a:uLnTx/>
                <a:uFillTx/>
                <a:latin typeface="Arial" panose="020B0604020202020204"/>
                <a:ea typeface="+mn-ea"/>
                <a:cs typeface="+mn-cs"/>
              </a:rPr>
              <a:t>0.2kg A, 2L Diesel</a:t>
            </a:r>
          </a:p>
        </p:txBody>
      </p:sp>
      <p:sp>
        <p:nvSpPr>
          <p:cNvPr id="41" name="Rectangle 40">
            <a:extLst>
              <a:ext uri="{FF2B5EF4-FFF2-40B4-BE49-F238E27FC236}">
                <a16:creationId xmlns:a16="http://schemas.microsoft.com/office/drawing/2014/main" id="{C8F81464-9C82-C54C-8F94-A49146E84F8D}"/>
              </a:ext>
            </a:extLst>
          </p:cNvPr>
          <p:cNvSpPr/>
          <p:nvPr/>
        </p:nvSpPr>
        <p:spPr>
          <a:xfrm>
            <a:off x="11338909" y="6008362"/>
            <a:ext cx="1972236" cy="707886"/>
          </a:xfrm>
          <a:prstGeom prst="rect">
            <a:avLst/>
          </a:prstGeom>
        </p:spPr>
        <p:txBody>
          <a:bodyPr wrap="square">
            <a:spAutoFit/>
          </a:bodyPr>
          <a:lstStyle/>
          <a:p>
            <a:pPr marL="0" marR="0" lvl="0" indent="0" algn="ctr" defTabSz="812810" rtl="0" eaLnBrk="1" fontAlgn="auto" latinLnBrk="0" hangingPunct="1">
              <a:lnSpc>
                <a:spcPct val="100000"/>
              </a:lnSpc>
              <a:spcBef>
                <a:spcPts val="0"/>
              </a:spcBef>
              <a:spcAft>
                <a:spcPts val="0"/>
              </a:spcAft>
              <a:buClrTx/>
              <a:buSzTx/>
              <a:buFontTx/>
              <a:buNone/>
              <a:tabLst/>
              <a:defRPr/>
            </a:pPr>
            <a:r>
              <a:rPr kumimoji="0" lang="en-US" altLang="en-US" sz="2000" b="0" i="0" u="none" strike="noStrike" kern="1200" cap="none" spc="0" normalizeH="0" baseline="0" noProof="1">
                <a:ln>
                  <a:noFill/>
                </a:ln>
                <a:solidFill>
                  <a:srgbClr val="00274C"/>
                </a:solidFill>
                <a:effectLst/>
                <a:uLnTx/>
                <a:uFillTx/>
                <a:latin typeface="Arial" panose="020B0604020202020204"/>
                <a:ea typeface="+mn-ea"/>
                <a:cs typeface="+mn-cs"/>
              </a:rPr>
              <a:t>Yield</a:t>
            </a:r>
            <a:r>
              <a:rPr kumimoji="0" lang="en-US" altLang="en-US" sz="2000" b="0" i="0" u="none" strike="noStrike" kern="1200" cap="none" spc="0" normalizeH="0" baseline="0" noProof="0" dirty="0">
                <a:ln>
                  <a:noFill/>
                </a:ln>
                <a:solidFill>
                  <a:srgbClr val="00274C"/>
                </a:solidFill>
                <a:effectLst/>
                <a:uLnTx/>
                <a:uFillTx/>
                <a:latin typeface="Arial" panose="020B0604020202020204"/>
                <a:ea typeface="+mn-ea"/>
                <a:cs typeface="+mn-cs"/>
              </a:rPr>
              <a:t> </a:t>
            </a:r>
            <a:br>
              <a:rPr kumimoji="0" lang="en-US" altLang="en-US" sz="2000" b="0" i="0" u="none" strike="noStrike" kern="1200" cap="none" spc="0" normalizeH="0" baseline="0" noProof="0" dirty="0">
                <a:ln>
                  <a:noFill/>
                </a:ln>
                <a:solidFill>
                  <a:srgbClr val="00274C"/>
                </a:solidFill>
                <a:effectLst/>
                <a:uLnTx/>
                <a:uFillTx/>
                <a:latin typeface="Arial" panose="020B0604020202020204"/>
                <a:ea typeface="+mn-ea"/>
                <a:cs typeface="+mn-cs"/>
              </a:rPr>
            </a:br>
            <a:r>
              <a:rPr kumimoji="0" lang="en-US" altLang="en-US" sz="2000" b="0" i="0" u="none" strike="noStrike" kern="1200" cap="none" spc="0" normalizeH="0" baseline="0" noProof="0" dirty="0">
                <a:ln>
                  <a:noFill/>
                </a:ln>
                <a:solidFill>
                  <a:srgbClr val="00274C"/>
                </a:solidFill>
                <a:effectLst/>
                <a:uLnTx/>
                <a:uFillTx/>
                <a:latin typeface="Arial" panose="020B0604020202020204"/>
                <a:ea typeface="+mn-ea"/>
                <a:cs typeface="+mn-cs"/>
              </a:rPr>
              <a:t>4t</a:t>
            </a:r>
            <a:endParaRPr kumimoji="0" lang="en-US" altLang="en-US" sz="2000" b="0" i="0" u="none" strike="noStrike" kern="1200" cap="none" spc="0" normalizeH="0" baseline="0" noProof="1">
              <a:ln>
                <a:noFill/>
              </a:ln>
              <a:solidFill>
                <a:srgbClr val="00274C"/>
              </a:solidFill>
              <a:effectLst/>
              <a:uLnTx/>
              <a:uFillTx/>
              <a:latin typeface="Arial" panose="020B0604020202020204"/>
              <a:ea typeface="+mn-ea"/>
              <a:cs typeface="+mn-cs"/>
            </a:endParaRPr>
          </a:p>
        </p:txBody>
      </p:sp>
      <p:cxnSp>
        <p:nvCxnSpPr>
          <p:cNvPr id="42" name="Straight Arrow Connector 41">
            <a:extLst>
              <a:ext uri="{FF2B5EF4-FFF2-40B4-BE49-F238E27FC236}">
                <a16:creationId xmlns:a16="http://schemas.microsoft.com/office/drawing/2014/main" id="{37E4CD13-5391-9541-945E-C439B8DFB2A3}"/>
              </a:ext>
            </a:extLst>
          </p:cNvPr>
          <p:cNvCxnSpPr>
            <a:stCxn id="39" idx="2"/>
          </p:cNvCxnSpPr>
          <p:nvPr/>
        </p:nvCxnSpPr>
        <p:spPr>
          <a:xfrm>
            <a:off x="12325027" y="3041015"/>
            <a:ext cx="0" cy="674625"/>
          </a:xfrm>
          <a:prstGeom prst="straightConnector1">
            <a:avLst/>
          </a:prstGeom>
          <a:ln>
            <a:solidFill>
              <a:schemeClr val="tx2"/>
            </a:solidFill>
            <a:tailEnd type="arrow"/>
          </a:ln>
          <a:effectLst/>
        </p:spPr>
        <p:style>
          <a:lnRef idx="2">
            <a:schemeClr val="accent1"/>
          </a:lnRef>
          <a:fillRef idx="0">
            <a:schemeClr val="accent1"/>
          </a:fillRef>
          <a:effectRef idx="1">
            <a:schemeClr val="accent1"/>
          </a:effectRef>
          <a:fontRef idx="minor">
            <a:schemeClr val="tx1"/>
          </a:fontRef>
        </p:style>
      </p:cxnSp>
      <p:cxnSp>
        <p:nvCxnSpPr>
          <p:cNvPr id="43" name="Straight Arrow Connector 42">
            <a:extLst>
              <a:ext uri="{FF2B5EF4-FFF2-40B4-BE49-F238E27FC236}">
                <a16:creationId xmlns:a16="http://schemas.microsoft.com/office/drawing/2014/main" id="{7127C143-3FF4-5C48-B5F3-A7BB64E7F104}"/>
              </a:ext>
            </a:extLst>
          </p:cNvPr>
          <p:cNvCxnSpPr/>
          <p:nvPr/>
        </p:nvCxnSpPr>
        <p:spPr>
          <a:xfrm>
            <a:off x="12325027" y="5152203"/>
            <a:ext cx="0" cy="674625"/>
          </a:xfrm>
          <a:prstGeom prst="straightConnector1">
            <a:avLst/>
          </a:prstGeom>
          <a:ln>
            <a:solidFill>
              <a:schemeClr val="tx2"/>
            </a:solidFill>
            <a:tailEnd type="arrow"/>
          </a:ln>
          <a:effectLst/>
        </p:spPr>
        <p:style>
          <a:lnRef idx="2">
            <a:schemeClr val="accent1"/>
          </a:lnRef>
          <a:fillRef idx="0">
            <a:schemeClr val="accent1"/>
          </a:fillRef>
          <a:effectRef idx="1">
            <a:schemeClr val="accent1"/>
          </a:effectRef>
          <a:fontRef idx="minor">
            <a:schemeClr val="tx1"/>
          </a:fontRef>
        </p:style>
      </p:cxnSp>
      <p:pic>
        <p:nvPicPr>
          <p:cNvPr id="44" name="Picture 43">
            <a:extLst>
              <a:ext uri="{FF2B5EF4-FFF2-40B4-BE49-F238E27FC236}">
                <a16:creationId xmlns:a16="http://schemas.microsoft.com/office/drawing/2014/main" id="{68375C22-6902-6B42-AA9F-70A3F55324EB}"/>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1110196" y="2068576"/>
            <a:ext cx="1243039" cy="1328677"/>
          </a:xfrm>
          <a:prstGeom prst="rect">
            <a:avLst/>
          </a:prstGeom>
        </p:spPr>
      </p:pic>
      <p:sp>
        <p:nvSpPr>
          <p:cNvPr id="50" name="Rectangle 49">
            <a:extLst>
              <a:ext uri="{FF2B5EF4-FFF2-40B4-BE49-F238E27FC236}">
                <a16:creationId xmlns:a16="http://schemas.microsoft.com/office/drawing/2014/main" id="{95AD928E-0A80-1D48-9E9F-0B4ADAF1D800}"/>
              </a:ext>
            </a:extLst>
          </p:cNvPr>
          <p:cNvSpPr/>
          <p:nvPr/>
        </p:nvSpPr>
        <p:spPr>
          <a:xfrm>
            <a:off x="8716593" y="2104238"/>
            <a:ext cx="1785560" cy="923330"/>
          </a:xfrm>
          <a:prstGeom prst="rect">
            <a:avLst/>
          </a:prstGeom>
        </p:spPr>
        <p:txBody>
          <a:bodyPr wrap="square">
            <a:spAutoFit/>
          </a:bodyPr>
          <a:lstStyle/>
          <a:p>
            <a:pPr marL="0" marR="0" lvl="0" indent="0" algn="l" defTabSz="812810" rtl="0" eaLnBrk="1" fontAlgn="auto" latinLnBrk="0" hangingPunct="1">
              <a:lnSpc>
                <a:spcPct val="100000"/>
              </a:lnSpc>
              <a:spcBef>
                <a:spcPts val="0"/>
              </a:spcBef>
              <a:spcAft>
                <a:spcPts val="0"/>
              </a:spcAft>
              <a:buClrTx/>
              <a:buSzTx/>
              <a:buFontTx/>
              <a:buNone/>
              <a:tabLst/>
              <a:defRPr/>
            </a:pPr>
            <a:r>
              <a:rPr kumimoji="0" lang="fr-CH" altLang="en-US" sz="1800" b="1" i="0" u="none" strike="noStrike" kern="1200" cap="none" spc="0" normalizeH="0" baseline="0" noProof="0" dirty="0" err="1">
                <a:ln>
                  <a:noFill/>
                </a:ln>
                <a:solidFill>
                  <a:srgbClr val="00274C"/>
                </a:solidFill>
                <a:effectLst/>
                <a:uLnTx/>
                <a:uFillTx/>
                <a:latin typeface="Arial" panose="020B0604020202020204"/>
                <a:ea typeface="+mn-ea"/>
                <a:cs typeface="+mn-cs"/>
              </a:rPr>
              <a:t>Intermediary</a:t>
            </a:r>
            <a:endParaRPr kumimoji="0" lang="fr-CH" altLang="en-US" sz="1800" b="1" i="0" u="none" strike="noStrike" kern="1200" cap="none" spc="0" normalizeH="0" baseline="0" noProof="0" dirty="0">
              <a:ln>
                <a:noFill/>
              </a:ln>
              <a:solidFill>
                <a:srgbClr val="00274C"/>
              </a:solidFill>
              <a:effectLst/>
              <a:uLnTx/>
              <a:uFillTx/>
              <a:latin typeface="Arial" panose="020B0604020202020204"/>
              <a:ea typeface="+mn-ea"/>
              <a:cs typeface="+mn-cs"/>
            </a:endParaRPr>
          </a:p>
          <a:p>
            <a:pPr marL="0" marR="0" lvl="0" indent="0" algn="l" defTabSz="812810" rtl="0" eaLnBrk="1" fontAlgn="auto" latinLnBrk="0" hangingPunct="1">
              <a:lnSpc>
                <a:spcPct val="100000"/>
              </a:lnSpc>
              <a:spcBef>
                <a:spcPts val="0"/>
              </a:spcBef>
              <a:spcAft>
                <a:spcPts val="0"/>
              </a:spcAft>
              <a:buClrTx/>
              <a:buSzTx/>
              <a:buFontTx/>
              <a:buNone/>
              <a:tabLst/>
              <a:defRPr/>
            </a:pPr>
            <a:r>
              <a:rPr kumimoji="0" lang="fr-CH" altLang="en-US" sz="1800" b="1" i="0" u="none" strike="noStrike" kern="1200" cap="none" spc="0" normalizeH="0" baseline="0" noProof="0" dirty="0" err="1">
                <a:ln>
                  <a:noFill/>
                </a:ln>
                <a:solidFill>
                  <a:srgbClr val="00274C"/>
                </a:solidFill>
                <a:effectLst/>
                <a:uLnTx/>
                <a:uFillTx/>
                <a:latin typeface="Arial" panose="020B0604020202020204"/>
                <a:ea typeface="+mn-ea"/>
                <a:cs typeface="+mn-cs"/>
              </a:rPr>
              <a:t>flows</a:t>
            </a:r>
            <a:r>
              <a:rPr kumimoji="0" lang="fr-CH" altLang="en-US" sz="1800" b="1" i="0" u="none" strike="noStrike" kern="1200" cap="none" spc="0" normalizeH="0" baseline="0" noProof="0" dirty="0">
                <a:ln>
                  <a:noFill/>
                </a:ln>
                <a:solidFill>
                  <a:srgbClr val="00274C"/>
                </a:solidFill>
                <a:effectLst/>
                <a:uLnTx/>
                <a:uFillTx/>
                <a:latin typeface="Arial" panose="020B0604020202020204"/>
                <a:ea typeface="+mn-ea"/>
                <a:cs typeface="+mn-cs"/>
              </a:rPr>
              <a:t> per FU</a:t>
            </a:r>
          </a:p>
          <a:p>
            <a:pPr marL="0" marR="0" lvl="0" indent="0" algn="l" defTabSz="812810" rtl="0" eaLnBrk="1" fontAlgn="auto" latinLnBrk="0" hangingPunct="1">
              <a:lnSpc>
                <a:spcPct val="100000"/>
              </a:lnSpc>
              <a:spcBef>
                <a:spcPts val="0"/>
              </a:spcBef>
              <a:spcAft>
                <a:spcPts val="0"/>
              </a:spcAft>
              <a:buClrTx/>
              <a:buSzTx/>
              <a:buFontTx/>
              <a:buNone/>
              <a:tabLst/>
              <a:defRPr/>
            </a:pPr>
            <a:r>
              <a:rPr kumimoji="0" lang="fr-CH" altLang="en-US" sz="1800" b="0" i="0" u="none" strike="noStrike" kern="1200" cap="none" spc="0" normalizeH="0" baseline="0" noProof="0" dirty="0">
                <a:ln>
                  <a:noFill/>
                </a:ln>
                <a:solidFill>
                  <a:srgbClr val="00274C"/>
                </a:solidFill>
                <a:effectLst/>
                <a:uLnTx/>
                <a:uFillTx/>
                <a:latin typeface="Arial" panose="020B0604020202020204"/>
                <a:ea typeface="+mn-ea"/>
                <a:cs typeface="+mn-cs"/>
              </a:rPr>
              <a:t>4L Diesel/</a:t>
            </a:r>
            <a:r>
              <a:rPr kumimoji="0" lang="fr-CH" altLang="en-US" sz="1800" b="0" i="0" u="none" strike="noStrike" kern="1200" cap="none" spc="0" normalizeH="0" baseline="0" noProof="0" dirty="0" err="1">
                <a:ln>
                  <a:noFill/>
                </a:ln>
                <a:solidFill>
                  <a:srgbClr val="00274C"/>
                </a:solidFill>
                <a:effectLst/>
                <a:uLnTx/>
                <a:uFillTx/>
                <a:latin typeface="Arial" panose="020B0604020202020204"/>
                <a:ea typeface="+mn-ea"/>
                <a:cs typeface="+mn-cs"/>
              </a:rPr>
              <a:t>t</a:t>
            </a:r>
            <a:endParaRPr kumimoji="0" lang="fr-CH" altLang="en-US" sz="1800" b="0" i="0" u="none" strike="noStrike" kern="1200" cap="none" spc="0" normalizeH="0" baseline="0" noProof="0" dirty="0">
              <a:ln>
                <a:noFill/>
              </a:ln>
              <a:solidFill>
                <a:srgbClr val="00274C"/>
              </a:solidFill>
              <a:effectLst/>
              <a:uLnTx/>
              <a:uFillTx/>
              <a:latin typeface="Arial" panose="020B0604020202020204"/>
              <a:ea typeface="+mn-ea"/>
              <a:cs typeface="+mn-cs"/>
            </a:endParaRPr>
          </a:p>
        </p:txBody>
      </p:sp>
      <p:sp>
        <p:nvSpPr>
          <p:cNvPr id="51" name="Rectangle 50">
            <a:extLst>
              <a:ext uri="{FF2B5EF4-FFF2-40B4-BE49-F238E27FC236}">
                <a16:creationId xmlns:a16="http://schemas.microsoft.com/office/drawing/2014/main" id="{42750652-28C2-E242-BF8F-57CCD6612AEF}"/>
              </a:ext>
            </a:extLst>
          </p:cNvPr>
          <p:cNvSpPr/>
          <p:nvPr/>
        </p:nvSpPr>
        <p:spPr>
          <a:xfrm>
            <a:off x="13880263" y="2104238"/>
            <a:ext cx="1785560" cy="923330"/>
          </a:xfrm>
          <a:prstGeom prst="rect">
            <a:avLst/>
          </a:prstGeom>
        </p:spPr>
        <p:txBody>
          <a:bodyPr wrap="square">
            <a:spAutoFit/>
          </a:bodyPr>
          <a:lstStyle/>
          <a:p>
            <a:pPr marL="0" marR="0" lvl="0" indent="0" algn="l" defTabSz="812810" rtl="0" eaLnBrk="1" fontAlgn="auto" latinLnBrk="0" hangingPunct="1">
              <a:lnSpc>
                <a:spcPct val="100000"/>
              </a:lnSpc>
              <a:spcBef>
                <a:spcPts val="0"/>
              </a:spcBef>
              <a:spcAft>
                <a:spcPts val="0"/>
              </a:spcAft>
              <a:buClrTx/>
              <a:buSzTx/>
              <a:buFontTx/>
              <a:buNone/>
              <a:tabLst/>
              <a:defRPr/>
            </a:pPr>
            <a:r>
              <a:rPr kumimoji="0" lang="fr-CH" altLang="en-US" sz="1800" b="1" i="0" u="none" strike="noStrike" kern="1200" cap="none" spc="0" normalizeH="0" baseline="0" noProof="0" dirty="0" err="1">
                <a:ln>
                  <a:noFill/>
                </a:ln>
                <a:solidFill>
                  <a:srgbClr val="00274C"/>
                </a:solidFill>
                <a:effectLst/>
                <a:uLnTx/>
                <a:uFillTx/>
                <a:latin typeface="Arial" panose="020B0604020202020204"/>
                <a:ea typeface="+mn-ea"/>
                <a:cs typeface="+mn-cs"/>
              </a:rPr>
              <a:t>Intermediary</a:t>
            </a:r>
            <a:endParaRPr kumimoji="0" lang="fr-CH" altLang="en-US" sz="1800" b="1" i="0" u="none" strike="noStrike" kern="1200" cap="none" spc="0" normalizeH="0" baseline="0" noProof="0" dirty="0">
              <a:ln>
                <a:noFill/>
              </a:ln>
              <a:solidFill>
                <a:srgbClr val="00274C"/>
              </a:solidFill>
              <a:effectLst/>
              <a:uLnTx/>
              <a:uFillTx/>
              <a:latin typeface="Arial" panose="020B0604020202020204"/>
              <a:ea typeface="+mn-ea"/>
              <a:cs typeface="+mn-cs"/>
            </a:endParaRPr>
          </a:p>
          <a:p>
            <a:pPr marL="0" marR="0" lvl="0" indent="0" algn="l" defTabSz="812810" rtl="0" eaLnBrk="1" fontAlgn="auto" latinLnBrk="0" hangingPunct="1">
              <a:lnSpc>
                <a:spcPct val="100000"/>
              </a:lnSpc>
              <a:spcBef>
                <a:spcPts val="0"/>
              </a:spcBef>
              <a:spcAft>
                <a:spcPts val="0"/>
              </a:spcAft>
              <a:buClrTx/>
              <a:buSzTx/>
              <a:buFontTx/>
              <a:buNone/>
              <a:tabLst/>
              <a:defRPr/>
            </a:pPr>
            <a:r>
              <a:rPr kumimoji="0" lang="fr-CH" altLang="en-US" sz="1800" b="1" i="0" u="none" strike="noStrike" kern="1200" cap="none" spc="0" normalizeH="0" baseline="0" noProof="0" dirty="0" err="1">
                <a:ln>
                  <a:noFill/>
                </a:ln>
                <a:solidFill>
                  <a:srgbClr val="00274C"/>
                </a:solidFill>
                <a:effectLst/>
                <a:uLnTx/>
                <a:uFillTx/>
                <a:latin typeface="Arial" panose="020B0604020202020204"/>
                <a:ea typeface="+mn-ea"/>
                <a:cs typeface="+mn-cs"/>
              </a:rPr>
              <a:t>flows</a:t>
            </a:r>
            <a:r>
              <a:rPr kumimoji="0" lang="fr-CH" altLang="en-US" sz="1800" b="1" i="0" u="none" strike="noStrike" kern="1200" cap="none" spc="0" normalizeH="0" baseline="0" noProof="0" dirty="0">
                <a:ln>
                  <a:noFill/>
                </a:ln>
                <a:solidFill>
                  <a:srgbClr val="00274C"/>
                </a:solidFill>
                <a:effectLst/>
                <a:uLnTx/>
                <a:uFillTx/>
                <a:latin typeface="Arial" panose="020B0604020202020204"/>
                <a:ea typeface="+mn-ea"/>
                <a:cs typeface="+mn-cs"/>
              </a:rPr>
              <a:t> per FU</a:t>
            </a:r>
          </a:p>
          <a:p>
            <a:pPr marL="0" marR="0" lvl="0" indent="0" algn="l" defTabSz="812810" rtl="0" eaLnBrk="1" fontAlgn="auto" latinLnBrk="0" hangingPunct="1">
              <a:lnSpc>
                <a:spcPct val="100000"/>
              </a:lnSpc>
              <a:spcBef>
                <a:spcPts val="0"/>
              </a:spcBef>
              <a:spcAft>
                <a:spcPts val="0"/>
              </a:spcAft>
              <a:buClrTx/>
              <a:buSzTx/>
              <a:buFontTx/>
              <a:buNone/>
              <a:tabLst/>
              <a:defRPr/>
            </a:pPr>
            <a:r>
              <a:rPr kumimoji="0" lang="fr-CH" altLang="en-US" sz="1800" b="0" i="0" u="none" strike="noStrike" kern="1200" cap="none" spc="0" normalizeH="0" baseline="0" noProof="0" dirty="0">
                <a:ln>
                  <a:noFill/>
                </a:ln>
                <a:solidFill>
                  <a:srgbClr val="00274C"/>
                </a:solidFill>
                <a:effectLst/>
                <a:uLnTx/>
                <a:uFillTx/>
                <a:latin typeface="Arial" panose="020B0604020202020204"/>
                <a:ea typeface="+mn-ea"/>
                <a:cs typeface="+mn-cs"/>
              </a:rPr>
              <a:t>5L Diesel/</a:t>
            </a:r>
            <a:r>
              <a:rPr kumimoji="0" lang="fr-CH" altLang="en-US" sz="1800" b="0" i="0" u="none" strike="noStrike" kern="1200" cap="none" spc="0" normalizeH="0" baseline="0" noProof="0" dirty="0" err="1">
                <a:ln>
                  <a:noFill/>
                </a:ln>
                <a:solidFill>
                  <a:srgbClr val="00274C"/>
                </a:solidFill>
                <a:effectLst/>
                <a:uLnTx/>
                <a:uFillTx/>
                <a:latin typeface="Arial" panose="020B0604020202020204"/>
                <a:ea typeface="+mn-ea"/>
                <a:cs typeface="+mn-cs"/>
              </a:rPr>
              <a:t>t</a:t>
            </a:r>
            <a:endParaRPr kumimoji="0" lang="fr-CH" altLang="en-US" sz="1800" b="0" i="0" u="none" strike="noStrike" kern="1200" cap="none" spc="0" normalizeH="0" baseline="0" noProof="0" dirty="0">
              <a:ln>
                <a:noFill/>
              </a:ln>
              <a:solidFill>
                <a:srgbClr val="00274C"/>
              </a:solidFill>
              <a:effectLst/>
              <a:uLnTx/>
              <a:uFillTx/>
              <a:latin typeface="Arial" panose="020B0604020202020204"/>
              <a:ea typeface="+mn-ea"/>
              <a:cs typeface="+mn-cs"/>
            </a:endParaRPr>
          </a:p>
        </p:txBody>
      </p:sp>
      <p:sp>
        <p:nvSpPr>
          <p:cNvPr id="52" name="Rectangle 51">
            <a:extLst>
              <a:ext uri="{FF2B5EF4-FFF2-40B4-BE49-F238E27FC236}">
                <a16:creationId xmlns:a16="http://schemas.microsoft.com/office/drawing/2014/main" id="{AC3D738D-13AE-1847-A353-E14A8870F8A3}"/>
              </a:ext>
            </a:extLst>
          </p:cNvPr>
          <p:cNvSpPr/>
          <p:nvPr/>
        </p:nvSpPr>
        <p:spPr>
          <a:xfrm>
            <a:off x="8716593" y="4022643"/>
            <a:ext cx="1785560" cy="646331"/>
          </a:xfrm>
          <a:prstGeom prst="rect">
            <a:avLst/>
          </a:prstGeom>
        </p:spPr>
        <p:txBody>
          <a:bodyPr wrap="square">
            <a:spAutoFit/>
          </a:bodyPr>
          <a:lstStyle/>
          <a:p>
            <a:pPr marL="0" marR="0" lvl="0" indent="0" algn="l" defTabSz="812810" rtl="0" eaLnBrk="1" fontAlgn="auto" latinLnBrk="0" hangingPunct="1">
              <a:lnSpc>
                <a:spcPct val="100000"/>
              </a:lnSpc>
              <a:spcBef>
                <a:spcPts val="0"/>
              </a:spcBef>
              <a:spcAft>
                <a:spcPts val="0"/>
              </a:spcAft>
              <a:buClrTx/>
              <a:buSzTx/>
              <a:buFontTx/>
              <a:buNone/>
              <a:tabLst/>
              <a:defRPr/>
            </a:pPr>
            <a:r>
              <a:rPr kumimoji="0" lang="fr-CH" altLang="en-US" sz="1800" b="0" i="0" u="none" strike="noStrike" kern="1200" cap="none" spc="0" normalizeH="0" baseline="0" noProof="0" dirty="0">
                <a:ln>
                  <a:noFill/>
                </a:ln>
                <a:solidFill>
                  <a:srgbClr val="ADA400"/>
                </a:solidFill>
                <a:effectLst/>
                <a:uLnTx/>
                <a:uFillTx/>
                <a:latin typeface="Arial" panose="020B0604020202020204"/>
                <a:ea typeface="+mn-ea"/>
                <a:cs typeface="+mn-cs"/>
              </a:rPr>
              <a:t>2kg A/t</a:t>
            </a:r>
          </a:p>
          <a:p>
            <a:pPr marL="0" marR="0" lvl="0" indent="0" algn="l" defTabSz="812810" rtl="0" eaLnBrk="1" fontAlgn="auto" latinLnBrk="0" hangingPunct="1">
              <a:lnSpc>
                <a:spcPct val="100000"/>
              </a:lnSpc>
              <a:spcBef>
                <a:spcPts val="0"/>
              </a:spcBef>
              <a:spcAft>
                <a:spcPts val="0"/>
              </a:spcAft>
              <a:buClrTx/>
              <a:buSzTx/>
              <a:buFontTx/>
              <a:buNone/>
              <a:tabLst/>
              <a:defRPr/>
            </a:pPr>
            <a:r>
              <a:rPr kumimoji="0" lang="fr-CH" altLang="en-US" sz="1800" b="0" i="0" u="none" strike="noStrike" kern="1200" cap="none" spc="0" normalizeH="0" baseline="0" noProof="0" dirty="0">
                <a:ln>
                  <a:noFill/>
                </a:ln>
                <a:solidFill>
                  <a:srgbClr val="ADA400"/>
                </a:solidFill>
                <a:effectLst/>
                <a:uLnTx/>
                <a:uFillTx/>
                <a:latin typeface="Arial" panose="020B0604020202020204"/>
                <a:ea typeface="+mn-ea"/>
                <a:cs typeface="+mn-cs"/>
              </a:rPr>
              <a:t>1L Diesel/t</a:t>
            </a:r>
          </a:p>
        </p:txBody>
      </p:sp>
      <p:sp>
        <p:nvSpPr>
          <p:cNvPr id="54" name="Rectangle 53">
            <a:extLst>
              <a:ext uri="{FF2B5EF4-FFF2-40B4-BE49-F238E27FC236}">
                <a16:creationId xmlns:a16="http://schemas.microsoft.com/office/drawing/2014/main" id="{7315E8E1-8BAE-A947-A4A4-5225624C533E}"/>
              </a:ext>
            </a:extLst>
          </p:cNvPr>
          <p:cNvSpPr/>
          <p:nvPr/>
        </p:nvSpPr>
        <p:spPr>
          <a:xfrm>
            <a:off x="13880263" y="4022643"/>
            <a:ext cx="1785560" cy="646331"/>
          </a:xfrm>
          <a:prstGeom prst="rect">
            <a:avLst/>
          </a:prstGeom>
        </p:spPr>
        <p:txBody>
          <a:bodyPr wrap="square">
            <a:spAutoFit/>
          </a:bodyPr>
          <a:lstStyle/>
          <a:p>
            <a:pPr marL="0" marR="0" lvl="0" indent="0" algn="l" defTabSz="812810" rtl="0" eaLnBrk="1" fontAlgn="auto" latinLnBrk="0" hangingPunct="1">
              <a:lnSpc>
                <a:spcPct val="100000"/>
              </a:lnSpc>
              <a:spcBef>
                <a:spcPts val="0"/>
              </a:spcBef>
              <a:spcAft>
                <a:spcPts val="0"/>
              </a:spcAft>
              <a:buClrTx/>
              <a:buSzTx/>
              <a:buFontTx/>
              <a:buNone/>
              <a:tabLst/>
              <a:defRPr/>
            </a:pPr>
            <a:r>
              <a:rPr kumimoji="0" lang="fr-CH" altLang="en-US" sz="1800" b="0" i="0" u="none" strike="noStrike" kern="1200" cap="none" spc="0" normalizeH="0" baseline="0" noProof="0" dirty="0">
                <a:ln>
                  <a:noFill/>
                </a:ln>
                <a:solidFill>
                  <a:srgbClr val="ADA400"/>
                </a:solidFill>
                <a:effectLst/>
                <a:uLnTx/>
                <a:uFillTx/>
                <a:latin typeface="Arial" panose="020B0604020202020204"/>
                <a:ea typeface="+mn-ea"/>
                <a:cs typeface="+mn-cs"/>
              </a:rPr>
              <a:t> 0.05kg B/t</a:t>
            </a:r>
          </a:p>
          <a:p>
            <a:pPr marL="0" marR="0" lvl="0" indent="0" algn="l" defTabSz="812810" rtl="0" eaLnBrk="1" fontAlgn="auto" latinLnBrk="0" hangingPunct="1">
              <a:lnSpc>
                <a:spcPct val="100000"/>
              </a:lnSpc>
              <a:spcBef>
                <a:spcPts val="0"/>
              </a:spcBef>
              <a:spcAft>
                <a:spcPts val="0"/>
              </a:spcAft>
              <a:buClrTx/>
              <a:buSzTx/>
              <a:buFontTx/>
              <a:buNone/>
              <a:tabLst/>
              <a:defRPr/>
            </a:pPr>
            <a:r>
              <a:rPr kumimoji="0" lang="fr-CH" altLang="en-US" sz="1800" b="0" i="0" u="none" strike="noStrike" kern="1200" cap="none" spc="0" normalizeH="0" baseline="0" noProof="0" dirty="0">
                <a:ln>
                  <a:noFill/>
                </a:ln>
                <a:solidFill>
                  <a:srgbClr val="ADA400"/>
                </a:solidFill>
                <a:effectLst/>
                <a:uLnTx/>
                <a:uFillTx/>
                <a:latin typeface="Arial" panose="020B0604020202020204"/>
                <a:ea typeface="+mn-ea"/>
                <a:cs typeface="+mn-cs"/>
              </a:rPr>
              <a:t>0.5L Diesel/t</a:t>
            </a:r>
          </a:p>
        </p:txBody>
      </p:sp>
      <p:sp>
        <p:nvSpPr>
          <p:cNvPr id="55" name="Rectangle 54">
            <a:extLst>
              <a:ext uri="{FF2B5EF4-FFF2-40B4-BE49-F238E27FC236}">
                <a16:creationId xmlns:a16="http://schemas.microsoft.com/office/drawing/2014/main" id="{9B020E60-EE59-904B-89C0-D8583DBC9067}"/>
              </a:ext>
            </a:extLst>
          </p:cNvPr>
          <p:cNvSpPr/>
          <p:nvPr/>
        </p:nvSpPr>
        <p:spPr>
          <a:xfrm>
            <a:off x="8716593" y="6031477"/>
            <a:ext cx="1785560" cy="646331"/>
          </a:xfrm>
          <a:prstGeom prst="rect">
            <a:avLst/>
          </a:prstGeom>
        </p:spPr>
        <p:txBody>
          <a:bodyPr wrap="square">
            <a:spAutoFit/>
          </a:bodyPr>
          <a:lstStyle/>
          <a:p>
            <a:pPr marL="0" marR="0" lvl="0" indent="0" algn="l" defTabSz="812810" rtl="0" eaLnBrk="1" fontAlgn="auto" latinLnBrk="0" hangingPunct="1">
              <a:lnSpc>
                <a:spcPct val="100000"/>
              </a:lnSpc>
              <a:spcBef>
                <a:spcPts val="0"/>
              </a:spcBef>
              <a:spcAft>
                <a:spcPts val="0"/>
              </a:spcAft>
              <a:buClrTx/>
              <a:buSzTx/>
              <a:buFontTx/>
              <a:buNone/>
              <a:tabLst/>
              <a:defRPr/>
            </a:pPr>
            <a:r>
              <a:rPr kumimoji="0" lang="fr-CH" altLang="en-US" sz="1800" b="1" i="0" u="none" strike="noStrike" kern="1200" cap="none" spc="0" normalizeH="0" baseline="0" noProof="0" dirty="0">
                <a:ln>
                  <a:noFill/>
                </a:ln>
                <a:solidFill>
                  <a:srgbClr val="00274C"/>
                </a:solidFill>
                <a:effectLst/>
                <a:uLnTx/>
                <a:uFillTx/>
                <a:latin typeface="Arial" panose="020B0604020202020204"/>
                <a:ea typeface="+mn-ea"/>
                <a:cs typeface="+mn-cs"/>
              </a:rPr>
              <a:t>TOTAL</a:t>
            </a:r>
            <a:br>
              <a:rPr kumimoji="0" lang="fr-CH" altLang="en-US" sz="1800" b="1" i="0" u="none" strike="noStrike" kern="1200" cap="none" spc="0" normalizeH="0" baseline="0" noProof="0" dirty="0">
                <a:ln>
                  <a:noFill/>
                </a:ln>
                <a:solidFill>
                  <a:srgbClr val="00274C"/>
                </a:solidFill>
                <a:effectLst/>
                <a:uLnTx/>
                <a:uFillTx/>
                <a:latin typeface="Arial" panose="020B0604020202020204"/>
                <a:ea typeface="+mn-ea"/>
                <a:cs typeface="+mn-cs"/>
              </a:rPr>
            </a:br>
            <a:r>
              <a:rPr kumimoji="0" lang="fr-CH" altLang="en-US" sz="1800" b="1" i="0" u="none" strike="noStrike" kern="1200" cap="none" spc="0" normalizeH="0" baseline="0" noProof="0" dirty="0">
                <a:ln>
                  <a:noFill/>
                </a:ln>
                <a:solidFill>
                  <a:srgbClr val="00274C"/>
                </a:solidFill>
                <a:effectLst/>
                <a:uLnTx/>
                <a:uFillTx/>
                <a:latin typeface="Arial" panose="020B0604020202020204"/>
                <a:ea typeface="+mn-ea"/>
                <a:cs typeface="+mn-cs"/>
              </a:rPr>
              <a:t>5L Diesel/t</a:t>
            </a:r>
            <a:endParaRPr kumimoji="0" lang="fr-CH" altLang="en-US" sz="1800" b="0" i="0" u="none" strike="noStrike" kern="1200" cap="none" spc="0" normalizeH="0" baseline="0" noProof="0" dirty="0">
              <a:ln>
                <a:noFill/>
              </a:ln>
              <a:solidFill>
                <a:srgbClr val="00274C"/>
              </a:solidFill>
              <a:effectLst/>
              <a:uLnTx/>
              <a:uFillTx/>
              <a:latin typeface="Arial" panose="020B0604020202020204"/>
              <a:ea typeface="+mn-ea"/>
              <a:cs typeface="+mn-cs"/>
            </a:endParaRPr>
          </a:p>
        </p:txBody>
      </p:sp>
      <p:sp>
        <p:nvSpPr>
          <p:cNvPr id="56" name="Rectangle 55">
            <a:extLst>
              <a:ext uri="{FF2B5EF4-FFF2-40B4-BE49-F238E27FC236}">
                <a16:creationId xmlns:a16="http://schemas.microsoft.com/office/drawing/2014/main" id="{E6733F2F-EACC-AD4C-9997-4A531DC9FA84}"/>
              </a:ext>
            </a:extLst>
          </p:cNvPr>
          <p:cNvSpPr/>
          <p:nvPr/>
        </p:nvSpPr>
        <p:spPr>
          <a:xfrm>
            <a:off x="13880263" y="6044924"/>
            <a:ext cx="1785560" cy="646331"/>
          </a:xfrm>
          <a:prstGeom prst="rect">
            <a:avLst/>
          </a:prstGeom>
        </p:spPr>
        <p:txBody>
          <a:bodyPr wrap="square">
            <a:spAutoFit/>
          </a:bodyPr>
          <a:lstStyle/>
          <a:p>
            <a:pPr marL="0" marR="0" lvl="0" indent="0" algn="l" defTabSz="812810" rtl="0" eaLnBrk="1" fontAlgn="auto" latinLnBrk="0" hangingPunct="1">
              <a:lnSpc>
                <a:spcPct val="100000"/>
              </a:lnSpc>
              <a:spcBef>
                <a:spcPts val="0"/>
              </a:spcBef>
              <a:spcAft>
                <a:spcPts val="0"/>
              </a:spcAft>
              <a:buClrTx/>
              <a:buSzTx/>
              <a:buFontTx/>
              <a:buNone/>
              <a:tabLst/>
              <a:defRPr/>
            </a:pPr>
            <a:r>
              <a:rPr kumimoji="0" lang="fr-CH" altLang="en-US" sz="1800" b="1" i="0" u="none" strike="noStrike" kern="1200" cap="none" spc="0" normalizeH="0" baseline="0" noProof="0" dirty="0">
                <a:ln>
                  <a:noFill/>
                </a:ln>
                <a:solidFill>
                  <a:srgbClr val="00274C"/>
                </a:solidFill>
                <a:effectLst/>
                <a:uLnTx/>
                <a:uFillTx/>
                <a:latin typeface="Arial" panose="020B0604020202020204"/>
                <a:ea typeface="+mn-ea"/>
                <a:cs typeface="+mn-cs"/>
              </a:rPr>
              <a:t>TOTAL</a:t>
            </a:r>
            <a:br>
              <a:rPr kumimoji="0" lang="fr-CH" altLang="en-US" sz="1800" b="1" i="0" u="none" strike="noStrike" kern="1200" cap="none" spc="0" normalizeH="0" baseline="0" noProof="0" dirty="0">
                <a:ln>
                  <a:noFill/>
                </a:ln>
                <a:solidFill>
                  <a:srgbClr val="00274C"/>
                </a:solidFill>
                <a:effectLst/>
                <a:uLnTx/>
                <a:uFillTx/>
                <a:latin typeface="Arial" panose="020B0604020202020204"/>
                <a:ea typeface="+mn-ea"/>
                <a:cs typeface="+mn-cs"/>
              </a:rPr>
            </a:br>
            <a:r>
              <a:rPr kumimoji="0" lang="fr-CH" altLang="en-US" sz="1800" b="1" i="0" u="none" strike="noStrike" kern="1200" cap="none" spc="0" normalizeH="0" baseline="0" noProof="0" dirty="0">
                <a:ln>
                  <a:noFill/>
                </a:ln>
                <a:solidFill>
                  <a:srgbClr val="00274C"/>
                </a:solidFill>
                <a:effectLst/>
                <a:uLnTx/>
                <a:uFillTx/>
                <a:latin typeface="Arial" panose="020B0604020202020204"/>
                <a:ea typeface="+mn-ea"/>
                <a:cs typeface="+mn-cs"/>
              </a:rPr>
              <a:t>5.5L Diesel/t</a:t>
            </a:r>
            <a:endParaRPr kumimoji="0" lang="fr-CH" altLang="en-US" sz="1800" b="0" i="0" u="none" strike="noStrike" kern="1200" cap="none" spc="0" normalizeH="0" baseline="0" noProof="0" dirty="0">
              <a:ln>
                <a:noFill/>
              </a:ln>
              <a:solidFill>
                <a:srgbClr val="00274C"/>
              </a:solidFill>
              <a:effectLst/>
              <a:uLnTx/>
              <a:uFillTx/>
              <a:latin typeface="Arial" panose="020B0604020202020204"/>
              <a:ea typeface="+mn-ea"/>
              <a:cs typeface="+mn-cs"/>
            </a:endParaRPr>
          </a:p>
        </p:txBody>
      </p:sp>
      <p:cxnSp>
        <p:nvCxnSpPr>
          <p:cNvPr id="59" name="Straight Connector 58">
            <a:extLst>
              <a:ext uri="{FF2B5EF4-FFF2-40B4-BE49-F238E27FC236}">
                <a16:creationId xmlns:a16="http://schemas.microsoft.com/office/drawing/2014/main" id="{4D333399-5F2E-C249-A46E-0B8016C98932}"/>
              </a:ext>
            </a:extLst>
          </p:cNvPr>
          <p:cNvCxnSpPr/>
          <p:nvPr/>
        </p:nvCxnSpPr>
        <p:spPr>
          <a:xfrm>
            <a:off x="8716593" y="6008362"/>
            <a:ext cx="1597301" cy="0"/>
          </a:xfrm>
          <a:prstGeom prst="line">
            <a:avLst/>
          </a:prstGeom>
          <a:ln>
            <a:solidFill>
              <a:schemeClr val="tx2"/>
            </a:solidFill>
          </a:ln>
          <a:effectLst/>
        </p:spPr>
        <p:style>
          <a:lnRef idx="2">
            <a:schemeClr val="accent1"/>
          </a:lnRef>
          <a:fillRef idx="0">
            <a:schemeClr val="accent1"/>
          </a:fillRef>
          <a:effectRef idx="1">
            <a:schemeClr val="accent1"/>
          </a:effectRef>
          <a:fontRef idx="minor">
            <a:schemeClr val="tx1"/>
          </a:fontRef>
        </p:style>
      </p:cxnSp>
      <p:cxnSp>
        <p:nvCxnSpPr>
          <p:cNvPr id="60" name="Straight Connector 59">
            <a:extLst>
              <a:ext uri="{FF2B5EF4-FFF2-40B4-BE49-F238E27FC236}">
                <a16:creationId xmlns:a16="http://schemas.microsoft.com/office/drawing/2014/main" id="{2CA11B86-B19D-794B-8FF4-F27AC7D9BEA6}"/>
              </a:ext>
            </a:extLst>
          </p:cNvPr>
          <p:cNvCxnSpPr/>
          <p:nvPr/>
        </p:nvCxnSpPr>
        <p:spPr>
          <a:xfrm>
            <a:off x="8716593" y="6707610"/>
            <a:ext cx="1597301" cy="0"/>
          </a:xfrm>
          <a:prstGeom prst="line">
            <a:avLst/>
          </a:prstGeom>
          <a:ln>
            <a:solidFill>
              <a:schemeClr val="tx2"/>
            </a:solidFill>
          </a:ln>
          <a:effectLst/>
        </p:spPr>
        <p:style>
          <a:lnRef idx="2">
            <a:schemeClr val="accent1"/>
          </a:lnRef>
          <a:fillRef idx="0">
            <a:schemeClr val="accent1"/>
          </a:fillRef>
          <a:effectRef idx="1">
            <a:schemeClr val="accent1"/>
          </a:effectRef>
          <a:fontRef idx="minor">
            <a:schemeClr val="tx1"/>
          </a:fontRef>
        </p:style>
      </p:cxnSp>
      <p:cxnSp>
        <p:nvCxnSpPr>
          <p:cNvPr id="61" name="Straight Connector 60">
            <a:extLst>
              <a:ext uri="{FF2B5EF4-FFF2-40B4-BE49-F238E27FC236}">
                <a16:creationId xmlns:a16="http://schemas.microsoft.com/office/drawing/2014/main" id="{D0AB4C03-A9AF-C84A-9AE8-5F77ACB6B3C8}"/>
              </a:ext>
            </a:extLst>
          </p:cNvPr>
          <p:cNvCxnSpPr/>
          <p:nvPr/>
        </p:nvCxnSpPr>
        <p:spPr>
          <a:xfrm>
            <a:off x="13866816" y="6008362"/>
            <a:ext cx="1597301" cy="0"/>
          </a:xfrm>
          <a:prstGeom prst="line">
            <a:avLst/>
          </a:prstGeom>
          <a:ln>
            <a:solidFill>
              <a:schemeClr val="tx2"/>
            </a:solidFill>
          </a:ln>
          <a:effectLst/>
        </p:spPr>
        <p:style>
          <a:lnRef idx="2">
            <a:schemeClr val="accent1"/>
          </a:lnRef>
          <a:fillRef idx="0">
            <a:schemeClr val="accent1"/>
          </a:fillRef>
          <a:effectRef idx="1">
            <a:schemeClr val="accent1"/>
          </a:effectRef>
          <a:fontRef idx="minor">
            <a:schemeClr val="tx1"/>
          </a:fontRef>
        </p:style>
      </p:cxnSp>
      <p:cxnSp>
        <p:nvCxnSpPr>
          <p:cNvPr id="62" name="Straight Connector 61">
            <a:extLst>
              <a:ext uri="{FF2B5EF4-FFF2-40B4-BE49-F238E27FC236}">
                <a16:creationId xmlns:a16="http://schemas.microsoft.com/office/drawing/2014/main" id="{B70EE251-AE95-BE4C-A27B-A26F7C7906A1}"/>
              </a:ext>
            </a:extLst>
          </p:cNvPr>
          <p:cNvCxnSpPr/>
          <p:nvPr/>
        </p:nvCxnSpPr>
        <p:spPr>
          <a:xfrm>
            <a:off x="13866816" y="6707610"/>
            <a:ext cx="1597301" cy="0"/>
          </a:xfrm>
          <a:prstGeom prst="line">
            <a:avLst/>
          </a:prstGeom>
          <a:ln>
            <a:solidFill>
              <a:schemeClr val="tx2"/>
            </a:solidFill>
          </a:ln>
          <a:effectLst/>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954432779"/>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8439A4-B037-4F4E-AFCE-96000C7C1237}"/>
              </a:ext>
            </a:extLst>
          </p:cNvPr>
          <p:cNvSpPr>
            <a:spLocks noGrp="1"/>
          </p:cNvSpPr>
          <p:nvPr>
            <p:ph type="title"/>
          </p:nvPr>
        </p:nvSpPr>
        <p:spPr>
          <a:xfrm>
            <a:off x="812880" y="279400"/>
            <a:ext cx="14631828" cy="870385"/>
          </a:xfrm>
        </p:spPr>
        <p:txBody>
          <a:bodyPr/>
          <a:lstStyle/>
          <a:p>
            <a:r>
              <a:rPr lang="en-US" altLang="en-US" dirty="0"/>
              <a:t>Summary</a:t>
            </a:r>
            <a:endParaRPr lang="en-US" sz="2800" dirty="0">
              <a:solidFill>
                <a:schemeClr val="tx2"/>
              </a:solidFill>
            </a:endParaRPr>
          </a:p>
        </p:txBody>
      </p:sp>
      <p:sp>
        <p:nvSpPr>
          <p:cNvPr id="25" name="Rectangle 24">
            <a:extLst>
              <a:ext uri="{FF2B5EF4-FFF2-40B4-BE49-F238E27FC236}">
                <a16:creationId xmlns:a16="http://schemas.microsoft.com/office/drawing/2014/main" id="{ABE7A5ED-A114-1143-B6DC-9ACCABA8D4F2}"/>
              </a:ext>
            </a:extLst>
          </p:cNvPr>
          <p:cNvSpPr/>
          <p:nvPr/>
        </p:nvSpPr>
        <p:spPr>
          <a:xfrm>
            <a:off x="994611" y="1706731"/>
            <a:ext cx="14450098" cy="5693866"/>
          </a:xfrm>
          <a:prstGeom prst="rect">
            <a:avLst/>
          </a:prstGeom>
          <a:ln>
            <a:noFill/>
          </a:ln>
        </p:spPr>
        <p:txBody>
          <a:bodyPr wrap="square">
            <a:spAutoFit/>
          </a:bodyPr>
          <a:lstStyle/>
          <a:p>
            <a:pPr marL="0" marR="0" lvl="0" indent="0" algn="l" defTabSz="812810" rtl="0" eaLnBrk="1" fontAlgn="auto" latinLnBrk="0" hangingPunct="1">
              <a:lnSpc>
                <a:spcPct val="100000"/>
              </a:lnSpc>
              <a:spcBef>
                <a:spcPts val="0"/>
              </a:spcBef>
              <a:spcAft>
                <a:spcPts val="0"/>
              </a:spcAft>
              <a:buClrTx/>
              <a:buSzTx/>
              <a:buFontTx/>
              <a:buNone/>
              <a:tabLst/>
              <a:defRPr/>
            </a:pPr>
            <a:r>
              <a:rPr kumimoji="0" lang="en-US" sz="2800" b="1" i="0" u="none" strike="noStrike" kern="1200" cap="none" spc="0" normalizeH="0" baseline="0" noProof="0" dirty="0">
                <a:ln>
                  <a:noFill/>
                </a:ln>
                <a:solidFill>
                  <a:srgbClr val="407EC9"/>
                </a:solidFill>
                <a:effectLst/>
                <a:uLnTx/>
                <a:uFillTx/>
                <a:latin typeface="Arial" charset="0"/>
                <a:ea typeface="+mn-ea"/>
                <a:cs typeface="+mn-cs"/>
              </a:rPr>
              <a:t>RULE 1 </a:t>
            </a:r>
            <a:r>
              <a:rPr kumimoji="0" lang="en-US" sz="2800" b="0" i="0" u="none" strike="noStrike" kern="1200" cap="none" spc="0" normalizeH="0" baseline="0" noProof="0" dirty="0">
                <a:ln>
                  <a:noFill/>
                </a:ln>
                <a:solidFill>
                  <a:srgbClr val="00274C"/>
                </a:solidFill>
                <a:effectLst/>
                <a:uLnTx/>
                <a:uFillTx/>
                <a:latin typeface="Arial" charset="0"/>
                <a:ea typeface="+mn-ea"/>
                <a:cs typeface="+mn-cs"/>
              </a:rPr>
              <a:t>The system boundaries must cover the same functional reality in all scenarios </a:t>
            </a:r>
            <a:br>
              <a:rPr kumimoji="0" lang="en-US" sz="2800" b="0" i="0" u="none" strike="noStrike" kern="1200" cap="none" spc="0" normalizeH="0" baseline="0" noProof="0" dirty="0">
                <a:ln>
                  <a:noFill/>
                </a:ln>
                <a:solidFill>
                  <a:srgbClr val="00274C"/>
                </a:solidFill>
                <a:effectLst/>
                <a:uLnTx/>
                <a:uFillTx/>
                <a:latin typeface="Arial" charset="0"/>
                <a:ea typeface="+mn-ea"/>
                <a:cs typeface="+mn-cs"/>
              </a:rPr>
            </a:br>
            <a:r>
              <a:rPr kumimoji="0" lang="en-US" sz="2800" b="0" i="1" u="none" strike="noStrike" kern="1200" cap="none" spc="0" normalizeH="0" baseline="0" noProof="0" dirty="0">
                <a:ln>
                  <a:noFill/>
                </a:ln>
                <a:solidFill>
                  <a:srgbClr val="00274C"/>
                </a:solidFill>
                <a:effectLst/>
                <a:uLnTx/>
                <a:uFillTx/>
                <a:latin typeface="Arial" charset="0"/>
                <a:ea typeface="+mn-ea"/>
                <a:cs typeface="+mn-cs"/>
              </a:rPr>
              <a:t>(no geographical or business-based boundaries)</a:t>
            </a:r>
            <a:r>
              <a:rPr kumimoji="0" lang="en-US" sz="2800" b="0" i="0" u="none" strike="noStrike" kern="1200" cap="none" spc="0" normalizeH="0" baseline="0" noProof="0" dirty="0">
                <a:ln>
                  <a:noFill/>
                </a:ln>
                <a:solidFill>
                  <a:srgbClr val="00274C"/>
                </a:solidFill>
                <a:effectLst/>
                <a:uLnTx/>
                <a:uFillTx/>
                <a:latin typeface="Arial" charset="0"/>
                <a:ea typeface="+mn-ea"/>
                <a:cs typeface="+mn-cs"/>
              </a:rPr>
              <a:t>.</a:t>
            </a:r>
          </a:p>
          <a:p>
            <a:pPr marL="0" marR="0" lvl="0" indent="0" algn="l" defTabSz="812810" rtl="0" eaLnBrk="1" fontAlgn="auto" latinLnBrk="0" hangingPunct="1">
              <a:lnSpc>
                <a:spcPct val="100000"/>
              </a:lnSpc>
              <a:spcBef>
                <a:spcPts val="0"/>
              </a:spcBef>
              <a:spcAft>
                <a:spcPts val="0"/>
              </a:spcAft>
              <a:buClrTx/>
              <a:buSzTx/>
              <a:buFontTx/>
              <a:buNone/>
              <a:tabLst/>
              <a:defRPr/>
            </a:pPr>
            <a:endParaRPr kumimoji="0" lang="en-US" sz="2800" b="0" i="0" u="none" strike="noStrike" kern="1200" cap="none" spc="0" normalizeH="0" baseline="0" noProof="0" dirty="0">
              <a:ln>
                <a:noFill/>
              </a:ln>
              <a:solidFill>
                <a:srgbClr val="00274C"/>
              </a:solidFill>
              <a:effectLst/>
              <a:uLnTx/>
              <a:uFillTx/>
              <a:latin typeface="Arial" charset="0"/>
              <a:ea typeface="+mn-ea"/>
              <a:cs typeface="+mn-cs"/>
            </a:endParaRPr>
          </a:p>
          <a:p>
            <a:pPr marL="0" marR="0" lvl="0" indent="0" algn="l" defTabSz="812810" rtl="0" eaLnBrk="1" fontAlgn="auto" latinLnBrk="0" hangingPunct="1">
              <a:lnSpc>
                <a:spcPct val="100000"/>
              </a:lnSpc>
              <a:spcBef>
                <a:spcPts val="0"/>
              </a:spcBef>
              <a:spcAft>
                <a:spcPts val="0"/>
              </a:spcAft>
              <a:buClrTx/>
              <a:buSzTx/>
              <a:buFontTx/>
              <a:buNone/>
              <a:tabLst/>
              <a:defRPr/>
            </a:pPr>
            <a:r>
              <a:rPr kumimoji="0" lang="en-US" sz="2800" b="1" i="0" u="none" strike="noStrike" kern="1200" cap="none" spc="0" normalizeH="0" baseline="0" noProof="0" dirty="0">
                <a:ln>
                  <a:noFill/>
                </a:ln>
                <a:solidFill>
                  <a:srgbClr val="407EC9"/>
                </a:solidFill>
                <a:effectLst/>
                <a:uLnTx/>
                <a:uFillTx/>
                <a:latin typeface="Arial" charset="0"/>
                <a:ea typeface="+mn-ea"/>
                <a:cs typeface="+mn-cs"/>
              </a:rPr>
              <a:t>RULE 2</a:t>
            </a:r>
            <a:r>
              <a:rPr kumimoji="0" lang="en-US" sz="2800" b="0" i="0" u="none" strike="noStrike" kern="1200" cap="none" spc="0" normalizeH="0" baseline="0" noProof="0" dirty="0">
                <a:ln>
                  <a:noFill/>
                </a:ln>
                <a:solidFill>
                  <a:srgbClr val="407EC9"/>
                </a:solidFill>
                <a:effectLst/>
                <a:uLnTx/>
                <a:uFillTx/>
                <a:latin typeface="Arial" charset="0"/>
                <a:ea typeface="+mn-ea"/>
                <a:cs typeface="+mn-cs"/>
              </a:rPr>
              <a:t> </a:t>
            </a:r>
            <a:r>
              <a:rPr kumimoji="0" lang="en-US" sz="2800" b="0" i="0" u="none" strike="noStrike" kern="1200" cap="none" spc="0" normalizeH="0" baseline="0" noProof="0" dirty="0">
                <a:ln>
                  <a:noFill/>
                </a:ln>
                <a:solidFill>
                  <a:srgbClr val="00274C"/>
                </a:solidFill>
                <a:effectLst/>
                <a:uLnTx/>
                <a:uFillTx/>
                <a:latin typeface="Arial" charset="0"/>
                <a:ea typeface="+mn-ea"/>
                <a:cs typeface="+mn-cs"/>
              </a:rPr>
              <a:t>Cut-off criteria for the inclusion of processes in the system boundary must </a:t>
            </a:r>
            <a:br>
              <a:rPr kumimoji="0" lang="en-US" sz="2800" b="0" i="0" u="none" strike="noStrike" kern="1200" cap="none" spc="0" normalizeH="0" baseline="0" noProof="0" dirty="0">
                <a:ln>
                  <a:noFill/>
                </a:ln>
                <a:solidFill>
                  <a:srgbClr val="00274C"/>
                </a:solidFill>
                <a:effectLst/>
                <a:uLnTx/>
                <a:uFillTx/>
                <a:latin typeface="Arial" charset="0"/>
                <a:ea typeface="+mn-ea"/>
                <a:cs typeface="+mn-cs"/>
              </a:rPr>
            </a:br>
            <a:r>
              <a:rPr kumimoji="0" lang="en-US" sz="2800" b="0" i="0" u="none" strike="noStrike" kern="1200" cap="none" spc="0" normalizeH="0" baseline="0" noProof="0" dirty="0">
                <a:ln>
                  <a:noFill/>
                </a:ln>
                <a:solidFill>
                  <a:srgbClr val="00274C"/>
                </a:solidFill>
                <a:effectLst/>
                <a:uLnTx/>
                <a:uFillTx/>
                <a:latin typeface="Arial" charset="0"/>
                <a:ea typeface="+mn-ea"/>
                <a:cs typeface="+mn-cs"/>
              </a:rPr>
              <a:t>be clearly described, including assumptions, reasoning and effects on study results. Processes can only be excluded if they contribute less than the cut-off percentages </a:t>
            </a:r>
            <a:br>
              <a:rPr kumimoji="0" lang="en-US" sz="2800" b="0" i="0" u="none" strike="noStrike" kern="1200" cap="none" spc="0" normalizeH="0" baseline="0" noProof="0" dirty="0">
                <a:ln>
                  <a:noFill/>
                </a:ln>
                <a:solidFill>
                  <a:srgbClr val="00274C"/>
                </a:solidFill>
                <a:effectLst/>
                <a:uLnTx/>
                <a:uFillTx/>
                <a:latin typeface="Arial" charset="0"/>
                <a:ea typeface="+mn-ea"/>
                <a:cs typeface="+mn-cs"/>
              </a:rPr>
            </a:br>
            <a:r>
              <a:rPr kumimoji="0" lang="en-US" sz="2800" b="0" i="0" u="none" strike="noStrike" kern="1200" cap="none" spc="0" normalizeH="0" baseline="0" noProof="0" dirty="0">
                <a:ln>
                  <a:noFill/>
                </a:ln>
                <a:solidFill>
                  <a:srgbClr val="00274C"/>
                </a:solidFill>
                <a:effectLst/>
                <a:uLnTx/>
                <a:uFillTx/>
                <a:latin typeface="Arial" charset="0"/>
                <a:ea typeface="+mn-ea"/>
                <a:cs typeface="+mn-cs"/>
              </a:rPr>
              <a:t>(i.e. 1%) to the mass of the product, the energy consumption of the system, or the environmental impacts </a:t>
            </a:r>
            <a:r>
              <a:rPr kumimoji="0" lang="en-US" sz="2800" b="0" i="1" u="none" strike="noStrike" kern="1200" cap="none" spc="0" normalizeH="0" baseline="0" noProof="0" dirty="0">
                <a:ln>
                  <a:noFill/>
                </a:ln>
                <a:solidFill>
                  <a:srgbClr val="00274C"/>
                </a:solidFill>
                <a:effectLst/>
                <a:uLnTx/>
                <a:uFillTx/>
                <a:latin typeface="Arial" charset="0"/>
                <a:ea typeface="+mn-ea"/>
                <a:cs typeface="+mn-cs"/>
              </a:rPr>
              <a:t>(i.e. emissions of a given pollutant) </a:t>
            </a:r>
            <a:r>
              <a:rPr kumimoji="0" lang="en-US" sz="2800" b="0" i="0" u="none" strike="noStrike" kern="1200" cap="none" spc="0" normalizeH="0" baseline="0" noProof="0" dirty="0">
                <a:ln>
                  <a:noFill/>
                </a:ln>
                <a:solidFill>
                  <a:srgbClr val="00274C"/>
                </a:solidFill>
                <a:effectLst/>
                <a:uLnTx/>
                <a:uFillTx/>
                <a:latin typeface="Arial" charset="0"/>
                <a:ea typeface="+mn-ea"/>
                <a:cs typeface="+mn-cs"/>
              </a:rPr>
              <a:t>[ISO 14044, 2006]. </a:t>
            </a:r>
            <a:br>
              <a:rPr kumimoji="0" lang="en-US" sz="2800" b="0" i="0" u="none" strike="noStrike" kern="1200" cap="none" spc="0" normalizeH="0" baseline="0" noProof="0" dirty="0">
                <a:ln>
                  <a:noFill/>
                </a:ln>
                <a:solidFill>
                  <a:srgbClr val="00274C"/>
                </a:solidFill>
                <a:effectLst/>
                <a:uLnTx/>
                <a:uFillTx/>
                <a:latin typeface="Arial" charset="0"/>
                <a:ea typeface="+mn-ea"/>
                <a:cs typeface="+mn-cs"/>
              </a:rPr>
            </a:br>
            <a:r>
              <a:rPr kumimoji="0" lang="en-US" sz="2800" b="0" i="0" u="none" strike="noStrike" kern="1200" cap="none" spc="0" normalizeH="0" baseline="0" noProof="0" dirty="0">
                <a:ln>
                  <a:noFill/>
                </a:ln>
                <a:solidFill>
                  <a:srgbClr val="00274C"/>
                </a:solidFill>
                <a:effectLst/>
                <a:uLnTx/>
                <a:uFillTx/>
                <a:latin typeface="Arial" charset="0"/>
                <a:ea typeface="+mn-ea"/>
                <a:cs typeface="+mn-cs"/>
              </a:rPr>
              <a:t>These cut-off criteria are fixed in advance.</a:t>
            </a:r>
          </a:p>
          <a:p>
            <a:pPr marL="0" marR="0" lvl="0" indent="0" algn="l" defTabSz="812810" rtl="0" eaLnBrk="1" fontAlgn="auto" latinLnBrk="0" hangingPunct="1">
              <a:lnSpc>
                <a:spcPct val="100000"/>
              </a:lnSpc>
              <a:spcBef>
                <a:spcPts val="0"/>
              </a:spcBef>
              <a:spcAft>
                <a:spcPts val="0"/>
              </a:spcAft>
              <a:buClrTx/>
              <a:buSzTx/>
              <a:buFontTx/>
              <a:buNone/>
              <a:tabLst/>
              <a:defRPr/>
            </a:pPr>
            <a:endParaRPr kumimoji="0" lang="en-US" sz="2800" b="0" i="0" u="none" strike="noStrike" kern="1200" cap="none" spc="0" normalizeH="0" baseline="0" noProof="0" dirty="0">
              <a:ln>
                <a:noFill/>
              </a:ln>
              <a:solidFill>
                <a:srgbClr val="00274C"/>
              </a:solidFill>
              <a:effectLst/>
              <a:uLnTx/>
              <a:uFillTx/>
              <a:latin typeface="Arial" charset="0"/>
              <a:ea typeface="+mn-ea"/>
              <a:cs typeface="+mn-cs"/>
            </a:endParaRPr>
          </a:p>
          <a:p>
            <a:pPr marL="0" marR="0" lvl="0" indent="0" algn="l" defTabSz="812810" rtl="0" eaLnBrk="1" fontAlgn="auto" latinLnBrk="0" hangingPunct="1">
              <a:lnSpc>
                <a:spcPct val="100000"/>
              </a:lnSpc>
              <a:spcBef>
                <a:spcPts val="0"/>
              </a:spcBef>
              <a:spcAft>
                <a:spcPts val="0"/>
              </a:spcAft>
              <a:buClrTx/>
              <a:buSzTx/>
              <a:buFontTx/>
              <a:buNone/>
              <a:tabLst/>
              <a:defRPr/>
            </a:pPr>
            <a:r>
              <a:rPr kumimoji="0" lang="en-US" sz="2800" b="1" i="0" u="none" strike="noStrike" kern="1200" cap="none" spc="0" normalizeH="0" baseline="0" noProof="0" dirty="0">
                <a:ln>
                  <a:noFill/>
                </a:ln>
                <a:solidFill>
                  <a:srgbClr val="407EC9"/>
                </a:solidFill>
                <a:effectLst/>
                <a:uLnTx/>
                <a:uFillTx/>
                <a:latin typeface="Arial" charset="0"/>
                <a:ea typeface="+mn-ea"/>
                <a:cs typeface="+mn-cs"/>
              </a:rPr>
              <a:t>RULE 3</a:t>
            </a:r>
            <a:r>
              <a:rPr kumimoji="0" lang="en-US" sz="2800" b="0" i="0" u="none" strike="noStrike" kern="1200" cap="none" spc="0" normalizeH="0" baseline="0" noProof="0" dirty="0">
                <a:ln>
                  <a:noFill/>
                </a:ln>
                <a:solidFill>
                  <a:srgbClr val="407EC9"/>
                </a:solidFill>
                <a:effectLst/>
                <a:uLnTx/>
                <a:uFillTx/>
                <a:latin typeface="Arial" charset="0"/>
                <a:ea typeface="+mn-ea"/>
                <a:cs typeface="+mn-cs"/>
              </a:rPr>
              <a:t> </a:t>
            </a:r>
            <a:r>
              <a:rPr kumimoji="0" lang="en-US" sz="2800" b="0" i="0" u="none" strike="noStrike" kern="1200" cap="none" spc="0" normalizeH="0" baseline="0" noProof="0" dirty="0">
                <a:ln>
                  <a:noFill/>
                </a:ln>
                <a:solidFill>
                  <a:srgbClr val="00274C"/>
                </a:solidFill>
                <a:effectLst/>
                <a:uLnTx/>
                <a:uFillTx/>
                <a:latin typeface="Arial" charset="0"/>
                <a:ea typeface="+mn-ea"/>
                <a:cs typeface="+mn-cs"/>
              </a:rPr>
              <a:t>Processes that are identical in the different scenarios can only be excluded </a:t>
            </a:r>
            <a:br>
              <a:rPr kumimoji="0" lang="en-US" sz="2800" b="0" i="0" u="none" strike="noStrike" kern="1200" cap="none" spc="0" normalizeH="0" baseline="0" noProof="0" dirty="0">
                <a:ln>
                  <a:noFill/>
                </a:ln>
                <a:solidFill>
                  <a:srgbClr val="00274C"/>
                </a:solidFill>
                <a:effectLst/>
                <a:uLnTx/>
                <a:uFillTx/>
                <a:latin typeface="Arial" charset="0"/>
                <a:ea typeface="+mn-ea"/>
                <a:cs typeface="+mn-cs"/>
              </a:rPr>
            </a:br>
            <a:r>
              <a:rPr kumimoji="0" lang="en-US" sz="2800" b="0" i="0" u="none" strike="noStrike" kern="1200" cap="none" spc="0" normalizeH="0" baseline="0" noProof="0" dirty="0">
                <a:ln>
                  <a:noFill/>
                </a:ln>
                <a:solidFill>
                  <a:srgbClr val="00274C"/>
                </a:solidFill>
                <a:effectLst/>
                <a:uLnTx/>
                <a:uFillTx/>
                <a:latin typeface="Arial" charset="0"/>
                <a:ea typeface="+mn-ea"/>
                <a:cs typeface="+mn-cs"/>
              </a:rPr>
              <a:t>if the intermediary flows affected by these processes are strictly equal </a:t>
            </a:r>
            <a:r>
              <a:rPr kumimoji="0" lang="en-US" sz="2800" b="0" i="1" u="none" strike="noStrike" kern="1200" cap="none" spc="0" normalizeH="0" baseline="0" noProof="0" dirty="0">
                <a:ln>
                  <a:noFill/>
                </a:ln>
                <a:solidFill>
                  <a:srgbClr val="00274C"/>
                </a:solidFill>
                <a:effectLst/>
                <a:uLnTx/>
                <a:uFillTx/>
                <a:latin typeface="Arial" charset="0"/>
                <a:ea typeface="+mn-ea"/>
                <a:cs typeface="+mn-cs"/>
              </a:rPr>
              <a:t>(i.e. the same quantity of each process is required per functional unit for the different scenarios)</a:t>
            </a:r>
            <a:r>
              <a:rPr kumimoji="0" lang="en-US" sz="2800" b="0" i="0" u="none" strike="noStrike" kern="1200" cap="none" spc="0" normalizeH="0" baseline="0" noProof="0" dirty="0">
                <a:ln>
                  <a:noFill/>
                </a:ln>
                <a:solidFill>
                  <a:srgbClr val="00274C"/>
                </a:solidFill>
                <a:effectLst/>
                <a:uLnTx/>
                <a:uFillTx/>
                <a:latin typeface="Arial" charset="0"/>
                <a:ea typeface="+mn-ea"/>
                <a:cs typeface="+mn-cs"/>
              </a:rPr>
              <a:t>.</a:t>
            </a:r>
          </a:p>
        </p:txBody>
      </p:sp>
    </p:spTree>
    <p:extLst>
      <p:ext uri="{BB962C8B-B14F-4D97-AF65-F5344CB8AC3E}">
        <p14:creationId xmlns:p14="http://schemas.microsoft.com/office/powerpoint/2010/main" val="2815690507"/>
      </p:ext>
    </p:extLst>
  </p:cSld>
  <p:clrMapOvr>
    <a:masterClrMapping/>
  </p:clrMapOvr>
</p:sld>
</file>

<file path=ppt/theme/theme1.xml><?xml version="1.0" encoding="utf-8"?>
<a:theme xmlns:a="http://schemas.openxmlformats.org/drawingml/2006/main" name="Title slide option 2">
  <a:themeElements>
    <a:clrScheme name="SPH brand colors">
      <a:dk1>
        <a:srgbClr val="00274C"/>
      </a:dk1>
      <a:lt1>
        <a:sysClr val="window" lastClr="FFFFFF"/>
      </a:lt1>
      <a:dk2>
        <a:srgbClr val="00274C"/>
      </a:dk2>
      <a:lt2>
        <a:srgbClr val="E4E1DF"/>
      </a:lt2>
      <a:accent1>
        <a:srgbClr val="FFCB05"/>
      </a:accent1>
      <a:accent2>
        <a:srgbClr val="9A3324"/>
      </a:accent2>
      <a:accent3>
        <a:srgbClr val="ADA400"/>
      </a:accent3>
      <a:accent4>
        <a:srgbClr val="407EC9"/>
      </a:accent4>
      <a:accent5>
        <a:srgbClr val="D86018"/>
      </a:accent5>
      <a:accent6>
        <a:srgbClr val="00B2A9"/>
      </a:accent6>
      <a:hlink>
        <a:srgbClr val="702082"/>
      </a:hlink>
      <a:folHlink>
        <a:srgbClr val="587ABC"/>
      </a:folHlink>
    </a:clrScheme>
    <a:fontScheme name="Office Classic 2">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Content slide (shown in video)">
  <a:themeElements>
    <a:clrScheme name="SPH brand colors">
      <a:dk1>
        <a:srgbClr val="000000"/>
      </a:dk1>
      <a:lt1>
        <a:sysClr val="window" lastClr="FFFFFF"/>
      </a:lt1>
      <a:dk2>
        <a:srgbClr val="00274C"/>
      </a:dk2>
      <a:lt2>
        <a:srgbClr val="E4E1DF"/>
      </a:lt2>
      <a:accent1>
        <a:srgbClr val="FFCB05"/>
      </a:accent1>
      <a:accent2>
        <a:srgbClr val="9A3324"/>
      </a:accent2>
      <a:accent3>
        <a:srgbClr val="ADA400"/>
      </a:accent3>
      <a:accent4>
        <a:srgbClr val="407EC9"/>
      </a:accent4>
      <a:accent5>
        <a:srgbClr val="D86018"/>
      </a:accent5>
      <a:accent6>
        <a:srgbClr val="00B2A9"/>
      </a:accent6>
      <a:hlink>
        <a:srgbClr val="702082"/>
      </a:hlink>
      <a:folHlink>
        <a:srgbClr val="587ABC"/>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2_Content slide (shown in video)">
  <a:themeElements>
    <a:clrScheme name="SPH brand colors">
      <a:dk1>
        <a:srgbClr val="000000"/>
      </a:dk1>
      <a:lt1>
        <a:sysClr val="window" lastClr="FFFFFF"/>
      </a:lt1>
      <a:dk2>
        <a:srgbClr val="00274C"/>
      </a:dk2>
      <a:lt2>
        <a:srgbClr val="E4E1DF"/>
      </a:lt2>
      <a:accent1>
        <a:srgbClr val="FFCB05"/>
      </a:accent1>
      <a:accent2>
        <a:srgbClr val="9A3324"/>
      </a:accent2>
      <a:accent3>
        <a:srgbClr val="ADA400"/>
      </a:accent3>
      <a:accent4>
        <a:srgbClr val="407EC9"/>
      </a:accent4>
      <a:accent5>
        <a:srgbClr val="D86018"/>
      </a:accent5>
      <a:accent6>
        <a:srgbClr val="00B2A9"/>
      </a:accent6>
      <a:hlink>
        <a:srgbClr val="702082"/>
      </a:hlink>
      <a:folHlink>
        <a:srgbClr val="587ABC"/>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4.xml><?xml version="1.0" encoding="utf-8"?>
<a:theme xmlns:a="http://schemas.openxmlformats.org/drawingml/2006/main" name="3_Content slide (shown in video)">
  <a:themeElements>
    <a:clrScheme name="SPH brand colors">
      <a:dk1>
        <a:srgbClr val="000000"/>
      </a:dk1>
      <a:lt1>
        <a:sysClr val="window" lastClr="FFFFFF"/>
      </a:lt1>
      <a:dk2>
        <a:srgbClr val="00274C"/>
      </a:dk2>
      <a:lt2>
        <a:srgbClr val="E4E1DF"/>
      </a:lt2>
      <a:accent1>
        <a:srgbClr val="FFCB05"/>
      </a:accent1>
      <a:accent2>
        <a:srgbClr val="9A3324"/>
      </a:accent2>
      <a:accent3>
        <a:srgbClr val="ADA400"/>
      </a:accent3>
      <a:accent4>
        <a:srgbClr val="407EC9"/>
      </a:accent4>
      <a:accent5>
        <a:srgbClr val="D86018"/>
      </a:accent5>
      <a:accent6>
        <a:srgbClr val="00B2A9"/>
      </a:accent6>
      <a:hlink>
        <a:srgbClr val="702082"/>
      </a:hlink>
      <a:folHlink>
        <a:srgbClr val="587ABC"/>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5.xml><?xml version="1.0" encoding="utf-8"?>
<a:theme xmlns:a="http://schemas.openxmlformats.org/drawingml/2006/main" name="Notes (not to be shown in video)">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7.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AI_PPT_Template_2.potx</Template>
  <TotalTime>17118</TotalTime>
  <Words>5991</Words>
  <Application>Microsoft Office PowerPoint</Application>
  <PresentationFormat>Custom</PresentationFormat>
  <Paragraphs>1068</Paragraphs>
  <Slides>74</Slides>
  <Notes>60</Notes>
  <HiddenSlides>0</HiddenSlides>
  <MMClips>0</MMClips>
  <ScaleCrop>false</ScaleCrop>
  <HeadingPairs>
    <vt:vector size="6" baseType="variant">
      <vt:variant>
        <vt:lpstr>Fonts Used</vt:lpstr>
      </vt:variant>
      <vt:variant>
        <vt:i4>10</vt:i4>
      </vt:variant>
      <vt:variant>
        <vt:lpstr>Theme</vt:lpstr>
      </vt:variant>
      <vt:variant>
        <vt:i4>5</vt:i4>
      </vt:variant>
      <vt:variant>
        <vt:lpstr>Slide Titles</vt:lpstr>
      </vt:variant>
      <vt:variant>
        <vt:i4>74</vt:i4>
      </vt:variant>
    </vt:vector>
  </HeadingPairs>
  <TitlesOfParts>
    <vt:vector size="89" baseType="lpstr">
      <vt:lpstr>Arial</vt:lpstr>
      <vt:lpstr>Arial Black</vt:lpstr>
      <vt:lpstr>Arial Bold</vt:lpstr>
      <vt:lpstr>Calibri</vt:lpstr>
      <vt:lpstr>Courier New</vt:lpstr>
      <vt:lpstr>Helvetica</vt:lpstr>
      <vt:lpstr>Symbol</vt:lpstr>
      <vt:lpstr>Times LT Std</vt:lpstr>
      <vt:lpstr>Times New Roman</vt:lpstr>
      <vt:lpstr>Wingdings</vt:lpstr>
      <vt:lpstr>Title slide option 2</vt:lpstr>
      <vt:lpstr>Content slide (shown in video)</vt:lpstr>
      <vt:lpstr>2_Content slide (shown in video)</vt:lpstr>
      <vt:lpstr>3_Content slide (shown in video)</vt:lpstr>
      <vt:lpstr>Notes (not to be shown in video)</vt:lpstr>
      <vt:lpstr>PowerPoint Presentation</vt:lpstr>
      <vt:lpstr>Healthy and Sustainable Foods and Products</vt:lpstr>
      <vt:lpstr>PowerPoint Presentation</vt:lpstr>
      <vt:lpstr>Goal and Scope Definition</vt:lpstr>
      <vt:lpstr>Learning Objectives</vt:lpstr>
      <vt:lpstr>Goal: Type of Application, Intended Audience, and Stakeholders </vt:lpstr>
      <vt:lpstr>Goal definition</vt:lpstr>
      <vt:lpstr>LCA actors</vt:lpstr>
      <vt:lpstr>PowerPoint Presentation</vt:lpstr>
      <vt:lpstr>Peer review and peer reviewers</vt:lpstr>
      <vt:lpstr>Scope definition</vt:lpstr>
      <vt:lpstr>Scope: Screening approach</vt:lpstr>
      <vt:lpstr>Summary</vt:lpstr>
      <vt:lpstr>Goal definition</vt:lpstr>
      <vt:lpstr>Healthy and Sustainable Foods and Products</vt:lpstr>
      <vt:lpstr>PowerPoint Presentation</vt:lpstr>
      <vt:lpstr>Learning Objectives</vt:lpstr>
      <vt:lpstr>System function and functional unit</vt:lpstr>
      <vt:lpstr>PowerPoint Presentation</vt:lpstr>
      <vt:lpstr>PowerPoint Presentation</vt:lpstr>
      <vt:lpstr>Light efficiency according to different sorts of bulbs</vt:lpstr>
      <vt:lpstr>Technological improvement needs time!</vt:lpstr>
      <vt:lpstr>Reference flows</vt:lpstr>
      <vt:lpstr>PowerPoint Presentation</vt:lpstr>
      <vt:lpstr>Life Cycle Costing: LCC NOT LCA</vt:lpstr>
      <vt:lpstr>Functional unit</vt:lpstr>
      <vt:lpstr>Reference flows and environmental key parameters</vt:lpstr>
      <vt:lpstr>Life Cycle Costing: LCC NOT LCA</vt:lpstr>
      <vt:lpstr>Healthy and Sustainable Foods and Products</vt:lpstr>
      <vt:lpstr>PowerPoint Presentation</vt:lpstr>
      <vt:lpstr>Learning Objectives</vt:lpstr>
      <vt:lpstr>Product system definition: Function-based</vt:lpstr>
      <vt:lpstr>Unit process: Illustration</vt:lpstr>
      <vt:lpstr>Unit process: Shoe Example</vt:lpstr>
      <vt:lpstr>Unit process</vt:lpstr>
      <vt:lpstr>Unit process</vt:lpstr>
      <vt:lpstr>Main life cycle stages and group of processes in a product system</vt:lpstr>
      <vt:lpstr>PowerPoint Presentation</vt:lpstr>
      <vt:lpstr>Process tree design</vt:lpstr>
      <vt:lpstr>Tier 0</vt:lpstr>
      <vt:lpstr>Design of process tree: Tier 1</vt:lpstr>
      <vt:lpstr>Elementary and intermediary flows of Tier 1 Aluminum oxide Unit Process </vt:lpstr>
      <vt:lpstr>Design of process tree: Tier 2</vt:lpstr>
      <vt:lpstr>Elementary and intermediary flows of Tier 2 aluminum hydroxide Unit Process</vt:lpstr>
      <vt:lpstr>Design of process tree: Tier 3</vt:lpstr>
      <vt:lpstr>Design of process tree: Fill in each box with the process amount per FU</vt:lpstr>
      <vt:lpstr>Design of process tree: Fill in each box with the process amount per FU</vt:lpstr>
      <vt:lpstr>Summary</vt:lpstr>
      <vt:lpstr>PowerPoint Presentation</vt:lpstr>
      <vt:lpstr>Learning Objectives</vt:lpstr>
      <vt:lpstr>Process tree design</vt:lpstr>
      <vt:lpstr>Elementary and intermediary flows of Tier 1 Aluminum oxide Unit Process </vt:lpstr>
      <vt:lpstr>Process Tree: illuminating with incandescent bulbs</vt:lpstr>
      <vt:lpstr>Elementary and intermediary flows of an incandescent bulb</vt:lpstr>
      <vt:lpstr>Process Tree: illuminating with incandescent bulbs</vt:lpstr>
      <vt:lpstr>Process Tree: illuminating with incandescent bulbs</vt:lpstr>
      <vt:lpstr>Process tree – illuminating with incandescent bulbs</vt:lpstr>
      <vt:lpstr>Process tree – illuminating with incandescent bulbs</vt:lpstr>
      <vt:lpstr>Summary</vt:lpstr>
      <vt:lpstr>Healthy and Sustainable Foods and Products</vt:lpstr>
      <vt:lpstr>PowerPoint Presentation</vt:lpstr>
      <vt:lpstr>Learning Objectives</vt:lpstr>
      <vt:lpstr>Fastfood (counter-) example</vt:lpstr>
      <vt:lpstr>Potential biases or flaws</vt:lpstr>
      <vt:lpstr>Comparison of Food Preparation Steps</vt:lpstr>
      <vt:lpstr>System boundaries for fast food</vt:lpstr>
      <vt:lpstr>System boundaries for fast food restaurants: Take away vs. reusable dishes</vt:lpstr>
      <vt:lpstr>PowerPoint Presentation</vt:lpstr>
      <vt:lpstr>System boundaries: rules for good practice</vt:lpstr>
      <vt:lpstr>Energy needs: toothpaste</vt:lpstr>
      <vt:lpstr>Energy needs: toothpaste</vt:lpstr>
      <vt:lpstr>Herbicides A and B: treatment of 1 ha</vt:lpstr>
      <vt:lpstr>Herbicides A and B: treatment of 1 ha</vt:lpstr>
      <vt:lpstr>Summary</vt:lpstr>
    </vt:vector>
  </TitlesOfParts>
  <Manager/>
  <Company>University of Michigan</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subject/>
  <dc:creator>Scott Mahler</dc:creator>
  <cp:keywords/>
  <dc:description/>
  <cp:lastModifiedBy>Olivier Jolliet</cp:lastModifiedBy>
  <cp:revision>706</cp:revision>
  <cp:lastPrinted>2020-08-20T17:37:33Z</cp:lastPrinted>
  <dcterms:created xsi:type="dcterms:W3CDTF">2017-01-17T22:07:36Z</dcterms:created>
  <dcterms:modified xsi:type="dcterms:W3CDTF">2021-09-30T06:28:00Z</dcterms:modified>
  <cp:category/>
</cp:coreProperties>
</file>