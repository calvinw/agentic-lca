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 id="2147483654" r:id="rId5"/>
    <p:sldMasterId id="2147483655" r:id="rId6"/>
    <p:sldMasterId id="2147483656" r:id="rId7"/>
    <p:sldMasterId id="2147483657"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Lst>
  <p:sldSz cy="9144000" cx="162575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16">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16"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1.xml"/><Relationship Id="rId11" Type="http://schemas.openxmlformats.org/officeDocument/2006/relationships/slide" Target="slides/slide2.xml"/><Relationship Id="rId10" Type="http://schemas.openxmlformats.org/officeDocument/2006/relationships/slide" Target="slides/slide1.xml"/><Relationship Id="rId21" Type="http://schemas.openxmlformats.org/officeDocument/2006/relationships/slide" Target="slides/slide12.xml"/><Relationship Id="rId13" Type="http://schemas.openxmlformats.org/officeDocument/2006/relationships/slide" Target="slides/slide4.xml"/><Relationship Id="rId12" Type="http://schemas.openxmlformats.org/officeDocument/2006/relationships/slide" Target="slides/slide3.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5" Type="http://schemas.openxmlformats.org/officeDocument/2006/relationships/slideMaster" Target="slideMasters/slideMaster2.xml"/><Relationship Id="rId19" Type="http://schemas.openxmlformats.org/officeDocument/2006/relationships/slide" Target="slides/slide10.xml"/><Relationship Id="rId6" Type="http://schemas.openxmlformats.org/officeDocument/2006/relationships/slideMaster" Target="slideMasters/slideMaster3.xml"/><Relationship Id="rId18" Type="http://schemas.openxmlformats.org/officeDocument/2006/relationships/slide" Target="slides/slide9.xml"/><Relationship Id="rId7" Type="http://schemas.openxmlformats.org/officeDocument/2006/relationships/slideMaster" Target="slideMasters/slideMaster4.xml"/><Relationship Id="rId8" Type="http://schemas.openxmlformats.org/officeDocument/2006/relationships/slideMaster" Target="slideMasters/slideMaster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u="sng"/>
              <a:t>Faculty Note:</a:t>
            </a:r>
            <a:endParaRPr/>
          </a:p>
          <a:p>
            <a:pPr indent="0" lvl="0" marL="0" rtl="0" algn="l">
              <a:lnSpc>
                <a:spcPct val="100000"/>
              </a:lnSpc>
              <a:spcBef>
                <a:spcPts val="0"/>
              </a:spcBef>
              <a:spcAft>
                <a:spcPts val="0"/>
              </a:spcAft>
              <a:buSzPts val="1400"/>
              <a:buNone/>
            </a:pPr>
            <a:r>
              <a:t/>
            </a:r>
            <a:endParaRPr b="0" u="none"/>
          </a:p>
          <a:p>
            <a:pPr indent="0" lvl="0" marL="0" rtl="0" algn="l">
              <a:lnSpc>
                <a:spcPct val="100000"/>
              </a:lnSpc>
              <a:spcBef>
                <a:spcPts val="0"/>
              </a:spcBef>
              <a:spcAft>
                <a:spcPts val="0"/>
              </a:spcAft>
              <a:buSzPts val="1400"/>
              <a:buNone/>
            </a:pPr>
            <a:r>
              <a:rPr b="0" lang="en-US" u="none"/>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8" name="Shape 1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878783" y="272169"/>
            <a:ext cx="14631828" cy="87038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 type="body"/>
          </p:nvPr>
        </p:nvSpPr>
        <p:spPr>
          <a:xfrm>
            <a:off x="878783" y="1405719"/>
            <a:ext cx="14631828" cy="637030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40"/>
              </a:spcBef>
              <a:spcAft>
                <a:spcPts val="0"/>
              </a:spcAft>
              <a:buSzPts val="3200"/>
              <a:buNone/>
              <a:defRPr/>
            </a:lvl1pPr>
            <a:lvl2pPr indent="-228600" lvl="1" marL="914400" algn="l">
              <a:lnSpc>
                <a:spcPct val="100000"/>
              </a:lnSpc>
              <a:spcBef>
                <a:spcPts val="560"/>
              </a:spcBef>
              <a:spcAft>
                <a:spcPts val="0"/>
              </a:spcAft>
              <a:buSzPts val="2800"/>
              <a:buNone/>
              <a:defRPr/>
            </a:lvl2pPr>
            <a:lvl3pPr indent="-228600" lvl="2" marL="1371600" algn="l">
              <a:lnSpc>
                <a:spcPct val="100000"/>
              </a:lnSpc>
              <a:spcBef>
                <a:spcPts val="480"/>
              </a:spcBef>
              <a:spcAft>
                <a:spcPts val="0"/>
              </a:spcAft>
              <a:buSzPts val="2400"/>
              <a:buNone/>
              <a:defRPr/>
            </a:lvl3pPr>
            <a:lvl4pPr indent="-228600" lvl="3" marL="1828800" algn="l">
              <a:lnSpc>
                <a:spcPct val="100000"/>
              </a:lnSpc>
              <a:spcBef>
                <a:spcPts val="400"/>
              </a:spcBef>
              <a:spcAft>
                <a:spcPts val="0"/>
              </a:spcAft>
              <a:buSzPts val="2000"/>
              <a:buNone/>
              <a:defRPr/>
            </a:lvl4pPr>
            <a:lvl5pPr indent="-228600" lvl="4" marL="2286000" algn="l">
              <a:lnSpc>
                <a:spcPct val="100000"/>
              </a:lnSpc>
              <a:spcBef>
                <a:spcPts val="400"/>
              </a:spcBef>
              <a:spcAft>
                <a:spcPts val="0"/>
              </a:spcAft>
              <a:buSzPts val="2000"/>
              <a:buNone/>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29" name="Google Shape;29;p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0" name="Google Shape;30;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shown in video)">
  <p:cSld name="Content slide (shown in video)">
    <p:spTree>
      <p:nvGrpSpPr>
        <p:cNvPr id="35" name="Shape 35"/>
        <p:cNvGrpSpPr/>
        <p:nvPr/>
      </p:nvGrpSpPr>
      <p:grpSpPr>
        <a:xfrm>
          <a:off x="0" y="0"/>
          <a:ext cx="0" cy="0"/>
          <a:chOff x="0" y="0"/>
          <a:chExt cx="0" cy="0"/>
        </a:xfrm>
      </p:grpSpPr>
      <p:sp>
        <p:nvSpPr>
          <p:cNvPr id="36" name="Google Shape;36;p6"/>
          <p:cNvSpPr txBox="1"/>
          <p:nvPr>
            <p:ph idx="1" type="body"/>
          </p:nvPr>
        </p:nvSpPr>
        <p:spPr>
          <a:xfrm>
            <a:off x="878783" y="386862"/>
            <a:ext cx="14631900" cy="73893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60"/>
              </a:spcBef>
              <a:spcAft>
                <a:spcPts val="0"/>
              </a:spcAft>
              <a:buClr>
                <a:srgbClr val="00274C"/>
              </a:buClr>
              <a:buSzPts val="1800"/>
              <a:buNone/>
              <a:defRPr/>
            </a:lvl1pPr>
            <a:lvl2pPr indent="-228600" lvl="1" marL="914400" algn="l">
              <a:lnSpc>
                <a:spcPct val="100000"/>
              </a:lnSpc>
              <a:spcBef>
                <a:spcPts val="360"/>
              </a:spcBef>
              <a:spcAft>
                <a:spcPts val="0"/>
              </a:spcAft>
              <a:buClr>
                <a:schemeClr val="dk1"/>
              </a:buClr>
              <a:buSzPts val="1800"/>
              <a:buNone/>
              <a:defRPr/>
            </a:lvl2pPr>
            <a:lvl3pPr indent="-228600" lvl="2" marL="1371600" algn="l">
              <a:lnSpc>
                <a:spcPct val="100000"/>
              </a:lnSpc>
              <a:spcBef>
                <a:spcPts val="360"/>
              </a:spcBef>
              <a:spcAft>
                <a:spcPts val="0"/>
              </a:spcAft>
              <a:buClr>
                <a:schemeClr val="dk1"/>
              </a:buClr>
              <a:buSzPts val="1800"/>
              <a:buNone/>
              <a:defRPr/>
            </a:lvl3pPr>
            <a:lvl4pPr indent="-228600" lvl="3" marL="1828800" algn="l">
              <a:lnSpc>
                <a:spcPct val="100000"/>
              </a:lnSpc>
              <a:spcBef>
                <a:spcPts val="360"/>
              </a:spcBef>
              <a:spcAft>
                <a:spcPts val="0"/>
              </a:spcAft>
              <a:buClr>
                <a:schemeClr val="dk1"/>
              </a:buClr>
              <a:buSzPts val="1800"/>
              <a:buNone/>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shown in video)">
  <p:cSld name="Content slide (shown in video)">
    <p:spTree>
      <p:nvGrpSpPr>
        <p:cNvPr id="42" name="Shape 42"/>
        <p:cNvGrpSpPr/>
        <p:nvPr/>
      </p:nvGrpSpPr>
      <p:grpSpPr>
        <a:xfrm>
          <a:off x="0" y="0"/>
          <a:ext cx="0" cy="0"/>
          <a:chOff x="0" y="0"/>
          <a:chExt cx="0" cy="0"/>
        </a:xfrm>
      </p:grpSpPr>
      <p:sp>
        <p:nvSpPr>
          <p:cNvPr id="43" name="Google Shape;43;p8"/>
          <p:cNvSpPr txBox="1"/>
          <p:nvPr>
            <p:ph type="title"/>
          </p:nvPr>
        </p:nvSpPr>
        <p:spPr>
          <a:xfrm>
            <a:off x="878783" y="272169"/>
            <a:ext cx="9489900" cy="8703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274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8"/>
          <p:cNvSpPr txBox="1"/>
          <p:nvPr>
            <p:ph idx="1" type="body"/>
          </p:nvPr>
        </p:nvSpPr>
        <p:spPr>
          <a:xfrm>
            <a:off x="879475" y="1405719"/>
            <a:ext cx="14630400" cy="6373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60"/>
              </a:spcBef>
              <a:spcAft>
                <a:spcPts val="0"/>
              </a:spcAft>
              <a:buClr>
                <a:srgbClr val="00274C"/>
              </a:buClr>
              <a:buSzPts val="1800"/>
              <a:buNone/>
              <a:defRPr/>
            </a:lvl1pPr>
            <a:lvl2pPr indent="-228600" lvl="1" marL="914400" algn="l">
              <a:lnSpc>
                <a:spcPct val="100000"/>
              </a:lnSpc>
              <a:spcBef>
                <a:spcPts val="360"/>
              </a:spcBef>
              <a:spcAft>
                <a:spcPts val="0"/>
              </a:spcAft>
              <a:buClr>
                <a:schemeClr val="dk1"/>
              </a:buClr>
              <a:buSzPts val="1800"/>
              <a:buNone/>
              <a:defRPr/>
            </a:lvl2pPr>
            <a:lvl3pPr indent="-228600" lvl="2" marL="1371600" algn="l">
              <a:lnSpc>
                <a:spcPct val="100000"/>
              </a:lnSpc>
              <a:spcBef>
                <a:spcPts val="360"/>
              </a:spcBef>
              <a:spcAft>
                <a:spcPts val="0"/>
              </a:spcAft>
              <a:buClr>
                <a:schemeClr val="dk1"/>
              </a:buClr>
              <a:buSzPts val="1800"/>
              <a:buNone/>
              <a:defRPr/>
            </a:lvl3pPr>
            <a:lvl4pPr indent="-228600" lvl="3" marL="1828800" algn="l">
              <a:lnSpc>
                <a:spcPct val="100000"/>
              </a:lnSpc>
              <a:spcBef>
                <a:spcPts val="360"/>
              </a:spcBef>
              <a:spcAft>
                <a:spcPts val="0"/>
              </a:spcAft>
              <a:buClr>
                <a:schemeClr val="dk1"/>
              </a:buClr>
              <a:buSzPts val="1800"/>
              <a:buNone/>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er notes (not to be shown in video)">
  <p:cSld name="Presenter notes (not to be shown in video)">
    <p:spTree>
      <p:nvGrpSpPr>
        <p:cNvPr id="47" name="Shape 47"/>
        <p:cNvGrpSpPr/>
        <p:nvPr/>
      </p:nvGrpSpPr>
      <p:grpSpPr>
        <a:xfrm>
          <a:off x="0" y="0"/>
          <a:ext cx="0" cy="0"/>
          <a:chOff x="0" y="0"/>
          <a:chExt cx="0" cy="0"/>
        </a:xfrm>
      </p:grpSpPr>
      <p:sp>
        <p:nvSpPr>
          <p:cNvPr id="48" name="Google Shape;48;p10"/>
          <p:cNvSpPr txBox="1"/>
          <p:nvPr>
            <p:ph idx="1" type="body"/>
          </p:nvPr>
        </p:nvSpPr>
        <p:spPr>
          <a:xfrm>
            <a:off x="1581665" y="1301578"/>
            <a:ext cx="13007400" cy="58077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6.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F7F7F"/>
            </a:gs>
            <a:gs pos="2000">
              <a:srgbClr val="7F7F7F"/>
            </a:gs>
            <a:gs pos="27000">
              <a:srgbClr val="ECECEC"/>
            </a:gs>
            <a:gs pos="80000">
              <a:schemeClr val="lt1"/>
            </a:gs>
            <a:gs pos="100000">
              <a:schemeClr val="lt1"/>
            </a:gs>
          </a:gsLst>
          <a:lin ang="16200000" scaled="0"/>
        </a:gra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11628" l="0" r="0" t="16663"/>
          <a:stretch/>
        </p:blipFill>
        <p:spPr>
          <a:xfrm>
            <a:off x="-13957" y="0"/>
            <a:ext cx="16271545" cy="7776028"/>
          </a:xfrm>
          <a:prstGeom prst="rect">
            <a:avLst/>
          </a:prstGeom>
          <a:noFill/>
          <a:ln>
            <a:noFill/>
          </a:ln>
        </p:spPr>
      </p:pic>
      <p:sp>
        <p:nvSpPr>
          <p:cNvPr id="11" name="Google Shape;11;p1"/>
          <p:cNvSpPr/>
          <p:nvPr/>
        </p:nvSpPr>
        <p:spPr>
          <a:xfrm>
            <a:off x="0" y="7674428"/>
            <a:ext cx="16257588" cy="1469571"/>
          </a:xfrm>
          <a:prstGeom prst="rect">
            <a:avLst/>
          </a:prstGeom>
          <a:solidFill>
            <a:srgbClr val="00274C"/>
          </a:solidFill>
          <a:ln cap="flat" cmpd="sng" w="9525">
            <a:solidFill>
              <a:srgbClr val="FFC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pic>
        <p:nvPicPr>
          <p:cNvPr descr="M_SchoolPublicHealth_logo_white.png" id="12" name="Google Shape;12;p1"/>
          <p:cNvPicPr preferRelativeResize="0"/>
          <p:nvPr/>
        </p:nvPicPr>
        <p:blipFill rotWithShape="1">
          <a:blip r:embed="rId2">
            <a:alphaModFix/>
          </a:blip>
          <a:srcRect b="0" l="0" r="0" t="0"/>
          <a:stretch/>
        </p:blipFill>
        <p:spPr>
          <a:xfrm>
            <a:off x="10759986" y="8007770"/>
            <a:ext cx="5372640" cy="767520"/>
          </a:xfrm>
          <a:prstGeom prst="rect">
            <a:avLst/>
          </a:prstGeom>
          <a:noFill/>
          <a:ln>
            <a:noFill/>
          </a:ln>
        </p:spPr>
      </p:pic>
      <p:sp>
        <p:nvSpPr>
          <p:cNvPr id="13" name="Google Shape;13;p1"/>
          <p:cNvSpPr/>
          <p:nvPr/>
        </p:nvSpPr>
        <p:spPr>
          <a:xfrm>
            <a:off x="0" y="7623628"/>
            <a:ext cx="16257588" cy="152400"/>
          </a:xfrm>
          <a:prstGeom prst="rect">
            <a:avLst/>
          </a:prstGeom>
          <a:solidFill>
            <a:srgbClr val="FFCB0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sp>
        <p:nvSpPr>
          <p:cNvPr id="14" name="Google Shape;14;p1"/>
          <p:cNvSpPr/>
          <p:nvPr/>
        </p:nvSpPr>
        <p:spPr>
          <a:xfrm>
            <a:off x="0" y="4767944"/>
            <a:ext cx="16257588" cy="2846366"/>
          </a:xfrm>
          <a:prstGeom prst="rect">
            <a:avLst/>
          </a:prstGeom>
          <a:gradFill>
            <a:gsLst>
              <a:gs pos="0">
                <a:srgbClr val="F2F2F2"/>
              </a:gs>
              <a:gs pos="66000">
                <a:srgbClr val="EEEEEE"/>
              </a:gs>
              <a:gs pos="100000">
                <a:srgbClr val="3A5891">
                  <a:alpha val="54509"/>
                </a:srgbClr>
              </a:gs>
            </a:gsLst>
            <a:lin ang="12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pic>
        <p:nvPicPr>
          <p:cNvPr id="15" name="Google Shape;15;p1"/>
          <p:cNvPicPr preferRelativeResize="0"/>
          <p:nvPr/>
        </p:nvPicPr>
        <p:blipFill rotWithShape="1">
          <a:blip r:embed="rId3">
            <a:alphaModFix amt="20000"/>
          </a:blip>
          <a:srcRect b="0" l="0" r="0" t="0"/>
          <a:stretch/>
        </p:blipFill>
        <p:spPr>
          <a:xfrm>
            <a:off x="-13957" y="4757918"/>
            <a:ext cx="12192001" cy="2891110"/>
          </a:xfrm>
          <a:prstGeom prst="rect">
            <a:avLst/>
          </a:prstGeom>
          <a:noFill/>
          <a:ln>
            <a:noFill/>
          </a:ln>
        </p:spPr>
      </p:pic>
      <p:cxnSp>
        <p:nvCxnSpPr>
          <p:cNvPr id="16" name="Google Shape;16;p1"/>
          <p:cNvCxnSpPr/>
          <p:nvPr/>
        </p:nvCxnSpPr>
        <p:spPr>
          <a:xfrm>
            <a:off x="0" y="6607960"/>
            <a:ext cx="10140043" cy="0"/>
          </a:xfrm>
          <a:prstGeom prst="straightConnector1">
            <a:avLst/>
          </a:prstGeom>
          <a:noFill/>
          <a:ln cap="flat" cmpd="sng" w="38100">
            <a:solidFill>
              <a:srgbClr val="00274C"/>
            </a:solidFill>
            <a:prstDash val="solid"/>
            <a:round/>
            <a:headEnd len="sm" w="sm" type="none"/>
            <a:tailEnd len="sm" w="sm" type="none"/>
          </a:ln>
        </p:spPr>
      </p:cxnSp>
      <p:sp>
        <p:nvSpPr>
          <p:cNvPr id="17" name="Google Shape;17;p1"/>
          <p:cNvSpPr/>
          <p:nvPr/>
        </p:nvSpPr>
        <p:spPr>
          <a:xfrm>
            <a:off x="0" y="4550950"/>
            <a:ext cx="16257588" cy="224918"/>
          </a:xfrm>
          <a:prstGeom prst="rect">
            <a:avLst/>
          </a:prstGeom>
          <a:gradFill>
            <a:gsLst>
              <a:gs pos="0">
                <a:srgbClr val="587ABC"/>
              </a:gs>
              <a:gs pos="63000">
                <a:schemeClr val="lt1"/>
              </a:gs>
              <a:gs pos="100000">
                <a:schemeClr val="lt1"/>
              </a:gs>
            </a:gsLst>
            <a:lin ang="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3"/>
          <p:cNvSpPr txBox="1"/>
          <p:nvPr>
            <p:ph idx="1" type="body"/>
          </p:nvPr>
        </p:nvSpPr>
        <p:spPr>
          <a:xfrm>
            <a:off x="878783" y="1405719"/>
            <a:ext cx="14631828" cy="637030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640"/>
              </a:spcBef>
              <a:spcAft>
                <a:spcPts val="0"/>
              </a:spcAft>
              <a:buClr>
                <a:srgbClr val="00274C"/>
              </a:buClr>
              <a:buSzPts val="3200"/>
              <a:buFont typeface="Arial"/>
              <a:buNone/>
              <a:defRPr b="0" i="0" sz="3200" u="none" cap="none" strike="noStrike">
                <a:solidFill>
                  <a:srgbClr val="00274C"/>
                </a:solidFill>
                <a:latin typeface="Arial"/>
                <a:ea typeface="Arial"/>
                <a:cs typeface="Arial"/>
                <a:sym typeface="Arial"/>
              </a:defRPr>
            </a:lvl1pPr>
            <a:lvl2pPr indent="-228600" lvl="1" marL="9144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indent="-228600" lvl="2" marL="13716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indent="-228600" lvl="4" marL="2286000"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1" name="Google Shape;21;p3"/>
          <p:cNvSpPr txBox="1"/>
          <p:nvPr>
            <p:ph type="title"/>
          </p:nvPr>
        </p:nvSpPr>
        <p:spPr>
          <a:xfrm>
            <a:off x="878783" y="272169"/>
            <a:ext cx="14631828" cy="87038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274C"/>
              </a:buClr>
              <a:buSzPts val="4400"/>
              <a:buFont typeface="Arial"/>
              <a:buNone/>
              <a:defRPr b="0" i="0" sz="4400" u="none" cap="none" strike="noStrike">
                <a:solidFill>
                  <a:srgbClr val="00274C"/>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 name="Google Shape;22;p3"/>
          <p:cNvSpPr/>
          <p:nvPr/>
        </p:nvSpPr>
        <p:spPr>
          <a:xfrm>
            <a:off x="0" y="0"/>
            <a:ext cx="16257588" cy="224918"/>
          </a:xfrm>
          <a:prstGeom prst="rect">
            <a:avLst/>
          </a:prstGeom>
          <a:gradFill>
            <a:gsLst>
              <a:gs pos="0">
                <a:srgbClr val="587ABC"/>
              </a:gs>
              <a:gs pos="63000">
                <a:srgbClr val="00274C"/>
              </a:gs>
              <a:gs pos="100000">
                <a:srgbClr val="00274C"/>
              </a:gs>
            </a:gsLst>
            <a:lin ang="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cxnSp>
        <p:nvCxnSpPr>
          <p:cNvPr id="23" name="Google Shape;23;p3"/>
          <p:cNvCxnSpPr/>
          <p:nvPr/>
        </p:nvCxnSpPr>
        <p:spPr>
          <a:xfrm>
            <a:off x="1023582" y="1210794"/>
            <a:ext cx="14343797" cy="0"/>
          </a:xfrm>
          <a:prstGeom prst="straightConnector1">
            <a:avLst/>
          </a:prstGeom>
          <a:noFill/>
          <a:ln cap="flat" cmpd="sng" w="38100">
            <a:solidFill>
              <a:schemeClr val="accent1"/>
            </a:solidFill>
            <a:prstDash val="solid"/>
            <a:round/>
            <a:headEnd len="sm" w="sm" type="none"/>
            <a:tailEnd len="sm" w="sm" type="none"/>
          </a:ln>
        </p:spPr>
      </p:cxnSp>
      <p:sp>
        <p:nvSpPr>
          <p:cNvPr id="24" name="Google Shape;24;p3"/>
          <p:cNvSpPr/>
          <p:nvPr/>
        </p:nvSpPr>
        <p:spPr>
          <a:xfrm>
            <a:off x="0" y="7776027"/>
            <a:ext cx="16257588" cy="1367973"/>
          </a:xfrm>
          <a:prstGeom prst="rect">
            <a:avLst/>
          </a:prstGeom>
          <a:gradFill>
            <a:gsLst>
              <a:gs pos="0">
                <a:srgbClr val="E4E1DF"/>
              </a:gs>
              <a:gs pos="8000">
                <a:srgbClr val="E4E1DF"/>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cxnSp>
        <p:nvCxnSpPr>
          <p:cNvPr id="25" name="Google Shape;25;p3"/>
          <p:cNvCxnSpPr/>
          <p:nvPr/>
        </p:nvCxnSpPr>
        <p:spPr>
          <a:xfrm>
            <a:off x="0" y="7758806"/>
            <a:ext cx="16257588" cy="0"/>
          </a:xfrm>
          <a:prstGeom prst="straightConnector1">
            <a:avLst/>
          </a:prstGeom>
          <a:noFill/>
          <a:ln cap="flat" cmpd="sng" w="9525">
            <a:solidFill>
              <a:srgbClr val="E4E1DF">
                <a:alpha val="29411"/>
              </a:srgbClr>
            </a:solidFill>
            <a:prstDash val="solid"/>
            <a:round/>
            <a:headEnd len="sm" w="sm" type="none"/>
            <a:tailEnd len="sm" w="sm" type="none"/>
          </a:ln>
          <a:effectLst>
            <a:outerShdw blurRad="40000" rotWithShape="0" dir="5400000" dist="20000">
              <a:srgbClr val="000000">
                <a:alpha val="37254"/>
              </a:srgbClr>
            </a:outerShdw>
          </a:effectLst>
        </p:spPr>
      </p:cxn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 name="Shape 31"/>
        <p:cNvGrpSpPr/>
        <p:nvPr/>
      </p:nvGrpSpPr>
      <p:grpSpPr>
        <a:xfrm>
          <a:off x="0" y="0"/>
          <a:ext cx="0" cy="0"/>
          <a:chOff x="0" y="0"/>
          <a:chExt cx="0" cy="0"/>
        </a:xfrm>
      </p:grpSpPr>
      <p:sp>
        <p:nvSpPr>
          <p:cNvPr id="32" name="Google Shape;32;p5"/>
          <p:cNvSpPr/>
          <p:nvPr/>
        </p:nvSpPr>
        <p:spPr>
          <a:xfrm>
            <a:off x="0" y="7776027"/>
            <a:ext cx="16257600" cy="1368000"/>
          </a:xfrm>
          <a:prstGeom prst="rect">
            <a:avLst/>
          </a:prstGeom>
          <a:gradFill>
            <a:gsLst>
              <a:gs pos="0">
                <a:srgbClr val="E4E1DF"/>
              </a:gs>
              <a:gs pos="8000">
                <a:srgbClr val="E4E1DF"/>
              </a:gs>
              <a:gs pos="100000">
                <a:schemeClr val="lt1"/>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cxnSp>
        <p:nvCxnSpPr>
          <p:cNvPr id="33" name="Google Shape;33;p5"/>
          <p:cNvCxnSpPr/>
          <p:nvPr/>
        </p:nvCxnSpPr>
        <p:spPr>
          <a:xfrm>
            <a:off x="0" y="7758806"/>
            <a:ext cx="16257600" cy="0"/>
          </a:xfrm>
          <a:prstGeom prst="straightConnector1">
            <a:avLst/>
          </a:prstGeom>
          <a:noFill/>
          <a:ln cap="flat" cmpd="sng" w="9525">
            <a:solidFill>
              <a:srgbClr val="E4E1DF">
                <a:alpha val="29411"/>
              </a:srgbClr>
            </a:solidFill>
            <a:prstDash val="solid"/>
            <a:round/>
            <a:headEnd len="sm" w="sm" type="none"/>
            <a:tailEnd len="sm" w="sm" type="none"/>
          </a:ln>
          <a:effectLst>
            <a:outerShdw blurRad="40000" rotWithShape="0" dir="5400000" dist="20000">
              <a:srgbClr val="000000">
                <a:alpha val="37647"/>
              </a:srgbClr>
            </a:outerShdw>
          </a:effectLst>
        </p:spPr>
      </p:cxnSp>
      <p:sp>
        <p:nvSpPr>
          <p:cNvPr id="34" name="Google Shape;34;p5"/>
          <p:cNvSpPr txBox="1"/>
          <p:nvPr>
            <p:ph idx="1" type="body"/>
          </p:nvPr>
        </p:nvSpPr>
        <p:spPr>
          <a:xfrm>
            <a:off x="878783" y="386862"/>
            <a:ext cx="14631900" cy="7389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640"/>
              </a:spcBef>
              <a:spcAft>
                <a:spcPts val="0"/>
              </a:spcAft>
              <a:buClr>
                <a:srgbClr val="00274C"/>
              </a:buClr>
              <a:buSzPts val="3200"/>
              <a:buFont typeface="Arial"/>
              <a:buNone/>
              <a:defRPr b="0" i="0" sz="3200" u="none" cap="none" strike="noStrike">
                <a:solidFill>
                  <a:srgbClr val="00274C"/>
                </a:solidFill>
                <a:latin typeface="Arial"/>
                <a:ea typeface="Arial"/>
                <a:cs typeface="Arial"/>
                <a:sym typeface="Arial"/>
              </a:defRPr>
            </a:lvl1pPr>
            <a:lvl2pPr indent="-228600" lvl="1" marL="9144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indent="-228600" lvl="2" marL="13716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indent="-228600" lvl="4" marL="2286000"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 name="Shape 37"/>
        <p:cNvGrpSpPr/>
        <p:nvPr/>
      </p:nvGrpSpPr>
      <p:grpSpPr>
        <a:xfrm>
          <a:off x="0" y="0"/>
          <a:ext cx="0" cy="0"/>
          <a:chOff x="0" y="0"/>
          <a:chExt cx="0" cy="0"/>
        </a:xfrm>
      </p:grpSpPr>
      <p:sp>
        <p:nvSpPr>
          <p:cNvPr id="38" name="Google Shape;38;p7"/>
          <p:cNvSpPr txBox="1"/>
          <p:nvPr>
            <p:ph idx="1" type="body"/>
          </p:nvPr>
        </p:nvSpPr>
        <p:spPr>
          <a:xfrm>
            <a:off x="878783" y="1405719"/>
            <a:ext cx="9489900" cy="6370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640"/>
              </a:spcBef>
              <a:spcAft>
                <a:spcPts val="0"/>
              </a:spcAft>
              <a:buClr>
                <a:srgbClr val="00274C"/>
              </a:buClr>
              <a:buSzPts val="3200"/>
              <a:buFont typeface="Arial"/>
              <a:buNone/>
              <a:defRPr b="0" i="0" sz="3200" u="none" cap="none" strike="noStrike">
                <a:solidFill>
                  <a:srgbClr val="00274C"/>
                </a:solidFill>
                <a:latin typeface="Arial"/>
                <a:ea typeface="Arial"/>
                <a:cs typeface="Arial"/>
                <a:sym typeface="Arial"/>
              </a:defRPr>
            </a:lvl1pPr>
            <a:lvl2pPr indent="-228600" lvl="1" marL="9144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indent="-228600" lvl="2" marL="13716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indent="-228600" lvl="4" marL="2286000"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9" name="Google Shape;39;p7"/>
          <p:cNvSpPr txBox="1"/>
          <p:nvPr>
            <p:ph type="title"/>
          </p:nvPr>
        </p:nvSpPr>
        <p:spPr>
          <a:xfrm>
            <a:off x="878783" y="272169"/>
            <a:ext cx="9489900" cy="8703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274C"/>
              </a:buClr>
              <a:buSzPts val="4400"/>
              <a:buFont typeface="Arial"/>
              <a:buNone/>
              <a:defRPr b="0" i="0" sz="4400" u="none" cap="none" strike="noStrike">
                <a:solidFill>
                  <a:srgbClr val="00274C"/>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0" name="Google Shape;40;p7"/>
          <p:cNvSpPr/>
          <p:nvPr/>
        </p:nvSpPr>
        <p:spPr>
          <a:xfrm>
            <a:off x="0" y="7776027"/>
            <a:ext cx="16257600" cy="1368000"/>
          </a:xfrm>
          <a:prstGeom prst="rect">
            <a:avLst/>
          </a:prstGeom>
          <a:gradFill>
            <a:gsLst>
              <a:gs pos="0">
                <a:srgbClr val="E4E1DF"/>
              </a:gs>
              <a:gs pos="8000">
                <a:srgbClr val="E4E1DF"/>
              </a:gs>
              <a:gs pos="100000">
                <a:schemeClr val="lt1"/>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cxnSp>
        <p:nvCxnSpPr>
          <p:cNvPr id="41" name="Google Shape;41;p7"/>
          <p:cNvCxnSpPr/>
          <p:nvPr/>
        </p:nvCxnSpPr>
        <p:spPr>
          <a:xfrm>
            <a:off x="0" y="7758806"/>
            <a:ext cx="16257600" cy="0"/>
          </a:xfrm>
          <a:prstGeom prst="straightConnector1">
            <a:avLst/>
          </a:prstGeom>
          <a:noFill/>
          <a:ln cap="flat" cmpd="sng" w="9525">
            <a:solidFill>
              <a:srgbClr val="E4E1DF">
                <a:alpha val="29411"/>
              </a:srgbClr>
            </a:solidFill>
            <a:prstDash val="solid"/>
            <a:round/>
            <a:headEnd len="sm" w="sm" type="none"/>
            <a:tailEnd len="sm" w="sm" type="none"/>
          </a:ln>
          <a:effectLst>
            <a:outerShdw blurRad="40000" rotWithShape="0" dir="5400000" dist="20000">
              <a:srgbClr val="000000">
                <a:alpha val="37647"/>
              </a:srgbClr>
            </a:outerShdw>
          </a:effectLst>
        </p:spPr>
      </p:cxn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DEAF6"/>
        </a:solidFill>
      </p:bgPr>
    </p:bg>
    <p:spTree>
      <p:nvGrpSpPr>
        <p:cNvPr id="45" name="Shape 45"/>
        <p:cNvGrpSpPr/>
        <p:nvPr/>
      </p:nvGrpSpPr>
      <p:grpSpPr>
        <a:xfrm>
          <a:off x="0" y="0"/>
          <a:ext cx="0" cy="0"/>
          <a:chOff x="0" y="0"/>
          <a:chExt cx="0" cy="0"/>
        </a:xfrm>
      </p:grpSpPr>
      <p:sp>
        <p:nvSpPr>
          <p:cNvPr id="46" name="Google Shape;46;p9"/>
          <p:cNvSpPr txBox="1"/>
          <p:nvPr>
            <p:ph idx="1" type="body"/>
          </p:nvPr>
        </p:nvSpPr>
        <p:spPr>
          <a:xfrm>
            <a:off x="2084172" y="1066154"/>
            <a:ext cx="12002400" cy="5802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Courier New"/>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Noto Sans Symbols"/>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1"/>
          <p:cNvSpPr txBox="1"/>
          <p:nvPr/>
        </p:nvSpPr>
        <p:spPr>
          <a:xfrm>
            <a:off x="440871" y="5072368"/>
            <a:ext cx="14799129" cy="144454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D86018"/>
              </a:buClr>
              <a:buSzPts val="4600"/>
              <a:buFont typeface="Arial"/>
              <a:buNone/>
            </a:pPr>
            <a:r>
              <a:rPr b="1" i="0" lang="en-US" sz="4600" u="none" cap="none" strike="noStrike">
                <a:solidFill>
                  <a:schemeClr val="dk2"/>
                </a:solidFill>
                <a:latin typeface="Arial"/>
                <a:ea typeface="Arial"/>
                <a:cs typeface="Arial"/>
                <a:sym typeface="Arial"/>
              </a:rPr>
              <a:t>Case study inventory in </a:t>
            </a:r>
            <a:r>
              <a:rPr b="1" lang="en-US" sz="4600">
                <a:solidFill>
                  <a:schemeClr val="dk2"/>
                </a:solidFill>
              </a:rPr>
              <a:t>OpenLCA </a:t>
            </a:r>
            <a:endParaRPr/>
          </a:p>
          <a:p>
            <a:pPr indent="0" lvl="0" marL="0" marR="0" rtl="0" algn="l">
              <a:lnSpc>
                <a:spcPct val="90000"/>
              </a:lnSpc>
              <a:spcBef>
                <a:spcPts val="0"/>
              </a:spcBef>
              <a:spcAft>
                <a:spcPts val="0"/>
              </a:spcAft>
              <a:buClr>
                <a:srgbClr val="D86018"/>
              </a:buClr>
              <a:buSzPts val="4600"/>
              <a:buFont typeface="Arial"/>
              <a:buNone/>
            </a:pPr>
            <a:r>
              <a:rPr b="1" i="0" lang="en-US" sz="3600" u="none" cap="none" strike="noStrike">
                <a:solidFill>
                  <a:srgbClr val="D86018"/>
                </a:solidFill>
                <a:latin typeface="Arial"/>
                <a:ea typeface="Arial"/>
                <a:cs typeface="Arial"/>
                <a:sym typeface="Arial"/>
              </a:rPr>
              <a:t>Initial implementation</a:t>
            </a:r>
            <a:endParaRPr b="1" i="0" sz="3600" u="none" cap="none" strike="noStrike">
              <a:solidFill>
                <a:srgbClr val="C00000"/>
              </a:solidFill>
              <a:latin typeface="Arial"/>
              <a:ea typeface="Arial"/>
              <a:cs typeface="Arial"/>
              <a:sym typeface="Arial"/>
            </a:endParaRPr>
          </a:p>
        </p:txBody>
      </p:sp>
      <p:sp>
        <p:nvSpPr>
          <p:cNvPr id="55" name="Google Shape;55;p11"/>
          <p:cNvSpPr txBox="1"/>
          <p:nvPr/>
        </p:nvSpPr>
        <p:spPr>
          <a:xfrm>
            <a:off x="440871" y="6790584"/>
            <a:ext cx="3021981" cy="4770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74C"/>
              </a:buClr>
              <a:buSzPts val="2500"/>
              <a:buFont typeface="Arial"/>
              <a:buNone/>
            </a:pPr>
            <a:r>
              <a:rPr b="1" i="0" lang="en-US" sz="2500" u="none" cap="none" strike="noStrike">
                <a:solidFill>
                  <a:srgbClr val="00274C"/>
                </a:solidFill>
                <a:latin typeface="Arial"/>
                <a:ea typeface="Arial"/>
                <a:cs typeface="Arial"/>
                <a:sym typeface="Arial"/>
              </a:rPr>
              <a:t>Olivier Jolliet, PhD</a:t>
            </a:r>
            <a:endParaRPr b="0" i="0" sz="2500" u="none" cap="none" strike="noStrike">
              <a:solidFill>
                <a:srgbClr val="00274C"/>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2"/>
          <p:cNvSpPr txBox="1"/>
          <p:nvPr>
            <p:ph type="title"/>
          </p:nvPr>
        </p:nvSpPr>
        <p:spPr>
          <a:xfrm>
            <a:off x="878783" y="272169"/>
            <a:ext cx="14631828"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200"/>
              <a:t>Scenario 1: Updated CO2 and Non-renewable energy (MJ) table (From GA1b)</a:t>
            </a:r>
            <a:endParaRPr/>
          </a:p>
        </p:txBody>
      </p:sp>
      <p:sp>
        <p:nvSpPr>
          <p:cNvPr id="61" name="Google Shape;61;p12"/>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fld id="{00000000-1234-1234-1234-123412341234}" type="slidenum">
              <a:rPr b="0" i="0" lang="en-US" sz="1867" u="none" cap="none" strike="noStrike">
                <a:solidFill>
                  <a:srgbClr val="000000"/>
                </a:solidFill>
                <a:latin typeface="Arial"/>
                <a:ea typeface="Arial"/>
                <a:cs typeface="Arial"/>
                <a:sym typeface="Arial"/>
              </a:rPr>
              <a:t>‹#›</a:t>
            </a:fld>
            <a:endParaRPr b="0" i="0" sz="1867"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title"/>
          </p:nvPr>
        </p:nvSpPr>
        <p:spPr>
          <a:xfrm>
            <a:off x="878783" y="272169"/>
            <a:ext cx="14631828"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200"/>
              <a:t>Scenario 1: Printscreen of your assembly from OpenLCA</a:t>
            </a:r>
            <a:endParaRPr sz="3200"/>
          </a:p>
        </p:txBody>
      </p:sp>
      <p:sp>
        <p:nvSpPr>
          <p:cNvPr id="67" name="Google Shape;67;p1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fld id="{00000000-1234-1234-1234-123412341234}" type="slidenum">
              <a:rPr b="0" i="0" lang="en-US" sz="1867" u="none" cap="none" strike="noStrike">
                <a:solidFill>
                  <a:srgbClr val="000000"/>
                </a:solidFill>
                <a:latin typeface="Arial"/>
                <a:ea typeface="Arial"/>
                <a:cs typeface="Arial"/>
                <a:sym typeface="Arial"/>
              </a:rPr>
              <a:t>‹#›</a:t>
            </a:fld>
            <a:endParaRPr b="0" i="0" sz="1867"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878783" y="272169"/>
            <a:ext cx="14631828"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200"/>
              <a:t>Scenario 1: Printscreen of the CO2 process tree</a:t>
            </a:r>
            <a:endParaRPr/>
          </a:p>
        </p:txBody>
      </p:sp>
      <p:sp>
        <p:nvSpPr>
          <p:cNvPr id="73" name="Google Shape;73;p1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fld id="{00000000-1234-1234-1234-123412341234}" type="slidenum">
              <a:rPr b="0" i="0" lang="en-US" sz="1867" u="none" cap="none" strike="noStrike">
                <a:solidFill>
                  <a:srgbClr val="000000"/>
                </a:solidFill>
                <a:latin typeface="Arial"/>
                <a:ea typeface="Arial"/>
                <a:cs typeface="Arial"/>
                <a:sym typeface="Arial"/>
              </a:rPr>
              <a:t>‹#›</a:t>
            </a:fld>
            <a:endParaRPr b="0" i="0" sz="1867"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878782" y="272169"/>
            <a:ext cx="15159503"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200"/>
              <a:t>Scenario 1: Printscreen of the non-renewable energy process tree (Impact 2002+)</a:t>
            </a:r>
            <a:endParaRPr sz="3200"/>
          </a:p>
        </p:txBody>
      </p:sp>
      <p:sp>
        <p:nvSpPr>
          <p:cNvPr id="79" name="Google Shape;79;p15"/>
          <p:cNvSpPr txBox="1"/>
          <p:nvPr>
            <p:ph idx="1" type="body"/>
          </p:nvPr>
        </p:nvSpPr>
        <p:spPr>
          <a:xfrm>
            <a:off x="2032794" y="1202267"/>
            <a:ext cx="12192000" cy="671406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SzPts val="3200"/>
              <a:buNone/>
            </a:pPr>
            <a:r>
              <a:t/>
            </a:r>
            <a:endParaRPr sz="2667"/>
          </a:p>
        </p:txBody>
      </p:sp>
      <p:sp>
        <p:nvSpPr>
          <p:cNvPr id="80" name="Google Shape;80;p1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fld id="{00000000-1234-1234-1234-123412341234}" type="slidenum">
              <a:rPr b="0" i="0" lang="en-US" sz="1867" u="none" cap="none" strike="noStrike">
                <a:solidFill>
                  <a:srgbClr val="000000"/>
                </a:solidFill>
                <a:latin typeface="Arial"/>
                <a:ea typeface="Arial"/>
                <a:cs typeface="Arial"/>
                <a:sym typeface="Arial"/>
              </a:rPr>
              <a:t>‹#›</a:t>
            </a:fld>
            <a:endParaRPr b="0" i="0" sz="1867"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878783" y="272169"/>
            <a:ext cx="14631828"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200"/>
              <a:t>Scenario 1: Updated CO2 and Non-renewable energy (MJ) table (From GA1b)</a:t>
            </a:r>
            <a:endParaRPr/>
          </a:p>
        </p:txBody>
      </p:sp>
      <p:sp>
        <p:nvSpPr>
          <p:cNvPr id="86" name="Google Shape;86;p1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fld id="{00000000-1234-1234-1234-123412341234}" type="slidenum">
              <a:rPr b="0" i="0" lang="en-US" sz="1867" u="none" cap="none" strike="noStrike">
                <a:solidFill>
                  <a:srgbClr val="000000"/>
                </a:solidFill>
                <a:latin typeface="Arial"/>
                <a:ea typeface="Arial"/>
                <a:cs typeface="Arial"/>
                <a:sym typeface="Arial"/>
              </a:rPr>
              <a:t>‹#›</a:t>
            </a:fld>
            <a:endParaRPr b="0" i="0" sz="1867"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878783" y="272169"/>
            <a:ext cx="14631828"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200"/>
              <a:t>Scenario 1: Printscreen of your assembly from OpenLCA</a:t>
            </a:r>
            <a:endParaRPr sz="3200"/>
          </a:p>
        </p:txBody>
      </p:sp>
      <p:sp>
        <p:nvSpPr>
          <p:cNvPr id="92" name="Google Shape;92;p1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fld id="{00000000-1234-1234-1234-123412341234}" type="slidenum">
              <a:rPr b="0" i="0" lang="en-US" sz="1867" u="none" cap="none" strike="noStrike">
                <a:solidFill>
                  <a:srgbClr val="000000"/>
                </a:solidFill>
                <a:latin typeface="Arial"/>
                <a:ea typeface="Arial"/>
                <a:cs typeface="Arial"/>
                <a:sym typeface="Arial"/>
              </a:rPr>
              <a:t>‹#›</a:t>
            </a:fld>
            <a:endParaRPr b="0" i="0" sz="1867"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878783" y="272169"/>
            <a:ext cx="14631828"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200"/>
              <a:t>Scenario 1: Printscreen of the CO2 process tree</a:t>
            </a:r>
            <a:endParaRPr/>
          </a:p>
        </p:txBody>
      </p:sp>
      <p:sp>
        <p:nvSpPr>
          <p:cNvPr id="98" name="Google Shape;98;p1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fld id="{00000000-1234-1234-1234-123412341234}" type="slidenum">
              <a:rPr b="0" i="0" lang="en-US" sz="1867" u="none" cap="none" strike="noStrike">
                <a:solidFill>
                  <a:srgbClr val="000000"/>
                </a:solidFill>
                <a:latin typeface="Arial"/>
                <a:ea typeface="Arial"/>
                <a:cs typeface="Arial"/>
                <a:sym typeface="Arial"/>
              </a:rPr>
              <a:t>‹#›</a:t>
            </a:fld>
            <a:endParaRPr b="0" i="0" sz="1867"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878782" y="272169"/>
            <a:ext cx="15159503"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200"/>
              <a:t>Scenario 1: Printscreen of the non-renewable energy process tree (Impact 2002+)</a:t>
            </a:r>
            <a:endParaRPr sz="3200"/>
          </a:p>
        </p:txBody>
      </p:sp>
      <p:sp>
        <p:nvSpPr>
          <p:cNvPr id="104" name="Google Shape;104;p19"/>
          <p:cNvSpPr txBox="1"/>
          <p:nvPr>
            <p:ph idx="1" type="body"/>
          </p:nvPr>
        </p:nvSpPr>
        <p:spPr>
          <a:xfrm>
            <a:off x="2032794" y="1202267"/>
            <a:ext cx="12192000" cy="671406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SzPts val="3200"/>
              <a:buNone/>
            </a:pPr>
            <a:r>
              <a:t/>
            </a:r>
            <a:endParaRPr sz="2667"/>
          </a:p>
        </p:txBody>
      </p:sp>
      <p:sp>
        <p:nvSpPr>
          <p:cNvPr id="105" name="Google Shape;105;p1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fld id="{00000000-1234-1234-1234-123412341234}" type="slidenum">
              <a:rPr b="0" i="0" lang="en-US" sz="1867" u="none" cap="none" strike="noStrike">
                <a:solidFill>
                  <a:srgbClr val="000000"/>
                </a:solidFill>
                <a:latin typeface="Arial"/>
                <a:ea typeface="Arial"/>
                <a:cs typeface="Arial"/>
                <a:sym typeface="Arial"/>
              </a:rPr>
              <a:t>‹#›</a:t>
            </a:fld>
            <a:endParaRPr b="0" i="0" sz="1867"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878783" y="272169"/>
            <a:ext cx="14631828"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200"/>
              <a:t>Compare your hand calculations with OpenLCA</a:t>
            </a:r>
            <a:endParaRPr sz="3200"/>
          </a:p>
          <a:p>
            <a:pPr indent="0" lvl="0" marL="0" rtl="0" algn="l">
              <a:lnSpc>
                <a:spcPct val="100000"/>
              </a:lnSpc>
              <a:spcBef>
                <a:spcPts val="0"/>
              </a:spcBef>
              <a:spcAft>
                <a:spcPts val="0"/>
              </a:spcAft>
              <a:buSzPts val="4400"/>
              <a:buNone/>
            </a:pPr>
            <a:r>
              <a:rPr lang="en-US" sz="3200"/>
              <a:t> and explain any differences</a:t>
            </a:r>
            <a:endParaRPr sz="3200"/>
          </a:p>
        </p:txBody>
      </p:sp>
      <p:sp>
        <p:nvSpPr>
          <p:cNvPr id="111" name="Google Shape;111;p20"/>
          <p:cNvSpPr txBox="1"/>
          <p:nvPr>
            <p:ph idx="1" type="body"/>
          </p:nvPr>
        </p:nvSpPr>
        <p:spPr>
          <a:xfrm>
            <a:off x="1379652" y="1724781"/>
            <a:ext cx="12192000" cy="671406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SzPts val="3200"/>
              <a:buNone/>
            </a:pPr>
            <a:r>
              <a:t/>
            </a:r>
            <a:endParaRPr sz="2667"/>
          </a:p>
        </p:txBody>
      </p:sp>
      <p:sp>
        <p:nvSpPr>
          <p:cNvPr id="112" name="Google Shape;112;p2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fld id="{00000000-1234-1234-1234-123412341234}" type="slidenum">
              <a:rPr b="0" i="0" lang="en-US" sz="1867" u="none" cap="none" strike="noStrike">
                <a:solidFill>
                  <a:srgbClr val="000000"/>
                </a:solidFill>
                <a:latin typeface="Arial"/>
                <a:ea typeface="Arial"/>
                <a:cs typeface="Arial"/>
                <a:sym typeface="Arial"/>
              </a:rPr>
              <a:t>‹#›</a:t>
            </a:fld>
            <a:endParaRPr b="0" i="0" sz="1867"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878782" y="272169"/>
            <a:ext cx="15378805"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600"/>
              <a:t>Impact Assessment results: normalized damage per impact category</a:t>
            </a:r>
            <a:endParaRPr sz="3600"/>
          </a:p>
        </p:txBody>
      </p:sp>
      <p:sp>
        <p:nvSpPr>
          <p:cNvPr id="118" name="Google Shape;118;p21"/>
          <p:cNvSpPr txBox="1"/>
          <p:nvPr>
            <p:ph idx="1" type="body"/>
          </p:nvPr>
        </p:nvSpPr>
        <p:spPr>
          <a:xfrm>
            <a:off x="878783" y="1405719"/>
            <a:ext cx="14631828" cy="637030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640"/>
              </a:spcBef>
              <a:spcAft>
                <a:spcPts val="0"/>
              </a:spcAft>
              <a:buSzPts val="32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878782" y="272169"/>
            <a:ext cx="15378805" cy="87038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sz="3600"/>
              <a:t>Sensitivity study</a:t>
            </a:r>
            <a:endParaRPr sz="3600"/>
          </a:p>
        </p:txBody>
      </p:sp>
      <p:sp>
        <p:nvSpPr>
          <p:cNvPr id="124" name="Google Shape;124;p22"/>
          <p:cNvSpPr txBox="1"/>
          <p:nvPr>
            <p:ph idx="1" type="body"/>
          </p:nvPr>
        </p:nvSpPr>
        <p:spPr>
          <a:xfrm>
            <a:off x="878783" y="1405719"/>
            <a:ext cx="14631828" cy="637030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640"/>
              </a:spcBef>
              <a:spcAft>
                <a:spcPts val="0"/>
              </a:spcAft>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otes (not to be shown in video)">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ontent slide (shown in video)">
  <a:themeElements>
    <a:clrScheme name="SPH brand colors">
      <a:dk1>
        <a:srgbClr val="000000"/>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Content slide (shown in video)">
  <a:themeElements>
    <a:clrScheme name="SPH brand colors">
      <a:dk1>
        <a:srgbClr val="000000"/>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slide option 2">
  <a:themeElements>
    <a:clrScheme name="SPH brand colors">
      <a:dk1>
        <a:srgbClr val="00274C"/>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Content slide (shown in video)">
  <a:themeElements>
    <a:clrScheme name="SPH brand colors">
      <a:dk1>
        <a:srgbClr val="000000"/>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