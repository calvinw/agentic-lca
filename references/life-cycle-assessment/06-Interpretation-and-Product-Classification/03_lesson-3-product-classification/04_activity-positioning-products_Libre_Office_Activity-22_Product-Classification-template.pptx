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media/image1.jpeg" ContentType="image/jpeg"/>
  <Override PartName="/ppt/media/image3.png" ContentType="image/png"/>
  <Override PartName="/ppt/media/image2.png" ContentType="image/png"/>
  <Override PartName="/ppt/presProps.xml" ContentType="application/vnd.openxmlformats-officedocument.presentationml.presProps+xml"/>
  <Override PartName="/ppt/slideLayouts/slideLayout19.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32.xml.rels" ContentType="application/vnd.openxmlformats-package.relationships+xml"/>
  <Override PartName="/ppt/slideLayouts/_rels/slideLayout21.xml.rels" ContentType="application/vnd.openxmlformats-package.relationships+xml"/>
  <Override PartName="/ppt/slideLayouts/_rels/slideLayout24.xml.rels" ContentType="application/vnd.openxmlformats-package.relationships+xml"/>
  <Override PartName="/ppt/slideLayouts/_rels/slideLayout16.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2.xml.rels" ContentType="application/vnd.openxmlformats-package.relationships+xml"/>
  <Override PartName="/ppt/slideLayouts/_rels/slideLayout14.xml.rels" ContentType="application/vnd.openxmlformats-package.relationships+xml"/>
  <Override PartName="/ppt/slideLayouts/_rels/slideLayout28.xml.rels" ContentType="application/vnd.openxmlformats-package.relationships+xml"/>
  <Override PartName="/ppt/slideLayouts/_rels/slideLayout36.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7.xml.rels" ContentType="application/vnd.openxmlformats-package.relationships+xml"/>
  <Override PartName="/ppt/slideLayouts/_rels/slideLayout13.xml.rels" ContentType="application/vnd.openxmlformats-package.relationships+xml"/>
  <Override PartName="/ppt/slideLayouts/_rels/slideLayout3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26.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33.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29.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Lst>
  <p:sldSz cx="16257588" cy="9144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13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32"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33" name="PlaceHolder 4"/>
          <p:cNvSpPr>
            <a:spLocks noGrp="1"/>
          </p:cNvSpPr>
          <p:nvPr>
            <p:ph type="dt"/>
          </p:nvPr>
        </p:nvSpPr>
        <p:spPr>
          <a:xfrm>
            <a:off x="4399200" y="0"/>
            <a:ext cx="3372840" cy="502560"/>
          </a:xfrm>
          <a:prstGeom prst="rect">
            <a:avLst/>
          </a:prstGeom>
          <a:noFill/>
          <a:ln w="0">
            <a:noFill/>
          </a:ln>
        </p:spPr>
        <p:txBody>
          <a:bodyPr lIns="0" rIns="0" tIns="0" bIns="0" anchor="t">
            <a:noAutofit/>
          </a:bodyPr>
          <a:p>
            <a:pPr algn="r"/>
            <a:r>
              <a:rPr b="0" lang="en-US" sz="1400" spc="-1" strike="noStrike">
                <a:latin typeface="Times New Roman"/>
              </a:rPr>
              <a:t>&lt;date/time&gt;</a:t>
            </a:r>
            <a:endParaRPr b="0" lang="en-US" sz="1400" spc="-1" strike="noStrike">
              <a:latin typeface="Times New Roman"/>
            </a:endParaRPr>
          </a:p>
        </p:txBody>
      </p:sp>
      <p:sp>
        <p:nvSpPr>
          <p:cNvPr id="134" name="PlaceHolder 5"/>
          <p:cNvSpPr>
            <a:spLocks noGrp="1"/>
          </p:cNvSpPr>
          <p:nvPr>
            <p:ph type="ftr"/>
          </p:nvPr>
        </p:nvSpPr>
        <p:spPr>
          <a:xfrm>
            <a:off x="0" y="9555480"/>
            <a:ext cx="3372840" cy="502560"/>
          </a:xfrm>
          <a:prstGeom prst="rect">
            <a:avLst/>
          </a:prstGeom>
          <a:noFill/>
          <a:ln w="0">
            <a:noFill/>
          </a:ln>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135" name="PlaceHolder 6"/>
          <p:cNvSpPr>
            <a:spLocks noGrp="1"/>
          </p:cNvSpPr>
          <p:nvPr>
            <p:ph type="sldNum"/>
          </p:nvPr>
        </p:nvSpPr>
        <p:spPr>
          <a:xfrm>
            <a:off x="4399200" y="9555480"/>
            <a:ext cx="3372840" cy="502560"/>
          </a:xfrm>
          <a:prstGeom prst="rect">
            <a:avLst/>
          </a:prstGeom>
          <a:noFill/>
          <a:ln w="0">
            <a:noFill/>
          </a:ln>
        </p:spPr>
        <p:txBody>
          <a:bodyPr lIns="0" rIns="0" tIns="0" bIns="0" anchor="b">
            <a:noAutofit/>
          </a:bodyPr>
          <a:p>
            <a:pPr algn="r"/>
            <a:fld id="{52F00A6F-9E86-4FD0-A577-BA005F6FC1F4}"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tabLst>
                <a:tab algn="l" pos="0"/>
              </a:tabLst>
            </a:pPr>
            <a:r>
              <a:rPr b="1" lang="en-US" sz="1200" spc="-1" strike="noStrike" u="sng">
                <a:solidFill>
                  <a:srgbClr val="000000"/>
                </a:solidFill>
                <a:uFillTx/>
                <a:latin typeface="Calibri"/>
                <a:ea typeface="Calibri"/>
              </a:rPr>
              <a:t>Faculty Note:</a:t>
            </a:r>
            <a:endParaRPr b="0" lang="en-US" sz="1200" spc="-1" strike="noStrike">
              <a:latin typeface="Arial"/>
            </a:endParaRPr>
          </a:p>
          <a:p>
            <a:pPr>
              <a:lnSpc>
                <a:spcPct val="100000"/>
              </a:lnSpc>
              <a:tabLst>
                <a:tab algn="l" pos="0"/>
              </a:tabLst>
            </a:pPr>
            <a:endParaRPr b="0" lang="en-US" sz="1200" spc="-1" strike="noStrike">
              <a:latin typeface="Arial"/>
            </a:endParaRPr>
          </a:p>
          <a:p>
            <a:pPr>
              <a:lnSpc>
                <a:spcPct val="100000"/>
              </a:lnSpc>
              <a:tabLst>
                <a:tab algn="l" pos="0"/>
              </a:tabLst>
            </a:pPr>
            <a:r>
              <a:rPr b="0" lang="en-US" sz="1200" spc="-1" strike="noStrike">
                <a:solidFill>
                  <a:srgbClr val="000000"/>
                </a:solidFill>
                <a:latin typeface="Calibri"/>
                <a:ea typeface="Calibri"/>
              </a:rPr>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endParaRPr b="0" lang="en-US" sz="1200" spc="-1" strike="noStrike">
              <a:latin typeface="Arial"/>
            </a:endParaRPr>
          </a:p>
        </p:txBody>
      </p:sp>
      <p:sp>
        <p:nvSpPr>
          <p:cNvPr id="220"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tabLst>
                <a:tab algn="l" pos="0"/>
              </a:tabLst>
            </a:pPr>
            <a:fld id="{E6863F5F-B842-4CA8-A1D8-8CC5DF70BB89}" type="slidenum">
              <a:rPr b="0" lang="en-US" sz="1200" spc="-1" strike="noStrike">
                <a:solidFill>
                  <a:srgbClr val="000000"/>
                </a:solidFill>
                <a:latin typeface="Calibri"/>
                <a:ea typeface="Calibri"/>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223"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tabLst>
                <a:tab algn="l" pos="0"/>
              </a:tabLst>
            </a:pPr>
            <a:fld id="{6DDABD0C-6122-484A-9C0E-981197AD32EB}" type="slidenum">
              <a:rPr b="0" lang="en-US" sz="1400" spc="-1" strike="noStrike">
                <a:latin typeface="Times New Roman"/>
              </a:rPr>
              <a:t>&lt;number&gt;</a:t>
            </a:fld>
            <a:endParaRPr b="0" lang="en-US" sz="14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anchor="t">
            <a:noAutofit/>
          </a:bodyPr>
          <a:p>
            <a:pPr marL="457200" indent="-228600">
              <a:lnSpc>
                <a:spcPct val="100000"/>
              </a:lnSpc>
              <a:tabLst>
                <a:tab algn="l" pos="0"/>
              </a:tabLst>
            </a:pPr>
            <a:r>
              <a:rPr b="1" lang="en-US" sz="1200" spc="-1" strike="noStrike" u="sng">
                <a:solidFill>
                  <a:srgbClr val="000000"/>
                </a:solidFill>
                <a:uFillTx/>
                <a:latin typeface="Calibri"/>
                <a:ea typeface="Calibri"/>
              </a:rPr>
              <a:t>Faculty Note:</a:t>
            </a:r>
            <a:endParaRPr b="0" lang="en-US" sz="1200" spc="-1" strike="noStrike">
              <a:latin typeface="Arial"/>
            </a:endParaRPr>
          </a:p>
          <a:p>
            <a:pPr marL="457200" indent="-228600">
              <a:lnSpc>
                <a:spcPct val="100000"/>
              </a:lnSpc>
              <a:tabLst>
                <a:tab algn="l" pos="0"/>
              </a:tabLst>
            </a:pPr>
            <a:endParaRPr b="0" lang="en-US" sz="1200" spc="-1" strike="noStrike">
              <a:latin typeface="Arial"/>
            </a:endParaRPr>
          </a:p>
          <a:p>
            <a:pPr marL="457200" indent="-228600">
              <a:lnSpc>
                <a:spcPct val="100000"/>
              </a:lnSpc>
              <a:tabLst>
                <a:tab algn="l" pos="0"/>
              </a:tabLst>
            </a:pPr>
            <a:r>
              <a:rPr b="0" lang="en-US" sz="1200" spc="-1" strike="noStrike">
                <a:solidFill>
                  <a:srgbClr val="000000"/>
                </a:solidFill>
                <a:latin typeface="Calibri"/>
                <a:ea typeface="Calibri"/>
              </a:rPr>
              <a:t>Please use this area to provide notes to our design team about the content contained on the slide. Notes can include instructions on how content will be presented; types of imagery needed or desired; plan on how to describe visuals; etc.</a:t>
            </a:r>
            <a:endParaRPr b="0" lang="en-US" sz="1200" spc="-1" strike="noStrike">
              <a:latin typeface="Arial"/>
            </a:endParaRPr>
          </a:p>
          <a:p>
            <a:pPr marL="457200" indent="-228600">
              <a:lnSpc>
                <a:spcPct val="100000"/>
              </a:lnSpc>
              <a:tabLst>
                <a:tab algn="l" pos="0"/>
              </a:tabLst>
            </a:pPr>
            <a:endParaRPr b="0" lang="en-US" sz="1200" spc="-1" strike="noStrike">
              <a:latin typeface="Arial"/>
            </a:endParaRPr>
          </a:p>
          <a:p>
            <a:pPr marL="457200" indent="-228600">
              <a:lnSpc>
                <a:spcPct val="100000"/>
              </a:lnSpc>
              <a:tabLst>
                <a:tab algn="l" pos="0"/>
              </a:tabLst>
            </a:pPr>
            <a:r>
              <a:rPr b="0" lang="en-US" sz="1200" spc="-1" strike="noStrike">
                <a:solidFill>
                  <a:srgbClr val="000000"/>
                </a:solidFill>
                <a:latin typeface="Calibri"/>
                <a:ea typeface="Calibri"/>
              </a:rPr>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endParaRPr b="0" lang="en-US" sz="1200" spc="-1" strike="noStrike">
              <a:latin typeface="Arial"/>
            </a:endParaRPr>
          </a:p>
          <a:p>
            <a:pPr marL="457200" indent="-228600">
              <a:lnSpc>
                <a:spcPct val="100000"/>
              </a:lnSpc>
              <a:tabLst>
                <a:tab algn="l" pos="0"/>
              </a:tabLst>
            </a:pPr>
            <a:endParaRPr b="0" lang="en-US" sz="1200" spc="-1" strike="noStrike">
              <a:latin typeface="Arial"/>
            </a:endParaRPr>
          </a:p>
        </p:txBody>
      </p:sp>
      <p:sp>
        <p:nvSpPr>
          <p:cNvPr id="226" name="PlaceHolder 3"/>
          <p:cNvSpPr>
            <a:spLocks noGrp="1"/>
          </p:cNvSpPr>
          <p:nvPr>
            <p:ph type="sldNum"/>
          </p:nvPr>
        </p:nvSpPr>
        <p:spPr>
          <a:xfrm>
            <a:off x="3884760" y="8685360"/>
            <a:ext cx="2971440" cy="458280"/>
          </a:xfrm>
          <a:prstGeom prst="rect">
            <a:avLst/>
          </a:prstGeom>
          <a:noFill/>
          <a:ln w="0">
            <a:noFill/>
          </a:ln>
        </p:spPr>
        <p:txBody>
          <a:bodyPr anchor="b">
            <a:noAutofit/>
          </a:bodyPr>
          <a:p>
            <a:pPr>
              <a:lnSpc>
                <a:spcPct val="100000"/>
              </a:lnSpc>
            </a:pPr>
            <a:fld id="{0DCB438C-C539-43D7-B478-BFF10B0C358D}" type="slidenum">
              <a:rPr b="0" lang="en-US"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 name="PlaceHolder 2"/>
          <p:cNvSpPr>
            <a:spLocks noGrp="1"/>
          </p:cNvSpPr>
          <p:nvPr>
            <p:ph type="subTitle"/>
          </p:nvPr>
        </p:nvSpPr>
        <p:spPr>
          <a:xfrm>
            <a:off x="879480" y="1405800"/>
            <a:ext cx="14630040" cy="637308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3" name="PlaceHolder 2"/>
          <p:cNvSpPr>
            <a:spLocks noGrp="1"/>
          </p:cNvSpPr>
          <p:nvPr>
            <p:ph/>
          </p:nvPr>
        </p:nvSpPr>
        <p:spPr>
          <a:xfrm>
            <a:off x="879480" y="1405800"/>
            <a:ext cx="1463004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 name="PlaceHolder 2"/>
          <p:cNvSpPr>
            <a:spLocks noGrp="1"/>
          </p:cNvSpPr>
          <p:nvPr>
            <p:ph/>
          </p:nvPr>
        </p:nvSpPr>
        <p:spPr>
          <a:xfrm>
            <a:off x="87948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 name="PlaceHolder 3"/>
          <p:cNvSpPr>
            <a:spLocks noGrp="1"/>
          </p:cNvSpPr>
          <p:nvPr>
            <p:ph/>
          </p:nvPr>
        </p:nvSpPr>
        <p:spPr>
          <a:xfrm>
            <a:off x="837612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878760" y="272160"/>
            <a:ext cx="14631480" cy="40345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0"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1" name="PlaceHolder 3"/>
          <p:cNvSpPr>
            <a:spLocks noGrp="1"/>
          </p:cNvSpPr>
          <p:nvPr>
            <p:ph/>
          </p:nvPr>
        </p:nvSpPr>
        <p:spPr>
          <a:xfrm>
            <a:off x="837612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 name="PlaceHolder 4"/>
          <p:cNvSpPr>
            <a:spLocks noGrp="1"/>
          </p:cNvSpPr>
          <p:nvPr>
            <p:ph/>
          </p:nvPr>
        </p:nvSpPr>
        <p:spPr>
          <a:xfrm>
            <a:off x="87948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4" name="PlaceHolder 2"/>
          <p:cNvSpPr>
            <a:spLocks noGrp="1"/>
          </p:cNvSpPr>
          <p:nvPr>
            <p:ph/>
          </p:nvPr>
        </p:nvSpPr>
        <p:spPr>
          <a:xfrm>
            <a:off x="87948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5"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 name="PlaceHolder 4"/>
          <p:cNvSpPr>
            <a:spLocks noGrp="1"/>
          </p:cNvSpPr>
          <p:nvPr>
            <p:ph/>
          </p:nvPr>
        </p:nvSpPr>
        <p:spPr>
          <a:xfrm>
            <a:off x="837612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8"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 name="PlaceHolder 4"/>
          <p:cNvSpPr>
            <a:spLocks noGrp="1"/>
          </p:cNvSpPr>
          <p:nvPr>
            <p:ph/>
          </p:nvPr>
        </p:nvSpPr>
        <p:spPr>
          <a:xfrm>
            <a:off x="879480" y="473472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2" name="PlaceHolder 2"/>
          <p:cNvSpPr>
            <a:spLocks noGrp="1"/>
          </p:cNvSpPr>
          <p:nvPr>
            <p:ph/>
          </p:nvPr>
        </p:nvSpPr>
        <p:spPr>
          <a:xfrm>
            <a:off x="879480" y="140580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3" name="PlaceHolder 3"/>
          <p:cNvSpPr>
            <a:spLocks noGrp="1"/>
          </p:cNvSpPr>
          <p:nvPr>
            <p:ph/>
          </p:nvPr>
        </p:nvSpPr>
        <p:spPr>
          <a:xfrm>
            <a:off x="879480" y="473472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5"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7" name="PlaceHolder 4"/>
          <p:cNvSpPr>
            <a:spLocks noGrp="1"/>
          </p:cNvSpPr>
          <p:nvPr>
            <p:ph/>
          </p:nvPr>
        </p:nvSpPr>
        <p:spPr>
          <a:xfrm>
            <a:off x="87948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 name="PlaceHolder 5"/>
          <p:cNvSpPr>
            <a:spLocks noGrp="1"/>
          </p:cNvSpPr>
          <p:nvPr>
            <p:ph/>
          </p:nvPr>
        </p:nvSpPr>
        <p:spPr>
          <a:xfrm>
            <a:off x="837612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0" name="PlaceHolder 2"/>
          <p:cNvSpPr>
            <a:spLocks noGrp="1"/>
          </p:cNvSpPr>
          <p:nvPr>
            <p:ph/>
          </p:nvPr>
        </p:nvSpPr>
        <p:spPr>
          <a:xfrm>
            <a:off x="87948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 name="PlaceHolder 3"/>
          <p:cNvSpPr>
            <a:spLocks noGrp="1"/>
          </p:cNvSpPr>
          <p:nvPr>
            <p:ph/>
          </p:nvPr>
        </p:nvSpPr>
        <p:spPr>
          <a:xfrm>
            <a:off x="582588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2" name="PlaceHolder 4"/>
          <p:cNvSpPr>
            <a:spLocks noGrp="1"/>
          </p:cNvSpPr>
          <p:nvPr>
            <p:ph/>
          </p:nvPr>
        </p:nvSpPr>
        <p:spPr>
          <a:xfrm>
            <a:off x="1077264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 name="PlaceHolder 5"/>
          <p:cNvSpPr>
            <a:spLocks noGrp="1"/>
          </p:cNvSpPr>
          <p:nvPr>
            <p:ph/>
          </p:nvPr>
        </p:nvSpPr>
        <p:spPr>
          <a:xfrm>
            <a:off x="87948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 name="PlaceHolder 6"/>
          <p:cNvSpPr>
            <a:spLocks noGrp="1"/>
          </p:cNvSpPr>
          <p:nvPr>
            <p:ph/>
          </p:nvPr>
        </p:nvSpPr>
        <p:spPr>
          <a:xfrm>
            <a:off x="582588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 name="PlaceHolder 7"/>
          <p:cNvSpPr>
            <a:spLocks noGrp="1"/>
          </p:cNvSpPr>
          <p:nvPr>
            <p:ph/>
          </p:nvPr>
        </p:nvSpPr>
        <p:spPr>
          <a:xfrm>
            <a:off x="1077264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3" name="PlaceHolder 2"/>
          <p:cNvSpPr>
            <a:spLocks noGrp="1"/>
          </p:cNvSpPr>
          <p:nvPr>
            <p:ph type="subTitle"/>
          </p:nvPr>
        </p:nvSpPr>
        <p:spPr>
          <a:xfrm>
            <a:off x="879480" y="1405800"/>
            <a:ext cx="14630040" cy="637308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5" name="PlaceHolder 2"/>
          <p:cNvSpPr>
            <a:spLocks noGrp="1"/>
          </p:cNvSpPr>
          <p:nvPr>
            <p:ph/>
          </p:nvPr>
        </p:nvSpPr>
        <p:spPr>
          <a:xfrm>
            <a:off x="879480" y="1405800"/>
            <a:ext cx="1463004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7" name="PlaceHolder 2"/>
          <p:cNvSpPr>
            <a:spLocks noGrp="1"/>
          </p:cNvSpPr>
          <p:nvPr>
            <p:ph/>
          </p:nvPr>
        </p:nvSpPr>
        <p:spPr>
          <a:xfrm>
            <a:off x="87948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8" name="PlaceHolder 3"/>
          <p:cNvSpPr>
            <a:spLocks noGrp="1"/>
          </p:cNvSpPr>
          <p:nvPr>
            <p:ph/>
          </p:nvPr>
        </p:nvSpPr>
        <p:spPr>
          <a:xfrm>
            <a:off x="837612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878760" y="272160"/>
            <a:ext cx="14631480" cy="40345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2"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3" name="PlaceHolder 3"/>
          <p:cNvSpPr>
            <a:spLocks noGrp="1"/>
          </p:cNvSpPr>
          <p:nvPr>
            <p:ph/>
          </p:nvPr>
        </p:nvSpPr>
        <p:spPr>
          <a:xfrm>
            <a:off x="837612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4" name="PlaceHolder 4"/>
          <p:cNvSpPr>
            <a:spLocks noGrp="1"/>
          </p:cNvSpPr>
          <p:nvPr>
            <p:ph/>
          </p:nvPr>
        </p:nvSpPr>
        <p:spPr>
          <a:xfrm>
            <a:off x="87948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6" name="PlaceHolder 2"/>
          <p:cNvSpPr>
            <a:spLocks noGrp="1"/>
          </p:cNvSpPr>
          <p:nvPr>
            <p:ph/>
          </p:nvPr>
        </p:nvSpPr>
        <p:spPr>
          <a:xfrm>
            <a:off x="87948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7"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8" name="PlaceHolder 4"/>
          <p:cNvSpPr>
            <a:spLocks noGrp="1"/>
          </p:cNvSpPr>
          <p:nvPr>
            <p:ph/>
          </p:nvPr>
        </p:nvSpPr>
        <p:spPr>
          <a:xfrm>
            <a:off x="837612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0"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1"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2" name="PlaceHolder 4"/>
          <p:cNvSpPr>
            <a:spLocks noGrp="1"/>
          </p:cNvSpPr>
          <p:nvPr>
            <p:ph/>
          </p:nvPr>
        </p:nvSpPr>
        <p:spPr>
          <a:xfrm>
            <a:off x="879480" y="473472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4" name="PlaceHolder 2"/>
          <p:cNvSpPr>
            <a:spLocks noGrp="1"/>
          </p:cNvSpPr>
          <p:nvPr>
            <p:ph/>
          </p:nvPr>
        </p:nvSpPr>
        <p:spPr>
          <a:xfrm>
            <a:off x="879480" y="140580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5" name="PlaceHolder 3"/>
          <p:cNvSpPr>
            <a:spLocks noGrp="1"/>
          </p:cNvSpPr>
          <p:nvPr>
            <p:ph/>
          </p:nvPr>
        </p:nvSpPr>
        <p:spPr>
          <a:xfrm>
            <a:off x="879480" y="473472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7"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8"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9" name="PlaceHolder 4"/>
          <p:cNvSpPr>
            <a:spLocks noGrp="1"/>
          </p:cNvSpPr>
          <p:nvPr>
            <p:ph/>
          </p:nvPr>
        </p:nvSpPr>
        <p:spPr>
          <a:xfrm>
            <a:off x="87948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0" name="PlaceHolder 5"/>
          <p:cNvSpPr>
            <a:spLocks noGrp="1"/>
          </p:cNvSpPr>
          <p:nvPr>
            <p:ph/>
          </p:nvPr>
        </p:nvSpPr>
        <p:spPr>
          <a:xfrm>
            <a:off x="837612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2" name="PlaceHolder 2"/>
          <p:cNvSpPr>
            <a:spLocks noGrp="1"/>
          </p:cNvSpPr>
          <p:nvPr>
            <p:ph/>
          </p:nvPr>
        </p:nvSpPr>
        <p:spPr>
          <a:xfrm>
            <a:off x="87948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3" name="PlaceHolder 3"/>
          <p:cNvSpPr>
            <a:spLocks noGrp="1"/>
          </p:cNvSpPr>
          <p:nvPr>
            <p:ph/>
          </p:nvPr>
        </p:nvSpPr>
        <p:spPr>
          <a:xfrm>
            <a:off x="582588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4" name="PlaceHolder 4"/>
          <p:cNvSpPr>
            <a:spLocks noGrp="1"/>
          </p:cNvSpPr>
          <p:nvPr>
            <p:ph/>
          </p:nvPr>
        </p:nvSpPr>
        <p:spPr>
          <a:xfrm>
            <a:off x="1077264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5" name="PlaceHolder 5"/>
          <p:cNvSpPr>
            <a:spLocks noGrp="1"/>
          </p:cNvSpPr>
          <p:nvPr>
            <p:ph/>
          </p:nvPr>
        </p:nvSpPr>
        <p:spPr>
          <a:xfrm>
            <a:off x="87948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6" name="PlaceHolder 6"/>
          <p:cNvSpPr>
            <a:spLocks noGrp="1"/>
          </p:cNvSpPr>
          <p:nvPr>
            <p:ph/>
          </p:nvPr>
        </p:nvSpPr>
        <p:spPr>
          <a:xfrm>
            <a:off x="582588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7" name="PlaceHolder 7"/>
          <p:cNvSpPr>
            <a:spLocks noGrp="1"/>
          </p:cNvSpPr>
          <p:nvPr>
            <p:ph/>
          </p:nvPr>
        </p:nvSpPr>
        <p:spPr>
          <a:xfrm>
            <a:off x="1077264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5" name="PlaceHolder 2"/>
          <p:cNvSpPr>
            <a:spLocks noGrp="1"/>
          </p:cNvSpPr>
          <p:nvPr>
            <p:ph type="subTitle"/>
          </p:nvPr>
        </p:nvSpPr>
        <p:spPr>
          <a:xfrm>
            <a:off x="879480" y="1405800"/>
            <a:ext cx="14630040" cy="637308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7" name="PlaceHolder 2"/>
          <p:cNvSpPr>
            <a:spLocks noGrp="1"/>
          </p:cNvSpPr>
          <p:nvPr>
            <p:ph/>
          </p:nvPr>
        </p:nvSpPr>
        <p:spPr>
          <a:xfrm>
            <a:off x="879480" y="1405800"/>
            <a:ext cx="1463004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9" name="PlaceHolder 2"/>
          <p:cNvSpPr>
            <a:spLocks noGrp="1"/>
          </p:cNvSpPr>
          <p:nvPr>
            <p:ph/>
          </p:nvPr>
        </p:nvSpPr>
        <p:spPr>
          <a:xfrm>
            <a:off x="87948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0" name="PlaceHolder 3"/>
          <p:cNvSpPr>
            <a:spLocks noGrp="1"/>
          </p:cNvSpPr>
          <p:nvPr>
            <p:ph/>
          </p:nvPr>
        </p:nvSpPr>
        <p:spPr>
          <a:xfrm>
            <a:off x="837612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878760" y="272160"/>
            <a:ext cx="14631480" cy="40345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4"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5" name="PlaceHolder 3"/>
          <p:cNvSpPr>
            <a:spLocks noGrp="1"/>
          </p:cNvSpPr>
          <p:nvPr>
            <p:ph/>
          </p:nvPr>
        </p:nvSpPr>
        <p:spPr>
          <a:xfrm>
            <a:off x="837612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6" name="PlaceHolder 4"/>
          <p:cNvSpPr>
            <a:spLocks noGrp="1"/>
          </p:cNvSpPr>
          <p:nvPr>
            <p:ph/>
          </p:nvPr>
        </p:nvSpPr>
        <p:spPr>
          <a:xfrm>
            <a:off x="87948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8" name="PlaceHolder 2"/>
          <p:cNvSpPr>
            <a:spLocks noGrp="1"/>
          </p:cNvSpPr>
          <p:nvPr>
            <p:ph/>
          </p:nvPr>
        </p:nvSpPr>
        <p:spPr>
          <a:xfrm>
            <a:off x="879480" y="1405800"/>
            <a:ext cx="7139160" cy="6373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9"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0" name="PlaceHolder 4"/>
          <p:cNvSpPr>
            <a:spLocks noGrp="1"/>
          </p:cNvSpPr>
          <p:nvPr>
            <p:ph/>
          </p:nvPr>
        </p:nvSpPr>
        <p:spPr>
          <a:xfrm>
            <a:off x="837612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2"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3"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4" name="PlaceHolder 4"/>
          <p:cNvSpPr>
            <a:spLocks noGrp="1"/>
          </p:cNvSpPr>
          <p:nvPr>
            <p:ph/>
          </p:nvPr>
        </p:nvSpPr>
        <p:spPr>
          <a:xfrm>
            <a:off x="879480" y="473472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6" name="PlaceHolder 2"/>
          <p:cNvSpPr>
            <a:spLocks noGrp="1"/>
          </p:cNvSpPr>
          <p:nvPr>
            <p:ph/>
          </p:nvPr>
        </p:nvSpPr>
        <p:spPr>
          <a:xfrm>
            <a:off x="879480" y="140580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7" name="PlaceHolder 3"/>
          <p:cNvSpPr>
            <a:spLocks noGrp="1"/>
          </p:cNvSpPr>
          <p:nvPr>
            <p:ph/>
          </p:nvPr>
        </p:nvSpPr>
        <p:spPr>
          <a:xfrm>
            <a:off x="879480" y="4734720"/>
            <a:ext cx="1463004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9" name="PlaceHolder 2"/>
          <p:cNvSpPr>
            <a:spLocks noGrp="1"/>
          </p:cNvSpPr>
          <p:nvPr>
            <p:ph/>
          </p:nvPr>
        </p:nvSpPr>
        <p:spPr>
          <a:xfrm>
            <a:off x="87948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0" name="PlaceHolder 3"/>
          <p:cNvSpPr>
            <a:spLocks noGrp="1"/>
          </p:cNvSpPr>
          <p:nvPr>
            <p:ph/>
          </p:nvPr>
        </p:nvSpPr>
        <p:spPr>
          <a:xfrm>
            <a:off x="8376120" y="140580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1" name="PlaceHolder 4"/>
          <p:cNvSpPr>
            <a:spLocks noGrp="1"/>
          </p:cNvSpPr>
          <p:nvPr>
            <p:ph/>
          </p:nvPr>
        </p:nvSpPr>
        <p:spPr>
          <a:xfrm>
            <a:off x="87948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2" name="PlaceHolder 5"/>
          <p:cNvSpPr>
            <a:spLocks noGrp="1"/>
          </p:cNvSpPr>
          <p:nvPr>
            <p:ph/>
          </p:nvPr>
        </p:nvSpPr>
        <p:spPr>
          <a:xfrm>
            <a:off x="8376120" y="4734720"/>
            <a:ext cx="713916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4" name="PlaceHolder 2"/>
          <p:cNvSpPr>
            <a:spLocks noGrp="1"/>
          </p:cNvSpPr>
          <p:nvPr>
            <p:ph/>
          </p:nvPr>
        </p:nvSpPr>
        <p:spPr>
          <a:xfrm>
            <a:off x="87948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5" name="PlaceHolder 3"/>
          <p:cNvSpPr>
            <a:spLocks noGrp="1"/>
          </p:cNvSpPr>
          <p:nvPr>
            <p:ph/>
          </p:nvPr>
        </p:nvSpPr>
        <p:spPr>
          <a:xfrm>
            <a:off x="582588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6" name="PlaceHolder 4"/>
          <p:cNvSpPr>
            <a:spLocks noGrp="1"/>
          </p:cNvSpPr>
          <p:nvPr>
            <p:ph/>
          </p:nvPr>
        </p:nvSpPr>
        <p:spPr>
          <a:xfrm>
            <a:off x="10772640" y="140580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7" name="PlaceHolder 5"/>
          <p:cNvSpPr>
            <a:spLocks noGrp="1"/>
          </p:cNvSpPr>
          <p:nvPr>
            <p:ph/>
          </p:nvPr>
        </p:nvSpPr>
        <p:spPr>
          <a:xfrm>
            <a:off x="87948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8" name="PlaceHolder 6"/>
          <p:cNvSpPr>
            <a:spLocks noGrp="1"/>
          </p:cNvSpPr>
          <p:nvPr>
            <p:ph/>
          </p:nvPr>
        </p:nvSpPr>
        <p:spPr>
          <a:xfrm>
            <a:off x="582588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9" name="PlaceHolder 7"/>
          <p:cNvSpPr>
            <a:spLocks noGrp="1"/>
          </p:cNvSpPr>
          <p:nvPr>
            <p:ph/>
          </p:nvPr>
        </p:nvSpPr>
        <p:spPr>
          <a:xfrm>
            <a:off x="10772640" y="4734720"/>
            <a:ext cx="4710600" cy="30398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ececec"/>
            </a:gs>
            <a:gs pos="100000">
              <a:srgbClr val="ffffff"/>
            </a:gs>
          </a:gsLst>
          <a:lin ang="16200000"/>
        </a:gradFill>
      </p:bgPr>
    </p:bg>
    <p:spTree>
      <p:nvGrpSpPr>
        <p:cNvPr id="1" name=""/>
        <p:cNvGrpSpPr/>
        <p:nvPr/>
      </p:nvGrpSpPr>
      <p:grpSpPr>
        <a:xfrm>
          <a:off x="0" y="0"/>
          <a:ext cx="0" cy="0"/>
          <a:chOff x="0" y="0"/>
          <a:chExt cx="0" cy="0"/>
        </a:xfrm>
      </p:grpSpPr>
      <p:pic>
        <p:nvPicPr>
          <p:cNvPr id="0" name="Google Shape;10;p27" descr=""/>
          <p:cNvPicPr/>
          <p:nvPr/>
        </p:nvPicPr>
        <p:blipFill>
          <a:blip r:embed="rId2"/>
          <a:srcRect l="0" t="16664" r="0" b="11627"/>
          <a:stretch/>
        </p:blipFill>
        <p:spPr>
          <a:xfrm>
            <a:off x="-14040" y="0"/>
            <a:ext cx="16271280" cy="7775640"/>
          </a:xfrm>
          <a:prstGeom prst="rect">
            <a:avLst/>
          </a:prstGeom>
          <a:ln w="0">
            <a:noFill/>
          </a:ln>
        </p:spPr>
      </p:pic>
      <p:sp>
        <p:nvSpPr>
          <p:cNvPr id="1" name="Google Shape;11;p27"/>
          <p:cNvSpPr/>
          <p:nvPr/>
        </p:nvSpPr>
        <p:spPr>
          <a:xfrm>
            <a:off x="0" y="7674480"/>
            <a:ext cx="16257240" cy="1469160"/>
          </a:xfrm>
          <a:prstGeom prst="rect">
            <a:avLst/>
          </a:prstGeom>
          <a:solidFill>
            <a:srgbClr val="00274c"/>
          </a:solidFill>
          <a:ln w="9525">
            <a:solidFill>
              <a:srgbClr val="ffc900"/>
            </a:solidFill>
            <a:round/>
          </a:ln>
        </p:spPr>
        <p:style>
          <a:lnRef idx="0"/>
          <a:fillRef idx="0"/>
          <a:effectRef idx="0"/>
          <a:fontRef idx="minor"/>
        </p:style>
      </p:sp>
      <p:pic>
        <p:nvPicPr>
          <p:cNvPr id="2" name="Google Shape;12;p27" descr="M_SchoolPublicHealth_logo_white.png"/>
          <p:cNvPicPr/>
          <p:nvPr/>
        </p:nvPicPr>
        <p:blipFill>
          <a:blip r:embed="rId3"/>
          <a:stretch/>
        </p:blipFill>
        <p:spPr>
          <a:xfrm>
            <a:off x="10760040" y="8007840"/>
            <a:ext cx="5372280" cy="767160"/>
          </a:xfrm>
          <a:prstGeom prst="rect">
            <a:avLst/>
          </a:prstGeom>
          <a:ln w="0">
            <a:noFill/>
          </a:ln>
        </p:spPr>
      </p:pic>
      <p:sp>
        <p:nvSpPr>
          <p:cNvPr id="3" name="Google Shape;13;p27"/>
          <p:cNvSpPr/>
          <p:nvPr/>
        </p:nvSpPr>
        <p:spPr>
          <a:xfrm>
            <a:off x="0" y="7623720"/>
            <a:ext cx="16257240" cy="151920"/>
          </a:xfrm>
          <a:prstGeom prst="rect">
            <a:avLst/>
          </a:prstGeom>
          <a:solidFill>
            <a:srgbClr val="ffcb05"/>
          </a:solidFill>
          <a:ln w="0">
            <a:noFill/>
          </a:ln>
        </p:spPr>
        <p:style>
          <a:lnRef idx="0"/>
          <a:fillRef idx="0"/>
          <a:effectRef idx="0"/>
          <a:fontRef idx="minor"/>
        </p:style>
      </p:sp>
      <p:sp>
        <p:nvSpPr>
          <p:cNvPr id="4" name="Google Shape;14;p27"/>
          <p:cNvSpPr/>
          <p:nvPr/>
        </p:nvSpPr>
        <p:spPr>
          <a:xfrm>
            <a:off x="0" y="4767840"/>
            <a:ext cx="16257240" cy="2846160"/>
          </a:xfrm>
          <a:prstGeom prst="rect">
            <a:avLst/>
          </a:prstGeom>
          <a:gradFill rotWithShape="0">
            <a:gsLst>
              <a:gs pos="0">
                <a:srgbClr val="f2f2f2"/>
              </a:gs>
              <a:gs pos="100000">
                <a:srgbClr val="eeeeee"/>
              </a:gs>
            </a:gsLst>
            <a:lin ang="1200000"/>
          </a:gradFill>
          <a:ln w="0">
            <a:noFill/>
          </a:ln>
          <a:effectLst>
            <a:outerShdw algn="t" blurRad="50760" dir="5400000" dist="38160" rotWithShape="0">
              <a:srgbClr val="000000">
                <a:alpha val="40000"/>
              </a:srgbClr>
            </a:outerShdw>
          </a:effectLst>
        </p:spPr>
        <p:style>
          <a:lnRef idx="0"/>
          <a:fillRef idx="0"/>
          <a:effectRef idx="0"/>
          <a:fontRef idx="minor"/>
        </p:style>
      </p:sp>
      <p:pic>
        <p:nvPicPr>
          <p:cNvPr id="5" name="Google Shape;15;p27" descr=""/>
          <p:cNvPicPr/>
          <p:nvPr/>
        </p:nvPicPr>
        <p:blipFill>
          <a:blip r:embed="rId4">
            <a:alphaModFix amt="20000"/>
          </a:blip>
          <a:stretch/>
        </p:blipFill>
        <p:spPr>
          <a:xfrm>
            <a:off x="-14040" y="4757760"/>
            <a:ext cx="12191760" cy="2890800"/>
          </a:xfrm>
          <a:prstGeom prst="rect">
            <a:avLst/>
          </a:prstGeom>
          <a:ln w="0">
            <a:noFill/>
          </a:ln>
        </p:spPr>
      </p:pic>
      <p:sp>
        <p:nvSpPr>
          <p:cNvPr id="6" name="Google Shape;16;p27"/>
          <p:cNvSpPr/>
          <p:nvPr/>
        </p:nvSpPr>
        <p:spPr>
          <a:xfrm>
            <a:off x="0" y="6607800"/>
            <a:ext cx="10139760" cy="360"/>
          </a:xfrm>
          <a:custGeom>
            <a:avLst/>
            <a:gdLst/>
            <a:ahLst/>
            <a:rect l="l" t="t" r="r" b="b"/>
            <a:pathLst>
              <a:path w="21600" h="21600">
                <a:moveTo>
                  <a:pt x="0" y="0"/>
                </a:moveTo>
                <a:lnTo>
                  <a:pt x="21600" y="21600"/>
                </a:lnTo>
              </a:path>
            </a:pathLst>
          </a:custGeom>
          <a:noFill/>
          <a:ln w="38100">
            <a:solidFill>
              <a:srgbClr val="00274c"/>
            </a:solidFill>
            <a:round/>
          </a:ln>
        </p:spPr>
        <p:style>
          <a:lnRef idx="0"/>
          <a:fillRef idx="0"/>
          <a:effectRef idx="0"/>
          <a:fontRef idx="minor"/>
        </p:style>
      </p:sp>
      <p:sp>
        <p:nvSpPr>
          <p:cNvPr id="7" name="Google Shape;17;p27"/>
          <p:cNvSpPr/>
          <p:nvPr/>
        </p:nvSpPr>
        <p:spPr>
          <a:xfrm>
            <a:off x="0" y="4551120"/>
            <a:ext cx="16257240" cy="224640"/>
          </a:xfrm>
          <a:prstGeom prst="rect">
            <a:avLst/>
          </a:prstGeom>
          <a:gradFill rotWithShape="0">
            <a:gsLst>
              <a:gs pos="37000">
                <a:srgbClr val="ffffff"/>
              </a:gs>
              <a:gs pos="100000">
                <a:srgbClr val="587abc"/>
              </a:gs>
            </a:gsLst>
            <a:lin ang="10800000"/>
          </a:gradFill>
          <a:ln w="0">
            <a:noFill/>
          </a:ln>
          <a:effectLst>
            <a:outerShdw algn="t" blurRad="50760" dir="5400000" dist="38160" rotWithShape="0">
              <a:srgbClr val="000000">
                <a:alpha val="40000"/>
              </a:srgbClr>
            </a:outerShdw>
          </a:effectLst>
        </p:spPr>
        <p:style>
          <a:lnRef idx="0"/>
          <a:fillRef idx="0"/>
          <a:effectRef idx="0"/>
          <a:fontRef idx="minor"/>
        </p:style>
      </p:sp>
      <p:sp>
        <p:nvSpPr>
          <p:cNvPr id="8" name="PlaceHolder 1"/>
          <p:cNvSpPr>
            <a:spLocks noGrp="1"/>
          </p:cNvSpPr>
          <p:nvPr>
            <p:ph type="title"/>
          </p:nvPr>
        </p:nvSpPr>
        <p:spPr>
          <a:xfrm>
            <a:off x="812880" y="364680"/>
            <a:ext cx="14631480" cy="15264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9" name="PlaceHolder 2"/>
          <p:cNvSpPr>
            <a:spLocks noGrp="1"/>
          </p:cNvSpPr>
          <p:nvPr>
            <p:ph type="body"/>
          </p:nvPr>
        </p:nvSpPr>
        <p:spPr>
          <a:xfrm>
            <a:off x="812880" y="2139480"/>
            <a:ext cx="1463148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Google Shape;22;p29"/>
          <p:cNvSpPr/>
          <p:nvPr/>
        </p:nvSpPr>
        <p:spPr>
          <a:xfrm>
            <a:off x="0" y="0"/>
            <a:ext cx="16257240" cy="224640"/>
          </a:xfrm>
          <a:prstGeom prst="rect">
            <a:avLst/>
          </a:prstGeom>
          <a:gradFill rotWithShape="0">
            <a:gsLst>
              <a:gs pos="37000">
                <a:srgbClr val="00274c"/>
              </a:gs>
              <a:gs pos="100000">
                <a:srgbClr val="587abc"/>
              </a:gs>
            </a:gsLst>
            <a:lin ang="10800000"/>
          </a:gradFill>
          <a:ln w="0">
            <a:noFill/>
          </a:ln>
          <a:effectLst>
            <a:outerShdw algn="t" blurRad="50760" dir="5400000" dist="38160" rotWithShape="0">
              <a:srgbClr val="000000">
                <a:alpha val="40000"/>
              </a:srgbClr>
            </a:outerShdw>
          </a:effectLst>
        </p:spPr>
        <p:style>
          <a:lnRef idx="0"/>
          <a:fillRef idx="0"/>
          <a:effectRef idx="0"/>
          <a:fontRef idx="minor"/>
        </p:style>
      </p:sp>
      <p:sp>
        <p:nvSpPr>
          <p:cNvPr id="47" name="Google Shape;23;p29"/>
          <p:cNvSpPr/>
          <p:nvPr/>
        </p:nvSpPr>
        <p:spPr>
          <a:xfrm>
            <a:off x="1023480" y="1210680"/>
            <a:ext cx="14343480" cy="360"/>
          </a:xfrm>
          <a:custGeom>
            <a:avLst/>
            <a:gdLst/>
            <a:ahLst/>
            <a:rect l="l" t="t" r="r" b="b"/>
            <a:pathLst>
              <a:path w="21600" h="21600">
                <a:moveTo>
                  <a:pt x="0" y="0"/>
                </a:moveTo>
                <a:lnTo>
                  <a:pt x="21600" y="21600"/>
                </a:lnTo>
              </a:path>
            </a:pathLst>
          </a:custGeom>
          <a:noFill/>
          <a:ln w="38100">
            <a:solidFill>
              <a:srgbClr val="ffcb05"/>
            </a:solidFill>
            <a:round/>
          </a:ln>
        </p:spPr>
        <p:style>
          <a:lnRef idx="0"/>
          <a:fillRef idx="0"/>
          <a:effectRef idx="0"/>
          <a:fontRef idx="minor"/>
        </p:style>
      </p:sp>
      <p:sp>
        <p:nvSpPr>
          <p:cNvPr id="48" name="Google Shape;24;p29"/>
          <p:cNvSpPr/>
          <p:nvPr/>
        </p:nvSpPr>
        <p:spPr>
          <a:xfrm>
            <a:off x="0" y="7776000"/>
            <a:ext cx="16257240" cy="1367640"/>
          </a:xfrm>
          <a:prstGeom prst="rect">
            <a:avLst/>
          </a:prstGeom>
          <a:gradFill rotWithShape="0">
            <a:gsLst>
              <a:gs pos="8000">
                <a:srgbClr val="e4e1df"/>
              </a:gs>
              <a:gs pos="100000">
                <a:srgbClr val="ffffff"/>
              </a:gs>
            </a:gsLst>
            <a:lin ang="16200000"/>
          </a:gradFill>
          <a:ln w="0">
            <a:noFill/>
          </a:ln>
        </p:spPr>
        <p:style>
          <a:lnRef idx="0"/>
          <a:fillRef idx="0"/>
          <a:effectRef idx="0"/>
          <a:fontRef idx="minor"/>
        </p:style>
      </p:sp>
      <p:sp>
        <p:nvSpPr>
          <p:cNvPr id="49" name="Google Shape;25;p29"/>
          <p:cNvSpPr/>
          <p:nvPr/>
        </p:nvSpPr>
        <p:spPr>
          <a:xfrm>
            <a:off x="0" y="7758720"/>
            <a:ext cx="16257240" cy="360"/>
          </a:xfrm>
          <a:custGeom>
            <a:avLst/>
            <a:gdLst/>
            <a:ahLst/>
            <a:rect l="l" t="t" r="r" b="b"/>
            <a:pathLst>
              <a:path w="21600" h="21600">
                <a:moveTo>
                  <a:pt x="0" y="0"/>
                </a:moveTo>
                <a:lnTo>
                  <a:pt x="21600" y="21600"/>
                </a:lnTo>
              </a:path>
            </a:pathLst>
          </a:custGeom>
          <a:noFill/>
          <a:ln w="9525">
            <a:solidFill>
              <a:srgbClr val="e4e1df">
                <a:alpha val="30000"/>
              </a:srgbClr>
            </a:solidFill>
            <a:round/>
          </a:ln>
          <a:effectLst>
            <a:outerShdw blurRad="39960" dir="5400000" dist="20160" rotWithShape="0">
              <a:srgbClr val="000000">
                <a:alpha val="38000"/>
              </a:srgbClr>
            </a:outerShdw>
          </a:effectLst>
        </p:spPr>
        <p:style>
          <a:lnRef idx="0"/>
          <a:fillRef idx="0"/>
          <a:effectRef idx="0"/>
          <a:fontRef idx="minor"/>
        </p:style>
      </p:sp>
      <p:sp>
        <p:nvSpPr>
          <p:cNvPr id="50" name="PlaceHolder 1"/>
          <p:cNvSpPr>
            <a:spLocks noGrp="1"/>
          </p:cNvSpPr>
          <p:nvPr>
            <p:ph type="title"/>
          </p:nvPr>
        </p:nvSpPr>
        <p:spPr>
          <a:xfrm>
            <a:off x="878760" y="272160"/>
            <a:ext cx="14631480" cy="870120"/>
          </a:xfrm>
          <a:prstGeom prst="rect">
            <a:avLst/>
          </a:prstGeom>
          <a:noFill/>
          <a:ln w="0">
            <a:noFill/>
          </a:ln>
        </p:spPr>
        <p:txBody>
          <a:bodyPr anchor="ctr">
            <a:noAutofit/>
          </a:bodyPr>
          <a:p>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1" name="PlaceHolder 2"/>
          <p:cNvSpPr>
            <a:spLocks noGrp="1"/>
          </p:cNvSpPr>
          <p:nvPr>
            <p:ph type="body"/>
          </p:nvPr>
        </p:nvSpPr>
        <p:spPr>
          <a:xfrm>
            <a:off x="879480" y="1405800"/>
            <a:ext cx="14630040" cy="6373080"/>
          </a:xfrm>
          <a:prstGeom prst="rect">
            <a:avLst/>
          </a:prstGeom>
          <a:noFill/>
          <a:ln w="0">
            <a:noFill/>
          </a:ln>
        </p:spPr>
        <p:txBody>
          <a:bodyPr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Google Shape;22;p29"/>
          <p:cNvSpPr/>
          <p:nvPr/>
        </p:nvSpPr>
        <p:spPr>
          <a:xfrm>
            <a:off x="0" y="0"/>
            <a:ext cx="16257240" cy="224640"/>
          </a:xfrm>
          <a:prstGeom prst="rect">
            <a:avLst/>
          </a:prstGeom>
          <a:gradFill rotWithShape="0">
            <a:gsLst>
              <a:gs pos="37000">
                <a:srgbClr val="00274c"/>
              </a:gs>
              <a:gs pos="100000">
                <a:srgbClr val="587abc"/>
              </a:gs>
            </a:gsLst>
            <a:lin ang="10800000"/>
          </a:gradFill>
          <a:ln w="0">
            <a:noFill/>
          </a:ln>
          <a:effectLst>
            <a:outerShdw algn="t" blurRad="50760" dir="5400000" dist="38160" rotWithShape="0">
              <a:srgbClr val="000000">
                <a:alpha val="40000"/>
              </a:srgbClr>
            </a:outerShdw>
          </a:effectLst>
        </p:spPr>
        <p:style>
          <a:lnRef idx="0"/>
          <a:fillRef idx="0"/>
          <a:effectRef idx="0"/>
          <a:fontRef idx="minor"/>
        </p:style>
      </p:sp>
      <p:sp>
        <p:nvSpPr>
          <p:cNvPr id="89" name="Google Shape;23;p29"/>
          <p:cNvSpPr/>
          <p:nvPr/>
        </p:nvSpPr>
        <p:spPr>
          <a:xfrm>
            <a:off x="1023480" y="1210680"/>
            <a:ext cx="14343480" cy="360"/>
          </a:xfrm>
          <a:custGeom>
            <a:avLst/>
            <a:gdLst/>
            <a:ahLst/>
            <a:rect l="l" t="t" r="r" b="b"/>
            <a:pathLst>
              <a:path w="21600" h="21600">
                <a:moveTo>
                  <a:pt x="0" y="0"/>
                </a:moveTo>
                <a:lnTo>
                  <a:pt x="21600" y="21600"/>
                </a:lnTo>
              </a:path>
            </a:pathLst>
          </a:custGeom>
          <a:noFill/>
          <a:ln w="38100">
            <a:solidFill>
              <a:srgbClr val="ffcb05"/>
            </a:solidFill>
            <a:round/>
          </a:ln>
        </p:spPr>
        <p:style>
          <a:lnRef idx="0"/>
          <a:fillRef idx="0"/>
          <a:effectRef idx="0"/>
          <a:fontRef idx="minor"/>
        </p:style>
      </p:sp>
      <p:sp>
        <p:nvSpPr>
          <p:cNvPr id="90" name="Google Shape;24;p29"/>
          <p:cNvSpPr/>
          <p:nvPr/>
        </p:nvSpPr>
        <p:spPr>
          <a:xfrm>
            <a:off x="0" y="7776000"/>
            <a:ext cx="16257240" cy="1367640"/>
          </a:xfrm>
          <a:prstGeom prst="rect">
            <a:avLst/>
          </a:prstGeom>
          <a:gradFill rotWithShape="0">
            <a:gsLst>
              <a:gs pos="8000">
                <a:srgbClr val="e4e1df"/>
              </a:gs>
              <a:gs pos="100000">
                <a:srgbClr val="ffffff"/>
              </a:gs>
            </a:gsLst>
            <a:lin ang="16200000"/>
          </a:gradFill>
          <a:ln w="0">
            <a:noFill/>
          </a:ln>
        </p:spPr>
        <p:style>
          <a:lnRef idx="0"/>
          <a:fillRef idx="0"/>
          <a:effectRef idx="0"/>
          <a:fontRef idx="minor"/>
        </p:style>
      </p:sp>
      <p:sp>
        <p:nvSpPr>
          <p:cNvPr id="91" name="Google Shape;25;p29"/>
          <p:cNvSpPr/>
          <p:nvPr/>
        </p:nvSpPr>
        <p:spPr>
          <a:xfrm>
            <a:off x="0" y="7758720"/>
            <a:ext cx="16257240" cy="360"/>
          </a:xfrm>
          <a:custGeom>
            <a:avLst/>
            <a:gdLst/>
            <a:ahLst/>
            <a:rect l="l" t="t" r="r" b="b"/>
            <a:pathLst>
              <a:path w="21600" h="21600">
                <a:moveTo>
                  <a:pt x="0" y="0"/>
                </a:moveTo>
                <a:lnTo>
                  <a:pt x="21600" y="21600"/>
                </a:lnTo>
              </a:path>
            </a:pathLst>
          </a:custGeom>
          <a:noFill/>
          <a:ln w="9525">
            <a:solidFill>
              <a:srgbClr val="e4e1df">
                <a:alpha val="30000"/>
              </a:srgbClr>
            </a:solidFill>
            <a:round/>
          </a:ln>
          <a:effectLst>
            <a:outerShdw blurRad="39960" dir="5400000" dist="20160" rotWithShape="0">
              <a:srgbClr val="000000">
                <a:alpha val="38000"/>
              </a:srgbClr>
            </a:outerShdw>
          </a:effectLst>
        </p:spPr>
        <p:style>
          <a:lnRef idx="0"/>
          <a:fillRef idx="0"/>
          <a:effectRef idx="0"/>
          <a:fontRef idx="minor"/>
        </p:style>
      </p:sp>
      <p:sp>
        <p:nvSpPr>
          <p:cNvPr id="92"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ea typeface="Arial"/>
              </a:rPr>
              <a:t>Click to edit Master title style</a:t>
            </a:r>
            <a:endParaRPr b="0" lang="en-US" sz="4400" spc="-1" strike="noStrike">
              <a:solidFill>
                <a:srgbClr val="000000"/>
              </a:solidFill>
              <a:latin typeface="Arial"/>
            </a:endParaRPr>
          </a:p>
        </p:txBody>
      </p:sp>
      <p:sp>
        <p:nvSpPr>
          <p:cNvPr id="93" name="PlaceHolder 2"/>
          <p:cNvSpPr>
            <a:spLocks noGrp="1"/>
          </p:cNvSpPr>
          <p:nvPr>
            <p:ph type="body"/>
          </p:nvPr>
        </p:nvSpPr>
        <p:spPr>
          <a:xfrm>
            <a:off x="879480" y="1405800"/>
            <a:ext cx="14630040" cy="6373080"/>
          </a:xfrm>
          <a:prstGeom prst="rect">
            <a:avLst/>
          </a:prstGeom>
          <a:noFill/>
          <a:ln w="0">
            <a:noFill/>
          </a:ln>
        </p:spPr>
        <p:txBody>
          <a:bodyPr anchor="t">
            <a:noAutofit/>
          </a:bodyPr>
          <a:p>
            <a:pPr marL="457200" indent="-228600">
              <a:lnSpc>
                <a:spcPct val="100000"/>
              </a:lnSpc>
              <a:spcBef>
                <a:spcPts val="641"/>
              </a:spcBef>
              <a:tabLst>
                <a:tab algn="l" pos="0"/>
              </a:tabLst>
            </a:pPr>
            <a:r>
              <a:rPr b="0" lang="en-US" sz="3200" spc="-1" strike="noStrike">
                <a:solidFill>
                  <a:srgbClr val="00274c"/>
                </a:solidFill>
                <a:latin typeface="Arial"/>
                <a:ea typeface="Arial"/>
              </a:rPr>
              <a:t>Edit Master text styles</a:t>
            </a:r>
            <a:endParaRPr b="0" lang="en-US" sz="3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Google Shape;74;p3"/>
          <p:cNvSpPr/>
          <p:nvPr/>
        </p:nvSpPr>
        <p:spPr>
          <a:xfrm>
            <a:off x="441000" y="4945320"/>
            <a:ext cx="14798880" cy="1717920"/>
          </a:xfrm>
          <a:prstGeom prst="rect">
            <a:avLst/>
          </a:prstGeom>
          <a:noFill/>
          <a:ln w="0">
            <a:noFill/>
          </a:ln>
        </p:spPr>
        <p:style>
          <a:lnRef idx="0"/>
          <a:fillRef idx="0"/>
          <a:effectRef idx="0"/>
          <a:fontRef idx="minor"/>
        </p:style>
        <p:txBody>
          <a:bodyPr anchor="t">
            <a:normAutofit/>
          </a:bodyPr>
          <a:p>
            <a:pPr>
              <a:lnSpc>
                <a:spcPct val="90000"/>
              </a:lnSpc>
              <a:tabLst>
                <a:tab algn="l" pos="0"/>
              </a:tabLst>
            </a:pPr>
            <a:r>
              <a:rPr b="1" lang="en-US" sz="4600" spc="-1" strike="noStrike">
                <a:solidFill>
                  <a:srgbClr val="d86018"/>
                </a:solidFill>
                <a:latin typeface="Arial"/>
                <a:ea typeface="Arial"/>
              </a:rPr>
              <a:t>Products in our daily life – product classification</a:t>
            </a:r>
            <a:endParaRPr b="0" lang="en-US" sz="4600" spc="-1" strike="noStrike">
              <a:latin typeface="Arial"/>
            </a:endParaRPr>
          </a:p>
        </p:txBody>
      </p:sp>
      <p:sp>
        <p:nvSpPr>
          <p:cNvPr id="137" name="Google Shape;75;p3"/>
          <p:cNvSpPr/>
          <p:nvPr/>
        </p:nvSpPr>
        <p:spPr>
          <a:xfrm>
            <a:off x="441000" y="6790680"/>
            <a:ext cx="3021480" cy="472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500" spc="-1" strike="noStrike">
                <a:solidFill>
                  <a:srgbClr val="00274c"/>
                </a:solidFill>
                <a:latin typeface="Arial"/>
                <a:ea typeface="Arial"/>
              </a:rPr>
              <a:t>Olivier Jolliet, PhD</a:t>
            </a:r>
            <a:endParaRPr b="0" lang="en-US" sz="25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368;p18"/>
          <p:cNvSpPr/>
          <p:nvPr/>
        </p:nvSpPr>
        <p:spPr>
          <a:xfrm>
            <a:off x="503640" y="3153600"/>
            <a:ext cx="15457320" cy="457560"/>
          </a:xfrm>
          <a:prstGeom prst="rect">
            <a:avLst/>
          </a:prstGeom>
          <a:solidFill>
            <a:srgbClr val="ffe599"/>
          </a:solidFill>
          <a:ln w="0">
            <a:noFill/>
          </a:ln>
        </p:spPr>
        <p:style>
          <a:lnRef idx="0"/>
          <a:fillRef idx="0"/>
          <a:effectRef idx="0"/>
          <a:fontRef idx="minor"/>
        </p:style>
        <p:txBody>
          <a:bodyPr anchor="t">
            <a:spAutoFit/>
          </a:bodyPr>
          <a:p>
            <a:pPr>
              <a:lnSpc>
                <a:spcPct val="100000"/>
              </a:lnSpc>
              <a:tabLst>
                <a:tab algn="l" pos="0"/>
              </a:tabLst>
            </a:pPr>
            <a:r>
              <a:rPr b="0" lang="en-US" sz="2400" spc="-1" strike="noStrike">
                <a:solidFill>
                  <a:srgbClr val="000000"/>
                </a:solidFill>
                <a:latin typeface="Arial"/>
                <a:ea typeface="Arial"/>
              </a:rPr>
              <a:t>Personal care</a:t>
            </a:r>
            <a:endParaRPr b="0" lang="en-US" sz="2400" spc="-1" strike="noStrike">
              <a:latin typeface="Arial"/>
            </a:endParaRPr>
          </a:p>
        </p:txBody>
      </p:sp>
      <p:sp>
        <p:nvSpPr>
          <p:cNvPr id="139" name="Google Shape;369;p18"/>
          <p:cNvSpPr/>
          <p:nvPr/>
        </p:nvSpPr>
        <p:spPr>
          <a:xfrm>
            <a:off x="524880" y="4908960"/>
            <a:ext cx="15457320" cy="1465200"/>
          </a:xfrm>
          <a:prstGeom prst="rect">
            <a:avLst/>
          </a:prstGeom>
          <a:solidFill>
            <a:srgbClr val="f9cb9c"/>
          </a:solidFill>
          <a:ln w="0">
            <a:noFill/>
          </a:ln>
        </p:spPr>
        <p:style>
          <a:lnRef idx="0"/>
          <a:fillRef idx="0"/>
          <a:effectRef idx="0"/>
          <a:fontRef idx="minor"/>
        </p:style>
        <p:txBody>
          <a:bodyPr anchor="t">
            <a:noAutofit/>
          </a:bodyPr>
          <a:p>
            <a:pPr>
              <a:lnSpc>
                <a:spcPct val="100000"/>
              </a:lnSpc>
              <a:tabLst>
                <a:tab algn="l" pos="0"/>
              </a:tabLst>
            </a:pPr>
            <a:r>
              <a:rPr b="0" lang="en-US" sz="2400" spc="-1" strike="noStrike">
                <a:solidFill>
                  <a:srgbClr val="000000"/>
                </a:solidFill>
                <a:latin typeface="Arial"/>
                <a:ea typeface="Arial"/>
              </a:rPr>
              <a:t>Kitchen</a:t>
            </a:r>
            <a:endParaRPr b="0" lang="en-US" sz="2400" spc="-1" strike="noStrike">
              <a:latin typeface="Arial"/>
            </a:endParaRPr>
          </a:p>
        </p:txBody>
      </p:sp>
      <p:sp>
        <p:nvSpPr>
          <p:cNvPr id="140" name="Google Shape;370;p18"/>
          <p:cNvSpPr/>
          <p:nvPr/>
        </p:nvSpPr>
        <p:spPr>
          <a:xfrm>
            <a:off x="503640" y="6477480"/>
            <a:ext cx="15457320" cy="461520"/>
          </a:xfrm>
          <a:prstGeom prst="rect">
            <a:avLst/>
          </a:prstGeom>
          <a:solidFill>
            <a:srgbClr val="ea9999"/>
          </a:solidFill>
          <a:ln w="0">
            <a:noFill/>
          </a:ln>
        </p:spPr>
        <p:style>
          <a:lnRef idx="0"/>
          <a:fillRef idx="0"/>
          <a:effectRef idx="0"/>
          <a:fontRef idx="minor"/>
        </p:style>
        <p:txBody>
          <a:bodyPr anchor="t">
            <a:noAutofit/>
          </a:bodyPr>
          <a:p>
            <a:pPr>
              <a:lnSpc>
                <a:spcPct val="100000"/>
              </a:lnSpc>
              <a:tabLst>
                <a:tab algn="l" pos="0"/>
              </a:tabLst>
            </a:pPr>
            <a:r>
              <a:rPr b="0" lang="en-US" sz="2400" spc="-1" strike="noStrike">
                <a:solidFill>
                  <a:srgbClr val="000000"/>
                </a:solidFill>
                <a:latin typeface="Arial"/>
                <a:ea typeface="Arial"/>
              </a:rPr>
              <a:t>Transportation</a:t>
            </a:r>
            <a:endParaRPr b="0" lang="en-US" sz="2400" spc="-1" strike="noStrike">
              <a:latin typeface="Arial"/>
            </a:endParaRPr>
          </a:p>
        </p:txBody>
      </p:sp>
      <p:sp>
        <p:nvSpPr>
          <p:cNvPr id="141" name="Google Shape;371;p18"/>
          <p:cNvSpPr/>
          <p:nvPr/>
        </p:nvSpPr>
        <p:spPr>
          <a:xfrm>
            <a:off x="524880" y="4113000"/>
            <a:ext cx="15457320" cy="635760"/>
          </a:xfrm>
          <a:prstGeom prst="rect">
            <a:avLst/>
          </a:prstGeom>
          <a:solidFill>
            <a:srgbClr val="d5a6bd"/>
          </a:solidFill>
          <a:ln w="0">
            <a:noFill/>
          </a:ln>
        </p:spPr>
        <p:style>
          <a:lnRef idx="0"/>
          <a:fillRef idx="0"/>
          <a:effectRef idx="0"/>
          <a:fontRef idx="minor"/>
        </p:style>
        <p:txBody>
          <a:bodyPr anchor="t">
            <a:noAutofit/>
          </a:bodyPr>
          <a:p>
            <a:pPr>
              <a:lnSpc>
                <a:spcPct val="100000"/>
              </a:lnSpc>
              <a:tabLst>
                <a:tab algn="l" pos="0"/>
              </a:tabLst>
            </a:pPr>
            <a:r>
              <a:rPr b="0" lang="en-US" sz="2400" spc="-1" strike="noStrike">
                <a:solidFill>
                  <a:srgbClr val="000000"/>
                </a:solidFill>
                <a:latin typeface="Arial"/>
                <a:ea typeface="Arial"/>
              </a:rPr>
              <a:t>Clothing</a:t>
            </a:r>
            <a:endParaRPr b="0" lang="en-US" sz="2400" spc="-1" strike="noStrike">
              <a:latin typeface="Arial"/>
            </a:endParaRPr>
          </a:p>
        </p:txBody>
      </p:sp>
      <p:sp>
        <p:nvSpPr>
          <p:cNvPr id="142" name="Google Shape;372;p18"/>
          <p:cNvSpPr/>
          <p:nvPr/>
        </p:nvSpPr>
        <p:spPr>
          <a:xfrm>
            <a:off x="501480" y="8123760"/>
            <a:ext cx="15457320" cy="945000"/>
          </a:xfrm>
          <a:prstGeom prst="rect">
            <a:avLst/>
          </a:prstGeom>
          <a:solidFill>
            <a:srgbClr val="9fc5e8"/>
          </a:solidFill>
          <a:ln w="0">
            <a:noFill/>
          </a:ln>
        </p:spPr>
        <p:style>
          <a:lnRef idx="0"/>
          <a:fillRef idx="0"/>
          <a:effectRef idx="0"/>
          <a:fontRef idx="minor"/>
        </p:style>
        <p:txBody>
          <a:bodyPr anchor="t">
            <a:noAutofit/>
          </a:bodyPr>
          <a:p>
            <a:pPr>
              <a:lnSpc>
                <a:spcPct val="100000"/>
              </a:lnSpc>
              <a:tabLst>
                <a:tab algn="l" pos="0"/>
              </a:tabLst>
            </a:pPr>
            <a:r>
              <a:rPr b="0" lang="en-US" sz="2400" spc="-1" strike="noStrike">
                <a:solidFill>
                  <a:srgbClr val="000000"/>
                </a:solidFill>
                <a:latin typeface="Arial"/>
                <a:ea typeface="Arial"/>
              </a:rPr>
              <a:t>Misc</a:t>
            </a:r>
            <a:endParaRPr b="0" lang="en-US" sz="2400" spc="-1" strike="noStrike">
              <a:latin typeface="Arial"/>
            </a:endParaRPr>
          </a:p>
        </p:txBody>
      </p:sp>
      <p:sp>
        <p:nvSpPr>
          <p:cNvPr id="143" name="Google Shape;373;p18"/>
          <p:cNvSpPr/>
          <p:nvPr/>
        </p:nvSpPr>
        <p:spPr>
          <a:xfrm>
            <a:off x="464400" y="7125120"/>
            <a:ext cx="15517800" cy="870120"/>
          </a:xfrm>
          <a:prstGeom prst="rect">
            <a:avLst/>
          </a:prstGeom>
          <a:solidFill>
            <a:srgbClr val="999999"/>
          </a:solidFill>
          <a:ln w="0">
            <a:noFill/>
          </a:ln>
        </p:spPr>
        <p:style>
          <a:lnRef idx="0"/>
          <a:fillRef idx="0"/>
          <a:effectRef idx="0"/>
          <a:fontRef idx="minor"/>
        </p:style>
        <p:txBody>
          <a:bodyPr anchor="t">
            <a:noAutofit/>
          </a:bodyPr>
          <a:p>
            <a:pPr>
              <a:lnSpc>
                <a:spcPct val="100000"/>
              </a:lnSpc>
              <a:tabLst>
                <a:tab algn="l" pos="0"/>
              </a:tabLst>
            </a:pPr>
            <a:r>
              <a:rPr b="0" lang="en-US" sz="2400" spc="-1" strike="noStrike">
                <a:solidFill>
                  <a:srgbClr val="000000"/>
                </a:solidFill>
                <a:latin typeface="Arial"/>
                <a:ea typeface="Arial"/>
              </a:rPr>
              <a:t>Furniture</a:t>
            </a:r>
            <a:endParaRPr b="0" lang="en-US" sz="2400" spc="-1" strike="noStrike">
              <a:latin typeface="Arial"/>
            </a:endParaRPr>
          </a:p>
        </p:txBody>
      </p:sp>
      <p:sp>
        <p:nvSpPr>
          <p:cNvPr id="144" name="Google Shape;374;p18"/>
          <p:cNvSpPr/>
          <p:nvPr/>
        </p:nvSpPr>
        <p:spPr>
          <a:xfrm>
            <a:off x="503640" y="1873440"/>
            <a:ext cx="15457320" cy="457560"/>
          </a:xfrm>
          <a:prstGeom prst="rect">
            <a:avLst/>
          </a:prstGeom>
          <a:solidFill>
            <a:srgbClr val="b6d7a8"/>
          </a:solidFill>
          <a:ln w="0">
            <a:noFill/>
          </a:ln>
        </p:spPr>
        <p:style>
          <a:lnRef idx="0"/>
          <a:fillRef idx="0"/>
          <a:effectRef idx="0"/>
          <a:fontRef idx="minor"/>
        </p:style>
        <p:txBody>
          <a:bodyPr anchor="t">
            <a:spAutoFit/>
          </a:bodyPr>
          <a:p>
            <a:pPr>
              <a:lnSpc>
                <a:spcPct val="100000"/>
              </a:lnSpc>
              <a:tabLst>
                <a:tab algn="l" pos="0"/>
              </a:tabLst>
            </a:pPr>
            <a:r>
              <a:rPr b="0" lang="en-US" sz="2400" spc="-1" strike="noStrike">
                <a:solidFill>
                  <a:srgbClr val="000000"/>
                </a:solidFill>
                <a:latin typeface="Arial"/>
                <a:ea typeface="Arial"/>
              </a:rPr>
              <a:t>Electronics</a:t>
            </a:r>
            <a:endParaRPr b="0" lang="en-US" sz="2400" spc="-1" strike="noStrike">
              <a:latin typeface="Arial"/>
            </a:endParaRPr>
          </a:p>
        </p:txBody>
      </p:sp>
      <p:sp>
        <p:nvSpPr>
          <p:cNvPr id="145" name="Google Shape;375;p18"/>
          <p:cNvSpPr/>
          <p:nvPr/>
        </p:nvSpPr>
        <p:spPr>
          <a:xfrm>
            <a:off x="2704320" y="3330000"/>
            <a:ext cx="1971000" cy="57456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medicine - supplements</a:t>
            </a:r>
            <a:endParaRPr b="0" lang="en-US" sz="1600" spc="-1" strike="noStrike">
              <a:latin typeface="Arial"/>
            </a:endParaRPr>
          </a:p>
        </p:txBody>
      </p:sp>
      <p:sp>
        <p:nvSpPr>
          <p:cNvPr id="146" name="Google Shape;377;p18"/>
          <p:cNvSpPr/>
          <p:nvPr/>
        </p:nvSpPr>
        <p:spPr>
          <a:xfrm>
            <a:off x="5336280" y="496944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dishes</a:t>
            </a:r>
            <a:endParaRPr b="0" lang="en-US" sz="1600" spc="-1" strike="noStrike">
              <a:latin typeface="Arial"/>
            </a:endParaRPr>
          </a:p>
        </p:txBody>
      </p:sp>
      <p:sp>
        <p:nvSpPr>
          <p:cNvPr id="147" name="Google Shape;378;p18"/>
          <p:cNvSpPr/>
          <p:nvPr/>
        </p:nvSpPr>
        <p:spPr>
          <a:xfrm>
            <a:off x="6312600" y="35402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toothbrush</a:t>
            </a:r>
            <a:endParaRPr b="0" lang="en-US" sz="1600" spc="-1" strike="noStrike">
              <a:latin typeface="Arial"/>
            </a:endParaRPr>
          </a:p>
        </p:txBody>
      </p:sp>
      <p:sp>
        <p:nvSpPr>
          <p:cNvPr id="148" name="Google Shape;379;p18"/>
          <p:cNvSpPr/>
          <p:nvPr/>
        </p:nvSpPr>
        <p:spPr>
          <a:xfrm>
            <a:off x="6128280" y="312912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toothpaste</a:t>
            </a:r>
            <a:endParaRPr b="0" lang="en-US" sz="1600" spc="-1" strike="noStrike">
              <a:latin typeface="Arial"/>
            </a:endParaRPr>
          </a:p>
        </p:txBody>
      </p:sp>
      <p:sp>
        <p:nvSpPr>
          <p:cNvPr id="149" name="Google Shape;380;p18"/>
          <p:cNvSpPr/>
          <p:nvPr/>
        </p:nvSpPr>
        <p:spPr>
          <a:xfrm>
            <a:off x="14422320" y="656676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nSpc>
                <a:spcPct val="100000"/>
              </a:lnSpc>
              <a:tabLst>
                <a:tab algn="l" pos="0"/>
              </a:tabLst>
            </a:pPr>
            <a:r>
              <a:rPr b="0" lang="en-US" sz="1600" spc="-1" strike="noStrike">
                <a:solidFill>
                  <a:srgbClr val="000000"/>
                </a:solidFill>
                <a:latin typeface="Arial"/>
                <a:ea typeface="Arial"/>
              </a:rPr>
              <a:t> </a:t>
            </a:r>
            <a:r>
              <a:rPr b="0" lang="en-US" sz="1600" spc="-1" strike="noStrike">
                <a:solidFill>
                  <a:srgbClr val="000000"/>
                </a:solidFill>
                <a:latin typeface="Arial"/>
                <a:ea typeface="Arial"/>
              </a:rPr>
              <a:t>car</a:t>
            </a:r>
            <a:endParaRPr b="0" lang="en-US" sz="1600" spc="-1" strike="noStrike">
              <a:latin typeface="Arial"/>
            </a:endParaRPr>
          </a:p>
        </p:txBody>
      </p:sp>
      <p:sp>
        <p:nvSpPr>
          <p:cNvPr id="150" name="Google Shape;381;p18"/>
          <p:cNvSpPr/>
          <p:nvPr/>
        </p:nvSpPr>
        <p:spPr>
          <a:xfrm>
            <a:off x="4767480" y="348768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shampoo</a:t>
            </a:r>
            <a:endParaRPr b="0" lang="en-US" sz="1600" spc="-1" strike="noStrike">
              <a:latin typeface="Arial"/>
            </a:endParaRPr>
          </a:p>
        </p:txBody>
      </p:sp>
      <p:sp>
        <p:nvSpPr>
          <p:cNvPr id="151" name="Google Shape;382;p18"/>
          <p:cNvSpPr/>
          <p:nvPr/>
        </p:nvSpPr>
        <p:spPr>
          <a:xfrm>
            <a:off x="2963160" y="821448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notebook</a:t>
            </a:r>
            <a:endParaRPr b="0" lang="en-US" sz="1600" spc="-1" strike="noStrike">
              <a:latin typeface="Arial"/>
            </a:endParaRPr>
          </a:p>
        </p:txBody>
      </p:sp>
      <p:sp>
        <p:nvSpPr>
          <p:cNvPr id="152" name="Google Shape;383;p18"/>
          <p:cNvSpPr/>
          <p:nvPr/>
        </p:nvSpPr>
        <p:spPr>
          <a:xfrm>
            <a:off x="5017320" y="529524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water bottle</a:t>
            </a:r>
            <a:endParaRPr b="0" lang="en-US" sz="1600" spc="-1" strike="noStrike">
              <a:latin typeface="Arial"/>
            </a:endParaRPr>
          </a:p>
        </p:txBody>
      </p:sp>
      <p:sp>
        <p:nvSpPr>
          <p:cNvPr id="153" name="Google Shape;384;p18"/>
          <p:cNvSpPr/>
          <p:nvPr/>
        </p:nvSpPr>
        <p:spPr>
          <a:xfrm>
            <a:off x="8377560" y="654192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bike</a:t>
            </a:r>
            <a:endParaRPr b="0" lang="en-US" sz="1600" spc="-1" strike="noStrike">
              <a:latin typeface="Arial"/>
            </a:endParaRPr>
          </a:p>
        </p:txBody>
      </p:sp>
      <p:sp>
        <p:nvSpPr>
          <p:cNvPr id="154" name="Google Shape;385;p18"/>
          <p:cNvSpPr/>
          <p:nvPr/>
        </p:nvSpPr>
        <p:spPr>
          <a:xfrm>
            <a:off x="12065760" y="83984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rowing </a:t>
            </a:r>
            <a:endParaRPr b="0" lang="en-US" sz="1600" spc="-1" strike="noStrike">
              <a:latin typeface="Arial"/>
            </a:endParaRPr>
          </a:p>
          <a:p>
            <a:pPr algn="ctr">
              <a:lnSpc>
                <a:spcPct val="100000"/>
              </a:lnSpc>
              <a:tabLst>
                <a:tab algn="l" pos="0"/>
              </a:tabLst>
            </a:pPr>
            <a:r>
              <a:rPr b="0" lang="en-US" sz="1600" spc="-1" strike="noStrike">
                <a:solidFill>
                  <a:srgbClr val="000000"/>
                </a:solidFill>
                <a:latin typeface="Arial"/>
                <a:ea typeface="Arial"/>
              </a:rPr>
              <a:t>machinex</a:t>
            </a:r>
            <a:endParaRPr b="0" lang="en-US" sz="1600" spc="-1" strike="noStrike">
              <a:latin typeface="Arial"/>
            </a:endParaRPr>
          </a:p>
        </p:txBody>
      </p:sp>
      <p:sp>
        <p:nvSpPr>
          <p:cNvPr id="155" name="Google Shape;386;p18"/>
          <p:cNvSpPr/>
          <p:nvPr/>
        </p:nvSpPr>
        <p:spPr>
          <a:xfrm>
            <a:off x="579960" y="864756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dog leash</a:t>
            </a:r>
            <a:endParaRPr b="0" lang="en-US" sz="1600" spc="-1" strike="noStrike">
              <a:latin typeface="Arial"/>
            </a:endParaRPr>
          </a:p>
        </p:txBody>
      </p:sp>
      <p:sp>
        <p:nvSpPr>
          <p:cNvPr id="156" name="Google Shape;387;p18"/>
          <p:cNvSpPr/>
          <p:nvPr/>
        </p:nvSpPr>
        <p:spPr>
          <a:xfrm>
            <a:off x="832680" y="348768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mouthwash</a:t>
            </a:r>
            <a:endParaRPr b="0" lang="en-US" sz="1600" spc="-1" strike="noStrike">
              <a:latin typeface="Arial"/>
            </a:endParaRPr>
          </a:p>
        </p:txBody>
      </p:sp>
      <p:sp>
        <p:nvSpPr>
          <p:cNvPr id="157" name="Google Shape;388;p18"/>
          <p:cNvSpPr/>
          <p:nvPr/>
        </p:nvSpPr>
        <p:spPr>
          <a:xfrm>
            <a:off x="8854920" y="2283840"/>
            <a:ext cx="1453320" cy="57456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wireless mouse</a:t>
            </a:r>
            <a:endParaRPr b="0" lang="en-US" sz="1600" spc="-1" strike="noStrike">
              <a:latin typeface="Arial"/>
            </a:endParaRPr>
          </a:p>
        </p:txBody>
      </p:sp>
      <p:sp>
        <p:nvSpPr>
          <p:cNvPr id="158" name="Google Shape;389;p18"/>
          <p:cNvSpPr/>
          <p:nvPr/>
        </p:nvSpPr>
        <p:spPr>
          <a:xfrm>
            <a:off x="7876080" y="1828800"/>
            <a:ext cx="1453320" cy="57456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wireless keyboard</a:t>
            </a:r>
            <a:endParaRPr b="0" lang="en-US" sz="1600" spc="-1" strike="noStrike">
              <a:latin typeface="Arial"/>
            </a:endParaRPr>
          </a:p>
        </p:txBody>
      </p:sp>
      <p:sp>
        <p:nvSpPr>
          <p:cNvPr id="159" name="Google Shape;390;p18"/>
          <p:cNvSpPr/>
          <p:nvPr/>
        </p:nvSpPr>
        <p:spPr>
          <a:xfrm>
            <a:off x="6923880" y="81828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doorknob</a:t>
            </a:r>
            <a:endParaRPr b="0" lang="en-US" sz="1600" spc="-1" strike="noStrike">
              <a:latin typeface="Arial"/>
            </a:endParaRPr>
          </a:p>
        </p:txBody>
      </p:sp>
      <p:sp>
        <p:nvSpPr>
          <p:cNvPr id="160" name="Google Shape;391;p18"/>
          <p:cNvSpPr/>
          <p:nvPr/>
        </p:nvSpPr>
        <p:spPr>
          <a:xfrm>
            <a:off x="7690320" y="501948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chair</a:t>
            </a:r>
            <a:endParaRPr b="0" lang="en-US" sz="1600" spc="-1" strike="noStrike">
              <a:latin typeface="Arial"/>
            </a:endParaRPr>
          </a:p>
        </p:txBody>
      </p:sp>
      <p:sp>
        <p:nvSpPr>
          <p:cNvPr id="161" name="Google Shape;392;p18"/>
          <p:cNvSpPr/>
          <p:nvPr/>
        </p:nvSpPr>
        <p:spPr>
          <a:xfrm>
            <a:off x="14422320" y="24894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laptop</a:t>
            </a:r>
            <a:endParaRPr b="0" lang="en-US" sz="1600" spc="-1" strike="noStrike">
              <a:latin typeface="Arial"/>
            </a:endParaRPr>
          </a:p>
        </p:txBody>
      </p:sp>
      <p:sp>
        <p:nvSpPr>
          <p:cNvPr id="162" name="Google Shape;393;p18"/>
          <p:cNvSpPr/>
          <p:nvPr/>
        </p:nvSpPr>
        <p:spPr>
          <a:xfrm>
            <a:off x="13822200" y="502884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refrigerator</a:t>
            </a:r>
            <a:endParaRPr b="0" lang="en-US" sz="1600" spc="-1" strike="noStrike">
              <a:latin typeface="Arial"/>
            </a:endParaRPr>
          </a:p>
        </p:txBody>
      </p:sp>
      <p:sp>
        <p:nvSpPr>
          <p:cNvPr id="163" name="Google Shape;394;p18"/>
          <p:cNvSpPr/>
          <p:nvPr/>
        </p:nvSpPr>
        <p:spPr>
          <a:xfrm>
            <a:off x="5227200" y="193788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headphones</a:t>
            </a:r>
            <a:endParaRPr b="0" lang="en-US" sz="1600" spc="-1" strike="noStrike">
              <a:latin typeface="Arial"/>
            </a:endParaRPr>
          </a:p>
        </p:txBody>
      </p:sp>
      <p:sp>
        <p:nvSpPr>
          <p:cNvPr id="164" name="Google Shape;395;p18"/>
          <p:cNvSpPr/>
          <p:nvPr/>
        </p:nvSpPr>
        <p:spPr>
          <a:xfrm>
            <a:off x="3519720" y="42768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shirt</a:t>
            </a:r>
            <a:endParaRPr b="0" lang="en-US" sz="1600" spc="-1" strike="noStrike">
              <a:latin typeface="Arial"/>
            </a:endParaRPr>
          </a:p>
        </p:txBody>
      </p:sp>
      <p:sp>
        <p:nvSpPr>
          <p:cNvPr id="165" name="Google Shape;396;p18"/>
          <p:cNvSpPr/>
          <p:nvPr/>
        </p:nvSpPr>
        <p:spPr>
          <a:xfrm>
            <a:off x="5256720" y="42210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pants</a:t>
            </a:r>
            <a:endParaRPr b="0" lang="en-US" sz="1600" spc="-1" strike="noStrike">
              <a:latin typeface="Arial"/>
            </a:endParaRPr>
          </a:p>
        </p:txBody>
      </p:sp>
      <p:sp>
        <p:nvSpPr>
          <p:cNvPr id="166" name="Google Shape;397;p18"/>
          <p:cNvSpPr/>
          <p:nvPr/>
        </p:nvSpPr>
        <p:spPr>
          <a:xfrm>
            <a:off x="9200520" y="422856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leather shoes</a:t>
            </a:r>
            <a:endParaRPr b="0" lang="en-US" sz="1600" spc="-1" strike="noStrike">
              <a:latin typeface="Arial"/>
            </a:endParaRPr>
          </a:p>
        </p:txBody>
      </p:sp>
      <p:sp>
        <p:nvSpPr>
          <p:cNvPr id="167" name="Google Shape;398;p18"/>
          <p:cNvSpPr/>
          <p:nvPr/>
        </p:nvSpPr>
        <p:spPr>
          <a:xfrm>
            <a:off x="12897000" y="195516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cell phone</a:t>
            </a:r>
            <a:endParaRPr b="0" lang="en-US" sz="1600" spc="-1" strike="noStrike">
              <a:latin typeface="Arial"/>
            </a:endParaRPr>
          </a:p>
        </p:txBody>
      </p:sp>
      <p:sp>
        <p:nvSpPr>
          <p:cNvPr id="168" name="Google Shape;399;p18"/>
          <p:cNvSpPr/>
          <p:nvPr/>
        </p:nvSpPr>
        <p:spPr>
          <a:xfrm>
            <a:off x="12917160" y="24894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TV</a:t>
            </a:r>
            <a:endParaRPr b="0" lang="en-US" sz="1600" spc="-1" strike="noStrike">
              <a:latin typeface="Arial"/>
            </a:endParaRPr>
          </a:p>
        </p:txBody>
      </p:sp>
      <p:sp>
        <p:nvSpPr>
          <p:cNvPr id="169" name="Google Shape;400;p18"/>
          <p:cNvSpPr/>
          <p:nvPr/>
        </p:nvSpPr>
        <p:spPr>
          <a:xfrm>
            <a:off x="7526880" y="42210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shoes</a:t>
            </a:r>
            <a:endParaRPr b="0" lang="en-US" sz="1600" spc="-1" strike="noStrike">
              <a:latin typeface="Arial"/>
            </a:endParaRPr>
          </a:p>
        </p:txBody>
      </p:sp>
      <p:sp>
        <p:nvSpPr>
          <p:cNvPr id="170" name="Google Shape;401;p18"/>
          <p:cNvSpPr/>
          <p:nvPr/>
        </p:nvSpPr>
        <p:spPr>
          <a:xfrm>
            <a:off x="4086720" y="840564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book</a:t>
            </a:r>
            <a:endParaRPr b="0" lang="en-US" sz="1600" spc="-1" strike="noStrike">
              <a:latin typeface="Arial"/>
            </a:endParaRPr>
          </a:p>
        </p:txBody>
      </p:sp>
      <p:sp>
        <p:nvSpPr>
          <p:cNvPr id="171" name="Google Shape;402;p18"/>
          <p:cNvSpPr/>
          <p:nvPr/>
        </p:nvSpPr>
        <p:spPr>
          <a:xfrm>
            <a:off x="1248120" y="823536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pen</a:t>
            </a:r>
            <a:endParaRPr b="0" lang="en-US" sz="1600" spc="-1" strike="noStrike">
              <a:latin typeface="Arial"/>
            </a:endParaRPr>
          </a:p>
        </p:txBody>
      </p:sp>
      <p:sp>
        <p:nvSpPr>
          <p:cNvPr id="172" name="Google Shape;403;p18"/>
          <p:cNvSpPr/>
          <p:nvPr/>
        </p:nvSpPr>
        <p:spPr>
          <a:xfrm>
            <a:off x="8032320" y="762012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couch</a:t>
            </a:r>
            <a:endParaRPr b="0" lang="en-US" sz="1600" spc="-1" strike="noStrike">
              <a:latin typeface="Arial"/>
            </a:endParaRPr>
          </a:p>
        </p:txBody>
      </p:sp>
      <p:sp>
        <p:nvSpPr>
          <p:cNvPr id="173" name="Google Shape;404;p18"/>
          <p:cNvSpPr/>
          <p:nvPr/>
        </p:nvSpPr>
        <p:spPr>
          <a:xfrm>
            <a:off x="6073920" y="572292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trash can</a:t>
            </a:r>
            <a:endParaRPr b="0" lang="en-US" sz="1600" spc="-1" strike="noStrike">
              <a:latin typeface="Arial"/>
            </a:endParaRPr>
          </a:p>
        </p:txBody>
      </p:sp>
      <p:sp>
        <p:nvSpPr>
          <p:cNvPr id="174" name="Google Shape;405;p18"/>
          <p:cNvSpPr/>
          <p:nvPr/>
        </p:nvSpPr>
        <p:spPr>
          <a:xfrm>
            <a:off x="14477760" y="546912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microwave</a:t>
            </a:r>
            <a:endParaRPr b="0" lang="en-US" sz="1600" spc="-1" strike="noStrike">
              <a:latin typeface="Arial"/>
            </a:endParaRPr>
          </a:p>
        </p:txBody>
      </p:sp>
      <p:sp>
        <p:nvSpPr>
          <p:cNvPr id="175" name="Google Shape;406;p18"/>
          <p:cNvSpPr/>
          <p:nvPr/>
        </p:nvSpPr>
        <p:spPr>
          <a:xfrm>
            <a:off x="2280600" y="869148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yoga mat</a:t>
            </a:r>
            <a:endParaRPr b="0" lang="en-US" sz="1600" spc="-1" strike="noStrike">
              <a:latin typeface="Arial"/>
            </a:endParaRPr>
          </a:p>
        </p:txBody>
      </p:sp>
      <p:sp>
        <p:nvSpPr>
          <p:cNvPr id="176" name="Google Shape;407;p18"/>
          <p:cNvSpPr/>
          <p:nvPr/>
        </p:nvSpPr>
        <p:spPr>
          <a:xfrm>
            <a:off x="2011680" y="831096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mail</a:t>
            </a:r>
            <a:endParaRPr b="0" lang="en-US" sz="1600" spc="-1" strike="noStrike">
              <a:latin typeface="Arial"/>
            </a:endParaRPr>
          </a:p>
        </p:txBody>
      </p:sp>
      <p:sp>
        <p:nvSpPr>
          <p:cNvPr id="177" name="Google Shape;408;p18"/>
          <p:cNvSpPr/>
          <p:nvPr/>
        </p:nvSpPr>
        <p:spPr>
          <a:xfrm>
            <a:off x="7396200" y="718524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desk</a:t>
            </a:r>
            <a:endParaRPr b="0" lang="en-US" sz="1600" spc="-1" strike="noStrike">
              <a:latin typeface="Arial"/>
            </a:endParaRPr>
          </a:p>
        </p:txBody>
      </p:sp>
      <p:sp>
        <p:nvSpPr>
          <p:cNvPr id="178" name="Google Shape;409;p18"/>
          <p:cNvSpPr/>
          <p:nvPr/>
        </p:nvSpPr>
        <p:spPr>
          <a:xfrm>
            <a:off x="7815600" y="34506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glasses</a:t>
            </a:r>
            <a:endParaRPr b="0" lang="en-US" sz="1600" spc="-1" strike="noStrike">
              <a:latin typeface="Arial"/>
            </a:endParaRPr>
          </a:p>
        </p:txBody>
      </p:sp>
      <p:sp>
        <p:nvSpPr>
          <p:cNvPr id="179" name="Google Shape;410;p18"/>
          <p:cNvSpPr/>
          <p:nvPr/>
        </p:nvSpPr>
        <p:spPr>
          <a:xfrm>
            <a:off x="2066040" y="42768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socks</a:t>
            </a:r>
            <a:endParaRPr b="0" lang="en-US" sz="1600" spc="-1" strike="noStrike">
              <a:latin typeface="Arial"/>
            </a:endParaRPr>
          </a:p>
        </p:txBody>
      </p:sp>
      <p:sp>
        <p:nvSpPr>
          <p:cNvPr id="180" name="Google Shape;411;p18"/>
          <p:cNvSpPr/>
          <p:nvPr/>
        </p:nvSpPr>
        <p:spPr>
          <a:xfrm>
            <a:off x="4675680" y="6553800"/>
            <a:ext cx="1453320" cy="33264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bike lights</a:t>
            </a:r>
            <a:endParaRPr b="0" lang="en-US" sz="1600" spc="-1" strike="noStrike">
              <a:latin typeface="Arial"/>
            </a:endParaRPr>
          </a:p>
        </p:txBody>
      </p:sp>
      <p:sp>
        <p:nvSpPr>
          <p:cNvPr id="181" name="Google Shape;412;p18"/>
          <p:cNvSpPr/>
          <p:nvPr/>
        </p:nvSpPr>
        <p:spPr>
          <a:xfrm>
            <a:off x="5588280" y="8114760"/>
            <a:ext cx="1453320" cy="574560"/>
          </a:xfrm>
          <a:prstGeom prst="rect">
            <a:avLst/>
          </a:prstGeom>
          <a:solidFill>
            <a:srgbClr val="b0a7a1">
              <a:alpha val="39000"/>
            </a:srgbClr>
          </a:solidFill>
          <a:ln w="0">
            <a:noFill/>
          </a:ln>
        </p:spPr>
        <p:style>
          <a:lnRef idx="0"/>
          <a:fillRef idx="0"/>
          <a:effectRef idx="0"/>
          <a:fontRef idx="minor"/>
        </p:style>
        <p:txBody>
          <a:bodyPr lIns="90360" rIns="90360" tIns="44280" bIns="44280" anchor="ctr">
            <a:spAutoFit/>
          </a:bodyPr>
          <a:p>
            <a:pPr algn="ctr">
              <a:lnSpc>
                <a:spcPct val="100000"/>
              </a:lnSpc>
              <a:tabLst>
                <a:tab algn="l" pos="0"/>
              </a:tabLst>
            </a:pPr>
            <a:r>
              <a:rPr b="0" lang="en-US" sz="1600" spc="-1" strike="noStrike">
                <a:solidFill>
                  <a:srgbClr val="000000"/>
                </a:solidFill>
                <a:latin typeface="Arial"/>
                <a:ea typeface="Arial"/>
              </a:rPr>
              <a:t>tennis racquet</a:t>
            </a:r>
            <a:endParaRPr b="0" lang="en-US" sz="1600" spc="-1" strike="noStrike">
              <a:latin typeface="Arial"/>
            </a:endParaRPr>
          </a:p>
        </p:txBody>
      </p:sp>
      <p:sp>
        <p:nvSpPr>
          <p:cNvPr id="182" name="Google Shape;414;p18"/>
          <p:cNvSpPr/>
          <p:nvPr/>
        </p:nvSpPr>
        <p:spPr>
          <a:xfrm>
            <a:off x="7690320" y="544608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table</a:t>
            </a:r>
            <a:endParaRPr b="0" lang="en-US" sz="1600" spc="-1" strike="noStrike">
              <a:latin typeface="Arial"/>
            </a:endParaRPr>
          </a:p>
        </p:txBody>
      </p:sp>
      <p:sp>
        <p:nvSpPr>
          <p:cNvPr id="183" name="Google Shape;415;p18"/>
          <p:cNvSpPr/>
          <p:nvPr/>
        </p:nvSpPr>
        <p:spPr>
          <a:xfrm>
            <a:off x="9306360" y="561600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sink</a:t>
            </a:r>
            <a:endParaRPr b="0" lang="en-US" sz="1600" spc="-1" strike="noStrike">
              <a:latin typeface="Arial"/>
            </a:endParaRPr>
          </a:p>
        </p:txBody>
      </p:sp>
      <p:sp>
        <p:nvSpPr>
          <p:cNvPr id="184" name="Google Shape;416;p18"/>
          <p:cNvSpPr/>
          <p:nvPr/>
        </p:nvSpPr>
        <p:spPr>
          <a:xfrm>
            <a:off x="5942520" y="714960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shower head</a:t>
            </a:r>
            <a:endParaRPr b="0" lang="en-US" sz="1600" spc="-1" strike="noStrike">
              <a:latin typeface="Arial"/>
            </a:endParaRPr>
          </a:p>
        </p:txBody>
      </p:sp>
      <p:sp>
        <p:nvSpPr>
          <p:cNvPr id="185" name="Google Shape;417;p18"/>
          <p:cNvSpPr/>
          <p:nvPr/>
        </p:nvSpPr>
        <p:spPr>
          <a:xfrm>
            <a:off x="11412000" y="254916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external monitor</a:t>
            </a:r>
            <a:endParaRPr b="0" lang="en-US" sz="1600" spc="-1" strike="noStrike">
              <a:latin typeface="Arial"/>
            </a:endParaRPr>
          </a:p>
        </p:txBody>
      </p:sp>
      <p:sp>
        <p:nvSpPr>
          <p:cNvPr id="186" name="Google Shape;418;p18"/>
          <p:cNvSpPr/>
          <p:nvPr/>
        </p:nvSpPr>
        <p:spPr>
          <a:xfrm>
            <a:off x="4530240" y="25448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phone charger</a:t>
            </a:r>
            <a:endParaRPr b="0" lang="en-US" sz="1600" spc="-1" strike="noStrike">
              <a:latin typeface="Arial"/>
            </a:endParaRPr>
          </a:p>
        </p:txBody>
      </p:sp>
      <p:sp>
        <p:nvSpPr>
          <p:cNvPr id="187" name="Google Shape;419;p18"/>
          <p:cNvSpPr/>
          <p:nvPr/>
        </p:nvSpPr>
        <p:spPr>
          <a:xfrm>
            <a:off x="3076920" y="655236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nSpc>
                <a:spcPct val="100000"/>
              </a:lnSpc>
              <a:tabLst>
                <a:tab algn="l" pos="0"/>
              </a:tabLst>
            </a:pPr>
            <a:r>
              <a:rPr b="0" lang="en-US" sz="1600" spc="-1" strike="noStrike">
                <a:solidFill>
                  <a:srgbClr val="000000"/>
                </a:solidFill>
                <a:latin typeface="Arial"/>
                <a:ea typeface="Arial"/>
              </a:rPr>
              <a:t>keys</a:t>
            </a:r>
            <a:endParaRPr b="0" lang="en-US" sz="1600" spc="-1" strike="noStrike">
              <a:latin typeface="Arial"/>
            </a:endParaRPr>
          </a:p>
        </p:txBody>
      </p:sp>
      <p:sp>
        <p:nvSpPr>
          <p:cNvPr id="188" name="Google Shape;420;p18"/>
          <p:cNvSpPr/>
          <p:nvPr/>
        </p:nvSpPr>
        <p:spPr>
          <a:xfrm>
            <a:off x="4955400" y="86702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masks</a:t>
            </a:r>
            <a:endParaRPr b="0" lang="en-US" sz="1600" spc="-1" strike="noStrike">
              <a:latin typeface="Arial"/>
            </a:endParaRPr>
          </a:p>
        </p:txBody>
      </p:sp>
      <p:sp>
        <p:nvSpPr>
          <p:cNvPr id="189" name="Google Shape;421;p18"/>
          <p:cNvSpPr/>
          <p:nvPr/>
        </p:nvSpPr>
        <p:spPr>
          <a:xfrm>
            <a:off x="6710400" y="86342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guitar</a:t>
            </a:r>
            <a:endParaRPr b="0" lang="en-US" sz="1600" spc="-1" strike="noStrike">
              <a:latin typeface="Arial"/>
            </a:endParaRPr>
          </a:p>
        </p:txBody>
      </p:sp>
      <p:sp>
        <p:nvSpPr>
          <p:cNvPr id="190" name="Google Shape;422;p18"/>
          <p:cNvSpPr/>
          <p:nvPr/>
        </p:nvSpPr>
        <p:spPr>
          <a:xfrm>
            <a:off x="9564840" y="71726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mattresses</a:t>
            </a:r>
            <a:endParaRPr b="0" lang="en-US" sz="1600" spc="-1" strike="noStrike">
              <a:latin typeface="Arial"/>
            </a:endParaRPr>
          </a:p>
        </p:txBody>
      </p:sp>
      <p:sp>
        <p:nvSpPr>
          <p:cNvPr id="191" name="Google Shape;423;p18"/>
          <p:cNvSpPr/>
          <p:nvPr/>
        </p:nvSpPr>
        <p:spPr>
          <a:xfrm>
            <a:off x="4034160" y="750312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sheets</a:t>
            </a:r>
            <a:endParaRPr b="0" lang="en-US" sz="1600" spc="-1" strike="noStrike">
              <a:latin typeface="Arial"/>
            </a:endParaRPr>
          </a:p>
        </p:txBody>
      </p:sp>
      <p:sp>
        <p:nvSpPr>
          <p:cNvPr id="192" name="Google Shape;424;p18"/>
          <p:cNvSpPr/>
          <p:nvPr/>
        </p:nvSpPr>
        <p:spPr>
          <a:xfrm>
            <a:off x="5227200" y="763668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pillows</a:t>
            </a:r>
            <a:endParaRPr b="0" lang="en-US" sz="1600" spc="-1" strike="noStrike">
              <a:latin typeface="Arial"/>
            </a:endParaRPr>
          </a:p>
        </p:txBody>
      </p:sp>
      <p:sp>
        <p:nvSpPr>
          <p:cNvPr id="193" name="Google Shape;425;p18"/>
          <p:cNvSpPr/>
          <p:nvPr/>
        </p:nvSpPr>
        <p:spPr>
          <a:xfrm>
            <a:off x="6680880" y="750168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blanket</a:t>
            </a:r>
            <a:endParaRPr b="0" lang="en-US" sz="1600" spc="-1" strike="noStrike">
              <a:latin typeface="Arial"/>
            </a:endParaRPr>
          </a:p>
        </p:txBody>
      </p:sp>
      <p:sp>
        <p:nvSpPr>
          <p:cNvPr id="194" name="Google Shape;426;p18"/>
          <p:cNvSpPr/>
          <p:nvPr/>
        </p:nvSpPr>
        <p:spPr>
          <a:xfrm>
            <a:off x="1623240" y="730188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nSpc>
                <a:spcPct val="100000"/>
              </a:lnSpc>
              <a:tabLst>
                <a:tab algn="l" pos="0"/>
              </a:tabLst>
            </a:pPr>
            <a:r>
              <a:rPr b="0" lang="en-US" sz="1600" spc="-1" strike="noStrike">
                <a:solidFill>
                  <a:srgbClr val="000000"/>
                </a:solidFill>
                <a:latin typeface="Arial"/>
                <a:ea typeface="Arial"/>
              </a:rPr>
              <a:t>stuffed animals</a:t>
            </a:r>
            <a:endParaRPr b="0" lang="en-US" sz="1600" spc="-1" strike="noStrike">
              <a:latin typeface="Arial"/>
            </a:endParaRPr>
          </a:p>
        </p:txBody>
      </p:sp>
      <p:sp>
        <p:nvSpPr>
          <p:cNvPr id="195" name="Google Shape;427;p18"/>
          <p:cNvSpPr/>
          <p:nvPr/>
        </p:nvSpPr>
        <p:spPr>
          <a:xfrm>
            <a:off x="10107360" y="567540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blender</a:t>
            </a:r>
            <a:endParaRPr b="0" lang="en-US" sz="1600" spc="-1" strike="noStrike">
              <a:latin typeface="Arial"/>
            </a:endParaRPr>
          </a:p>
        </p:txBody>
      </p:sp>
      <p:sp>
        <p:nvSpPr>
          <p:cNvPr id="196" name="Google Shape;428;p18"/>
          <p:cNvSpPr/>
          <p:nvPr/>
        </p:nvSpPr>
        <p:spPr>
          <a:xfrm>
            <a:off x="9830880" y="531144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tea kettle</a:t>
            </a:r>
            <a:endParaRPr b="0" lang="en-US" sz="1600" spc="-1" strike="noStrike">
              <a:latin typeface="Arial"/>
            </a:endParaRPr>
          </a:p>
        </p:txBody>
      </p:sp>
      <p:sp>
        <p:nvSpPr>
          <p:cNvPr id="197" name="Google Shape;429;p18"/>
          <p:cNvSpPr/>
          <p:nvPr/>
        </p:nvSpPr>
        <p:spPr>
          <a:xfrm>
            <a:off x="13024440" y="583848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stove/oven</a:t>
            </a:r>
            <a:endParaRPr b="0" lang="en-US" sz="1600" spc="-1" strike="noStrike">
              <a:latin typeface="Arial"/>
            </a:endParaRPr>
          </a:p>
        </p:txBody>
      </p:sp>
      <p:sp>
        <p:nvSpPr>
          <p:cNvPr id="198" name="Google Shape;430;p18"/>
          <p:cNvSpPr/>
          <p:nvPr/>
        </p:nvSpPr>
        <p:spPr>
          <a:xfrm>
            <a:off x="14422320" y="200268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iPad</a:t>
            </a:r>
            <a:endParaRPr b="0" lang="en-US" sz="1600" spc="-1" strike="noStrike">
              <a:latin typeface="Arial"/>
            </a:endParaRPr>
          </a:p>
        </p:txBody>
      </p:sp>
      <p:sp>
        <p:nvSpPr>
          <p:cNvPr id="199" name="Google Shape;431;p18"/>
          <p:cNvSpPr/>
          <p:nvPr/>
        </p:nvSpPr>
        <p:spPr>
          <a:xfrm>
            <a:off x="9485640" y="194832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bass amp</a:t>
            </a:r>
            <a:endParaRPr b="0" lang="en-US" sz="1600" spc="-1" strike="noStrike">
              <a:latin typeface="Arial"/>
            </a:endParaRPr>
          </a:p>
        </p:txBody>
      </p:sp>
      <p:sp>
        <p:nvSpPr>
          <p:cNvPr id="200" name="Google Shape;432;p18"/>
          <p:cNvSpPr/>
          <p:nvPr/>
        </p:nvSpPr>
        <p:spPr>
          <a:xfrm>
            <a:off x="14422320" y="4227120"/>
            <a:ext cx="1453320" cy="335520"/>
          </a:xfrm>
          <a:prstGeom prst="rect">
            <a:avLst/>
          </a:prstGeom>
          <a:solidFill>
            <a:srgbClr val="b0a7a1">
              <a:alpha val="39000"/>
            </a:srgbClr>
          </a:solidFill>
          <a:ln w="0">
            <a:noFill/>
          </a:ln>
        </p:spPr>
        <p:style>
          <a:lnRef idx="0"/>
          <a:fillRef idx="0"/>
          <a:effectRef idx="0"/>
          <a:fontRef idx="minor"/>
        </p:style>
        <p:txBody>
          <a:bodyPr lIns="90360" rIns="90360" tIns="44280" bIns="44280" anchor="ctr">
            <a:noAutofit/>
          </a:bodyPr>
          <a:p>
            <a:pPr algn="ctr">
              <a:lnSpc>
                <a:spcPct val="100000"/>
              </a:lnSpc>
              <a:tabLst>
                <a:tab algn="l" pos="0"/>
              </a:tabLst>
            </a:pPr>
            <a:r>
              <a:rPr b="0" lang="en-US" sz="1600" spc="-1" strike="noStrike">
                <a:solidFill>
                  <a:srgbClr val="000000"/>
                </a:solidFill>
                <a:latin typeface="Arial"/>
                <a:ea typeface="Arial"/>
              </a:rPr>
              <a:t>washing machine</a:t>
            </a:r>
            <a:endParaRPr b="0" lang="en-US" sz="1600" spc="-1" strike="noStrike">
              <a:latin typeface="Arial"/>
            </a:endParaRPr>
          </a:p>
        </p:txBody>
      </p:sp>
      <p:sp>
        <p:nvSpPr>
          <p:cNvPr id="201" name="Rectangle 2"/>
          <p:cNvSpPr/>
          <p:nvPr/>
        </p:nvSpPr>
        <p:spPr>
          <a:xfrm>
            <a:off x="685440" y="398520"/>
            <a:ext cx="16589520" cy="699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4000" spc="-1" strike="noStrike">
                <a:solidFill>
                  <a:srgbClr val="00274c"/>
                </a:solidFill>
                <a:latin typeface="Arial"/>
                <a:ea typeface="Arial"/>
              </a:rPr>
              <a:t>Paste here the product you had from activity 10 deliverable</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12880" y="279360"/>
            <a:ext cx="15444360" cy="870120"/>
          </a:xfrm>
          <a:prstGeom prst="rect">
            <a:avLst/>
          </a:prstGeom>
          <a:noFill/>
          <a:ln w="0">
            <a:noFill/>
          </a:ln>
        </p:spPr>
        <p:txBody>
          <a:bodyPr anchor="ctr">
            <a:noAutofit/>
          </a:bodyPr>
          <a:p>
            <a:pPr>
              <a:lnSpc>
                <a:spcPct val="100000"/>
              </a:lnSpc>
            </a:pPr>
            <a:r>
              <a:rPr b="0" lang="en-US" sz="4000" spc="-1" strike="noStrike">
                <a:solidFill>
                  <a:srgbClr val="00274c"/>
                </a:solidFill>
                <a:latin typeface="Arial"/>
                <a:ea typeface="Arial"/>
              </a:rPr>
              <a:t>Classification: Position products from Activity 10 you had touched</a:t>
            </a:r>
            <a:endParaRPr b="0" lang="en-US" sz="4000" spc="-1" strike="noStrike">
              <a:solidFill>
                <a:srgbClr val="000000"/>
              </a:solidFill>
              <a:latin typeface="Arial"/>
            </a:endParaRPr>
          </a:p>
        </p:txBody>
      </p:sp>
      <p:sp>
        <p:nvSpPr>
          <p:cNvPr id="203" name="Slide Number Placeholder 2"/>
          <p:cNvSpPr/>
          <p:nvPr/>
        </p:nvSpPr>
        <p:spPr>
          <a:xfrm>
            <a:off x="0" y="0"/>
            <a:ext cx="360" cy="360"/>
          </a:xfrm>
          <a:prstGeom prst="rect">
            <a:avLst/>
          </a:prstGeom>
          <a:noFill/>
          <a:ln w="0">
            <a:noFill/>
          </a:ln>
        </p:spPr>
        <p:style>
          <a:lnRef idx="0"/>
          <a:fillRef idx="0"/>
          <a:effectRef idx="0"/>
          <a:fontRef idx="minor"/>
        </p:style>
        <p:txBody>
          <a:bodyPr anchor="t">
            <a:normAutofit/>
          </a:bodyPr>
          <a:p>
            <a:pPr>
              <a:lnSpc>
                <a:spcPct val="100000"/>
              </a:lnSpc>
              <a:tabLst>
                <a:tab algn="l" pos="0"/>
              </a:tabLst>
            </a:pPr>
            <a:fld id="{6A18FAF4-FD60-4294-B99B-18B0A304D159}" type="slidenum">
              <a:rPr b="0" lang="en-US" sz="1870" spc="-1" strike="noStrike">
                <a:solidFill>
                  <a:srgbClr val="000000"/>
                </a:solidFill>
                <a:latin typeface="Arial"/>
              </a:rPr>
              <a:t>&lt;number&gt;</a:t>
            </a:fld>
            <a:endParaRPr b="0" lang="en-US" sz="1870" spc="-1" strike="noStrike">
              <a:latin typeface="Arial"/>
            </a:endParaRPr>
          </a:p>
        </p:txBody>
      </p:sp>
      <p:sp>
        <p:nvSpPr>
          <p:cNvPr id="204" name="Rectangle 19"/>
          <p:cNvSpPr/>
          <p:nvPr/>
        </p:nvSpPr>
        <p:spPr>
          <a:xfrm>
            <a:off x="13271760" y="3714120"/>
            <a:ext cx="1452960" cy="33264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0000"/>
                </a:solidFill>
                <a:latin typeface="Arial"/>
                <a:ea typeface="Arial"/>
              </a:rPr>
              <a:t>x</a:t>
            </a:r>
            <a:endParaRPr b="0" lang="en-US" sz="1600" spc="-1" strike="noStrike">
              <a:latin typeface="Arial"/>
            </a:endParaRPr>
          </a:p>
        </p:txBody>
      </p:sp>
      <p:sp>
        <p:nvSpPr>
          <p:cNvPr id="205" name="Rectangle 19"/>
          <p:cNvSpPr/>
          <p:nvPr/>
        </p:nvSpPr>
        <p:spPr>
          <a:xfrm>
            <a:off x="13271760" y="4794840"/>
            <a:ext cx="1452960" cy="33264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0000"/>
                </a:solidFill>
                <a:latin typeface="Arial"/>
                <a:ea typeface="Arial"/>
              </a:rPr>
              <a:t>x</a:t>
            </a:r>
            <a:endParaRPr b="0" lang="en-US" sz="1600" spc="-1" strike="noStrike">
              <a:latin typeface="Arial"/>
            </a:endParaRPr>
          </a:p>
        </p:txBody>
      </p:sp>
      <p:sp>
        <p:nvSpPr>
          <p:cNvPr id="206" name="Rectangle 19"/>
          <p:cNvSpPr/>
          <p:nvPr/>
        </p:nvSpPr>
        <p:spPr>
          <a:xfrm>
            <a:off x="13271760" y="5343120"/>
            <a:ext cx="1452960" cy="33264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0000"/>
                </a:solidFill>
                <a:latin typeface="Arial"/>
                <a:ea typeface="Arial"/>
              </a:rPr>
              <a:t>x</a:t>
            </a:r>
            <a:endParaRPr b="0" lang="en-US" sz="1600" spc="-1" strike="noStrike">
              <a:latin typeface="Arial"/>
            </a:endParaRPr>
          </a:p>
        </p:txBody>
      </p:sp>
      <p:sp>
        <p:nvSpPr>
          <p:cNvPr id="207" name="Rectangle 19"/>
          <p:cNvSpPr/>
          <p:nvPr/>
        </p:nvSpPr>
        <p:spPr>
          <a:xfrm>
            <a:off x="13271760" y="5891400"/>
            <a:ext cx="1452960" cy="33264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0000"/>
                </a:solidFill>
                <a:latin typeface="Arial"/>
                <a:ea typeface="Arial"/>
              </a:rPr>
              <a:t>x</a:t>
            </a:r>
            <a:endParaRPr b="0" lang="en-US" sz="1600" spc="-1" strike="noStrike">
              <a:latin typeface="Arial"/>
            </a:endParaRPr>
          </a:p>
        </p:txBody>
      </p:sp>
      <p:sp>
        <p:nvSpPr>
          <p:cNvPr id="208" name="Rectangle 19"/>
          <p:cNvSpPr/>
          <p:nvPr/>
        </p:nvSpPr>
        <p:spPr>
          <a:xfrm>
            <a:off x="13271760" y="4262760"/>
            <a:ext cx="1452960" cy="33264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0000"/>
                </a:solidFill>
                <a:latin typeface="Arial"/>
                <a:ea typeface="Arial"/>
              </a:rPr>
              <a:t>x</a:t>
            </a:r>
            <a:endParaRPr b="0" lang="en-US" sz="1600" spc="-1" strike="noStrike">
              <a:latin typeface="Arial"/>
            </a:endParaRPr>
          </a:p>
        </p:txBody>
      </p:sp>
      <p:sp>
        <p:nvSpPr>
          <p:cNvPr id="209" name="Rectangle 19"/>
          <p:cNvSpPr/>
          <p:nvPr/>
        </p:nvSpPr>
        <p:spPr>
          <a:xfrm>
            <a:off x="13271760" y="3153600"/>
            <a:ext cx="1452960" cy="33264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0000"/>
                </a:solidFill>
                <a:latin typeface="Arial"/>
                <a:ea typeface="Arial"/>
              </a:rPr>
              <a:t>x</a:t>
            </a:r>
            <a:endParaRPr b="0" lang="en-US" sz="1600" spc="-1" strike="noStrike">
              <a:latin typeface="Arial"/>
            </a:endParaRPr>
          </a:p>
        </p:txBody>
      </p:sp>
      <p:sp>
        <p:nvSpPr>
          <p:cNvPr id="210" name="Rectangle 24"/>
          <p:cNvSpPr/>
          <p:nvPr/>
        </p:nvSpPr>
        <p:spPr>
          <a:xfrm>
            <a:off x="1145160" y="2105640"/>
            <a:ext cx="11391120" cy="2481840"/>
          </a:xfrm>
          <a:prstGeom prst="rect">
            <a:avLst/>
          </a:prstGeom>
          <a:noFill/>
          <a:ln w="38100">
            <a:solidFill>
              <a:srgbClr val="00b2a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1" name="Rectangle 25"/>
          <p:cNvSpPr/>
          <p:nvPr/>
        </p:nvSpPr>
        <p:spPr>
          <a:xfrm>
            <a:off x="7351200" y="1501200"/>
            <a:ext cx="4947120" cy="6034320"/>
          </a:xfrm>
          <a:prstGeom prst="rect">
            <a:avLst/>
          </a:prstGeom>
          <a:noFill/>
          <a:ln w="38100">
            <a:solidFill>
              <a:srgbClr val="407ec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2" name="TextBox 26"/>
          <p:cNvSpPr/>
          <p:nvPr/>
        </p:nvSpPr>
        <p:spPr>
          <a:xfrm>
            <a:off x="8409600" y="1596240"/>
            <a:ext cx="2829600" cy="395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2000" spc="-1" strike="noStrike">
                <a:solidFill>
                  <a:srgbClr val="407ec9"/>
                </a:solidFill>
                <a:latin typeface="Arial"/>
                <a:ea typeface="Arial"/>
              </a:rPr>
              <a:t>Mobile </a:t>
            </a:r>
            <a:r>
              <a:rPr b="0" lang="en-US" sz="2000" spc="-1" strike="noStrike">
                <a:solidFill>
                  <a:srgbClr val="407ec9"/>
                </a:solidFill>
                <a:latin typeface="Arial"/>
                <a:ea typeface="Arial"/>
              </a:rPr>
              <a:t>(transport)</a:t>
            </a:r>
            <a:endParaRPr b="0" lang="en-US" sz="2000" spc="-1" strike="noStrike">
              <a:latin typeface="Arial"/>
            </a:endParaRPr>
          </a:p>
        </p:txBody>
      </p:sp>
      <p:sp>
        <p:nvSpPr>
          <p:cNvPr id="213" name="Rectangle 27"/>
          <p:cNvSpPr/>
          <p:nvPr/>
        </p:nvSpPr>
        <p:spPr>
          <a:xfrm>
            <a:off x="1145160" y="4798440"/>
            <a:ext cx="11391120" cy="2481840"/>
          </a:xfrm>
          <a:prstGeom prst="rect">
            <a:avLst/>
          </a:prstGeom>
          <a:noFill/>
          <a:ln w="38100">
            <a:solidFill>
              <a:srgbClr val="d8601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4" name="Rectangle 28"/>
          <p:cNvSpPr/>
          <p:nvPr/>
        </p:nvSpPr>
        <p:spPr>
          <a:xfrm>
            <a:off x="2259000" y="1501200"/>
            <a:ext cx="4947120" cy="6034320"/>
          </a:xfrm>
          <a:prstGeom prst="rect">
            <a:avLst/>
          </a:prstGeom>
          <a:noFill/>
          <a:ln w="38100">
            <a:solidFill>
              <a:srgbClr val="ada4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5" name="TextBox 29"/>
          <p:cNvSpPr/>
          <p:nvPr/>
        </p:nvSpPr>
        <p:spPr>
          <a:xfrm>
            <a:off x="3317760" y="1596240"/>
            <a:ext cx="2829600" cy="395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2000" spc="-1" strike="noStrike">
                <a:solidFill>
                  <a:srgbClr val="ada400"/>
                </a:solidFill>
                <a:latin typeface="Arial"/>
                <a:ea typeface="Arial"/>
              </a:rPr>
              <a:t>Fixed</a:t>
            </a:r>
            <a:endParaRPr b="0" lang="en-US" sz="2000" spc="-1" strike="noStrike">
              <a:latin typeface="Arial"/>
            </a:endParaRPr>
          </a:p>
        </p:txBody>
      </p:sp>
      <p:sp>
        <p:nvSpPr>
          <p:cNvPr id="216" name="TextBox 30"/>
          <p:cNvSpPr/>
          <p:nvPr/>
        </p:nvSpPr>
        <p:spPr>
          <a:xfrm rot="16200000">
            <a:off x="232920" y="2902320"/>
            <a:ext cx="2829600" cy="1005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2000" spc="-1" strike="noStrike">
                <a:solidFill>
                  <a:srgbClr val="00b2a9"/>
                </a:solidFill>
                <a:latin typeface="Arial"/>
                <a:ea typeface="Arial"/>
              </a:rPr>
              <a:t>Passive </a:t>
            </a:r>
            <a:br/>
            <a:r>
              <a:rPr b="0" lang="en-US" sz="2000" spc="-1" strike="noStrike">
                <a:solidFill>
                  <a:srgbClr val="00b2a9"/>
                </a:solidFill>
                <a:latin typeface="Arial"/>
                <a:ea typeface="Arial"/>
              </a:rPr>
              <a:t>(materials </a:t>
            </a:r>
            <a:br/>
            <a:r>
              <a:rPr b="0" lang="en-US" sz="2000" spc="-1" strike="noStrike">
                <a:solidFill>
                  <a:srgbClr val="00b2a9"/>
                </a:solidFill>
                <a:latin typeface="Arial"/>
                <a:ea typeface="Arial"/>
              </a:rPr>
              <a:t>&amp; disposal)</a:t>
            </a:r>
            <a:endParaRPr b="0" lang="en-US" sz="2000" spc="-1" strike="noStrike">
              <a:latin typeface="Arial"/>
            </a:endParaRPr>
          </a:p>
        </p:txBody>
      </p:sp>
      <p:sp>
        <p:nvSpPr>
          <p:cNvPr id="217" name="TextBox 31"/>
          <p:cNvSpPr/>
          <p:nvPr/>
        </p:nvSpPr>
        <p:spPr>
          <a:xfrm rot="16200000">
            <a:off x="234000" y="5690520"/>
            <a:ext cx="2829600" cy="700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2000" spc="-1" strike="noStrike">
                <a:solidFill>
                  <a:srgbClr val="d86018"/>
                </a:solidFill>
                <a:latin typeface="Arial"/>
                <a:ea typeface="Arial"/>
              </a:rPr>
              <a:t>Active </a:t>
            </a:r>
            <a:br/>
            <a:r>
              <a:rPr b="0" lang="en-US" sz="2000" spc="-1" strike="noStrike">
                <a:solidFill>
                  <a:srgbClr val="d86018"/>
                </a:solidFill>
                <a:latin typeface="Arial"/>
                <a:ea typeface="Arial"/>
              </a:rPr>
              <a:t>(use stage)</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37</TotalTime>
  <Application>LibreOffice/7.2.4.1$MacOSX_X86_64 LibreOffice_project/27d75539669ac387bb498e35313b970b7fe9c4f9</Application>
  <AppVersion>15.0000</AppVersion>
  <Words>327</Words>
  <Paragraphs>90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2017-01-17T22:07:36Z</dcterms:created>
  <dc:creator>Scott Mahler</dc:creator>
  <dc:description/>
  <dc:language>en-US</dc:language>
  <cp:lastModifiedBy>Le, Ruth</cp:lastModifiedBy>
  <dcterms:modified xsi:type="dcterms:W3CDTF">2022-03-10T18:02:41Z</dcterms:modified>
  <cp:revision>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Custom</vt:lpwstr>
  </property>
  <property fmtid="{D5CDD505-2E9C-101B-9397-08002B2CF9AE}" pid="4" name="Slides">
    <vt:i4>3</vt:i4>
  </property>
</Properties>
</file>