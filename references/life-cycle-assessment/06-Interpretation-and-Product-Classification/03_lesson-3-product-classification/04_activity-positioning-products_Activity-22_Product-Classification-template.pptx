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 id="2147483653" r:id="rId3"/>
    <p:sldMasterId id="2147483655" r:id="rId4"/>
    <p:sldMasterId id="2147483657" r:id="rId5"/>
  </p:sldMasterIdLst>
  <p:notesMasterIdLst>
    <p:notesMasterId r:id="rId9"/>
  </p:notesMasterIdLst>
  <p:sldIdLst>
    <p:sldId id="258" r:id="rId6"/>
    <p:sldId id="273" r:id="rId7"/>
    <p:sldId id="282" r:id="rId8"/>
  </p:sldIdLst>
  <p:sldSz cx="16257588"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16">
          <p15:clr>
            <a:srgbClr val="A4A3A4"/>
          </p15:clr>
        </p15:guide>
        <p15:guide id="2" pos="512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A1Etm8OMmUJx0yH+Sutxv62Yo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8"/>
  </p:normalViewPr>
  <p:slideViewPr>
    <p:cSldViewPr snapToGrid="0">
      <p:cViewPr varScale="1">
        <p:scale>
          <a:sx n="87" d="100"/>
          <a:sy n="87" d="100"/>
        </p:scale>
        <p:origin x="976" y="208"/>
      </p:cViewPr>
      <p:guideLst>
        <p:guide orient="horz" pos="3216"/>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39"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38" Type="http://schemas.openxmlformats.org/officeDocument/2006/relationships/presProps" Target="presProps.xml"/><Relationship Id="rId2" Type="http://schemas.openxmlformats.org/officeDocument/2006/relationships/slideMaster" Target="slideMasters/slideMaster2.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Master" Target="slideMasters/slideMaster5.xml"/><Relationship Id="rId4" Type="http://schemas.openxmlformats.org/officeDocument/2006/relationships/slideMaster" Target="slideMasters/slideMaster4.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u="sng"/>
              <a:t>Faculty Note:</a:t>
            </a:r>
            <a:endParaRPr/>
          </a:p>
          <a:p>
            <a:pPr marL="0" lvl="0" indent="0" algn="l" rtl="0">
              <a:spcBef>
                <a:spcPts val="0"/>
              </a:spcBef>
              <a:spcAft>
                <a:spcPts val="0"/>
              </a:spcAft>
              <a:buNone/>
            </a:pPr>
            <a:endParaRPr b="0" u="none"/>
          </a:p>
          <a:p>
            <a:pPr marL="0" lvl="0" indent="0" algn="l" rtl="0">
              <a:spcBef>
                <a:spcPts val="0"/>
              </a:spcBef>
              <a:spcAft>
                <a:spcPts val="0"/>
              </a:spcAft>
              <a:buNone/>
            </a:pPr>
            <a:r>
              <a:rPr lang="en-US" b="0" u="none"/>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endParaRPr/>
          </a:p>
        </p:txBody>
      </p:sp>
      <p:sp>
        <p:nvSpPr>
          <p:cNvPr id="72" name="Google Shape;7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3</a:t>
            </a:fld>
            <a:endParaRPr lang="en-US"/>
          </a:p>
        </p:txBody>
      </p:sp>
    </p:spTree>
    <p:extLst>
      <p:ext uri="{BB962C8B-B14F-4D97-AF65-F5344CB8AC3E}">
        <p14:creationId xmlns:p14="http://schemas.microsoft.com/office/powerpoint/2010/main" val="1418491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slide (shown in video)">
  <p:cSld name="Content slide (shown in video)">
    <p:spTree>
      <p:nvGrpSpPr>
        <p:cNvPr id="1" name="Shape 31"/>
        <p:cNvGrpSpPr/>
        <p:nvPr/>
      </p:nvGrpSpPr>
      <p:grpSpPr>
        <a:xfrm>
          <a:off x="0" y="0"/>
          <a:ext cx="0" cy="0"/>
          <a:chOff x="0" y="0"/>
          <a:chExt cx="0" cy="0"/>
        </a:xfrm>
      </p:grpSpPr>
      <p:sp>
        <p:nvSpPr>
          <p:cNvPr id="32" name="Google Shape;32;p31"/>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274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1"/>
          <p:cNvSpPr txBox="1">
            <a:spLocks noGrp="1"/>
          </p:cNvSpPr>
          <p:nvPr>
            <p:ph type="body" idx="1"/>
          </p:nvPr>
        </p:nvSpPr>
        <p:spPr>
          <a:xfrm>
            <a:off x="879475" y="1405719"/>
            <a:ext cx="14630400" cy="6373505"/>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rgbClr val="00274C"/>
              </a:buClr>
              <a:buSzPts val="1800"/>
              <a:buNone/>
              <a:defRPr/>
            </a:lvl1pPr>
            <a:lvl2pPr marL="914400" lvl="1" indent="-228600" algn="l">
              <a:spcBef>
                <a:spcPts val="360"/>
              </a:spcBef>
              <a:spcAft>
                <a:spcPts val="0"/>
              </a:spcAft>
              <a:buClr>
                <a:schemeClr val="dk1"/>
              </a:buClr>
              <a:buSzPts val="1800"/>
              <a:buNone/>
              <a:defRPr/>
            </a:lvl2pPr>
            <a:lvl3pPr marL="1371600" lvl="2" indent="-228600" algn="l">
              <a:spcBef>
                <a:spcPts val="360"/>
              </a:spcBef>
              <a:spcAft>
                <a:spcPts val="0"/>
              </a:spcAft>
              <a:buClr>
                <a:schemeClr val="dk1"/>
              </a:buClr>
              <a:buSzPts val="1800"/>
              <a:buNone/>
              <a:defRPr/>
            </a:lvl3pPr>
            <a:lvl4pPr marL="1828800" lvl="3" indent="-228600" algn="l">
              <a:spcBef>
                <a:spcPts val="360"/>
              </a:spcBef>
              <a:spcAft>
                <a:spcPts val="0"/>
              </a:spcAft>
              <a:buClr>
                <a:schemeClr val="dk1"/>
              </a:buClr>
              <a:buSzPts val="1800"/>
              <a:buNone/>
              <a:defRPr/>
            </a:lvl4pPr>
            <a:lvl5pPr marL="2286000" lvl="4" indent="-228600" algn="l">
              <a:spcBef>
                <a:spcPts val="360"/>
              </a:spcBef>
              <a:spcAft>
                <a:spcPts val="0"/>
              </a:spcAft>
              <a:buClr>
                <a:schemeClr val="dk1"/>
              </a:buClr>
              <a:buSzPts val="18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3446588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slide (shown in video)">
  <p:cSld name="Content slide (shown in video)">
    <p:spTree>
      <p:nvGrpSpPr>
        <p:cNvPr id="1" name="Shape 38"/>
        <p:cNvGrpSpPr/>
        <p:nvPr/>
      </p:nvGrpSpPr>
      <p:grpSpPr>
        <a:xfrm>
          <a:off x="0" y="0"/>
          <a:ext cx="0" cy="0"/>
          <a:chOff x="0" y="0"/>
          <a:chExt cx="0" cy="0"/>
        </a:xfrm>
      </p:grpSpPr>
      <p:sp>
        <p:nvSpPr>
          <p:cNvPr id="39" name="Google Shape;39;p33"/>
          <p:cNvSpPr txBox="1">
            <a:spLocks noGrp="1"/>
          </p:cNvSpPr>
          <p:nvPr>
            <p:ph type="body" idx="1"/>
          </p:nvPr>
        </p:nvSpPr>
        <p:spPr>
          <a:xfrm>
            <a:off x="878783" y="386862"/>
            <a:ext cx="14631900" cy="7389300"/>
          </a:xfrm>
          <a:prstGeom prst="rect">
            <a:avLst/>
          </a:prstGeom>
          <a:noFill/>
          <a:ln>
            <a:noFill/>
          </a:ln>
        </p:spPr>
        <p:txBody>
          <a:bodyPr spcFirstLastPara="1" wrap="square" lIns="91425" tIns="45700" rIns="91425" bIns="45700" anchor="t" anchorCtr="0">
            <a:noAutofit/>
          </a:bodyPr>
          <a:lstStyle>
            <a:lvl1pPr marL="457200" lvl="0" indent="-228600" algn="l" rtl="0">
              <a:spcBef>
                <a:spcPts val="360"/>
              </a:spcBef>
              <a:spcAft>
                <a:spcPts val="0"/>
              </a:spcAft>
              <a:buClr>
                <a:srgbClr val="00274C"/>
              </a:buClr>
              <a:buSzPts val="1800"/>
              <a:buNone/>
              <a:defRPr/>
            </a:lvl1pPr>
            <a:lvl2pPr marL="914400" lvl="1" indent="-228600" algn="l" rtl="0">
              <a:spcBef>
                <a:spcPts val="360"/>
              </a:spcBef>
              <a:spcAft>
                <a:spcPts val="0"/>
              </a:spcAft>
              <a:buClr>
                <a:schemeClr val="dk1"/>
              </a:buClr>
              <a:buSzPts val="1800"/>
              <a:buNone/>
              <a:defRPr/>
            </a:lvl2pPr>
            <a:lvl3pPr marL="1371600" lvl="2" indent="-228600" algn="l" rtl="0">
              <a:spcBef>
                <a:spcPts val="360"/>
              </a:spcBef>
              <a:spcAft>
                <a:spcPts val="0"/>
              </a:spcAft>
              <a:buClr>
                <a:schemeClr val="dk1"/>
              </a:buClr>
              <a:buSzPts val="1800"/>
              <a:buNone/>
              <a:defRPr/>
            </a:lvl3pPr>
            <a:lvl4pPr marL="1828800" lvl="3" indent="-228600" algn="l" rtl="0">
              <a:spcBef>
                <a:spcPts val="360"/>
              </a:spcBef>
              <a:spcAft>
                <a:spcPts val="0"/>
              </a:spcAft>
              <a:buClr>
                <a:schemeClr val="dk1"/>
              </a:buClr>
              <a:buSzPts val="1800"/>
              <a:buNone/>
              <a:defRPr/>
            </a:lvl4pPr>
            <a:lvl5pPr marL="2286000" lvl="4" indent="-228600" algn="l" rtl="0">
              <a:spcBef>
                <a:spcPts val="360"/>
              </a:spcBef>
              <a:spcAft>
                <a:spcPts val="0"/>
              </a:spcAft>
              <a:buClr>
                <a:schemeClr val="dk1"/>
              </a:buClr>
              <a:buSzPts val="1800"/>
              <a:buNone/>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slide (shown in video)">
  <p:cSld name="Content slide (shown in video)">
    <p:spTree>
      <p:nvGrpSpPr>
        <p:cNvPr id="1" name="Shape 45"/>
        <p:cNvGrpSpPr/>
        <p:nvPr/>
      </p:nvGrpSpPr>
      <p:grpSpPr>
        <a:xfrm>
          <a:off x="0" y="0"/>
          <a:ext cx="0" cy="0"/>
          <a:chOff x="0" y="0"/>
          <a:chExt cx="0" cy="0"/>
        </a:xfrm>
      </p:grpSpPr>
      <p:sp>
        <p:nvSpPr>
          <p:cNvPr id="46" name="Google Shape;46;p35"/>
          <p:cNvSpPr txBox="1">
            <a:spLocks noGrp="1"/>
          </p:cNvSpPr>
          <p:nvPr>
            <p:ph type="title"/>
          </p:nvPr>
        </p:nvSpPr>
        <p:spPr>
          <a:xfrm>
            <a:off x="878783" y="272169"/>
            <a:ext cx="9489900" cy="8703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00274C"/>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 name="Google Shape;47;p35"/>
          <p:cNvSpPr txBox="1">
            <a:spLocks noGrp="1"/>
          </p:cNvSpPr>
          <p:nvPr>
            <p:ph type="body" idx="1"/>
          </p:nvPr>
        </p:nvSpPr>
        <p:spPr>
          <a:xfrm>
            <a:off x="879475" y="1405719"/>
            <a:ext cx="14630400" cy="6373500"/>
          </a:xfrm>
          <a:prstGeom prst="rect">
            <a:avLst/>
          </a:prstGeom>
          <a:noFill/>
          <a:ln>
            <a:noFill/>
          </a:ln>
        </p:spPr>
        <p:txBody>
          <a:bodyPr spcFirstLastPara="1" wrap="square" lIns="91425" tIns="45700" rIns="91425" bIns="45700" anchor="t" anchorCtr="0">
            <a:noAutofit/>
          </a:bodyPr>
          <a:lstStyle>
            <a:lvl1pPr marL="457200" lvl="0" indent="-228600" algn="l" rtl="0">
              <a:spcBef>
                <a:spcPts val="360"/>
              </a:spcBef>
              <a:spcAft>
                <a:spcPts val="0"/>
              </a:spcAft>
              <a:buClr>
                <a:srgbClr val="00274C"/>
              </a:buClr>
              <a:buSzPts val="1800"/>
              <a:buNone/>
              <a:defRPr/>
            </a:lvl1pPr>
            <a:lvl2pPr marL="914400" lvl="1" indent="-228600" algn="l" rtl="0">
              <a:spcBef>
                <a:spcPts val="360"/>
              </a:spcBef>
              <a:spcAft>
                <a:spcPts val="0"/>
              </a:spcAft>
              <a:buClr>
                <a:schemeClr val="dk1"/>
              </a:buClr>
              <a:buSzPts val="1800"/>
              <a:buNone/>
              <a:defRPr/>
            </a:lvl2pPr>
            <a:lvl3pPr marL="1371600" lvl="2" indent="-228600" algn="l" rtl="0">
              <a:spcBef>
                <a:spcPts val="360"/>
              </a:spcBef>
              <a:spcAft>
                <a:spcPts val="0"/>
              </a:spcAft>
              <a:buClr>
                <a:schemeClr val="dk1"/>
              </a:buClr>
              <a:buSzPts val="1800"/>
              <a:buNone/>
              <a:defRPr/>
            </a:lvl3pPr>
            <a:lvl4pPr marL="1828800" lvl="3" indent="-228600" algn="l" rtl="0">
              <a:spcBef>
                <a:spcPts val="360"/>
              </a:spcBef>
              <a:spcAft>
                <a:spcPts val="0"/>
              </a:spcAft>
              <a:buClr>
                <a:schemeClr val="dk1"/>
              </a:buClr>
              <a:buSzPts val="1800"/>
              <a:buNone/>
              <a:defRPr/>
            </a:lvl4pPr>
            <a:lvl5pPr marL="2286000" lvl="4" indent="-228600" algn="l" rtl="0">
              <a:spcBef>
                <a:spcPts val="360"/>
              </a:spcBef>
              <a:spcAft>
                <a:spcPts val="0"/>
              </a:spcAft>
              <a:buClr>
                <a:schemeClr val="dk1"/>
              </a:buClr>
              <a:buSzPts val="1800"/>
              <a:buNone/>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resenter notes (not to be shown in video)">
  <p:cSld name="Presenter notes (not to be shown in video)">
    <p:spTree>
      <p:nvGrpSpPr>
        <p:cNvPr id="1" name="Shape 50"/>
        <p:cNvGrpSpPr/>
        <p:nvPr/>
      </p:nvGrpSpPr>
      <p:grpSpPr>
        <a:xfrm>
          <a:off x="0" y="0"/>
          <a:ext cx="0" cy="0"/>
          <a:chOff x="0" y="0"/>
          <a:chExt cx="0" cy="0"/>
        </a:xfrm>
      </p:grpSpPr>
      <p:sp>
        <p:nvSpPr>
          <p:cNvPr id="51" name="Google Shape;51;p37"/>
          <p:cNvSpPr txBox="1">
            <a:spLocks noGrp="1"/>
          </p:cNvSpPr>
          <p:nvPr>
            <p:ph type="body" idx="1"/>
          </p:nvPr>
        </p:nvSpPr>
        <p:spPr>
          <a:xfrm>
            <a:off x="1581665" y="1301578"/>
            <a:ext cx="13007400" cy="58077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800"/>
              <a:buNone/>
              <a:defRPr/>
            </a:lvl1pPr>
            <a:lvl2pPr marL="914400" lvl="1" indent="-228600" algn="l" rtl="0">
              <a:lnSpc>
                <a:spcPct val="90000"/>
              </a:lnSpc>
              <a:spcBef>
                <a:spcPts val="500"/>
              </a:spcBef>
              <a:spcAft>
                <a:spcPts val="0"/>
              </a:spcAft>
              <a:buClr>
                <a:schemeClr val="dk1"/>
              </a:buClr>
              <a:buSzPts val="1800"/>
              <a:buNone/>
              <a:defRPr/>
            </a:lvl2pPr>
            <a:lvl3pPr marL="1371600" lvl="2" indent="-228600" algn="l" rtl="0">
              <a:lnSpc>
                <a:spcPct val="90000"/>
              </a:lnSpc>
              <a:spcBef>
                <a:spcPts val="500"/>
              </a:spcBef>
              <a:spcAft>
                <a:spcPts val="0"/>
              </a:spcAft>
              <a:buClr>
                <a:schemeClr val="dk1"/>
              </a:buClr>
              <a:buSzPts val="18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7F7F7F"/>
            </a:gs>
            <a:gs pos="2000">
              <a:srgbClr val="7F7F7F"/>
            </a:gs>
            <a:gs pos="27000">
              <a:srgbClr val="ECECEC"/>
            </a:gs>
            <a:gs pos="80000">
              <a:schemeClr val="lt1"/>
            </a:gs>
            <a:gs pos="100000">
              <a:schemeClr val="lt1"/>
            </a:gs>
          </a:gsLst>
          <a:lin ang="16200000" scaled="0"/>
        </a:gradFill>
        <a:effectLst/>
      </p:bgPr>
    </p:bg>
    <p:spTree>
      <p:nvGrpSpPr>
        <p:cNvPr id="1" name="Shape 9"/>
        <p:cNvGrpSpPr/>
        <p:nvPr/>
      </p:nvGrpSpPr>
      <p:grpSpPr>
        <a:xfrm>
          <a:off x="0" y="0"/>
          <a:ext cx="0" cy="0"/>
          <a:chOff x="0" y="0"/>
          <a:chExt cx="0" cy="0"/>
        </a:xfrm>
      </p:grpSpPr>
      <p:pic>
        <p:nvPicPr>
          <p:cNvPr id="10" name="Google Shape;10;p27"/>
          <p:cNvPicPr preferRelativeResize="0"/>
          <p:nvPr/>
        </p:nvPicPr>
        <p:blipFill rotWithShape="1">
          <a:blip r:embed="rId3">
            <a:alphaModFix/>
          </a:blip>
          <a:srcRect t="16663" b="11628"/>
          <a:stretch/>
        </p:blipFill>
        <p:spPr>
          <a:xfrm>
            <a:off x="-13957" y="0"/>
            <a:ext cx="16271545" cy="7776028"/>
          </a:xfrm>
          <a:prstGeom prst="rect">
            <a:avLst/>
          </a:prstGeom>
          <a:noFill/>
          <a:ln>
            <a:noFill/>
          </a:ln>
        </p:spPr>
      </p:pic>
      <p:sp>
        <p:nvSpPr>
          <p:cNvPr id="11" name="Google Shape;11;p27"/>
          <p:cNvSpPr/>
          <p:nvPr/>
        </p:nvSpPr>
        <p:spPr>
          <a:xfrm>
            <a:off x="0" y="7674428"/>
            <a:ext cx="16257588" cy="1469571"/>
          </a:xfrm>
          <a:prstGeom prst="rect">
            <a:avLst/>
          </a:prstGeom>
          <a:solidFill>
            <a:srgbClr val="00274C"/>
          </a:solidFill>
          <a:ln w="9525" cap="flat" cmpd="sng">
            <a:solidFill>
              <a:srgbClr val="FFC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Arial"/>
              <a:ea typeface="Arial"/>
              <a:cs typeface="Arial"/>
              <a:sym typeface="Arial"/>
            </a:endParaRPr>
          </a:p>
        </p:txBody>
      </p:sp>
      <p:pic>
        <p:nvPicPr>
          <p:cNvPr id="12" name="Google Shape;12;p27" descr="M_SchoolPublicHealth_logo_white.png"/>
          <p:cNvPicPr preferRelativeResize="0"/>
          <p:nvPr/>
        </p:nvPicPr>
        <p:blipFill rotWithShape="1">
          <a:blip r:embed="rId4">
            <a:alphaModFix/>
          </a:blip>
          <a:srcRect/>
          <a:stretch/>
        </p:blipFill>
        <p:spPr>
          <a:xfrm>
            <a:off x="10759986" y="8007770"/>
            <a:ext cx="5372640" cy="767520"/>
          </a:xfrm>
          <a:prstGeom prst="rect">
            <a:avLst/>
          </a:prstGeom>
          <a:noFill/>
          <a:ln>
            <a:noFill/>
          </a:ln>
        </p:spPr>
      </p:pic>
      <p:sp>
        <p:nvSpPr>
          <p:cNvPr id="13" name="Google Shape;13;p27"/>
          <p:cNvSpPr/>
          <p:nvPr/>
        </p:nvSpPr>
        <p:spPr>
          <a:xfrm>
            <a:off x="0" y="7623628"/>
            <a:ext cx="16257588" cy="152400"/>
          </a:xfrm>
          <a:prstGeom prst="rect">
            <a:avLst/>
          </a:prstGeom>
          <a:solidFill>
            <a:srgbClr val="FFCB0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Arial"/>
              <a:ea typeface="Arial"/>
              <a:cs typeface="Arial"/>
              <a:sym typeface="Arial"/>
            </a:endParaRPr>
          </a:p>
        </p:txBody>
      </p:sp>
      <p:sp>
        <p:nvSpPr>
          <p:cNvPr id="14" name="Google Shape;14;p27"/>
          <p:cNvSpPr/>
          <p:nvPr/>
        </p:nvSpPr>
        <p:spPr>
          <a:xfrm>
            <a:off x="0" y="4767944"/>
            <a:ext cx="16257588" cy="2846366"/>
          </a:xfrm>
          <a:prstGeom prst="rect">
            <a:avLst/>
          </a:prstGeom>
          <a:gradFill>
            <a:gsLst>
              <a:gs pos="0">
                <a:srgbClr val="F2F2F2"/>
              </a:gs>
              <a:gs pos="66000">
                <a:srgbClr val="EEEEEE"/>
              </a:gs>
              <a:gs pos="100000">
                <a:srgbClr val="3A5891">
                  <a:alpha val="54901"/>
                </a:srgbClr>
              </a:gs>
            </a:gsLst>
            <a:lin ang="12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Arial"/>
              <a:ea typeface="Arial"/>
              <a:cs typeface="Arial"/>
              <a:sym typeface="Arial"/>
            </a:endParaRPr>
          </a:p>
        </p:txBody>
      </p:sp>
      <p:pic>
        <p:nvPicPr>
          <p:cNvPr id="15" name="Google Shape;15;p27"/>
          <p:cNvPicPr preferRelativeResize="0"/>
          <p:nvPr/>
        </p:nvPicPr>
        <p:blipFill rotWithShape="1">
          <a:blip r:embed="rId5">
            <a:alphaModFix amt="20000"/>
          </a:blip>
          <a:srcRect/>
          <a:stretch/>
        </p:blipFill>
        <p:spPr>
          <a:xfrm>
            <a:off x="-13957" y="4757918"/>
            <a:ext cx="12192001" cy="2891110"/>
          </a:xfrm>
          <a:prstGeom prst="rect">
            <a:avLst/>
          </a:prstGeom>
          <a:noFill/>
          <a:ln>
            <a:noFill/>
          </a:ln>
        </p:spPr>
      </p:pic>
      <p:cxnSp>
        <p:nvCxnSpPr>
          <p:cNvPr id="16" name="Google Shape;16;p27"/>
          <p:cNvCxnSpPr/>
          <p:nvPr/>
        </p:nvCxnSpPr>
        <p:spPr>
          <a:xfrm>
            <a:off x="0" y="6607960"/>
            <a:ext cx="10140043" cy="0"/>
          </a:xfrm>
          <a:prstGeom prst="straightConnector1">
            <a:avLst/>
          </a:prstGeom>
          <a:noFill/>
          <a:ln w="38100" cap="flat" cmpd="sng">
            <a:solidFill>
              <a:srgbClr val="00274C"/>
            </a:solidFill>
            <a:prstDash val="solid"/>
            <a:round/>
            <a:headEnd type="none" w="sm" len="sm"/>
            <a:tailEnd type="none" w="sm" len="sm"/>
          </a:ln>
        </p:spPr>
      </p:cxnSp>
      <p:sp>
        <p:nvSpPr>
          <p:cNvPr id="17" name="Google Shape;17;p27"/>
          <p:cNvSpPr/>
          <p:nvPr/>
        </p:nvSpPr>
        <p:spPr>
          <a:xfrm>
            <a:off x="0" y="4550950"/>
            <a:ext cx="16257588" cy="224918"/>
          </a:xfrm>
          <a:prstGeom prst="rect">
            <a:avLst/>
          </a:prstGeom>
          <a:gradFill>
            <a:gsLst>
              <a:gs pos="0">
                <a:srgbClr val="587ABC"/>
              </a:gs>
              <a:gs pos="63000">
                <a:schemeClr val="lt1"/>
              </a:gs>
              <a:gs pos="100000">
                <a:schemeClr val="lt1"/>
              </a:gs>
            </a:gsLst>
            <a:lin ang="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sp>
        <p:nvSpPr>
          <p:cNvPr id="20" name="Google Shape;20;p29"/>
          <p:cNvSpPr txBox="1">
            <a:spLocks noGrp="1"/>
          </p:cNvSpPr>
          <p:nvPr>
            <p:ph type="body" idx="1"/>
          </p:nvPr>
        </p:nvSpPr>
        <p:spPr>
          <a:xfrm>
            <a:off x="878783" y="1405719"/>
            <a:ext cx="14631828" cy="637030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640"/>
              </a:spcBef>
              <a:spcAft>
                <a:spcPts val="0"/>
              </a:spcAft>
              <a:buClr>
                <a:srgbClr val="00274C"/>
              </a:buClr>
              <a:buSzPts val="3200"/>
              <a:buFont typeface="Arial"/>
              <a:buNone/>
              <a:defRPr sz="3200" b="0" i="0" u="none" strike="noStrike" cap="none">
                <a:solidFill>
                  <a:srgbClr val="00274C"/>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1" name="Google Shape;21;p29"/>
          <p:cNvSpPr txBox="1">
            <a:spLocks noGrp="1"/>
          </p:cNvSpPr>
          <p:nvPr>
            <p:ph type="title"/>
          </p:nvPr>
        </p:nvSpPr>
        <p:spPr>
          <a:xfrm>
            <a:off x="878783" y="272169"/>
            <a:ext cx="14631828" cy="87038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00274C"/>
              </a:buClr>
              <a:buSzPts val="4400"/>
              <a:buFont typeface="Arial"/>
              <a:buNone/>
              <a:defRPr sz="4400" b="0" i="0" u="none" strike="noStrike" cap="none">
                <a:solidFill>
                  <a:srgbClr val="00274C"/>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29"/>
          <p:cNvSpPr/>
          <p:nvPr/>
        </p:nvSpPr>
        <p:spPr>
          <a:xfrm>
            <a:off x="0" y="0"/>
            <a:ext cx="16257588" cy="224918"/>
          </a:xfrm>
          <a:prstGeom prst="rect">
            <a:avLst/>
          </a:prstGeom>
          <a:gradFill>
            <a:gsLst>
              <a:gs pos="0">
                <a:srgbClr val="587ABC"/>
              </a:gs>
              <a:gs pos="63000">
                <a:srgbClr val="00274C"/>
              </a:gs>
              <a:gs pos="100000">
                <a:srgbClr val="00274C"/>
              </a:gs>
            </a:gsLst>
            <a:lin ang="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cxnSp>
        <p:nvCxnSpPr>
          <p:cNvPr id="23" name="Google Shape;23;p29"/>
          <p:cNvCxnSpPr/>
          <p:nvPr/>
        </p:nvCxnSpPr>
        <p:spPr>
          <a:xfrm>
            <a:off x="1023582" y="1210794"/>
            <a:ext cx="14343797" cy="0"/>
          </a:xfrm>
          <a:prstGeom prst="straightConnector1">
            <a:avLst/>
          </a:prstGeom>
          <a:noFill/>
          <a:ln w="38100" cap="flat" cmpd="sng">
            <a:solidFill>
              <a:schemeClr val="accent1"/>
            </a:solidFill>
            <a:prstDash val="solid"/>
            <a:round/>
            <a:headEnd type="none" w="sm" len="sm"/>
            <a:tailEnd type="none" w="sm" len="sm"/>
          </a:ln>
        </p:spPr>
      </p:cxnSp>
      <p:sp>
        <p:nvSpPr>
          <p:cNvPr id="24" name="Google Shape;24;p29"/>
          <p:cNvSpPr/>
          <p:nvPr/>
        </p:nvSpPr>
        <p:spPr>
          <a:xfrm>
            <a:off x="0" y="7776027"/>
            <a:ext cx="16257588" cy="1367973"/>
          </a:xfrm>
          <a:prstGeom prst="rect">
            <a:avLst/>
          </a:prstGeom>
          <a:gradFill>
            <a:gsLst>
              <a:gs pos="0">
                <a:srgbClr val="E4E1DF"/>
              </a:gs>
              <a:gs pos="8000">
                <a:srgbClr val="E4E1DF"/>
              </a:gs>
              <a:gs pos="100000">
                <a:schemeClr val="l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cxnSp>
        <p:nvCxnSpPr>
          <p:cNvPr id="25" name="Google Shape;25;p29"/>
          <p:cNvCxnSpPr/>
          <p:nvPr/>
        </p:nvCxnSpPr>
        <p:spPr>
          <a:xfrm>
            <a:off x="0" y="7758806"/>
            <a:ext cx="16257588" cy="0"/>
          </a:xfrm>
          <a:prstGeom prst="straightConnector1">
            <a:avLst/>
          </a:prstGeom>
          <a:noFill/>
          <a:ln w="9525" cap="flat" cmpd="sng">
            <a:solidFill>
              <a:srgbClr val="E4E1DF">
                <a:alpha val="29803"/>
              </a:srgbClr>
            </a:solidFill>
            <a:prstDash val="solid"/>
            <a:round/>
            <a:headEnd type="none" w="sm" len="sm"/>
            <a:tailEnd type="none" w="sm" len="sm"/>
          </a:ln>
          <a:effectLst>
            <a:outerShdw blurRad="40000" dist="20000" dir="5400000" rotWithShape="0">
              <a:srgbClr val="000000">
                <a:alpha val="37647"/>
              </a:srgbClr>
            </a:outerShdw>
          </a:effectLst>
        </p:spPr>
      </p:cxnSp>
    </p:spTree>
  </p:cSld>
  <p:clrMap bg1="lt1" tx1="dk1" bg2="dk2" tx2="lt2" accent1="accent1" accent2="accent2" accent3="accent3" accent4="accent4" accent5="accent5" accent6="accent6" hlink="hlink" folHlink="folHlink"/>
  <p:sldLayoutIdLst>
    <p:sldLayoutId id="2147483652" r:id="rId1"/>
    <p:sldLayoutId id="214748365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
        <p:cNvGrpSpPr/>
        <p:nvPr/>
      </p:nvGrpSpPr>
      <p:grpSpPr>
        <a:xfrm>
          <a:off x="0" y="0"/>
          <a:ext cx="0" cy="0"/>
          <a:chOff x="0" y="0"/>
          <a:chExt cx="0" cy="0"/>
        </a:xfrm>
      </p:grpSpPr>
      <p:sp>
        <p:nvSpPr>
          <p:cNvPr id="35" name="Google Shape;35;p32"/>
          <p:cNvSpPr/>
          <p:nvPr/>
        </p:nvSpPr>
        <p:spPr>
          <a:xfrm>
            <a:off x="0" y="7776027"/>
            <a:ext cx="16257600" cy="1368000"/>
          </a:xfrm>
          <a:prstGeom prst="rect">
            <a:avLst/>
          </a:prstGeom>
          <a:gradFill>
            <a:gsLst>
              <a:gs pos="0">
                <a:srgbClr val="E4E1DF"/>
              </a:gs>
              <a:gs pos="8000">
                <a:srgbClr val="E4E1DF"/>
              </a:gs>
              <a:gs pos="100000">
                <a:schemeClr val="lt1"/>
              </a:gs>
            </a:gsLst>
            <a:lin ang="16200038"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cxnSp>
        <p:nvCxnSpPr>
          <p:cNvPr id="36" name="Google Shape;36;p32"/>
          <p:cNvCxnSpPr/>
          <p:nvPr/>
        </p:nvCxnSpPr>
        <p:spPr>
          <a:xfrm>
            <a:off x="0" y="7758806"/>
            <a:ext cx="16257600" cy="0"/>
          </a:xfrm>
          <a:prstGeom prst="straightConnector1">
            <a:avLst/>
          </a:prstGeom>
          <a:noFill/>
          <a:ln w="9525" cap="flat" cmpd="sng">
            <a:solidFill>
              <a:srgbClr val="E4E1DF">
                <a:alpha val="29800"/>
              </a:srgbClr>
            </a:solidFill>
            <a:prstDash val="solid"/>
            <a:round/>
            <a:headEnd type="none" w="sm" len="sm"/>
            <a:tailEnd type="none" w="sm" len="sm"/>
          </a:ln>
          <a:effectLst>
            <a:outerShdw blurRad="40000" dist="20000" dir="5400000" rotWithShape="0">
              <a:srgbClr val="000000">
                <a:alpha val="37650"/>
              </a:srgbClr>
            </a:outerShdw>
          </a:effectLst>
        </p:spPr>
      </p:cxnSp>
      <p:sp>
        <p:nvSpPr>
          <p:cNvPr id="37" name="Google Shape;37;p32"/>
          <p:cNvSpPr txBox="1">
            <a:spLocks noGrp="1"/>
          </p:cNvSpPr>
          <p:nvPr>
            <p:ph type="body" idx="1"/>
          </p:nvPr>
        </p:nvSpPr>
        <p:spPr>
          <a:xfrm>
            <a:off x="878783" y="386862"/>
            <a:ext cx="14631900" cy="73893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00274C"/>
              </a:buClr>
              <a:buSzPts val="3200"/>
              <a:buFont typeface="Arial"/>
              <a:buNone/>
              <a:defRPr sz="3200" b="0" i="0" u="none" strike="noStrike" cap="none">
                <a:solidFill>
                  <a:srgbClr val="00274C"/>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
        <p:cNvGrpSpPr/>
        <p:nvPr/>
      </p:nvGrpSpPr>
      <p:grpSpPr>
        <a:xfrm>
          <a:off x="0" y="0"/>
          <a:ext cx="0" cy="0"/>
          <a:chOff x="0" y="0"/>
          <a:chExt cx="0" cy="0"/>
        </a:xfrm>
      </p:grpSpPr>
      <p:sp>
        <p:nvSpPr>
          <p:cNvPr id="41" name="Google Shape;41;p34"/>
          <p:cNvSpPr txBox="1">
            <a:spLocks noGrp="1"/>
          </p:cNvSpPr>
          <p:nvPr>
            <p:ph type="body" idx="1"/>
          </p:nvPr>
        </p:nvSpPr>
        <p:spPr>
          <a:xfrm>
            <a:off x="878783" y="1405719"/>
            <a:ext cx="9489900" cy="63702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00274C"/>
              </a:buClr>
              <a:buSzPts val="3200"/>
              <a:buFont typeface="Arial"/>
              <a:buNone/>
              <a:defRPr sz="3200" b="0" i="0" u="none" strike="noStrike" cap="none">
                <a:solidFill>
                  <a:srgbClr val="00274C"/>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2" name="Google Shape;42;p34"/>
          <p:cNvSpPr txBox="1">
            <a:spLocks noGrp="1"/>
          </p:cNvSpPr>
          <p:nvPr>
            <p:ph type="title"/>
          </p:nvPr>
        </p:nvSpPr>
        <p:spPr>
          <a:xfrm>
            <a:off x="878783" y="272169"/>
            <a:ext cx="9489900" cy="8703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00274C"/>
              </a:buClr>
              <a:buSzPts val="4400"/>
              <a:buFont typeface="Arial"/>
              <a:buNone/>
              <a:defRPr sz="4400" b="0" i="0" u="none" strike="noStrike" cap="none">
                <a:solidFill>
                  <a:srgbClr val="00274C"/>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3" name="Google Shape;43;p34"/>
          <p:cNvSpPr/>
          <p:nvPr/>
        </p:nvSpPr>
        <p:spPr>
          <a:xfrm>
            <a:off x="0" y="7776027"/>
            <a:ext cx="16257600" cy="1368000"/>
          </a:xfrm>
          <a:prstGeom prst="rect">
            <a:avLst/>
          </a:prstGeom>
          <a:gradFill>
            <a:gsLst>
              <a:gs pos="0">
                <a:srgbClr val="E4E1DF"/>
              </a:gs>
              <a:gs pos="8000">
                <a:srgbClr val="E4E1DF"/>
              </a:gs>
              <a:gs pos="100000">
                <a:schemeClr val="lt1"/>
              </a:gs>
            </a:gsLst>
            <a:lin ang="16200038"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cxnSp>
        <p:nvCxnSpPr>
          <p:cNvPr id="44" name="Google Shape;44;p34"/>
          <p:cNvCxnSpPr/>
          <p:nvPr/>
        </p:nvCxnSpPr>
        <p:spPr>
          <a:xfrm>
            <a:off x="0" y="7758806"/>
            <a:ext cx="16257600" cy="0"/>
          </a:xfrm>
          <a:prstGeom prst="straightConnector1">
            <a:avLst/>
          </a:prstGeom>
          <a:noFill/>
          <a:ln w="9525" cap="flat" cmpd="sng">
            <a:solidFill>
              <a:srgbClr val="E4E1DF">
                <a:alpha val="29800"/>
              </a:srgbClr>
            </a:solidFill>
            <a:prstDash val="solid"/>
            <a:round/>
            <a:headEnd type="none" w="sm" len="sm"/>
            <a:tailEnd type="none" w="sm" len="sm"/>
          </a:ln>
          <a:effectLst>
            <a:outerShdw blurRad="40000" dist="20000" dir="5400000" rotWithShape="0">
              <a:srgbClr val="000000">
                <a:alpha val="37650"/>
              </a:srgbClr>
            </a:outerShdw>
          </a:effectLst>
        </p:spPr>
      </p:cxnSp>
    </p:spTree>
  </p:cSld>
  <p:clrMap bg1="lt1" tx1="dk1" bg2="dk2" tx2="lt2" accent1="accent1" accent2="accent2" accent3="accent3" accent4="accent4" accent5="accent5" accent6="accent6" hlink="hlink" folHlink="folHlink"/>
  <p:sldLayoutIdLst>
    <p:sldLayoutId id="214748365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DDEAF6"/>
        </a:solidFill>
        <a:effectLst/>
      </p:bgPr>
    </p:bg>
    <p:spTree>
      <p:nvGrpSpPr>
        <p:cNvPr id="1" name="Shape 48"/>
        <p:cNvGrpSpPr/>
        <p:nvPr/>
      </p:nvGrpSpPr>
      <p:grpSpPr>
        <a:xfrm>
          <a:off x="0" y="0"/>
          <a:ext cx="0" cy="0"/>
          <a:chOff x="0" y="0"/>
          <a:chExt cx="0" cy="0"/>
        </a:xfrm>
      </p:grpSpPr>
      <p:sp>
        <p:nvSpPr>
          <p:cNvPr id="49" name="Google Shape;49;p36"/>
          <p:cNvSpPr txBox="1">
            <a:spLocks noGrp="1"/>
          </p:cNvSpPr>
          <p:nvPr>
            <p:ph type="body" idx="1"/>
          </p:nvPr>
        </p:nvSpPr>
        <p:spPr>
          <a:xfrm>
            <a:off x="2084172" y="1066154"/>
            <a:ext cx="12002400" cy="5802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Courier New"/>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Noto Sans Symbols"/>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3"/>
          <p:cNvSpPr txBox="1"/>
          <p:nvPr/>
        </p:nvSpPr>
        <p:spPr>
          <a:xfrm>
            <a:off x="440871" y="4945368"/>
            <a:ext cx="14799129" cy="171821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D86018"/>
              </a:buClr>
              <a:buSzPts val="4600"/>
              <a:buFont typeface="Arial"/>
              <a:buNone/>
            </a:pPr>
            <a:r>
              <a:rPr lang="en-US" sz="4600" b="1" i="0" u="none" strike="noStrike" cap="none" dirty="0">
                <a:solidFill>
                  <a:srgbClr val="D86018"/>
                </a:solidFill>
                <a:latin typeface="Arial"/>
                <a:ea typeface="Arial"/>
                <a:cs typeface="Arial"/>
                <a:sym typeface="Arial"/>
              </a:rPr>
              <a:t>Products in our daily life – </a:t>
            </a:r>
            <a:r>
              <a:rPr lang="en-US" sz="4600" b="1" i="0" u="none" strike="noStrike" cap="none">
                <a:solidFill>
                  <a:srgbClr val="D86018"/>
                </a:solidFill>
                <a:latin typeface="Arial"/>
                <a:ea typeface="Arial"/>
                <a:cs typeface="Arial"/>
                <a:sym typeface="Arial"/>
              </a:rPr>
              <a:t>product classification</a:t>
            </a:r>
            <a:endParaRPr sz="4600" b="1" i="0" u="none" strike="noStrike" cap="none" dirty="0">
              <a:solidFill>
                <a:srgbClr val="C00000"/>
              </a:solidFill>
              <a:latin typeface="Arial"/>
              <a:ea typeface="Arial"/>
              <a:cs typeface="Arial"/>
              <a:sym typeface="Arial"/>
            </a:endParaRPr>
          </a:p>
        </p:txBody>
      </p:sp>
      <p:sp>
        <p:nvSpPr>
          <p:cNvPr id="75" name="Google Shape;75;p3"/>
          <p:cNvSpPr txBox="1"/>
          <p:nvPr/>
        </p:nvSpPr>
        <p:spPr>
          <a:xfrm>
            <a:off x="440871" y="6790584"/>
            <a:ext cx="3021981" cy="477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274C"/>
              </a:buClr>
              <a:buSzPts val="2500"/>
              <a:buFont typeface="Arial"/>
              <a:buNone/>
            </a:pPr>
            <a:r>
              <a:rPr lang="en-US" sz="2500" b="1" i="0" u="none" strike="noStrike" cap="none" dirty="0">
                <a:solidFill>
                  <a:srgbClr val="00274C"/>
                </a:solidFill>
                <a:latin typeface="Arial"/>
                <a:ea typeface="Arial"/>
                <a:cs typeface="Arial"/>
                <a:sym typeface="Arial"/>
              </a:rPr>
              <a:t>Olivier Jolliet, PhD</a:t>
            </a:r>
            <a:endParaRPr sz="2500" b="0" i="0" u="none" strike="noStrike" cap="none" dirty="0">
              <a:solidFill>
                <a:srgbClr val="00274C"/>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18"/>
          <p:cNvSpPr txBox="1"/>
          <p:nvPr/>
        </p:nvSpPr>
        <p:spPr>
          <a:xfrm>
            <a:off x="503725" y="3153425"/>
            <a:ext cx="15457800" cy="870300"/>
          </a:xfrm>
          <a:prstGeom prst="rect">
            <a:avLst/>
          </a:prstGeom>
          <a:solidFill>
            <a:srgbClr val="FFE59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rPr>
              <a:t>Personal care</a:t>
            </a:r>
            <a:endParaRPr sz="2400">
              <a:solidFill>
                <a:schemeClr val="dk1"/>
              </a:solidFill>
              <a:latin typeface="Arial"/>
              <a:ea typeface="Arial"/>
              <a:cs typeface="Arial"/>
              <a:sym typeface="Arial"/>
            </a:endParaRPr>
          </a:p>
        </p:txBody>
      </p:sp>
      <p:sp>
        <p:nvSpPr>
          <p:cNvPr id="369" name="Google Shape;369;p18"/>
          <p:cNvSpPr txBox="1"/>
          <p:nvPr/>
        </p:nvSpPr>
        <p:spPr>
          <a:xfrm>
            <a:off x="524775" y="4909050"/>
            <a:ext cx="15457800" cy="1465500"/>
          </a:xfrm>
          <a:prstGeom prst="rect">
            <a:avLst/>
          </a:prstGeom>
          <a:solidFill>
            <a:srgbClr val="F9CB9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rPr>
              <a:t>Kitchen</a:t>
            </a:r>
            <a:endParaRPr sz="2400">
              <a:solidFill>
                <a:schemeClr val="dk1"/>
              </a:solidFill>
              <a:latin typeface="Arial"/>
              <a:ea typeface="Arial"/>
              <a:cs typeface="Arial"/>
              <a:sym typeface="Arial"/>
            </a:endParaRPr>
          </a:p>
        </p:txBody>
      </p:sp>
      <p:sp>
        <p:nvSpPr>
          <p:cNvPr id="370" name="Google Shape;370;p18"/>
          <p:cNvSpPr txBox="1"/>
          <p:nvPr/>
        </p:nvSpPr>
        <p:spPr>
          <a:xfrm>
            <a:off x="503727" y="6477525"/>
            <a:ext cx="15457800" cy="461700"/>
          </a:xfrm>
          <a:prstGeom prst="rect">
            <a:avLst/>
          </a:prstGeom>
          <a:solidFill>
            <a:srgbClr val="EA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rPr>
              <a:t>Transportation</a:t>
            </a:r>
            <a:endParaRPr sz="2400">
              <a:solidFill>
                <a:schemeClr val="dk1"/>
              </a:solidFill>
              <a:latin typeface="Arial"/>
              <a:ea typeface="Arial"/>
              <a:cs typeface="Arial"/>
              <a:sym typeface="Arial"/>
            </a:endParaRPr>
          </a:p>
        </p:txBody>
      </p:sp>
      <p:sp>
        <p:nvSpPr>
          <p:cNvPr id="371" name="Google Shape;371;p18"/>
          <p:cNvSpPr txBox="1"/>
          <p:nvPr/>
        </p:nvSpPr>
        <p:spPr>
          <a:xfrm>
            <a:off x="524775" y="4113125"/>
            <a:ext cx="15457800" cy="636000"/>
          </a:xfrm>
          <a:prstGeom prst="rect">
            <a:avLst/>
          </a:prstGeom>
          <a:solidFill>
            <a:srgbClr val="D5A6B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rPr>
              <a:t>Clothing</a:t>
            </a:r>
            <a:endParaRPr sz="2400">
              <a:solidFill>
                <a:schemeClr val="dk1"/>
              </a:solidFill>
              <a:latin typeface="Arial"/>
              <a:ea typeface="Arial"/>
              <a:cs typeface="Arial"/>
              <a:sym typeface="Arial"/>
            </a:endParaRPr>
          </a:p>
        </p:txBody>
      </p:sp>
      <p:sp>
        <p:nvSpPr>
          <p:cNvPr id="372" name="Google Shape;372;p18"/>
          <p:cNvSpPr txBox="1"/>
          <p:nvPr/>
        </p:nvSpPr>
        <p:spPr>
          <a:xfrm>
            <a:off x="501425" y="8123850"/>
            <a:ext cx="15457800" cy="945300"/>
          </a:xfrm>
          <a:prstGeom prst="rect">
            <a:avLst/>
          </a:prstGeom>
          <a:solidFill>
            <a:srgbClr val="9FC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rPr>
              <a:t>Misc</a:t>
            </a:r>
            <a:endParaRPr sz="2400">
              <a:solidFill>
                <a:schemeClr val="dk1"/>
              </a:solidFill>
              <a:latin typeface="Arial"/>
              <a:ea typeface="Arial"/>
              <a:cs typeface="Arial"/>
              <a:sym typeface="Arial"/>
            </a:endParaRPr>
          </a:p>
        </p:txBody>
      </p:sp>
      <p:sp>
        <p:nvSpPr>
          <p:cNvPr id="373" name="Google Shape;373;p18"/>
          <p:cNvSpPr txBox="1"/>
          <p:nvPr/>
        </p:nvSpPr>
        <p:spPr>
          <a:xfrm>
            <a:off x="464475" y="7125075"/>
            <a:ext cx="15518100" cy="870300"/>
          </a:xfrm>
          <a:prstGeom prst="rect">
            <a:avLst/>
          </a:prstGeom>
          <a:solidFill>
            <a:srgbClr val="9999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rPr>
              <a:t>Furniture</a:t>
            </a:r>
            <a:endParaRPr sz="2400">
              <a:solidFill>
                <a:schemeClr val="dk1"/>
              </a:solidFill>
              <a:latin typeface="Arial"/>
              <a:ea typeface="Arial"/>
              <a:cs typeface="Arial"/>
              <a:sym typeface="Arial"/>
            </a:endParaRPr>
          </a:p>
        </p:txBody>
      </p:sp>
      <p:sp>
        <p:nvSpPr>
          <p:cNvPr id="374" name="Google Shape;374;p18"/>
          <p:cNvSpPr txBox="1"/>
          <p:nvPr/>
        </p:nvSpPr>
        <p:spPr>
          <a:xfrm>
            <a:off x="503725" y="1873525"/>
            <a:ext cx="15457800" cy="1177800"/>
          </a:xfrm>
          <a:prstGeom prst="rect">
            <a:avLst/>
          </a:prstGeom>
          <a:solidFill>
            <a:srgbClr val="B6D7A8"/>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rPr>
              <a:t>Electronics</a:t>
            </a:r>
            <a:endParaRPr sz="2400">
              <a:solidFill>
                <a:schemeClr val="dk1"/>
              </a:solidFill>
              <a:latin typeface="Arial"/>
              <a:ea typeface="Arial"/>
              <a:cs typeface="Arial"/>
              <a:sym typeface="Arial"/>
            </a:endParaRPr>
          </a:p>
        </p:txBody>
      </p:sp>
      <p:sp>
        <p:nvSpPr>
          <p:cNvPr id="375" name="Google Shape;375;p18"/>
          <p:cNvSpPr/>
          <p:nvPr/>
        </p:nvSpPr>
        <p:spPr>
          <a:xfrm>
            <a:off x="2704227" y="3449425"/>
            <a:ext cx="19713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medicine - supplements</a:t>
            </a:r>
            <a:endParaRPr sz="1600">
              <a:solidFill>
                <a:schemeClr val="dk1"/>
              </a:solidFill>
              <a:latin typeface="Arial"/>
              <a:ea typeface="Arial"/>
              <a:cs typeface="Arial"/>
              <a:sym typeface="Arial"/>
            </a:endParaRPr>
          </a:p>
        </p:txBody>
      </p:sp>
      <p:sp>
        <p:nvSpPr>
          <p:cNvPr id="377" name="Google Shape;377;p18"/>
          <p:cNvSpPr/>
          <p:nvPr/>
        </p:nvSpPr>
        <p:spPr>
          <a:xfrm>
            <a:off x="5336424" y="4968158"/>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dishes</a:t>
            </a:r>
            <a:endParaRPr sz="1600">
              <a:solidFill>
                <a:schemeClr val="dk1"/>
              </a:solidFill>
              <a:latin typeface="Arial"/>
              <a:ea typeface="Arial"/>
              <a:cs typeface="Arial"/>
              <a:sym typeface="Arial"/>
            </a:endParaRPr>
          </a:p>
        </p:txBody>
      </p:sp>
      <p:sp>
        <p:nvSpPr>
          <p:cNvPr id="378" name="Google Shape;378;p18"/>
          <p:cNvSpPr/>
          <p:nvPr/>
        </p:nvSpPr>
        <p:spPr>
          <a:xfrm>
            <a:off x="6312624" y="3540330"/>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toothbrush</a:t>
            </a:r>
            <a:endParaRPr sz="1600">
              <a:solidFill>
                <a:schemeClr val="dk1"/>
              </a:solidFill>
              <a:latin typeface="Arial"/>
              <a:ea typeface="Arial"/>
              <a:cs typeface="Arial"/>
              <a:sym typeface="Arial"/>
            </a:endParaRPr>
          </a:p>
        </p:txBody>
      </p:sp>
      <p:sp>
        <p:nvSpPr>
          <p:cNvPr id="379" name="Google Shape;379;p18"/>
          <p:cNvSpPr/>
          <p:nvPr/>
        </p:nvSpPr>
        <p:spPr>
          <a:xfrm>
            <a:off x="6128412" y="3127834"/>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toothpaste</a:t>
            </a:r>
            <a:endParaRPr sz="1600">
              <a:solidFill>
                <a:schemeClr val="dk1"/>
              </a:solidFill>
              <a:latin typeface="Arial"/>
              <a:ea typeface="Arial"/>
              <a:cs typeface="Arial"/>
              <a:sym typeface="Arial"/>
            </a:endParaRPr>
          </a:p>
        </p:txBody>
      </p:sp>
      <p:sp>
        <p:nvSpPr>
          <p:cNvPr id="380" name="Google Shape;380;p18"/>
          <p:cNvSpPr/>
          <p:nvPr/>
        </p:nvSpPr>
        <p:spPr>
          <a:xfrm>
            <a:off x="14422374" y="6565339"/>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l" rtl="0">
              <a:spcBef>
                <a:spcPts val="0"/>
              </a:spcBef>
              <a:spcAft>
                <a:spcPts val="0"/>
              </a:spcAft>
              <a:buNone/>
            </a:pPr>
            <a:r>
              <a:rPr lang="en-US" sz="1600">
                <a:solidFill>
                  <a:schemeClr val="dk1"/>
                </a:solidFill>
              </a:rPr>
              <a:t> car</a:t>
            </a:r>
            <a:endParaRPr sz="1600">
              <a:solidFill>
                <a:schemeClr val="dk1"/>
              </a:solidFill>
              <a:latin typeface="Arial"/>
              <a:ea typeface="Arial"/>
              <a:cs typeface="Arial"/>
              <a:sym typeface="Arial"/>
            </a:endParaRPr>
          </a:p>
        </p:txBody>
      </p:sp>
      <p:sp>
        <p:nvSpPr>
          <p:cNvPr id="381" name="Google Shape;381;p18"/>
          <p:cNvSpPr/>
          <p:nvPr/>
        </p:nvSpPr>
        <p:spPr>
          <a:xfrm>
            <a:off x="4767324" y="3486330"/>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shampoo</a:t>
            </a:r>
            <a:endParaRPr sz="1600">
              <a:solidFill>
                <a:schemeClr val="dk1"/>
              </a:solidFill>
              <a:latin typeface="Arial"/>
              <a:ea typeface="Arial"/>
              <a:cs typeface="Arial"/>
              <a:sym typeface="Arial"/>
            </a:endParaRPr>
          </a:p>
        </p:txBody>
      </p:sp>
      <p:sp>
        <p:nvSpPr>
          <p:cNvPr id="382" name="Google Shape;382;p18"/>
          <p:cNvSpPr/>
          <p:nvPr/>
        </p:nvSpPr>
        <p:spPr>
          <a:xfrm>
            <a:off x="2963137" y="8213048"/>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notebook</a:t>
            </a:r>
            <a:endParaRPr sz="1600">
              <a:solidFill>
                <a:schemeClr val="dk1"/>
              </a:solidFill>
              <a:latin typeface="Arial"/>
              <a:ea typeface="Arial"/>
              <a:cs typeface="Arial"/>
              <a:sym typeface="Arial"/>
            </a:endParaRPr>
          </a:p>
        </p:txBody>
      </p:sp>
      <p:sp>
        <p:nvSpPr>
          <p:cNvPr id="383" name="Google Shape;383;p18"/>
          <p:cNvSpPr/>
          <p:nvPr/>
        </p:nvSpPr>
        <p:spPr>
          <a:xfrm>
            <a:off x="5017487" y="5293627"/>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water bottle</a:t>
            </a:r>
            <a:endParaRPr sz="1600">
              <a:solidFill>
                <a:schemeClr val="dk1"/>
              </a:solidFill>
              <a:latin typeface="Arial"/>
              <a:ea typeface="Arial"/>
              <a:cs typeface="Arial"/>
              <a:sym typeface="Arial"/>
            </a:endParaRPr>
          </a:p>
        </p:txBody>
      </p:sp>
      <p:sp>
        <p:nvSpPr>
          <p:cNvPr id="384" name="Google Shape;384;p18"/>
          <p:cNvSpPr/>
          <p:nvPr/>
        </p:nvSpPr>
        <p:spPr>
          <a:xfrm>
            <a:off x="8377484" y="6540379"/>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bike</a:t>
            </a:r>
            <a:endParaRPr sz="1600">
              <a:solidFill>
                <a:schemeClr val="dk1"/>
              </a:solidFill>
              <a:latin typeface="Arial"/>
              <a:ea typeface="Arial"/>
              <a:cs typeface="Arial"/>
              <a:sym typeface="Arial"/>
            </a:endParaRPr>
          </a:p>
        </p:txBody>
      </p:sp>
      <p:sp>
        <p:nvSpPr>
          <p:cNvPr id="385" name="Google Shape;385;p18"/>
          <p:cNvSpPr/>
          <p:nvPr/>
        </p:nvSpPr>
        <p:spPr>
          <a:xfrm>
            <a:off x="12065784" y="8398275"/>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rowing </a:t>
            </a:r>
            <a:endParaRPr sz="1600">
              <a:solidFill>
                <a:schemeClr val="dk1"/>
              </a:solidFill>
            </a:endParaRPr>
          </a:p>
          <a:p>
            <a:pPr marL="0" marR="0" lvl="0" indent="0" algn="ctr" rtl="0">
              <a:spcBef>
                <a:spcPts val="0"/>
              </a:spcBef>
              <a:spcAft>
                <a:spcPts val="0"/>
              </a:spcAft>
              <a:buNone/>
            </a:pPr>
            <a:r>
              <a:rPr lang="en-US" sz="1600">
                <a:solidFill>
                  <a:schemeClr val="dk1"/>
                </a:solidFill>
              </a:rPr>
              <a:t>machine</a:t>
            </a:r>
            <a:r>
              <a:rPr lang="en-US" sz="1600">
                <a:solidFill>
                  <a:schemeClr val="dk1"/>
                </a:solidFill>
                <a:latin typeface="Arial"/>
                <a:ea typeface="Arial"/>
                <a:cs typeface="Arial"/>
                <a:sym typeface="Arial"/>
              </a:rPr>
              <a:t>x</a:t>
            </a:r>
            <a:endParaRPr sz="1600">
              <a:solidFill>
                <a:schemeClr val="dk1"/>
              </a:solidFill>
              <a:latin typeface="Arial"/>
              <a:ea typeface="Arial"/>
              <a:cs typeface="Arial"/>
              <a:sym typeface="Arial"/>
            </a:endParaRPr>
          </a:p>
        </p:txBody>
      </p:sp>
      <p:sp>
        <p:nvSpPr>
          <p:cNvPr id="386" name="Google Shape;386;p18"/>
          <p:cNvSpPr/>
          <p:nvPr/>
        </p:nvSpPr>
        <p:spPr>
          <a:xfrm>
            <a:off x="579921" y="8645967"/>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dog leash</a:t>
            </a:r>
            <a:endParaRPr sz="1600">
              <a:solidFill>
                <a:schemeClr val="dk1"/>
              </a:solidFill>
              <a:latin typeface="Arial"/>
              <a:ea typeface="Arial"/>
              <a:cs typeface="Arial"/>
              <a:sym typeface="Arial"/>
            </a:endParaRPr>
          </a:p>
        </p:txBody>
      </p:sp>
      <p:sp>
        <p:nvSpPr>
          <p:cNvPr id="387" name="Google Shape;387;p18"/>
          <p:cNvSpPr/>
          <p:nvPr/>
        </p:nvSpPr>
        <p:spPr>
          <a:xfrm>
            <a:off x="832834" y="3486334"/>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mouthwash</a:t>
            </a:r>
            <a:endParaRPr sz="1600">
              <a:solidFill>
                <a:schemeClr val="dk1"/>
              </a:solidFill>
              <a:latin typeface="Arial"/>
              <a:ea typeface="Arial"/>
              <a:cs typeface="Arial"/>
              <a:sym typeface="Arial"/>
            </a:endParaRPr>
          </a:p>
        </p:txBody>
      </p:sp>
      <p:sp>
        <p:nvSpPr>
          <p:cNvPr id="388" name="Google Shape;388;p18"/>
          <p:cNvSpPr/>
          <p:nvPr/>
        </p:nvSpPr>
        <p:spPr>
          <a:xfrm>
            <a:off x="8854759" y="2403514"/>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wireless mouse</a:t>
            </a:r>
            <a:endParaRPr sz="1600">
              <a:solidFill>
                <a:schemeClr val="dk1"/>
              </a:solidFill>
              <a:latin typeface="Arial"/>
              <a:ea typeface="Arial"/>
              <a:cs typeface="Arial"/>
              <a:sym typeface="Arial"/>
            </a:endParaRPr>
          </a:p>
        </p:txBody>
      </p:sp>
      <p:sp>
        <p:nvSpPr>
          <p:cNvPr id="389" name="Google Shape;389;p18"/>
          <p:cNvSpPr/>
          <p:nvPr/>
        </p:nvSpPr>
        <p:spPr>
          <a:xfrm>
            <a:off x="7876246" y="1948380"/>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wireless keyboard</a:t>
            </a:r>
            <a:endParaRPr sz="1600">
              <a:solidFill>
                <a:schemeClr val="dk1"/>
              </a:solidFill>
              <a:latin typeface="Arial"/>
              <a:ea typeface="Arial"/>
              <a:cs typeface="Arial"/>
              <a:sym typeface="Arial"/>
            </a:endParaRPr>
          </a:p>
        </p:txBody>
      </p:sp>
      <p:sp>
        <p:nvSpPr>
          <p:cNvPr id="390" name="Google Shape;390;p18"/>
          <p:cNvSpPr/>
          <p:nvPr/>
        </p:nvSpPr>
        <p:spPr>
          <a:xfrm>
            <a:off x="6923984" y="8181235"/>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doorknob</a:t>
            </a:r>
            <a:endParaRPr sz="1600">
              <a:solidFill>
                <a:schemeClr val="dk1"/>
              </a:solidFill>
              <a:latin typeface="Arial"/>
              <a:ea typeface="Arial"/>
              <a:cs typeface="Arial"/>
              <a:sym typeface="Arial"/>
            </a:endParaRPr>
          </a:p>
        </p:txBody>
      </p:sp>
      <p:sp>
        <p:nvSpPr>
          <p:cNvPr id="391" name="Google Shape;391;p18"/>
          <p:cNvSpPr/>
          <p:nvPr/>
        </p:nvSpPr>
        <p:spPr>
          <a:xfrm>
            <a:off x="7690184" y="5017977"/>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chair</a:t>
            </a:r>
            <a:endParaRPr sz="1600">
              <a:solidFill>
                <a:schemeClr val="dk1"/>
              </a:solidFill>
              <a:latin typeface="Arial"/>
              <a:ea typeface="Arial"/>
              <a:cs typeface="Arial"/>
              <a:sym typeface="Arial"/>
            </a:endParaRPr>
          </a:p>
        </p:txBody>
      </p:sp>
      <p:sp>
        <p:nvSpPr>
          <p:cNvPr id="392" name="Google Shape;392;p18"/>
          <p:cNvSpPr/>
          <p:nvPr/>
        </p:nvSpPr>
        <p:spPr>
          <a:xfrm>
            <a:off x="14422382" y="2487824"/>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laptop</a:t>
            </a:r>
            <a:endParaRPr sz="1600">
              <a:solidFill>
                <a:schemeClr val="dk1"/>
              </a:solidFill>
              <a:latin typeface="Arial"/>
              <a:ea typeface="Arial"/>
              <a:cs typeface="Arial"/>
              <a:sym typeface="Arial"/>
            </a:endParaRPr>
          </a:p>
        </p:txBody>
      </p:sp>
      <p:sp>
        <p:nvSpPr>
          <p:cNvPr id="393" name="Google Shape;393;p18"/>
          <p:cNvSpPr/>
          <p:nvPr/>
        </p:nvSpPr>
        <p:spPr>
          <a:xfrm>
            <a:off x="13822144" y="5027229"/>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refrigerator</a:t>
            </a:r>
            <a:endParaRPr sz="1600">
              <a:solidFill>
                <a:schemeClr val="dk1"/>
              </a:solidFill>
              <a:latin typeface="Arial"/>
              <a:ea typeface="Arial"/>
              <a:cs typeface="Arial"/>
              <a:sym typeface="Arial"/>
            </a:endParaRPr>
          </a:p>
        </p:txBody>
      </p:sp>
      <p:sp>
        <p:nvSpPr>
          <p:cNvPr id="394" name="Google Shape;394;p18"/>
          <p:cNvSpPr/>
          <p:nvPr/>
        </p:nvSpPr>
        <p:spPr>
          <a:xfrm>
            <a:off x="5227244" y="1936384"/>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headphones</a:t>
            </a:r>
            <a:endParaRPr sz="1600">
              <a:solidFill>
                <a:schemeClr val="dk1"/>
              </a:solidFill>
              <a:latin typeface="Arial"/>
              <a:ea typeface="Arial"/>
              <a:cs typeface="Arial"/>
              <a:sym typeface="Arial"/>
            </a:endParaRPr>
          </a:p>
        </p:txBody>
      </p:sp>
      <p:sp>
        <p:nvSpPr>
          <p:cNvPr id="395" name="Google Shape;395;p18"/>
          <p:cNvSpPr/>
          <p:nvPr/>
        </p:nvSpPr>
        <p:spPr>
          <a:xfrm>
            <a:off x="3519619" y="4275276"/>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shirt</a:t>
            </a:r>
            <a:endParaRPr sz="1600">
              <a:solidFill>
                <a:schemeClr val="dk1"/>
              </a:solidFill>
              <a:latin typeface="Arial"/>
              <a:ea typeface="Arial"/>
              <a:cs typeface="Arial"/>
              <a:sym typeface="Arial"/>
            </a:endParaRPr>
          </a:p>
        </p:txBody>
      </p:sp>
      <p:sp>
        <p:nvSpPr>
          <p:cNvPr id="396" name="Google Shape;396;p18"/>
          <p:cNvSpPr/>
          <p:nvPr/>
        </p:nvSpPr>
        <p:spPr>
          <a:xfrm>
            <a:off x="5256732" y="4219643"/>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pants</a:t>
            </a:r>
            <a:endParaRPr sz="1600">
              <a:solidFill>
                <a:schemeClr val="dk1"/>
              </a:solidFill>
              <a:latin typeface="Arial"/>
              <a:ea typeface="Arial"/>
              <a:cs typeface="Arial"/>
              <a:sym typeface="Arial"/>
            </a:endParaRPr>
          </a:p>
        </p:txBody>
      </p:sp>
      <p:sp>
        <p:nvSpPr>
          <p:cNvPr id="397" name="Google Shape;397;p18"/>
          <p:cNvSpPr/>
          <p:nvPr/>
        </p:nvSpPr>
        <p:spPr>
          <a:xfrm>
            <a:off x="9200469" y="4227115"/>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leather shoes</a:t>
            </a:r>
            <a:endParaRPr sz="1600">
              <a:solidFill>
                <a:schemeClr val="dk1"/>
              </a:solidFill>
              <a:latin typeface="Arial"/>
              <a:ea typeface="Arial"/>
              <a:cs typeface="Arial"/>
              <a:sym typeface="Arial"/>
            </a:endParaRPr>
          </a:p>
        </p:txBody>
      </p:sp>
      <p:sp>
        <p:nvSpPr>
          <p:cNvPr id="398" name="Google Shape;398;p18"/>
          <p:cNvSpPr/>
          <p:nvPr/>
        </p:nvSpPr>
        <p:spPr>
          <a:xfrm>
            <a:off x="12896833" y="1953674"/>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cell phone</a:t>
            </a:r>
            <a:endParaRPr sz="1600">
              <a:solidFill>
                <a:schemeClr val="dk1"/>
              </a:solidFill>
              <a:latin typeface="Arial"/>
              <a:ea typeface="Arial"/>
              <a:cs typeface="Arial"/>
              <a:sym typeface="Arial"/>
            </a:endParaRPr>
          </a:p>
        </p:txBody>
      </p:sp>
      <p:sp>
        <p:nvSpPr>
          <p:cNvPr id="399" name="Google Shape;399;p18"/>
          <p:cNvSpPr/>
          <p:nvPr/>
        </p:nvSpPr>
        <p:spPr>
          <a:xfrm>
            <a:off x="12917183" y="2487816"/>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TV</a:t>
            </a:r>
            <a:endParaRPr sz="1600">
              <a:solidFill>
                <a:schemeClr val="dk1"/>
              </a:solidFill>
              <a:latin typeface="Arial"/>
              <a:ea typeface="Arial"/>
              <a:cs typeface="Arial"/>
              <a:sym typeface="Arial"/>
            </a:endParaRPr>
          </a:p>
        </p:txBody>
      </p:sp>
      <p:sp>
        <p:nvSpPr>
          <p:cNvPr id="400" name="Google Shape;400;p18"/>
          <p:cNvSpPr/>
          <p:nvPr/>
        </p:nvSpPr>
        <p:spPr>
          <a:xfrm>
            <a:off x="7526933" y="4219646"/>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shoes</a:t>
            </a:r>
            <a:endParaRPr sz="1600">
              <a:solidFill>
                <a:schemeClr val="dk1"/>
              </a:solidFill>
              <a:latin typeface="Arial"/>
              <a:ea typeface="Arial"/>
              <a:cs typeface="Arial"/>
              <a:sym typeface="Arial"/>
            </a:endParaRPr>
          </a:p>
        </p:txBody>
      </p:sp>
      <p:sp>
        <p:nvSpPr>
          <p:cNvPr id="401" name="Google Shape;401;p18"/>
          <p:cNvSpPr/>
          <p:nvPr/>
        </p:nvSpPr>
        <p:spPr>
          <a:xfrm>
            <a:off x="4086833" y="8404063"/>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book</a:t>
            </a:r>
            <a:endParaRPr sz="1600">
              <a:solidFill>
                <a:schemeClr val="dk1"/>
              </a:solidFill>
              <a:latin typeface="Arial"/>
              <a:ea typeface="Arial"/>
              <a:cs typeface="Arial"/>
              <a:sym typeface="Arial"/>
            </a:endParaRPr>
          </a:p>
        </p:txBody>
      </p:sp>
      <p:sp>
        <p:nvSpPr>
          <p:cNvPr id="402" name="Google Shape;402;p18"/>
          <p:cNvSpPr/>
          <p:nvPr/>
        </p:nvSpPr>
        <p:spPr>
          <a:xfrm>
            <a:off x="1248233" y="8233889"/>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pen</a:t>
            </a:r>
            <a:endParaRPr sz="1600">
              <a:solidFill>
                <a:schemeClr val="dk1"/>
              </a:solidFill>
              <a:latin typeface="Arial"/>
              <a:ea typeface="Arial"/>
              <a:cs typeface="Arial"/>
              <a:sym typeface="Arial"/>
            </a:endParaRPr>
          </a:p>
        </p:txBody>
      </p:sp>
      <p:sp>
        <p:nvSpPr>
          <p:cNvPr id="403" name="Google Shape;403;p18"/>
          <p:cNvSpPr/>
          <p:nvPr/>
        </p:nvSpPr>
        <p:spPr>
          <a:xfrm>
            <a:off x="8032287" y="7618706"/>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couch</a:t>
            </a:r>
            <a:endParaRPr sz="1600">
              <a:solidFill>
                <a:schemeClr val="dk1"/>
              </a:solidFill>
              <a:latin typeface="Arial"/>
              <a:ea typeface="Arial"/>
              <a:cs typeface="Arial"/>
              <a:sym typeface="Arial"/>
            </a:endParaRPr>
          </a:p>
        </p:txBody>
      </p:sp>
      <p:sp>
        <p:nvSpPr>
          <p:cNvPr id="404" name="Google Shape;404;p18"/>
          <p:cNvSpPr/>
          <p:nvPr/>
        </p:nvSpPr>
        <p:spPr>
          <a:xfrm>
            <a:off x="6074099" y="5722848"/>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trash can</a:t>
            </a:r>
            <a:endParaRPr sz="1600">
              <a:solidFill>
                <a:schemeClr val="dk1"/>
              </a:solidFill>
              <a:latin typeface="Arial"/>
              <a:ea typeface="Arial"/>
              <a:cs typeface="Arial"/>
              <a:sym typeface="Arial"/>
            </a:endParaRPr>
          </a:p>
        </p:txBody>
      </p:sp>
      <p:sp>
        <p:nvSpPr>
          <p:cNvPr id="405" name="Google Shape;405;p18"/>
          <p:cNvSpPr/>
          <p:nvPr/>
        </p:nvSpPr>
        <p:spPr>
          <a:xfrm>
            <a:off x="14477924" y="5467678"/>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microwave</a:t>
            </a:r>
            <a:endParaRPr sz="1600">
              <a:solidFill>
                <a:schemeClr val="dk1"/>
              </a:solidFill>
              <a:latin typeface="Arial"/>
              <a:ea typeface="Arial"/>
              <a:cs typeface="Arial"/>
              <a:sym typeface="Arial"/>
            </a:endParaRPr>
          </a:p>
        </p:txBody>
      </p:sp>
      <p:sp>
        <p:nvSpPr>
          <p:cNvPr id="406" name="Google Shape;406;p18"/>
          <p:cNvSpPr/>
          <p:nvPr/>
        </p:nvSpPr>
        <p:spPr>
          <a:xfrm>
            <a:off x="2280634" y="8689944"/>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yoga mat</a:t>
            </a:r>
            <a:endParaRPr sz="1600">
              <a:solidFill>
                <a:schemeClr val="dk1"/>
              </a:solidFill>
              <a:latin typeface="Arial"/>
              <a:ea typeface="Arial"/>
              <a:cs typeface="Arial"/>
              <a:sym typeface="Arial"/>
            </a:endParaRPr>
          </a:p>
        </p:txBody>
      </p:sp>
      <p:sp>
        <p:nvSpPr>
          <p:cNvPr id="407" name="Google Shape;407;p18"/>
          <p:cNvSpPr/>
          <p:nvPr/>
        </p:nvSpPr>
        <p:spPr>
          <a:xfrm>
            <a:off x="2011684" y="8309523"/>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mail</a:t>
            </a:r>
            <a:endParaRPr sz="1600">
              <a:solidFill>
                <a:schemeClr val="dk1"/>
              </a:solidFill>
              <a:latin typeface="Arial"/>
              <a:ea typeface="Arial"/>
              <a:cs typeface="Arial"/>
              <a:sym typeface="Arial"/>
            </a:endParaRPr>
          </a:p>
        </p:txBody>
      </p:sp>
      <p:sp>
        <p:nvSpPr>
          <p:cNvPr id="408" name="Google Shape;408;p18"/>
          <p:cNvSpPr/>
          <p:nvPr/>
        </p:nvSpPr>
        <p:spPr>
          <a:xfrm>
            <a:off x="7396021" y="7183966"/>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desk</a:t>
            </a:r>
            <a:endParaRPr sz="1600">
              <a:solidFill>
                <a:schemeClr val="dk1"/>
              </a:solidFill>
              <a:latin typeface="Arial"/>
              <a:ea typeface="Arial"/>
              <a:cs typeface="Arial"/>
              <a:sym typeface="Arial"/>
            </a:endParaRPr>
          </a:p>
        </p:txBody>
      </p:sp>
      <p:sp>
        <p:nvSpPr>
          <p:cNvPr id="409" name="Google Shape;409;p18"/>
          <p:cNvSpPr/>
          <p:nvPr/>
        </p:nvSpPr>
        <p:spPr>
          <a:xfrm>
            <a:off x="7815582" y="3449094"/>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glasses</a:t>
            </a:r>
            <a:endParaRPr sz="1600">
              <a:solidFill>
                <a:schemeClr val="dk1"/>
              </a:solidFill>
              <a:latin typeface="Arial"/>
              <a:ea typeface="Arial"/>
              <a:cs typeface="Arial"/>
              <a:sym typeface="Arial"/>
            </a:endParaRPr>
          </a:p>
        </p:txBody>
      </p:sp>
      <p:sp>
        <p:nvSpPr>
          <p:cNvPr id="410" name="Google Shape;410;p18"/>
          <p:cNvSpPr/>
          <p:nvPr/>
        </p:nvSpPr>
        <p:spPr>
          <a:xfrm>
            <a:off x="2066132" y="4275298"/>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socks</a:t>
            </a:r>
            <a:endParaRPr sz="1600">
              <a:solidFill>
                <a:schemeClr val="dk1"/>
              </a:solidFill>
              <a:latin typeface="Arial"/>
              <a:ea typeface="Arial"/>
              <a:cs typeface="Arial"/>
              <a:sym typeface="Arial"/>
            </a:endParaRPr>
          </a:p>
        </p:txBody>
      </p:sp>
      <p:sp>
        <p:nvSpPr>
          <p:cNvPr id="411" name="Google Shape;411;p18"/>
          <p:cNvSpPr/>
          <p:nvPr/>
        </p:nvSpPr>
        <p:spPr>
          <a:xfrm>
            <a:off x="4675529" y="6552256"/>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bike lights</a:t>
            </a:r>
            <a:endParaRPr sz="1600">
              <a:solidFill>
                <a:schemeClr val="dk1"/>
              </a:solidFill>
              <a:latin typeface="Arial"/>
              <a:ea typeface="Arial"/>
              <a:cs typeface="Arial"/>
              <a:sym typeface="Arial"/>
            </a:endParaRPr>
          </a:p>
        </p:txBody>
      </p:sp>
      <p:sp>
        <p:nvSpPr>
          <p:cNvPr id="412" name="Google Shape;412;p18"/>
          <p:cNvSpPr/>
          <p:nvPr/>
        </p:nvSpPr>
        <p:spPr>
          <a:xfrm>
            <a:off x="5588166" y="8234373"/>
            <a:ext cx="1453500" cy="336000"/>
          </a:xfrm>
          <a:prstGeom prst="rect">
            <a:avLst/>
          </a:prstGeom>
          <a:solidFill>
            <a:srgbClr val="B0A7A1">
              <a:alpha val="38823"/>
            </a:srgbClr>
          </a:solidFill>
          <a:ln>
            <a:noFill/>
          </a:ln>
        </p:spPr>
        <p:txBody>
          <a:bodyPr spcFirstLastPara="1" wrap="square" lIns="90475" tIns="44450" rIns="90475" bIns="44450" anchor="ctr" anchorCtr="0">
            <a:spAutoFit/>
          </a:bodyPr>
          <a:lstStyle/>
          <a:p>
            <a:pPr marL="0" marR="0" lvl="0" indent="0" algn="ctr" rtl="0">
              <a:spcBef>
                <a:spcPts val="0"/>
              </a:spcBef>
              <a:spcAft>
                <a:spcPts val="0"/>
              </a:spcAft>
              <a:buNone/>
            </a:pPr>
            <a:r>
              <a:rPr lang="en-US" sz="1600">
                <a:solidFill>
                  <a:schemeClr val="dk1"/>
                </a:solidFill>
              </a:rPr>
              <a:t>tennis racquet</a:t>
            </a:r>
            <a:endParaRPr sz="1600">
              <a:solidFill>
                <a:schemeClr val="dk1"/>
              </a:solidFill>
              <a:latin typeface="Arial"/>
              <a:ea typeface="Arial"/>
              <a:cs typeface="Arial"/>
              <a:sym typeface="Arial"/>
            </a:endParaRPr>
          </a:p>
        </p:txBody>
      </p:sp>
      <p:sp>
        <p:nvSpPr>
          <p:cNvPr id="414" name="Google Shape;414;p18"/>
          <p:cNvSpPr/>
          <p:nvPr/>
        </p:nvSpPr>
        <p:spPr>
          <a:xfrm>
            <a:off x="7690183" y="5446030"/>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table</a:t>
            </a:r>
            <a:endParaRPr sz="1600">
              <a:solidFill>
                <a:schemeClr val="dk1"/>
              </a:solidFill>
              <a:latin typeface="Arial"/>
              <a:ea typeface="Arial"/>
              <a:cs typeface="Arial"/>
              <a:sym typeface="Arial"/>
            </a:endParaRPr>
          </a:p>
        </p:txBody>
      </p:sp>
      <p:sp>
        <p:nvSpPr>
          <p:cNvPr id="415" name="Google Shape;415;p18"/>
          <p:cNvSpPr/>
          <p:nvPr/>
        </p:nvSpPr>
        <p:spPr>
          <a:xfrm>
            <a:off x="9306245" y="5615905"/>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sink</a:t>
            </a:r>
            <a:endParaRPr sz="1600">
              <a:solidFill>
                <a:schemeClr val="dk1"/>
              </a:solidFill>
              <a:latin typeface="Arial"/>
              <a:ea typeface="Arial"/>
              <a:cs typeface="Arial"/>
              <a:sym typeface="Arial"/>
            </a:endParaRPr>
          </a:p>
        </p:txBody>
      </p:sp>
      <p:sp>
        <p:nvSpPr>
          <p:cNvPr id="416" name="Google Shape;416;p18"/>
          <p:cNvSpPr/>
          <p:nvPr/>
        </p:nvSpPr>
        <p:spPr>
          <a:xfrm>
            <a:off x="5942520" y="7149446"/>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shower head</a:t>
            </a:r>
            <a:endParaRPr sz="1600">
              <a:solidFill>
                <a:schemeClr val="dk1"/>
              </a:solidFill>
              <a:latin typeface="Arial"/>
              <a:ea typeface="Arial"/>
              <a:cs typeface="Arial"/>
              <a:sym typeface="Arial"/>
            </a:endParaRPr>
          </a:p>
        </p:txBody>
      </p:sp>
      <p:sp>
        <p:nvSpPr>
          <p:cNvPr id="417" name="Google Shape;417;p18"/>
          <p:cNvSpPr/>
          <p:nvPr/>
        </p:nvSpPr>
        <p:spPr>
          <a:xfrm>
            <a:off x="11411970" y="2549314"/>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external monitor</a:t>
            </a:r>
            <a:endParaRPr sz="1600">
              <a:solidFill>
                <a:schemeClr val="dk1"/>
              </a:solidFill>
              <a:latin typeface="Arial"/>
              <a:ea typeface="Arial"/>
              <a:cs typeface="Arial"/>
              <a:sym typeface="Arial"/>
            </a:endParaRPr>
          </a:p>
        </p:txBody>
      </p:sp>
      <p:sp>
        <p:nvSpPr>
          <p:cNvPr id="418" name="Google Shape;418;p18"/>
          <p:cNvSpPr/>
          <p:nvPr/>
        </p:nvSpPr>
        <p:spPr>
          <a:xfrm>
            <a:off x="4530320" y="2544905"/>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phone charger</a:t>
            </a:r>
            <a:endParaRPr sz="1600">
              <a:solidFill>
                <a:schemeClr val="dk1"/>
              </a:solidFill>
              <a:latin typeface="Arial"/>
              <a:ea typeface="Arial"/>
              <a:cs typeface="Arial"/>
              <a:sym typeface="Arial"/>
            </a:endParaRPr>
          </a:p>
        </p:txBody>
      </p:sp>
      <p:sp>
        <p:nvSpPr>
          <p:cNvPr id="419" name="Google Shape;419;p18"/>
          <p:cNvSpPr/>
          <p:nvPr/>
        </p:nvSpPr>
        <p:spPr>
          <a:xfrm>
            <a:off x="3076820" y="6552348"/>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l" rtl="0">
              <a:spcBef>
                <a:spcPts val="0"/>
              </a:spcBef>
              <a:spcAft>
                <a:spcPts val="0"/>
              </a:spcAft>
              <a:buNone/>
            </a:pPr>
            <a:r>
              <a:rPr lang="en-US" sz="1600">
                <a:solidFill>
                  <a:schemeClr val="dk1"/>
                </a:solidFill>
              </a:rPr>
              <a:t>keys</a:t>
            </a:r>
            <a:endParaRPr sz="1600">
              <a:solidFill>
                <a:schemeClr val="dk1"/>
              </a:solidFill>
              <a:latin typeface="Arial"/>
              <a:ea typeface="Arial"/>
              <a:cs typeface="Arial"/>
              <a:sym typeface="Arial"/>
            </a:endParaRPr>
          </a:p>
        </p:txBody>
      </p:sp>
      <p:sp>
        <p:nvSpPr>
          <p:cNvPr id="420" name="Google Shape;420;p18"/>
          <p:cNvSpPr/>
          <p:nvPr/>
        </p:nvSpPr>
        <p:spPr>
          <a:xfrm>
            <a:off x="4955420" y="8670065"/>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masks</a:t>
            </a:r>
            <a:endParaRPr sz="1600">
              <a:solidFill>
                <a:schemeClr val="dk1"/>
              </a:solidFill>
              <a:latin typeface="Arial"/>
              <a:ea typeface="Arial"/>
              <a:cs typeface="Arial"/>
              <a:sym typeface="Arial"/>
            </a:endParaRPr>
          </a:p>
        </p:txBody>
      </p:sp>
      <p:sp>
        <p:nvSpPr>
          <p:cNvPr id="421" name="Google Shape;421;p18"/>
          <p:cNvSpPr/>
          <p:nvPr/>
        </p:nvSpPr>
        <p:spPr>
          <a:xfrm>
            <a:off x="6710229" y="8634166"/>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guitar</a:t>
            </a:r>
            <a:endParaRPr sz="1600">
              <a:solidFill>
                <a:schemeClr val="dk1"/>
              </a:solidFill>
              <a:latin typeface="Arial"/>
              <a:ea typeface="Arial"/>
              <a:cs typeface="Arial"/>
              <a:sym typeface="Arial"/>
            </a:endParaRPr>
          </a:p>
        </p:txBody>
      </p:sp>
      <p:sp>
        <p:nvSpPr>
          <p:cNvPr id="422" name="Google Shape;422;p18"/>
          <p:cNvSpPr/>
          <p:nvPr/>
        </p:nvSpPr>
        <p:spPr>
          <a:xfrm>
            <a:off x="9564820" y="7172750"/>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mattresses</a:t>
            </a:r>
            <a:endParaRPr sz="1600">
              <a:solidFill>
                <a:schemeClr val="dk1"/>
              </a:solidFill>
              <a:latin typeface="Arial"/>
              <a:ea typeface="Arial"/>
              <a:cs typeface="Arial"/>
              <a:sym typeface="Arial"/>
            </a:endParaRPr>
          </a:p>
        </p:txBody>
      </p:sp>
      <p:sp>
        <p:nvSpPr>
          <p:cNvPr id="423" name="Google Shape;423;p18"/>
          <p:cNvSpPr/>
          <p:nvPr/>
        </p:nvSpPr>
        <p:spPr>
          <a:xfrm>
            <a:off x="4034083" y="7502980"/>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sheets</a:t>
            </a:r>
            <a:endParaRPr sz="1600">
              <a:solidFill>
                <a:schemeClr val="dk1"/>
              </a:solidFill>
              <a:latin typeface="Arial"/>
              <a:ea typeface="Arial"/>
              <a:cs typeface="Arial"/>
              <a:sym typeface="Arial"/>
            </a:endParaRPr>
          </a:p>
        </p:txBody>
      </p:sp>
      <p:sp>
        <p:nvSpPr>
          <p:cNvPr id="424" name="Google Shape;424;p18"/>
          <p:cNvSpPr/>
          <p:nvPr/>
        </p:nvSpPr>
        <p:spPr>
          <a:xfrm>
            <a:off x="5227245" y="7636646"/>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pillows</a:t>
            </a:r>
            <a:endParaRPr sz="1600">
              <a:solidFill>
                <a:schemeClr val="dk1"/>
              </a:solidFill>
              <a:latin typeface="Arial"/>
              <a:ea typeface="Arial"/>
              <a:cs typeface="Arial"/>
              <a:sym typeface="Arial"/>
            </a:endParaRPr>
          </a:p>
        </p:txBody>
      </p:sp>
      <p:sp>
        <p:nvSpPr>
          <p:cNvPr id="425" name="Google Shape;425;p18"/>
          <p:cNvSpPr/>
          <p:nvPr/>
        </p:nvSpPr>
        <p:spPr>
          <a:xfrm>
            <a:off x="6680758" y="7501764"/>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blanket</a:t>
            </a:r>
            <a:endParaRPr sz="1600">
              <a:solidFill>
                <a:schemeClr val="dk1"/>
              </a:solidFill>
              <a:latin typeface="Arial"/>
              <a:ea typeface="Arial"/>
              <a:cs typeface="Arial"/>
              <a:sym typeface="Arial"/>
            </a:endParaRPr>
          </a:p>
        </p:txBody>
      </p:sp>
      <p:sp>
        <p:nvSpPr>
          <p:cNvPr id="426" name="Google Shape;426;p18"/>
          <p:cNvSpPr/>
          <p:nvPr/>
        </p:nvSpPr>
        <p:spPr>
          <a:xfrm>
            <a:off x="1623333" y="7301843"/>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l" rtl="0">
              <a:spcBef>
                <a:spcPts val="0"/>
              </a:spcBef>
              <a:spcAft>
                <a:spcPts val="0"/>
              </a:spcAft>
              <a:buNone/>
            </a:pPr>
            <a:r>
              <a:rPr lang="en-US" sz="1600">
                <a:solidFill>
                  <a:schemeClr val="dk1"/>
                </a:solidFill>
              </a:rPr>
              <a:t>stuffed animals</a:t>
            </a:r>
            <a:endParaRPr sz="1600">
              <a:solidFill>
                <a:schemeClr val="dk1"/>
              </a:solidFill>
              <a:latin typeface="Arial"/>
              <a:ea typeface="Arial"/>
              <a:cs typeface="Arial"/>
              <a:sym typeface="Arial"/>
            </a:endParaRPr>
          </a:p>
        </p:txBody>
      </p:sp>
      <p:sp>
        <p:nvSpPr>
          <p:cNvPr id="427" name="Google Shape;427;p18"/>
          <p:cNvSpPr/>
          <p:nvPr/>
        </p:nvSpPr>
        <p:spPr>
          <a:xfrm>
            <a:off x="10107483" y="5675535"/>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blender</a:t>
            </a:r>
            <a:endParaRPr sz="1600">
              <a:solidFill>
                <a:schemeClr val="dk1"/>
              </a:solidFill>
              <a:latin typeface="Arial"/>
              <a:ea typeface="Arial"/>
              <a:cs typeface="Arial"/>
              <a:sym typeface="Arial"/>
            </a:endParaRPr>
          </a:p>
        </p:txBody>
      </p:sp>
      <p:sp>
        <p:nvSpPr>
          <p:cNvPr id="428" name="Google Shape;428;p18"/>
          <p:cNvSpPr/>
          <p:nvPr/>
        </p:nvSpPr>
        <p:spPr>
          <a:xfrm>
            <a:off x="9830983" y="5311452"/>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tea kettle</a:t>
            </a:r>
            <a:endParaRPr sz="1600">
              <a:solidFill>
                <a:schemeClr val="dk1"/>
              </a:solidFill>
              <a:latin typeface="Arial"/>
              <a:ea typeface="Arial"/>
              <a:cs typeface="Arial"/>
              <a:sym typeface="Arial"/>
            </a:endParaRPr>
          </a:p>
        </p:txBody>
      </p:sp>
      <p:sp>
        <p:nvSpPr>
          <p:cNvPr id="429" name="Google Shape;429;p18"/>
          <p:cNvSpPr/>
          <p:nvPr/>
        </p:nvSpPr>
        <p:spPr>
          <a:xfrm>
            <a:off x="13024429" y="5838606"/>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stove/oven</a:t>
            </a:r>
            <a:endParaRPr sz="1600">
              <a:solidFill>
                <a:schemeClr val="dk1"/>
              </a:solidFill>
              <a:latin typeface="Arial"/>
              <a:ea typeface="Arial"/>
              <a:cs typeface="Arial"/>
              <a:sym typeface="Arial"/>
            </a:endParaRPr>
          </a:p>
        </p:txBody>
      </p:sp>
      <p:sp>
        <p:nvSpPr>
          <p:cNvPr id="430" name="Google Shape;430;p18"/>
          <p:cNvSpPr/>
          <p:nvPr/>
        </p:nvSpPr>
        <p:spPr>
          <a:xfrm>
            <a:off x="14422379" y="2002548"/>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iPad</a:t>
            </a:r>
            <a:endParaRPr sz="1600">
              <a:solidFill>
                <a:schemeClr val="dk1"/>
              </a:solidFill>
              <a:latin typeface="Arial"/>
              <a:ea typeface="Arial"/>
              <a:cs typeface="Arial"/>
              <a:sym typeface="Arial"/>
            </a:endParaRPr>
          </a:p>
        </p:txBody>
      </p:sp>
      <p:sp>
        <p:nvSpPr>
          <p:cNvPr id="431" name="Google Shape;431;p18"/>
          <p:cNvSpPr/>
          <p:nvPr/>
        </p:nvSpPr>
        <p:spPr>
          <a:xfrm>
            <a:off x="9485784" y="1948378"/>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bass amp</a:t>
            </a:r>
            <a:endParaRPr sz="1600">
              <a:solidFill>
                <a:schemeClr val="dk1"/>
              </a:solidFill>
              <a:latin typeface="Arial"/>
              <a:ea typeface="Arial"/>
              <a:cs typeface="Arial"/>
              <a:sym typeface="Arial"/>
            </a:endParaRPr>
          </a:p>
        </p:txBody>
      </p:sp>
      <p:sp>
        <p:nvSpPr>
          <p:cNvPr id="432" name="Google Shape;432;p18"/>
          <p:cNvSpPr/>
          <p:nvPr/>
        </p:nvSpPr>
        <p:spPr>
          <a:xfrm>
            <a:off x="14422387" y="4227112"/>
            <a:ext cx="1453500" cy="336000"/>
          </a:xfrm>
          <a:prstGeom prst="rect">
            <a:avLst/>
          </a:prstGeom>
          <a:solidFill>
            <a:srgbClr val="B0A7A1">
              <a:alpha val="38820"/>
            </a:srgbClr>
          </a:solidFill>
          <a:ln>
            <a:noFill/>
          </a:ln>
        </p:spPr>
        <p:txBody>
          <a:bodyPr spcFirstLastPara="1" wrap="square" lIns="90475" tIns="44450" rIns="90475" bIns="44450" anchor="ctr" anchorCtr="0">
            <a:noAutofit/>
          </a:bodyPr>
          <a:lstStyle/>
          <a:p>
            <a:pPr marL="0" marR="0" lvl="0" indent="0" algn="ctr" rtl="0">
              <a:spcBef>
                <a:spcPts val="0"/>
              </a:spcBef>
              <a:spcAft>
                <a:spcPts val="0"/>
              </a:spcAft>
              <a:buNone/>
            </a:pPr>
            <a:r>
              <a:rPr lang="en-US" sz="1600">
                <a:solidFill>
                  <a:schemeClr val="dk1"/>
                </a:solidFill>
              </a:rPr>
              <a:t>washing machine</a:t>
            </a:r>
            <a:endParaRPr sz="1600">
              <a:solidFill>
                <a:schemeClr val="dk1"/>
              </a:solidFill>
              <a:latin typeface="Arial"/>
              <a:ea typeface="Arial"/>
              <a:cs typeface="Arial"/>
              <a:sym typeface="Arial"/>
            </a:endParaRPr>
          </a:p>
        </p:txBody>
      </p:sp>
      <p:sp>
        <p:nvSpPr>
          <p:cNvPr id="3" name="Rectangle 2"/>
          <p:cNvSpPr/>
          <p:nvPr/>
        </p:nvSpPr>
        <p:spPr>
          <a:xfrm>
            <a:off x="685518" y="398692"/>
            <a:ext cx="16589829" cy="707886"/>
          </a:xfrm>
          <a:prstGeom prst="rect">
            <a:avLst/>
          </a:prstGeom>
        </p:spPr>
        <p:txBody>
          <a:bodyPr wrap="square">
            <a:spAutoFit/>
          </a:bodyPr>
          <a:lstStyle/>
          <a:p>
            <a:r>
              <a:rPr lang="en-US" altLang="en-US" sz="4000" dirty="0">
                <a:solidFill>
                  <a:srgbClr val="00274C"/>
                </a:solidFill>
              </a:rPr>
              <a:t>Paste here the product you had from activity 10 deliverable</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A007045B-E4DB-8F40-ABB7-5878591362DF}"/>
              </a:ext>
            </a:extLst>
          </p:cNvPr>
          <p:cNvSpPr>
            <a:spLocks noGrp="1"/>
          </p:cNvSpPr>
          <p:nvPr>
            <p:ph type="title"/>
          </p:nvPr>
        </p:nvSpPr>
        <p:spPr>
          <a:xfrm>
            <a:off x="812880" y="279400"/>
            <a:ext cx="15444708" cy="870385"/>
          </a:xfrm>
        </p:spPr>
        <p:txBody>
          <a:bodyPr/>
          <a:lstStyle/>
          <a:p>
            <a:r>
              <a:rPr lang="en-US" altLang="en-US" sz="4000" dirty="0"/>
              <a:t>Classification: Position products from Activity 10 you had touched</a:t>
            </a:r>
            <a:endParaRPr lang="en-US" sz="4000" dirty="0">
              <a:solidFill>
                <a:schemeClr val="tx2"/>
              </a:solidFill>
            </a:endParaRPr>
          </a:p>
        </p:txBody>
      </p:sp>
      <p:sp>
        <p:nvSpPr>
          <p:cNvPr id="14" name="Slide Number Placeholder 2">
            <a:extLst>
              <a:ext uri="{FF2B5EF4-FFF2-40B4-BE49-F238E27FC236}">
                <a16:creationId xmlns:a16="http://schemas.microsoft.com/office/drawing/2014/main" id="{A3788292-B522-AF4A-9CCB-51BD4E70A7AB}"/>
              </a:ext>
            </a:extLst>
          </p:cNvPr>
          <p:cNvSpPr txBox="1">
            <a:spLocks/>
          </p:cNvSpPr>
          <p:nvPr/>
        </p:nvSpPr>
        <p:spPr>
          <a:xfrm>
            <a:off x="0" y="0"/>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25000" lnSpcReduction="20000"/>
          </a:bodyPr>
          <a:lstStyle>
            <a:lvl1pPr marL="0" indent="0" algn="l" defTabSz="457200" rtl="0" eaLnBrk="1" latinLnBrk="0" hangingPunct="1">
              <a:spcBef>
                <a:spcPct val="20000"/>
              </a:spcBef>
              <a:buClr>
                <a:srgbClr val="FF9900"/>
              </a:buClr>
              <a:buFont typeface="Arial"/>
              <a:buChar char="•"/>
              <a:defRPr sz="4267" b="1" kern="1200">
                <a:solidFill>
                  <a:srgbClr val="01035B"/>
                </a:solidFill>
                <a:latin typeface="Arial" panose="020B0604020202020204" pitchFamily="34" charset="0"/>
                <a:ea typeface="+mn-ea"/>
                <a:cs typeface="+mn-cs"/>
              </a:defRPr>
            </a:lvl1pPr>
            <a:lvl2pPr marL="990575" indent="-380990" algn="l" defTabSz="457200" rtl="0" eaLnBrk="1" latinLnBrk="0" hangingPunct="1">
              <a:spcBef>
                <a:spcPct val="20000"/>
              </a:spcBef>
              <a:buClr>
                <a:srgbClr val="FF9900"/>
              </a:buClr>
              <a:buFont typeface="Arial"/>
              <a:buChar char="–"/>
              <a:defRPr sz="3733" b="1" kern="1200">
                <a:solidFill>
                  <a:srgbClr val="01035B"/>
                </a:solidFill>
                <a:latin typeface="Arial" panose="020B0604020202020204" pitchFamily="34" charset="0"/>
                <a:ea typeface="+mn-ea"/>
                <a:cs typeface="+mn-cs"/>
              </a:defRPr>
            </a:lvl2pPr>
            <a:lvl3pPr marL="1523962" indent="-304792" algn="l" defTabSz="457200" rtl="0" eaLnBrk="1" latinLnBrk="0" hangingPunct="1">
              <a:spcBef>
                <a:spcPct val="20000"/>
              </a:spcBef>
              <a:buClr>
                <a:srgbClr val="FF9900"/>
              </a:buClr>
              <a:buFont typeface="Arial"/>
              <a:buChar char="•"/>
              <a:defRPr sz="3200" b="1" kern="1200">
                <a:solidFill>
                  <a:srgbClr val="01035B"/>
                </a:solidFill>
                <a:latin typeface="Arial" panose="020B0604020202020204" pitchFamily="34" charset="0"/>
                <a:ea typeface="+mn-ea"/>
                <a:cs typeface="+mn-cs"/>
              </a:defRPr>
            </a:lvl3pPr>
            <a:lvl4pPr marL="2133547" indent="-304792" algn="l" defTabSz="457200" rtl="0" eaLnBrk="1" latinLnBrk="0" hangingPunct="1">
              <a:spcBef>
                <a:spcPct val="20000"/>
              </a:spcBef>
              <a:buClr>
                <a:srgbClr val="FF9900"/>
              </a:buClr>
              <a:buFont typeface="Arial"/>
              <a:buChar char="–"/>
              <a:defRPr sz="2667" b="1" kern="1200">
                <a:solidFill>
                  <a:srgbClr val="01035B"/>
                </a:solidFill>
                <a:latin typeface="Arial" panose="020B0604020202020204" pitchFamily="34" charset="0"/>
                <a:ea typeface="+mn-ea"/>
                <a:cs typeface="+mn-cs"/>
              </a:defRPr>
            </a:lvl4pPr>
            <a:lvl5pPr marL="2743131" indent="-304792" algn="l" defTabSz="457200" rtl="0" eaLnBrk="1" latinLnBrk="0" hangingPunct="1">
              <a:spcBef>
                <a:spcPct val="20000"/>
              </a:spcBef>
              <a:buClr>
                <a:srgbClr val="FF9900"/>
              </a:buClr>
              <a:buFont typeface="Arial"/>
              <a:buChar char="»"/>
              <a:defRPr sz="2667" b="1" kern="1200">
                <a:solidFill>
                  <a:srgbClr val="01035B"/>
                </a:solidFill>
                <a:latin typeface="Arial" panose="020B0604020202020204" pitchFamily="34" charset="0"/>
                <a:ea typeface="+mn-ea"/>
                <a:cs typeface="+mn-cs"/>
              </a:defRPr>
            </a:lvl5pPr>
            <a:lvl6pPr marL="3352716" indent="-304792" algn="l" defTabSz="457200" rtl="0" eaLnBrk="0" fontAlgn="base" latinLnBrk="0" hangingPunct="0">
              <a:spcBef>
                <a:spcPct val="20000"/>
              </a:spcBef>
              <a:spcAft>
                <a:spcPct val="0"/>
              </a:spcAft>
              <a:buClr>
                <a:srgbClr val="FF9900"/>
              </a:buClr>
              <a:buFont typeface="Arial"/>
              <a:buChar char="»"/>
              <a:defRPr sz="2667" b="1" kern="1200">
                <a:solidFill>
                  <a:srgbClr val="01035B"/>
                </a:solidFill>
                <a:latin typeface="Arial" panose="020B0604020202020204" pitchFamily="34" charset="0"/>
                <a:ea typeface="+mn-ea"/>
                <a:cs typeface="+mn-cs"/>
              </a:defRPr>
            </a:lvl6pPr>
            <a:lvl7pPr marL="3962301" indent="-304792" algn="l" defTabSz="457200" rtl="0" eaLnBrk="0" fontAlgn="base" latinLnBrk="0" hangingPunct="0">
              <a:spcBef>
                <a:spcPct val="20000"/>
              </a:spcBef>
              <a:spcAft>
                <a:spcPct val="0"/>
              </a:spcAft>
              <a:buClr>
                <a:srgbClr val="FF9900"/>
              </a:buClr>
              <a:buFont typeface="Arial"/>
              <a:buChar char="»"/>
              <a:defRPr sz="2667" b="1" kern="1200">
                <a:solidFill>
                  <a:srgbClr val="01035B"/>
                </a:solidFill>
                <a:latin typeface="Arial" panose="020B0604020202020204" pitchFamily="34" charset="0"/>
                <a:ea typeface="+mn-ea"/>
                <a:cs typeface="+mn-cs"/>
              </a:defRPr>
            </a:lvl7pPr>
            <a:lvl8pPr marL="4571886" indent="-304792" algn="l" defTabSz="457200" rtl="0" eaLnBrk="0" fontAlgn="base" latinLnBrk="0" hangingPunct="0">
              <a:spcBef>
                <a:spcPct val="20000"/>
              </a:spcBef>
              <a:spcAft>
                <a:spcPct val="0"/>
              </a:spcAft>
              <a:buClr>
                <a:srgbClr val="FF9900"/>
              </a:buClr>
              <a:buFont typeface="Arial"/>
              <a:buChar char="»"/>
              <a:defRPr sz="2667" b="1" kern="1200">
                <a:solidFill>
                  <a:srgbClr val="01035B"/>
                </a:solidFill>
                <a:latin typeface="Arial" panose="020B0604020202020204" pitchFamily="34" charset="0"/>
                <a:ea typeface="+mn-ea"/>
                <a:cs typeface="+mn-cs"/>
              </a:defRPr>
            </a:lvl8pPr>
            <a:lvl9pPr marL="5181470" indent="-304792" algn="l" defTabSz="457200" rtl="0" eaLnBrk="0" fontAlgn="base" latinLnBrk="0" hangingPunct="0">
              <a:spcBef>
                <a:spcPct val="20000"/>
              </a:spcBef>
              <a:spcAft>
                <a:spcPct val="0"/>
              </a:spcAft>
              <a:buClr>
                <a:srgbClr val="FF9900"/>
              </a:buClr>
              <a:buFont typeface="Arial"/>
              <a:buChar char="»"/>
              <a:defRPr sz="2667" b="1" kern="1200">
                <a:solidFill>
                  <a:srgbClr val="01035B"/>
                </a:solidFill>
                <a:latin typeface="Arial" panose="020B0604020202020204" pitchFamily="34" charset="0"/>
                <a:ea typeface="+mn-ea"/>
                <a:cs typeface="+mn-cs"/>
              </a:defRPr>
            </a:lvl9pPr>
          </a:lstStyle>
          <a:p>
            <a:pPr>
              <a:spcBef>
                <a:spcPct val="0"/>
              </a:spcBef>
              <a:buClrTx/>
              <a:buFontTx/>
              <a:buNone/>
            </a:pPr>
            <a:fld id="{2F6EC29E-0047-4445-9825-5030087FD0B5}" type="slidenum">
              <a:rPr lang="en-US" altLang="en-US" sz="1867" b="0" smtClean="0">
                <a:solidFill>
                  <a:schemeClr val="tx1"/>
                </a:solidFill>
              </a:rPr>
              <a:pPr>
                <a:spcBef>
                  <a:spcPct val="0"/>
                </a:spcBef>
                <a:buClrTx/>
                <a:buFontTx/>
                <a:buNone/>
              </a:pPr>
              <a:t>3</a:t>
            </a:fld>
            <a:endParaRPr lang="en-US" altLang="en-US" sz="1867" b="0">
              <a:solidFill>
                <a:schemeClr val="tx1"/>
              </a:solidFill>
            </a:endParaRPr>
          </a:p>
        </p:txBody>
      </p:sp>
      <p:sp>
        <p:nvSpPr>
          <p:cNvPr id="15" name="Rectangle 19">
            <a:extLst>
              <a:ext uri="{FF2B5EF4-FFF2-40B4-BE49-F238E27FC236}">
                <a16:creationId xmlns:a16="http://schemas.microsoft.com/office/drawing/2014/main" id="{34CE7AFC-0F26-0C4B-9670-99FE166B6D48}"/>
              </a:ext>
            </a:extLst>
          </p:cNvPr>
          <p:cNvSpPr>
            <a:spLocks noChangeArrowheads="1"/>
          </p:cNvSpPr>
          <p:nvPr/>
        </p:nvSpPr>
        <p:spPr bwMode="auto">
          <a:xfrm>
            <a:off x="13271737" y="3712812"/>
            <a:ext cx="1453486" cy="335989"/>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latin typeface="Arial" panose="020B0604020202020204" pitchFamily="34" charset="0"/>
                <a:cs typeface="Arial" panose="020B0604020202020204" pitchFamily="34" charset="0"/>
              </a:rPr>
              <a:t>x</a:t>
            </a:r>
          </a:p>
        </p:txBody>
      </p:sp>
      <p:sp>
        <p:nvSpPr>
          <p:cNvPr id="16" name="Rectangle 19">
            <a:extLst>
              <a:ext uri="{FF2B5EF4-FFF2-40B4-BE49-F238E27FC236}">
                <a16:creationId xmlns:a16="http://schemas.microsoft.com/office/drawing/2014/main" id="{EAB990D5-5374-5643-AEF7-104C38281DCD}"/>
              </a:ext>
            </a:extLst>
          </p:cNvPr>
          <p:cNvSpPr>
            <a:spLocks noChangeArrowheads="1"/>
          </p:cNvSpPr>
          <p:nvPr/>
        </p:nvSpPr>
        <p:spPr bwMode="auto">
          <a:xfrm>
            <a:off x="13271737" y="4793310"/>
            <a:ext cx="1453486" cy="335989"/>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latin typeface="Arial" panose="020B0604020202020204" pitchFamily="34" charset="0"/>
                <a:cs typeface="Arial" panose="020B0604020202020204" pitchFamily="34" charset="0"/>
              </a:rPr>
              <a:t>x</a:t>
            </a:r>
          </a:p>
        </p:txBody>
      </p:sp>
      <p:sp>
        <p:nvSpPr>
          <p:cNvPr id="18" name="Rectangle 19">
            <a:extLst>
              <a:ext uri="{FF2B5EF4-FFF2-40B4-BE49-F238E27FC236}">
                <a16:creationId xmlns:a16="http://schemas.microsoft.com/office/drawing/2014/main" id="{C45FA4F1-08D3-8D4F-8A52-BD707232B4A1}"/>
              </a:ext>
            </a:extLst>
          </p:cNvPr>
          <p:cNvSpPr>
            <a:spLocks noChangeArrowheads="1"/>
          </p:cNvSpPr>
          <p:nvPr/>
        </p:nvSpPr>
        <p:spPr bwMode="auto">
          <a:xfrm>
            <a:off x="13271737" y="5341677"/>
            <a:ext cx="1453486" cy="335989"/>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latin typeface="Arial" panose="020B0604020202020204" pitchFamily="34" charset="0"/>
                <a:cs typeface="Arial" panose="020B0604020202020204" pitchFamily="34" charset="0"/>
              </a:rPr>
              <a:t>x</a:t>
            </a:r>
          </a:p>
        </p:txBody>
      </p:sp>
      <p:sp>
        <p:nvSpPr>
          <p:cNvPr id="19" name="Rectangle 19">
            <a:extLst>
              <a:ext uri="{FF2B5EF4-FFF2-40B4-BE49-F238E27FC236}">
                <a16:creationId xmlns:a16="http://schemas.microsoft.com/office/drawing/2014/main" id="{F448523D-92BA-D049-926E-CE719F343152}"/>
              </a:ext>
            </a:extLst>
          </p:cNvPr>
          <p:cNvSpPr>
            <a:spLocks noChangeArrowheads="1"/>
          </p:cNvSpPr>
          <p:nvPr/>
        </p:nvSpPr>
        <p:spPr bwMode="auto">
          <a:xfrm>
            <a:off x="13271737" y="5890044"/>
            <a:ext cx="1453486" cy="335989"/>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latin typeface="Arial" panose="020B0604020202020204" pitchFamily="34" charset="0"/>
                <a:cs typeface="Arial" panose="020B0604020202020204" pitchFamily="34" charset="0"/>
              </a:rPr>
              <a:t>x</a:t>
            </a:r>
          </a:p>
        </p:txBody>
      </p:sp>
      <p:sp>
        <p:nvSpPr>
          <p:cNvPr id="23" name="Rectangle 19">
            <a:extLst>
              <a:ext uri="{FF2B5EF4-FFF2-40B4-BE49-F238E27FC236}">
                <a16:creationId xmlns:a16="http://schemas.microsoft.com/office/drawing/2014/main" id="{314C4761-8776-4B40-A8E1-96409BE4E893}"/>
              </a:ext>
            </a:extLst>
          </p:cNvPr>
          <p:cNvSpPr>
            <a:spLocks noChangeArrowheads="1"/>
          </p:cNvSpPr>
          <p:nvPr/>
        </p:nvSpPr>
        <p:spPr bwMode="auto">
          <a:xfrm>
            <a:off x="13271737" y="4261179"/>
            <a:ext cx="1453486" cy="335989"/>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latin typeface="Arial" panose="020B0604020202020204" pitchFamily="34" charset="0"/>
                <a:cs typeface="Arial" panose="020B0604020202020204" pitchFamily="34" charset="0"/>
              </a:rPr>
              <a:t>x</a:t>
            </a:r>
          </a:p>
        </p:txBody>
      </p:sp>
      <p:sp>
        <p:nvSpPr>
          <p:cNvPr id="24" name="Rectangle 19">
            <a:extLst>
              <a:ext uri="{FF2B5EF4-FFF2-40B4-BE49-F238E27FC236}">
                <a16:creationId xmlns:a16="http://schemas.microsoft.com/office/drawing/2014/main" id="{44A0B222-B4EE-BD4F-930A-744A5C7E7E94}"/>
              </a:ext>
            </a:extLst>
          </p:cNvPr>
          <p:cNvSpPr>
            <a:spLocks noChangeArrowheads="1"/>
          </p:cNvSpPr>
          <p:nvPr/>
        </p:nvSpPr>
        <p:spPr bwMode="auto">
          <a:xfrm>
            <a:off x="13271737" y="3152310"/>
            <a:ext cx="1453486" cy="335989"/>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latin typeface="Arial" panose="020B0604020202020204" pitchFamily="34" charset="0"/>
                <a:cs typeface="Arial" panose="020B0604020202020204" pitchFamily="34" charset="0"/>
              </a:rPr>
              <a:t>x</a:t>
            </a:r>
          </a:p>
        </p:txBody>
      </p:sp>
      <p:sp>
        <p:nvSpPr>
          <p:cNvPr id="25" name="Rectangle 24">
            <a:extLst>
              <a:ext uri="{FF2B5EF4-FFF2-40B4-BE49-F238E27FC236}">
                <a16:creationId xmlns:a16="http://schemas.microsoft.com/office/drawing/2014/main" id="{38B28DE3-39F9-BA4E-AF96-4F44E2BE7361}"/>
              </a:ext>
            </a:extLst>
          </p:cNvPr>
          <p:cNvSpPr/>
          <p:nvPr/>
        </p:nvSpPr>
        <p:spPr>
          <a:xfrm>
            <a:off x="1145113" y="2105634"/>
            <a:ext cx="11391444" cy="2482204"/>
          </a:xfrm>
          <a:prstGeom prst="rect">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D69375B-539B-7842-9FB0-3BB71F43F5FC}"/>
              </a:ext>
            </a:extLst>
          </p:cNvPr>
          <p:cNvSpPr/>
          <p:nvPr/>
        </p:nvSpPr>
        <p:spPr>
          <a:xfrm>
            <a:off x="7351060" y="1501066"/>
            <a:ext cx="4947306" cy="6034618"/>
          </a:xfrm>
          <a:prstGeom prst="rect">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9F96BDF-CB4B-594A-959C-A5D97B1CD643}"/>
              </a:ext>
            </a:extLst>
          </p:cNvPr>
          <p:cNvSpPr txBox="1"/>
          <p:nvPr/>
        </p:nvSpPr>
        <p:spPr>
          <a:xfrm>
            <a:off x="8409703" y="1596087"/>
            <a:ext cx="2830019" cy="400110"/>
          </a:xfrm>
          <a:prstGeom prst="rect">
            <a:avLst/>
          </a:prstGeom>
          <a:noFill/>
        </p:spPr>
        <p:txBody>
          <a:bodyPr wrap="square" rtlCol="0">
            <a:spAutoFit/>
          </a:bodyPr>
          <a:lstStyle/>
          <a:p>
            <a:pPr algn="ctr"/>
            <a:r>
              <a:rPr lang="en-US" sz="2000" b="1" dirty="0">
                <a:solidFill>
                  <a:schemeClr val="accent4"/>
                </a:solidFill>
              </a:rPr>
              <a:t>Mobile </a:t>
            </a:r>
            <a:r>
              <a:rPr lang="en-US" sz="2000" dirty="0">
                <a:solidFill>
                  <a:schemeClr val="accent4"/>
                </a:solidFill>
              </a:rPr>
              <a:t>(transport)</a:t>
            </a:r>
          </a:p>
        </p:txBody>
      </p:sp>
      <p:sp>
        <p:nvSpPr>
          <p:cNvPr id="28" name="Rectangle 27">
            <a:extLst>
              <a:ext uri="{FF2B5EF4-FFF2-40B4-BE49-F238E27FC236}">
                <a16:creationId xmlns:a16="http://schemas.microsoft.com/office/drawing/2014/main" id="{28F6AEE7-8497-9D46-A9B3-EEFC5B6203DD}"/>
              </a:ext>
            </a:extLst>
          </p:cNvPr>
          <p:cNvSpPr/>
          <p:nvPr/>
        </p:nvSpPr>
        <p:spPr>
          <a:xfrm>
            <a:off x="1145111" y="4798293"/>
            <a:ext cx="11391445" cy="2482204"/>
          </a:xfrm>
          <a:prstGeom prst="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AECEEF3-5435-FA4A-B21B-1E576EEE0CCA}"/>
              </a:ext>
            </a:extLst>
          </p:cNvPr>
          <p:cNvSpPr/>
          <p:nvPr/>
        </p:nvSpPr>
        <p:spPr>
          <a:xfrm>
            <a:off x="2259108" y="1501066"/>
            <a:ext cx="4947306" cy="6034618"/>
          </a:xfrm>
          <a:prstGeom prst="rect">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F03BCF0-F46B-904C-90D2-2972C43504C6}"/>
              </a:ext>
            </a:extLst>
          </p:cNvPr>
          <p:cNvSpPr txBox="1"/>
          <p:nvPr/>
        </p:nvSpPr>
        <p:spPr>
          <a:xfrm>
            <a:off x="3317751" y="1596087"/>
            <a:ext cx="2830019" cy="400110"/>
          </a:xfrm>
          <a:prstGeom prst="rect">
            <a:avLst/>
          </a:prstGeom>
          <a:noFill/>
        </p:spPr>
        <p:txBody>
          <a:bodyPr wrap="square" rtlCol="0">
            <a:spAutoFit/>
          </a:bodyPr>
          <a:lstStyle/>
          <a:p>
            <a:pPr algn="ctr"/>
            <a:r>
              <a:rPr lang="en-US" sz="2000" b="1" dirty="0">
                <a:solidFill>
                  <a:schemeClr val="accent3"/>
                </a:solidFill>
              </a:rPr>
              <a:t>Fixed</a:t>
            </a:r>
          </a:p>
        </p:txBody>
      </p:sp>
      <p:sp>
        <p:nvSpPr>
          <p:cNvPr id="31" name="TextBox 30">
            <a:extLst>
              <a:ext uri="{FF2B5EF4-FFF2-40B4-BE49-F238E27FC236}">
                <a16:creationId xmlns:a16="http://schemas.microsoft.com/office/drawing/2014/main" id="{DA28C942-18F4-E74E-A74E-2EA04F546E50}"/>
              </a:ext>
            </a:extLst>
          </p:cNvPr>
          <p:cNvSpPr txBox="1"/>
          <p:nvPr/>
        </p:nvSpPr>
        <p:spPr>
          <a:xfrm rot="16200000">
            <a:off x="237936" y="2897015"/>
            <a:ext cx="2830019" cy="1015663"/>
          </a:xfrm>
          <a:prstGeom prst="rect">
            <a:avLst/>
          </a:prstGeom>
          <a:noFill/>
        </p:spPr>
        <p:txBody>
          <a:bodyPr wrap="square" rtlCol="0">
            <a:spAutoFit/>
          </a:bodyPr>
          <a:lstStyle/>
          <a:p>
            <a:pPr algn="ctr"/>
            <a:r>
              <a:rPr lang="en-US" sz="2000" b="1" dirty="0">
                <a:solidFill>
                  <a:schemeClr val="accent6"/>
                </a:solidFill>
              </a:rPr>
              <a:t>Passive </a:t>
            </a:r>
            <a:br>
              <a:rPr lang="en-US" sz="2000" b="1" dirty="0">
                <a:solidFill>
                  <a:schemeClr val="accent6"/>
                </a:solidFill>
              </a:rPr>
            </a:br>
            <a:r>
              <a:rPr lang="en-US" sz="2000" dirty="0">
                <a:solidFill>
                  <a:schemeClr val="accent6"/>
                </a:solidFill>
              </a:rPr>
              <a:t>(materials </a:t>
            </a:r>
            <a:br>
              <a:rPr lang="en-US" sz="2000" dirty="0">
                <a:solidFill>
                  <a:schemeClr val="accent6"/>
                </a:solidFill>
              </a:rPr>
            </a:br>
            <a:r>
              <a:rPr lang="en-US" sz="2000" dirty="0">
                <a:solidFill>
                  <a:schemeClr val="accent6"/>
                </a:solidFill>
              </a:rPr>
              <a:t>&amp; disposal)</a:t>
            </a:r>
          </a:p>
        </p:txBody>
      </p:sp>
      <p:sp>
        <p:nvSpPr>
          <p:cNvPr id="32" name="TextBox 31">
            <a:extLst>
              <a:ext uri="{FF2B5EF4-FFF2-40B4-BE49-F238E27FC236}">
                <a16:creationId xmlns:a16="http://schemas.microsoft.com/office/drawing/2014/main" id="{B1D616B2-0097-CB44-B472-4EB7F5DCCEB1}"/>
              </a:ext>
            </a:extLst>
          </p:cNvPr>
          <p:cNvSpPr txBox="1"/>
          <p:nvPr/>
        </p:nvSpPr>
        <p:spPr>
          <a:xfrm rot="16200000">
            <a:off x="237936" y="5686527"/>
            <a:ext cx="2830019" cy="707886"/>
          </a:xfrm>
          <a:prstGeom prst="rect">
            <a:avLst/>
          </a:prstGeom>
          <a:noFill/>
        </p:spPr>
        <p:txBody>
          <a:bodyPr wrap="square" rtlCol="0">
            <a:spAutoFit/>
          </a:bodyPr>
          <a:lstStyle/>
          <a:p>
            <a:pPr algn="ctr"/>
            <a:r>
              <a:rPr lang="en-US" sz="2000" b="1" dirty="0">
                <a:solidFill>
                  <a:schemeClr val="accent5"/>
                </a:solidFill>
              </a:rPr>
              <a:t>Active </a:t>
            </a:r>
            <a:br>
              <a:rPr lang="en-US" sz="2000" b="1" dirty="0">
                <a:solidFill>
                  <a:schemeClr val="accent5"/>
                </a:solidFill>
              </a:rPr>
            </a:br>
            <a:r>
              <a:rPr lang="en-US" sz="2000" dirty="0">
                <a:solidFill>
                  <a:schemeClr val="accent5"/>
                </a:solidFill>
              </a:rPr>
              <a:t>(use stage)</a:t>
            </a:r>
          </a:p>
        </p:txBody>
      </p:sp>
    </p:spTree>
    <p:extLst>
      <p:ext uri="{BB962C8B-B14F-4D97-AF65-F5344CB8AC3E}">
        <p14:creationId xmlns:p14="http://schemas.microsoft.com/office/powerpoint/2010/main" val="4120560298"/>
      </p:ext>
    </p:extLst>
  </p:cSld>
  <p:clrMapOvr>
    <a:masterClrMapping/>
  </p:clrMapOvr>
</p:sld>
</file>

<file path=ppt/theme/theme1.xml><?xml version="1.0" encoding="utf-8"?>
<a:theme xmlns:a="http://schemas.openxmlformats.org/drawingml/2006/main" name="Title slide option 2">
  <a:themeElements>
    <a:clrScheme name="SPH brand colors">
      <a:dk1>
        <a:srgbClr val="00274C"/>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slide (shown in video)">
  <a:themeElements>
    <a:clrScheme name="SPH brand colors">
      <a:dk1>
        <a:srgbClr val="000000"/>
      </a:dk1>
      <a:lt1>
        <a:srgbClr val="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Notes (not to be shown in video)">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327</Words>
  <Application>Microsoft Macintosh PowerPoint</Application>
  <PresentationFormat>Custom</PresentationFormat>
  <Paragraphs>90</Paragraphs>
  <Slides>3</Slides>
  <Notes>3</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3</vt:i4>
      </vt:variant>
    </vt:vector>
  </HeadingPairs>
  <TitlesOfParts>
    <vt:vector size="12" baseType="lpstr">
      <vt:lpstr>Arial</vt:lpstr>
      <vt:lpstr>Calibri</vt:lpstr>
      <vt:lpstr>Courier New</vt:lpstr>
      <vt:lpstr>Noto Sans Symbols</vt:lpstr>
      <vt:lpstr>Title slide option 2</vt:lpstr>
      <vt:lpstr>Content slide (shown in video)</vt:lpstr>
      <vt:lpstr>2_Content slide (shown in video)</vt:lpstr>
      <vt:lpstr>3_Content slide (shown in video)</vt:lpstr>
      <vt:lpstr>Notes (not to be shown in video)</vt:lpstr>
      <vt:lpstr>PowerPoint Presentation</vt:lpstr>
      <vt:lpstr>PowerPoint Presentation</vt:lpstr>
      <vt:lpstr>Classification: Position products from Activity 10 you had touched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Scott Mahler</dc:creator>
  <cp:lastModifiedBy>Le, Ruth</cp:lastModifiedBy>
  <cp:revision>8</cp:revision>
  <dcterms:created xsi:type="dcterms:W3CDTF">2017-01-17T22:07:36Z</dcterms:created>
  <dcterms:modified xsi:type="dcterms:W3CDTF">2022-03-10T18:02:41Z</dcterms:modified>
</cp:coreProperties>
</file>