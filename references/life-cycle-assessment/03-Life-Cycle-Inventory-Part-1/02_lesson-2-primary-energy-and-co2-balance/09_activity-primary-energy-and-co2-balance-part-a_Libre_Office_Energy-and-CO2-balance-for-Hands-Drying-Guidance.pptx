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_rels/.rels" ContentType="application/vnd.openxmlformats-package.relationships+xml"/>
  <Override PartName="/ppt/presentation.xml" ContentType="application/vnd.openxmlformats-officedocument.presentationml.presentation.main+xml"/>
  <Override PartName="/ppt/notesMasters/_rels/notesMaster1.xml.rels" ContentType="application/vnd.openxmlformats-package.relationships+xml"/>
  <Override PartName="/ppt/notesMasters/notesMaster1.xml" ContentType="application/vnd.openxmlformats-officedocument.presentationml.notesMaster+xml"/>
  <Override PartName="/ppt/slideMasters/_rels/slideMaster2.xml.rels" ContentType="application/vnd.openxmlformats-package.relationships+xml"/>
  <Override PartName="/ppt/slideMasters/_rels/slideMaster1.xml.rels" ContentType="application/vnd.openxmlformats-package.relationships+xml"/>
  <Override PartName="/ppt/slideMasters/_rels/slideMaster3.xml.rels" ContentType="application/vnd.openxmlformats-package.relationships+xml"/>
  <Override PartName="/ppt/slideMasters/_rels/slideMaster4.xml.rels" ContentType="application/vnd.openxmlformats-package.relationships+xml"/>
  <Override PartName="/ppt/slideMasters/_rels/slideMaster5.xml.rels" ContentType="application/vnd.openxmlformats-package.relationships+xml"/>
  <Override PartName="/ppt/slideMasters/_rels/slideMaster6.xml.rels" ContentType="application/vnd.openxmlformats-package.relationship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_rels/presentation.xml.rels" ContentType="application/vnd.openxmlformats-package.relationships+xml"/>
  <Override PartName="/ppt/media/image1.jpeg" ContentType="image/jpeg"/>
  <Override PartName="/ppt/media/image2.jpeg" ContentType="image/jpeg"/>
  <Override PartName="/ppt/media/image3.jpeg" ContentType="image/jpeg"/>
  <Override PartName="/ppt/media/image6.png" ContentType="image/png"/>
  <Override PartName="/ppt/media/image4.jpeg" ContentType="image/jpeg"/>
  <Override PartName="/ppt/media/image10.jpeg" ContentType="image/jpeg"/>
  <Override PartName="/ppt/media/image5.jpeg" ContentType="image/jpeg"/>
  <Override PartName="/ppt/media/image11.jpeg" ContentType="image/jpeg"/>
  <Override PartName="/ppt/media/image7.jpeg" ContentType="image/jpeg"/>
  <Override PartName="/ppt/media/image9.jpeg" ContentType="image/jpeg"/>
  <Override PartName="/ppt/media/image8.jpeg" ContentType="image/jpeg"/>
  <Override PartName="/ppt/media/image12.jpeg" ContentType="image/jpeg"/>
  <Override PartName="/ppt/presProps.xml" ContentType="application/vnd.openxmlformats-officedocument.presentationml.presProps+xml"/>
  <Override PartName="/ppt/slideLayouts/slideLayout19.xml" ContentType="application/vnd.openxmlformats-officedocument.presentationml.slideLayout+xml"/>
  <Override PartName="/ppt/slideLayouts/slideLayout8.xml" ContentType="application/vnd.openxmlformats-officedocument.presentationml.slideLayout+xml"/>
  <Override PartName="/ppt/slideLayouts/slideLayout49.xml" ContentType="application/vnd.openxmlformats-officedocument.presentationml.slideLayout+xml"/>
  <Override PartName="/ppt/slideLayouts/slideLayout17.xml" ContentType="application/vnd.openxmlformats-officedocument.presentationml.slideLayout+xml"/>
  <Override PartName="/ppt/slideLayouts/slideLayout20.xml" ContentType="application/vnd.openxmlformats-officedocument.presentationml.slideLayout+xml"/>
  <Override PartName="/ppt/slideLayouts/slideLayout9.xml" ContentType="application/vnd.openxmlformats-officedocument.presentationml.slideLayout+xml"/>
  <Override PartName="/ppt/slideLayouts/slideLayout18.xml" ContentType="application/vnd.openxmlformats-officedocument.presentationml.slideLayout+xml"/>
  <Override PartName="/ppt/slideLayouts/slideLayout21.xml" ContentType="application/vnd.openxmlformats-officedocument.presentationml.slideLayout+xml"/>
  <Override PartName="/ppt/slideLayouts/slideLayout10.xml" ContentType="application/vnd.openxmlformats-officedocument.presentationml.slideLayout+xml"/>
  <Override PartName="/ppt/slideLayouts/slideLayout69.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7.xml" ContentType="application/vnd.openxmlformats-officedocument.presentationml.slideLayout+xml"/>
  <Override PartName="/ppt/slideLayouts/slideLayout48.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1.xml" ContentType="application/vnd.openxmlformats-officedocument.presentationml.slideLayout+xml"/>
  <Override PartName="/ppt/slideLayouts/slideLayout42.xml" ContentType="application/vnd.openxmlformats-officedocument.presentationml.slideLayout+xml"/>
  <Override PartName="/ppt/slideLayouts/slideLayout2.xml" ContentType="application/vnd.openxmlformats-officedocument.presentationml.slideLayout+xml"/>
  <Override PartName="/ppt/slideLayouts/slideLayout43.xml" ContentType="application/vnd.openxmlformats-officedocument.presentationml.slideLayout+xml"/>
  <Override PartName="/ppt/slideLayouts/slideLayout3.xml" ContentType="application/vnd.openxmlformats-officedocument.presentationml.slideLayout+xml"/>
  <Override PartName="/ppt/slideLayouts/slideLayout44.xml" ContentType="application/vnd.openxmlformats-officedocument.presentationml.slideLayout+xml"/>
  <Override PartName="/ppt/slideLayouts/slideLayout4.xml" ContentType="application/vnd.openxmlformats-officedocument.presentationml.slideLayout+xml"/>
  <Override PartName="/ppt/slideLayouts/slideLayout45.xml" ContentType="application/vnd.openxmlformats-officedocument.presentationml.slideLayout+xml"/>
  <Override PartName="/ppt/slideLayouts/slideLayout5.xml" ContentType="application/vnd.openxmlformats-officedocument.presentationml.slideLayout+xml"/>
  <Override PartName="/ppt/slideLayouts/slideLayout46.xml" ContentType="application/vnd.openxmlformats-officedocument.presentationml.slideLayout+xml"/>
  <Override PartName="/ppt/slideLayouts/slideLayout6.xml" ContentType="application/vnd.openxmlformats-officedocument.presentationml.slideLayout+xml"/>
  <Override PartName="/ppt/slideLayouts/slideLayout47.xml" ContentType="application/vnd.openxmlformats-officedocument.presentationml.slideLayout+xml"/>
  <Override PartName="/ppt/slideLayouts/_rels/slideLayout71.xml.rels" ContentType="application/vnd.openxmlformats-package.relationships+xml"/>
  <Override PartName="/ppt/slideLayouts/_rels/slideLayout60.xml.rels" ContentType="application/vnd.openxmlformats-package.relationships+xml"/>
  <Override PartName="/ppt/slideLayouts/_rels/slideLayout59.xml.rels" ContentType="application/vnd.openxmlformats-package.relationships+xml"/>
  <Override PartName="/ppt/slideLayouts/_rels/slideLayout30.xml.rels" ContentType="application/vnd.openxmlformats-package.relationships+xml"/>
  <Override PartName="/ppt/slideLayouts/_rels/slideLayout52.xml.rels" ContentType="application/vnd.openxmlformats-package.relationships+xml"/>
  <Override PartName="/ppt/slideLayouts/_rels/slideLayout7.xml.rels" ContentType="application/vnd.openxmlformats-package.relationships+xml"/>
  <Override PartName="/ppt/slideLayouts/_rels/slideLayout3.xml.rels" ContentType="application/vnd.openxmlformats-package.relationships+xml"/>
  <Override PartName="/ppt/slideLayouts/_rels/slideLayout67.xml.rels" ContentType="application/vnd.openxmlformats-package.relationships+xml"/>
  <Override PartName="/ppt/slideLayouts/_rels/slideLayout58.xml.rels" ContentType="application/vnd.openxmlformats-package.relationships+xml"/>
  <Override PartName="/ppt/slideLayouts/_rels/slideLayout26.xml.rels" ContentType="application/vnd.openxmlformats-package.relationships+xml"/>
  <Override PartName="/ppt/slideLayouts/_rels/slideLayout72.xml.rels" ContentType="application/vnd.openxmlformats-package.relationships+xml"/>
  <Override PartName="/ppt/slideLayouts/_rels/slideLayout63.xml.rels" ContentType="application/vnd.openxmlformats-package.relationships+xml"/>
  <Override PartName="/ppt/slideLayouts/_rels/slideLayout29.xml.rels" ContentType="application/vnd.openxmlformats-package.relationships+xml"/>
  <Override PartName="/ppt/slideLayouts/_rels/slideLayout10.xml.rels" ContentType="application/vnd.openxmlformats-package.relationships+xml"/>
  <Override PartName="/ppt/slideLayouts/_rels/slideLayout55.xml.rels" ContentType="application/vnd.openxmlformats-package.relationships+xml"/>
  <Override PartName="/ppt/slideLayouts/_rels/slideLayout62.xml.rels" ContentType="application/vnd.openxmlformats-package.relationships+xml"/>
  <Override PartName="/ppt/slideLayouts/_rels/slideLayout54.xml.rels" ContentType="application/vnd.openxmlformats-package.relationships+xml"/>
  <Override PartName="/ppt/slideLayouts/_rels/slideLayout9.xml.rels" ContentType="application/vnd.openxmlformats-package.relationships+xml"/>
  <Override PartName="/ppt/slideLayouts/_rels/slideLayout61.xml.rels" ContentType="application/vnd.openxmlformats-package.relationships+xml"/>
  <Override PartName="/ppt/slideLayouts/_rels/slideLayout53.xml.rels" ContentType="application/vnd.openxmlformats-package.relationships+xml"/>
  <Override PartName="/ppt/slideLayouts/_rels/slideLayout8.xml.rels" ContentType="application/vnd.openxmlformats-package.relationships+xml"/>
  <Override PartName="/ppt/slideLayouts/_rels/slideLayout4.xml.rels" ContentType="application/vnd.openxmlformats-package.relationships+xml"/>
  <Override PartName="/ppt/slideLayouts/_rels/slideLayout68.xml.rels" ContentType="application/vnd.openxmlformats-package.relationships+xml"/>
  <Override PartName="/ppt/slideLayouts/_rels/slideLayout57.xml.rels" ContentType="application/vnd.openxmlformats-package.relationships+xml"/>
  <Override PartName="/ppt/slideLayouts/_rels/slideLayout70.xml.rels" ContentType="application/vnd.openxmlformats-package.relationships+xml"/>
  <Override PartName="/ppt/slideLayouts/_rels/slideLayout46.xml.rels" ContentType="application/vnd.openxmlformats-package.relationships+xml"/>
  <Override PartName="/ppt/slideLayouts/_rels/slideLayout50.xml.rels" ContentType="application/vnd.openxmlformats-package.relationships+xml"/>
  <Override PartName="/ppt/slideLayouts/_rels/slideLayout5.xml.rels" ContentType="application/vnd.openxmlformats-package.relationships+xml"/>
  <Override PartName="/ppt/slideLayouts/_rels/slideLayout69.xml.rels" ContentType="application/vnd.openxmlformats-package.relationships+xml"/>
  <Override PartName="/ppt/slideLayouts/_rels/slideLayout56.xml.rels" ContentType="application/vnd.openxmlformats-package.relationships+xml"/>
  <Override PartName="/ppt/slideLayouts/_rels/slideLayout6.xml.rels" ContentType="application/vnd.openxmlformats-package.relationships+xml"/>
  <Override PartName="/ppt/slideLayouts/_rels/slideLayout41.xml.rels" ContentType="application/vnd.openxmlformats-package.relationships+xml"/>
  <Override PartName="/ppt/slideLayouts/_rels/slideLayout47.xml.rels" ContentType="application/vnd.openxmlformats-package.relationships+xml"/>
  <Override PartName="/ppt/slideLayouts/_rels/slideLayout45.xml.rels" ContentType="application/vnd.openxmlformats-package.relationships+xml"/>
  <Override PartName="/ppt/slideLayouts/_rels/slideLayout34.xml.rels" ContentType="application/vnd.openxmlformats-package.relationships+xml"/>
  <Override PartName="/ppt/slideLayouts/_rels/slideLayout44.xml.rels" ContentType="application/vnd.openxmlformats-package.relationships+xml"/>
  <Override PartName="/ppt/slideLayouts/_rels/slideLayout33.xml.rels" ContentType="application/vnd.openxmlformats-package.relationships+xml"/>
  <Override PartName="/ppt/slideLayouts/_rels/slideLayout66.xml.rels" ContentType="application/vnd.openxmlformats-package.relationships+xml"/>
  <Override PartName="/ppt/slideLayouts/_rels/slideLayout2.xml.rels" ContentType="application/vnd.openxmlformats-package.relationships+xml"/>
  <Override PartName="/ppt/slideLayouts/_rels/slideLayout43.xml.rels" ContentType="application/vnd.openxmlformats-package.relationships+xml"/>
  <Override PartName="/ppt/slideLayouts/_rels/slideLayout65.xml.rels" ContentType="application/vnd.openxmlformats-package.relationships+xml"/>
  <Override PartName="/ppt/slideLayouts/_rels/slideLayout1.xml.rels" ContentType="application/vnd.openxmlformats-package.relationships+xml"/>
  <Override PartName="/ppt/slideLayouts/_rels/slideLayout42.xml.rels" ContentType="application/vnd.openxmlformats-package.relationships+xml"/>
  <Override PartName="/ppt/slideLayouts/_rels/slideLayout40.xml.rels" ContentType="application/vnd.openxmlformats-package.relationships+xml"/>
  <Override PartName="/ppt/slideLayouts/_rels/slideLayout38.xml.rels" ContentType="application/vnd.openxmlformats-package.relationships+xml"/>
  <Override PartName="/ppt/slideLayouts/_rels/slideLayout37.xml.rels" ContentType="application/vnd.openxmlformats-package.relationships+xml"/>
  <Override PartName="/ppt/slideLayouts/_rels/slideLayout16.xml.rels" ContentType="application/vnd.openxmlformats-package.relationships+xml"/>
  <Override PartName="/ppt/slideLayouts/_rels/slideLayout32.xml.rels" ContentType="application/vnd.openxmlformats-package.relationships+xml"/>
  <Override PartName="/ppt/slideLayouts/_rels/slideLayout64.xml.rels" ContentType="application/vnd.openxmlformats-package.relationships+xml"/>
  <Override PartName="/ppt/slideLayouts/_rels/slideLayout35.xml.rels" ContentType="application/vnd.openxmlformats-package.relationships+xml"/>
  <Override PartName="/ppt/slideLayouts/_rels/slideLayout13.xml.rels" ContentType="application/vnd.openxmlformats-package.relationships+xml"/>
  <Override PartName="/ppt/slideLayouts/_rels/slideLayout27.xml.rels" ContentType="application/vnd.openxmlformats-package.relationships+xml"/>
  <Override PartName="/ppt/slideLayouts/_rels/slideLayout48.xml.rels" ContentType="application/vnd.openxmlformats-package.relationships+xml"/>
  <Override PartName="/ppt/slideLayouts/_rels/slideLayout19.xml.rels" ContentType="application/vnd.openxmlformats-package.relationships+xml"/>
  <Override PartName="/ppt/slideLayouts/_rels/slideLayout12.xml.rels" ContentType="application/vnd.openxmlformats-package.relationships+xml"/>
  <Override PartName="/ppt/slideLayouts/_rels/slideLayout18.xml.rels" ContentType="application/vnd.openxmlformats-package.relationships+xml"/>
  <Override PartName="/ppt/slideLayouts/_rels/slideLayout11.xml.rels" ContentType="application/vnd.openxmlformats-package.relationships+xml"/>
  <Override PartName="/ppt/slideLayouts/_rels/slideLayout21.xml.rels" ContentType="application/vnd.openxmlformats-package.relationships+xml"/>
  <Override PartName="/ppt/slideLayouts/_rels/slideLayout24.xml.rels" ContentType="application/vnd.openxmlformats-package.relationships+xml"/>
  <Override PartName="/ppt/slideLayouts/_rels/slideLayout39.xml.rels" ContentType="application/vnd.openxmlformats-package.relationships+xml"/>
  <Override PartName="/ppt/slideLayouts/_rels/slideLayout20.xml.rels" ContentType="application/vnd.openxmlformats-package.relationships+xml"/>
  <Override PartName="/ppt/slideLayouts/_rels/slideLayout31.xml.rels" ContentType="application/vnd.openxmlformats-package.relationships+xml"/>
  <Override PartName="/ppt/slideLayouts/_rels/slideLayout23.xml.rels" ContentType="application/vnd.openxmlformats-package.relationships+xml"/>
  <Override PartName="/ppt/slideLayouts/_rels/slideLayout15.xml.rels" ContentType="application/vnd.openxmlformats-package.relationships+xml"/>
  <Override PartName="/ppt/slideLayouts/_rels/slideLayout22.xml.rels" ContentType="application/vnd.openxmlformats-package.relationships+xml"/>
  <Override PartName="/ppt/slideLayouts/_rels/slideLayout14.xml.rels" ContentType="application/vnd.openxmlformats-package.relationships+xml"/>
  <Override PartName="/ppt/slideLayouts/_rels/slideLayout25.xml.rels" ContentType="application/vnd.openxmlformats-package.relationships+xml"/>
  <Override PartName="/ppt/slideLayouts/_rels/slideLayout51.xml.rels" ContentType="application/vnd.openxmlformats-package.relationships+xml"/>
  <Override PartName="/ppt/slideLayouts/_rels/slideLayout17.xml.rels" ContentType="application/vnd.openxmlformats-package.relationships+xml"/>
  <Override PartName="/ppt/slideLayouts/_rels/slideLayout36.xml.rels" ContentType="application/vnd.openxmlformats-package.relationships+xml"/>
  <Override PartName="/ppt/slideLayouts/_rels/slideLayout28.xml.rels" ContentType="application/vnd.openxmlformats-package.relationships+xml"/>
  <Override PartName="/ppt/slideLayouts/_rels/slideLayout49.xml.rels" ContentType="application/vnd.openxmlformats-package.relationships+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68.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29.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7.xml" ContentType="application/vnd.openxmlformats-officedocument.presentationml.slideLayout+xml"/>
  <Override PartName="/ppt/slideLayouts/slideLayout64.xml" ContentType="application/vnd.openxmlformats-officedocument.presentationml.slideLayout+xml"/>
  <Override PartName="/ppt/slideLayouts/slideLayout55.xml" ContentType="application/vnd.openxmlformats-officedocument.presentationml.slideLayout+xml"/>
  <Override PartName="/ppt/slideLayouts/slideLayout37.xml" ContentType="application/vnd.openxmlformats-officedocument.presentationml.slideLayout+xml"/>
  <Override PartName="/ppt/slideLayouts/slideLayout70.xml" ContentType="application/vnd.openxmlformats-officedocument.presentationml.slideLayout+xml"/>
  <Override PartName="/ppt/slideLayouts/slideLayout65.xml" ContentType="application/vnd.openxmlformats-officedocument.presentationml.slideLayout+xml"/>
  <Override PartName="/ppt/slideLayouts/slideLayout56.xml" ContentType="application/vnd.openxmlformats-officedocument.presentationml.slideLayout+xml"/>
  <Override PartName="/ppt/slideLayouts/slideLayout38.xml" ContentType="application/vnd.openxmlformats-officedocument.presentationml.slideLayout+xml"/>
  <Override PartName="/ppt/slideLayouts/slideLayout71.xml" ContentType="application/vnd.openxmlformats-officedocument.presentationml.slideLayout+xml"/>
  <Override PartName="/ppt/slideLayouts/slideLayout66.xml" ContentType="application/vnd.openxmlformats-officedocument.presentationml.slideLayout+xml"/>
  <Override PartName="/ppt/slideLayouts/slideLayout57.xml" ContentType="application/vnd.openxmlformats-officedocument.presentationml.slideLayout+xml"/>
  <Override PartName="/ppt/slideLayouts/slideLayout39.xml" ContentType="application/vnd.openxmlformats-officedocument.presentationml.slideLayout+xml"/>
  <Override PartName="/ppt/slideLayouts/slideLayout72.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_rels/slide9.xml.rels" ContentType="application/vnd.openxmlformats-package.relationships+xml"/>
  <Override PartName="/ppt/slides/_rels/slide8.xml.rels" ContentType="application/vnd.openxmlformats-package.relationships+xml"/>
  <Override PartName="/ppt/slides/_rels/slide7.xml.rels" ContentType="application/vnd.openxmlformats-package.relationships+xml"/>
  <Override PartName="/ppt/slides/_rels/slide6.xml.rels" ContentType="application/vnd.openxmlformats-package.relationships+xml"/>
  <Override PartName="/ppt/slides/_rels/slide4.xml.rels" ContentType="application/vnd.openxmlformats-package.relationships+xml"/>
  <Override PartName="/ppt/slides/_rels/slide5.xml.rels" ContentType="application/vnd.openxmlformats-package.relationships+xml"/>
  <Override PartName="/ppt/slides/_rels/slide3.xml.rels" ContentType="application/vnd.openxmlformats-package.relationships+xml"/>
  <Override PartName="/ppt/slides/_rels/slide2.xml.rels" ContentType="application/vnd.openxmlformats-package.relationships+xml"/>
  <Override PartName="/ppt/slides/_rels/slide1.xml.rels" ContentType="application/vnd.openxmlformats-package.relationships+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Slides/_rels/notesSlide9.xml.rels" ContentType="application/vnd.openxmlformats-package.relationships+xml"/>
  <Override PartName="/ppt/notesSlides/_rels/notesSlide7.xml.rels" ContentType="application/vnd.openxmlformats-package.relationships+xml"/>
  <Override PartName="/ppt/notesSlides/_rels/notesSlide4.xml.rels" ContentType="application/vnd.openxmlformats-package.relationships+xml"/>
  <Override PartName="/ppt/notesSlides/_rels/notesSlide3.xml.rels" ContentType="application/vnd.openxmlformats-package.relationships+xml"/>
  <Override PartName="/ppt/notesSlides/_rels/notesSlide6.xml.rels" ContentType="application/vnd.openxmlformats-package.relationships+xml"/>
  <Override PartName="/ppt/notesSlides/_rels/notesSlide1.xml.rels" ContentType="application/vnd.openxmlformats-package.relationships+xml"/>
  <Override PartName="/ppt/notesSlides/notesSlide1.xml" ContentType="application/vnd.openxmlformats-officedocument.presentationml.notesSlide+xml"/>
  <Override PartName="/ppt/notesSlides/notesSlide6.xml" ContentType="application/vnd.openxmlformats-officedocument.presentationml.notesSlide+xml"/>
  <Override PartName="/ppt/notesSlides/notesSlide3.xml" ContentType="application/vnd.openxmlformats-officedocument.presentationml.notesSlide+xml"/>
  <Override PartName="/ppt/notesSlides/notesSlide7.xml" ContentType="application/vnd.openxmlformats-officedocument.presentationml.notesSlide+xml"/>
  <Override PartName="/ppt/notesSlides/notesSlide4.xml" ContentType="application/vnd.openxmlformats-officedocument.presentationml.notesSlide+xml"/>
  <Override PartName="/ppt/notesSlides/notesSlide9.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61" r:id="rId3"/>
    <p:sldMasterId id="2147483674" r:id="rId4"/>
    <p:sldMasterId id="2147483687" r:id="rId5"/>
    <p:sldMasterId id="2147483700" r:id="rId6"/>
    <p:sldMasterId id="2147483713" r:id="rId7"/>
  </p:sldMasterIdLst>
  <p:notesMasterIdLst>
    <p:notesMasterId r:id="rId8"/>
  </p:notesMasterIdLst>
  <p:sldIdLst>
    <p:sldId id="256" r:id="rId9"/>
    <p:sldId id="257" r:id="rId10"/>
    <p:sldId id="258" r:id="rId11"/>
    <p:sldId id="259" r:id="rId12"/>
    <p:sldId id="260" r:id="rId13"/>
    <p:sldId id="261" r:id="rId14"/>
    <p:sldId id="262" r:id="rId15"/>
    <p:sldId id="263" r:id="rId16"/>
    <p:sldId id="264" r:id="rId17"/>
  </p:sldIdLst>
  <p:sldSz cx="16257588" cy="9144000"/>
  <p:notesSz cx="6858000" cy="91440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slideMaster" Target="slideMasters/slideMaster4.xml"/><Relationship Id="rId6" Type="http://schemas.openxmlformats.org/officeDocument/2006/relationships/slideMaster" Target="slideMasters/slideMaster5.xml"/><Relationship Id="rId7" Type="http://schemas.openxmlformats.org/officeDocument/2006/relationships/slideMaster" Target="slideMasters/slideMaster6.xml"/><Relationship Id="rId8" Type="http://schemas.openxmlformats.org/officeDocument/2006/relationships/notesMaster" Target="notesMasters/notesMaster1.xml"/><Relationship Id="rId9" Type="http://schemas.openxmlformats.org/officeDocument/2006/relationships/slide" Target="slides/slide1.xml"/><Relationship Id="rId10" Type="http://schemas.openxmlformats.org/officeDocument/2006/relationships/slide" Target="slides/slide2.xml"/><Relationship Id="rId11" Type="http://schemas.openxmlformats.org/officeDocument/2006/relationships/slide" Target="slides/slide3.xml"/><Relationship Id="rId12" Type="http://schemas.openxmlformats.org/officeDocument/2006/relationships/slide" Target="slides/slide4.xml"/><Relationship Id="rId13" Type="http://schemas.openxmlformats.org/officeDocument/2006/relationships/slide" Target="slides/slide5.xml"/><Relationship Id="rId14" Type="http://schemas.openxmlformats.org/officeDocument/2006/relationships/slide" Target="slides/slide6.xml"/><Relationship Id="rId15" Type="http://schemas.openxmlformats.org/officeDocument/2006/relationships/slide" Target="slides/slide7.xml"/><Relationship Id="rId16" Type="http://schemas.openxmlformats.org/officeDocument/2006/relationships/slide" Target="slides/slide8.xml"/><Relationship Id="rId17" Type="http://schemas.openxmlformats.org/officeDocument/2006/relationships/slide" Target="slides/slide9.xml"/><Relationship Id="rId18"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7.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9" name="PlaceHolder 1"/>
          <p:cNvSpPr>
            <a:spLocks noGrp="1"/>
          </p:cNvSpPr>
          <p:nvPr>
            <p:ph type="sldImg"/>
          </p:nvPr>
        </p:nvSpPr>
        <p:spPr>
          <a:xfrm>
            <a:off x="533520" y="764280"/>
            <a:ext cx="6704640" cy="3771360"/>
          </a:xfrm>
          <a:prstGeom prst="rect">
            <a:avLst/>
          </a:prstGeom>
          <a:noFill/>
          <a:ln w="0">
            <a:noFill/>
          </a:ln>
        </p:spPr>
        <p:txBody>
          <a:bodyPr lIns="0" rIns="0" tIns="0" bIns="0" anchor="ctr">
            <a:noAutofit/>
          </a:bodyPr>
          <a:p>
            <a:r>
              <a:rPr b="0" lang="en-US" sz="3200" spc="-1" strike="noStrike">
                <a:solidFill>
                  <a:srgbClr val="00274c"/>
                </a:solidFill>
                <a:latin typeface="Arial"/>
              </a:rPr>
              <a:t>Click to move the slide</a:t>
            </a:r>
            <a:endParaRPr b="0" lang="en-US" sz="3200" spc="-1" strike="noStrike">
              <a:solidFill>
                <a:srgbClr val="00274c"/>
              </a:solidFill>
              <a:latin typeface="Arial"/>
            </a:endParaRPr>
          </a:p>
        </p:txBody>
      </p:sp>
      <p:sp>
        <p:nvSpPr>
          <p:cNvPr id="260" name="PlaceHolder 2"/>
          <p:cNvSpPr>
            <a:spLocks noGrp="1"/>
          </p:cNvSpPr>
          <p:nvPr>
            <p:ph type="body"/>
          </p:nvPr>
        </p:nvSpPr>
        <p:spPr>
          <a:xfrm>
            <a:off x="777240" y="4777560"/>
            <a:ext cx="6217560" cy="4525920"/>
          </a:xfrm>
          <a:prstGeom prst="rect">
            <a:avLst/>
          </a:prstGeom>
          <a:noFill/>
          <a:ln w="0">
            <a:noFill/>
          </a:ln>
        </p:spPr>
        <p:txBody>
          <a:bodyPr lIns="0" rIns="0" tIns="0" bIns="0" anchor="t">
            <a:noAutofit/>
          </a:bodyPr>
          <a:p>
            <a:r>
              <a:rPr b="0" lang="en-US" sz="2000" spc="-1" strike="noStrike">
                <a:latin typeface="Arial"/>
              </a:rPr>
              <a:t>Click to edit the notes format</a:t>
            </a:r>
            <a:endParaRPr b="0" lang="en-US" sz="2000" spc="-1" strike="noStrike">
              <a:latin typeface="Arial"/>
            </a:endParaRPr>
          </a:p>
        </p:txBody>
      </p:sp>
      <p:sp>
        <p:nvSpPr>
          <p:cNvPr id="261" name="PlaceHolder 3"/>
          <p:cNvSpPr>
            <a:spLocks noGrp="1"/>
          </p:cNvSpPr>
          <p:nvPr>
            <p:ph type="hdr"/>
          </p:nvPr>
        </p:nvSpPr>
        <p:spPr>
          <a:xfrm>
            <a:off x="0" y="0"/>
            <a:ext cx="3372840" cy="502560"/>
          </a:xfrm>
          <a:prstGeom prst="rect">
            <a:avLst/>
          </a:prstGeom>
          <a:noFill/>
          <a:ln w="0">
            <a:noFill/>
          </a:ln>
        </p:spPr>
        <p:txBody>
          <a:bodyPr lIns="0" rIns="0" tIns="0" bIns="0" anchor="t">
            <a:noAutofit/>
          </a:bodyPr>
          <a:p>
            <a:r>
              <a:rPr b="0" lang="en-US" sz="1400" spc="-1" strike="noStrike">
                <a:latin typeface="Times New Roman"/>
              </a:rPr>
              <a:t>&lt;header&gt;</a:t>
            </a:r>
            <a:endParaRPr b="0" lang="en-US" sz="1400" spc="-1" strike="noStrike">
              <a:latin typeface="Times New Roman"/>
            </a:endParaRPr>
          </a:p>
        </p:txBody>
      </p:sp>
      <p:sp>
        <p:nvSpPr>
          <p:cNvPr id="262" name="PlaceHolder 4"/>
          <p:cNvSpPr>
            <a:spLocks noGrp="1"/>
          </p:cNvSpPr>
          <p:nvPr>
            <p:ph type="dt"/>
          </p:nvPr>
        </p:nvSpPr>
        <p:spPr>
          <a:xfrm>
            <a:off x="4399200" y="0"/>
            <a:ext cx="3372840" cy="502560"/>
          </a:xfrm>
          <a:prstGeom prst="rect">
            <a:avLst/>
          </a:prstGeom>
          <a:noFill/>
          <a:ln w="0">
            <a:noFill/>
          </a:ln>
        </p:spPr>
        <p:txBody>
          <a:bodyPr lIns="0" rIns="0" tIns="0" bIns="0" anchor="t">
            <a:noAutofit/>
          </a:bodyPr>
          <a:p>
            <a:pPr algn="r"/>
            <a:r>
              <a:rPr b="0" lang="en-US" sz="1400" spc="-1" strike="noStrike">
                <a:latin typeface="Times New Roman"/>
              </a:rPr>
              <a:t>&lt;date/time&gt;</a:t>
            </a:r>
            <a:endParaRPr b="0" lang="en-US" sz="1400" spc="-1" strike="noStrike">
              <a:latin typeface="Times New Roman"/>
            </a:endParaRPr>
          </a:p>
        </p:txBody>
      </p:sp>
      <p:sp>
        <p:nvSpPr>
          <p:cNvPr id="263" name="PlaceHolder 5"/>
          <p:cNvSpPr>
            <a:spLocks noGrp="1"/>
          </p:cNvSpPr>
          <p:nvPr>
            <p:ph type="ftr"/>
          </p:nvPr>
        </p:nvSpPr>
        <p:spPr>
          <a:xfrm>
            <a:off x="0" y="9555480"/>
            <a:ext cx="3372840" cy="502560"/>
          </a:xfrm>
          <a:prstGeom prst="rect">
            <a:avLst/>
          </a:prstGeom>
          <a:noFill/>
          <a:ln w="0">
            <a:noFill/>
          </a:ln>
        </p:spPr>
        <p:txBody>
          <a:bodyPr lIns="0" rIns="0" tIns="0" bIns="0" anchor="b">
            <a:noAutofit/>
          </a:bodyPr>
          <a:p>
            <a:r>
              <a:rPr b="0" lang="en-US" sz="1400" spc="-1" strike="noStrike">
                <a:latin typeface="Times New Roman"/>
              </a:rPr>
              <a:t>&lt;footer&gt;</a:t>
            </a:r>
            <a:endParaRPr b="0" lang="en-US" sz="1400" spc="-1" strike="noStrike">
              <a:latin typeface="Times New Roman"/>
            </a:endParaRPr>
          </a:p>
        </p:txBody>
      </p:sp>
      <p:sp>
        <p:nvSpPr>
          <p:cNvPr id="264" name="PlaceHolder 6"/>
          <p:cNvSpPr>
            <a:spLocks noGrp="1"/>
          </p:cNvSpPr>
          <p:nvPr>
            <p:ph type="sldNum"/>
          </p:nvPr>
        </p:nvSpPr>
        <p:spPr>
          <a:xfrm>
            <a:off x="4399200" y="9555480"/>
            <a:ext cx="3372840" cy="502560"/>
          </a:xfrm>
          <a:prstGeom prst="rect">
            <a:avLst/>
          </a:prstGeom>
          <a:noFill/>
          <a:ln w="0">
            <a:noFill/>
          </a:ln>
        </p:spPr>
        <p:txBody>
          <a:bodyPr lIns="0" rIns="0" tIns="0" bIns="0" anchor="b">
            <a:noAutofit/>
          </a:bodyPr>
          <a:p>
            <a:pPr algn="r"/>
            <a:fld id="{4E1BD665-9D6E-4F78-8FCF-FA5B83FB29F6}" type="slidenum">
              <a:rPr b="0" lang="en-US" sz="1400" spc="-1" strike="noStrike">
                <a:latin typeface="Times New Roman"/>
              </a:rPr>
              <a:t>&lt;number&gt;</a:t>
            </a:fld>
            <a:endParaRPr b="0" lang="en-US" sz="1400" spc="-1" strike="noStrike">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8" name="PlaceHolder 1"/>
          <p:cNvSpPr>
            <a:spLocks noGrp="1"/>
          </p:cNvSpPr>
          <p:nvPr>
            <p:ph type="sldImg"/>
          </p:nvPr>
        </p:nvSpPr>
        <p:spPr>
          <a:xfrm>
            <a:off x="685800" y="1143000"/>
            <a:ext cx="5486040" cy="3085920"/>
          </a:xfrm>
          <a:prstGeom prst="rect">
            <a:avLst/>
          </a:prstGeom>
          <a:ln w="0">
            <a:noFill/>
          </a:ln>
        </p:spPr>
      </p:sp>
      <p:sp>
        <p:nvSpPr>
          <p:cNvPr id="349" name="PlaceHolder 2"/>
          <p:cNvSpPr>
            <a:spLocks noGrp="1"/>
          </p:cNvSpPr>
          <p:nvPr>
            <p:ph type="body"/>
          </p:nvPr>
        </p:nvSpPr>
        <p:spPr>
          <a:xfrm>
            <a:off x="685800" y="4400640"/>
            <a:ext cx="5486040" cy="3600000"/>
          </a:xfrm>
          <a:prstGeom prst="rect">
            <a:avLst/>
          </a:prstGeom>
          <a:noFill/>
          <a:ln w="0">
            <a:noFill/>
          </a:ln>
        </p:spPr>
        <p:txBody>
          <a:bodyPr anchor="t">
            <a:noAutofit/>
          </a:bodyPr>
          <a:p>
            <a:pPr marL="216000" indent="-216000">
              <a:lnSpc>
                <a:spcPct val="100000"/>
              </a:lnSpc>
            </a:pPr>
            <a:r>
              <a:rPr b="1" lang="en-US" sz="2000" spc="-1" strike="noStrike" u="sng">
                <a:uFillTx/>
                <a:latin typeface="Arial"/>
              </a:rPr>
              <a:t>Faculty Note:</a:t>
            </a:r>
            <a:endParaRPr b="0" lang="en-US" sz="2000" spc="-1" strike="noStrike">
              <a:latin typeface="Arial"/>
            </a:endParaRPr>
          </a:p>
          <a:p>
            <a:pPr marL="216000" indent="-216000">
              <a:lnSpc>
                <a:spcPct val="100000"/>
              </a:lnSpc>
            </a:pPr>
            <a:endParaRPr b="0" lang="en-US" sz="2000" spc="-1" strike="noStrike">
              <a:latin typeface="Arial"/>
            </a:endParaRPr>
          </a:p>
          <a:p>
            <a:pPr marL="216000" indent="-216000">
              <a:lnSpc>
                <a:spcPct val="100000"/>
              </a:lnSpc>
            </a:pPr>
            <a:r>
              <a:rPr b="0" lang="en-US" sz="2000" spc="-1" strike="noStrike">
                <a:latin typeface="Arial"/>
              </a:rPr>
              <a:t>Enter lecture title, and subtitle if present, in the text box above. Enter name and credentials on the second line as shown. The slide background graphic for this introduction slide can be replaced with an alternate image more suited to the topic or department (this step will be handled by our graphics team in the production phase).</a:t>
            </a:r>
            <a:endParaRPr b="0" lang="en-US" sz="2000" spc="-1" strike="noStrike">
              <a:latin typeface="Arial"/>
            </a:endParaRPr>
          </a:p>
        </p:txBody>
      </p:sp>
      <p:sp>
        <p:nvSpPr>
          <p:cNvPr id="350" name="PlaceHolder 3"/>
          <p:cNvSpPr>
            <a:spLocks noGrp="1"/>
          </p:cNvSpPr>
          <p:nvPr>
            <p:ph type="sldNum"/>
          </p:nvPr>
        </p:nvSpPr>
        <p:spPr>
          <a:xfrm>
            <a:off x="3884760" y="8685360"/>
            <a:ext cx="2971440" cy="458280"/>
          </a:xfrm>
          <a:prstGeom prst="rect">
            <a:avLst/>
          </a:prstGeom>
          <a:noFill/>
          <a:ln w="0">
            <a:noFill/>
          </a:ln>
        </p:spPr>
        <p:txBody>
          <a:bodyPr anchor="b">
            <a:noAutofit/>
          </a:bodyPr>
          <a:p>
            <a:pPr algn="r">
              <a:lnSpc>
                <a:spcPct val="100000"/>
              </a:lnSpc>
              <a:tabLst>
                <a:tab algn="l" pos="0"/>
              </a:tabLst>
            </a:pPr>
            <a:fld id="{B0BB1C97-43E2-428A-BC9A-80D3BC17BECF}" type="slidenum">
              <a:rPr b="0" lang="en-US" sz="1200" spc="-1" strike="noStrike">
                <a:solidFill>
                  <a:srgbClr val="000000"/>
                </a:solidFill>
                <a:latin typeface="Calibri"/>
                <a:ea typeface="+mn-ea"/>
              </a:rPr>
              <a:t>&lt;number&gt;</a:t>
            </a:fld>
            <a:endParaRPr b="0" lang="en-US" sz="1200" spc="-1" strike="noStrike">
              <a:latin typeface="Times New Roman"/>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51" name="PlaceHolder 1"/>
          <p:cNvSpPr>
            <a:spLocks noGrp="1"/>
          </p:cNvSpPr>
          <p:nvPr>
            <p:ph type="sldImg"/>
          </p:nvPr>
        </p:nvSpPr>
        <p:spPr>
          <a:xfrm>
            <a:off x="685800" y="1143000"/>
            <a:ext cx="5486040" cy="3085920"/>
          </a:xfrm>
          <a:prstGeom prst="rect">
            <a:avLst/>
          </a:prstGeom>
          <a:ln w="0">
            <a:noFill/>
          </a:ln>
        </p:spPr>
      </p:sp>
      <p:sp>
        <p:nvSpPr>
          <p:cNvPr id="352" name="PlaceHolder 2"/>
          <p:cNvSpPr>
            <a:spLocks noGrp="1"/>
          </p:cNvSpPr>
          <p:nvPr>
            <p:ph type="body"/>
          </p:nvPr>
        </p:nvSpPr>
        <p:spPr>
          <a:xfrm>
            <a:off x="685800" y="4400640"/>
            <a:ext cx="5486040" cy="3600000"/>
          </a:xfrm>
          <a:prstGeom prst="rect">
            <a:avLst/>
          </a:prstGeom>
          <a:noFill/>
          <a:ln w="0">
            <a:noFill/>
          </a:ln>
        </p:spPr>
        <p:txBody>
          <a:bodyPr anchor="t">
            <a:noAutofit/>
          </a:bodyPr>
          <a:p>
            <a:pPr marL="216000" indent="-216000">
              <a:lnSpc>
                <a:spcPct val="100000"/>
              </a:lnSpc>
            </a:pPr>
            <a:r>
              <a:rPr b="1" lang="en-US" sz="2000" spc="-1" strike="noStrike" u="sng">
                <a:uFillTx/>
                <a:latin typeface="Arial"/>
              </a:rPr>
              <a:t>Faculty Note:</a:t>
            </a:r>
            <a:endParaRPr b="0" lang="en-US" sz="2000" spc="-1" strike="noStrike">
              <a:latin typeface="Arial"/>
            </a:endParaRPr>
          </a:p>
          <a:p>
            <a:pPr marL="216000" indent="-216000">
              <a:lnSpc>
                <a:spcPct val="100000"/>
              </a:lnSpc>
            </a:pPr>
            <a:endParaRPr b="0" lang="en-US" sz="2000" spc="-1" strike="noStrike">
              <a:latin typeface="Arial"/>
            </a:endParaRPr>
          </a:p>
          <a:p>
            <a:pPr marL="216000" indent="-216000">
              <a:lnSpc>
                <a:spcPct val="100000"/>
              </a:lnSpc>
            </a:pPr>
            <a:r>
              <a:rPr b="0" lang="en-US" sz="2000" spc="-1" strike="noStrike">
                <a:latin typeface="Arial"/>
              </a:rPr>
              <a:t>Please use this area to provide notes to our design team about the content contained on the slide. Notes can include instructions on how content will be presented; types of imagery needed or desired; plan on how to describe visuals; etc.</a:t>
            </a:r>
            <a:endParaRPr b="0" lang="en-US" sz="2000" spc="-1" strike="noStrike">
              <a:latin typeface="Arial"/>
            </a:endParaRPr>
          </a:p>
          <a:p>
            <a:pPr marL="216000" indent="-216000">
              <a:lnSpc>
                <a:spcPct val="100000"/>
              </a:lnSpc>
            </a:pPr>
            <a:endParaRPr b="0" lang="en-US" sz="2000" spc="-1" strike="noStrike">
              <a:latin typeface="Arial"/>
            </a:endParaRPr>
          </a:p>
          <a:p>
            <a:pPr marL="216000" indent="-216000">
              <a:lnSpc>
                <a:spcPct val="100000"/>
              </a:lnSpc>
            </a:pPr>
            <a:r>
              <a:rPr b="0" lang="en-US" sz="2000" spc="-1" strike="noStrike">
                <a:latin typeface="Arial"/>
              </a:rPr>
              <a:t>Content slides come in two options depending upon what is needed – Content slide with title / Content slide without title. All content slides have a faded line and light gradient at the bottom of the slide which is meant to be empty space to display subtitles and the Michigan logo. Please keep all information out of this bottom gradient area.</a:t>
            </a:r>
            <a:endParaRPr b="0" lang="en-US" sz="2000" spc="-1" strike="noStrike">
              <a:latin typeface="Arial"/>
            </a:endParaRPr>
          </a:p>
          <a:p>
            <a:pPr marL="216000" indent="-216000">
              <a:lnSpc>
                <a:spcPct val="100000"/>
              </a:lnSpc>
            </a:pPr>
            <a:endParaRPr b="0" lang="en-US" sz="2000" spc="-1" strike="noStrike">
              <a:latin typeface="Arial"/>
            </a:endParaRPr>
          </a:p>
        </p:txBody>
      </p:sp>
      <p:sp>
        <p:nvSpPr>
          <p:cNvPr id="353" name="PlaceHolder 3"/>
          <p:cNvSpPr>
            <a:spLocks noGrp="1"/>
          </p:cNvSpPr>
          <p:nvPr>
            <p:ph type="sldNum"/>
          </p:nvPr>
        </p:nvSpPr>
        <p:spPr>
          <a:xfrm>
            <a:off x="3884760" y="8685360"/>
            <a:ext cx="2971440" cy="458280"/>
          </a:xfrm>
          <a:prstGeom prst="rect">
            <a:avLst/>
          </a:prstGeom>
          <a:noFill/>
          <a:ln w="0">
            <a:noFill/>
          </a:ln>
        </p:spPr>
        <p:txBody>
          <a:bodyPr anchor="b">
            <a:noAutofit/>
          </a:bodyPr>
          <a:p>
            <a:pPr algn="r">
              <a:lnSpc>
                <a:spcPct val="100000"/>
              </a:lnSpc>
            </a:pPr>
            <a:fld id="{A255CEEE-ECEA-4278-8CA0-8093C93BBDA9}" type="slidenum">
              <a:rPr b="0" lang="en-US" sz="1200" spc="-1" strike="noStrike">
                <a:latin typeface="Times New Roman"/>
              </a:rPr>
              <a:t>&lt;number&gt;</a:t>
            </a:fld>
            <a:endParaRPr b="0" lang="en-US" sz="1200" spc="-1" strike="noStrike">
              <a:latin typeface="Times New Roman"/>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54" name="PlaceHolder 1"/>
          <p:cNvSpPr>
            <a:spLocks noGrp="1"/>
          </p:cNvSpPr>
          <p:nvPr>
            <p:ph type="sldImg"/>
          </p:nvPr>
        </p:nvSpPr>
        <p:spPr>
          <a:xfrm>
            <a:off x="685800" y="1143000"/>
            <a:ext cx="5486040" cy="3085920"/>
          </a:xfrm>
          <a:prstGeom prst="rect">
            <a:avLst/>
          </a:prstGeom>
          <a:ln w="0">
            <a:noFill/>
          </a:ln>
        </p:spPr>
      </p:sp>
      <p:sp>
        <p:nvSpPr>
          <p:cNvPr id="355" name="PlaceHolder 2"/>
          <p:cNvSpPr>
            <a:spLocks noGrp="1"/>
          </p:cNvSpPr>
          <p:nvPr>
            <p:ph type="body"/>
          </p:nvPr>
        </p:nvSpPr>
        <p:spPr>
          <a:xfrm>
            <a:off x="685800" y="4400640"/>
            <a:ext cx="5486040" cy="3600000"/>
          </a:xfrm>
          <a:prstGeom prst="rect">
            <a:avLst/>
          </a:prstGeom>
          <a:noFill/>
          <a:ln w="0">
            <a:noFill/>
          </a:ln>
        </p:spPr>
        <p:txBody>
          <a:bodyPr anchor="t">
            <a:noAutofit/>
          </a:bodyPr>
          <a:p>
            <a:pPr marL="216000" indent="-216000">
              <a:lnSpc>
                <a:spcPct val="100000"/>
              </a:lnSpc>
            </a:pPr>
            <a:r>
              <a:rPr b="1" lang="en-US" sz="2000" spc="-1" strike="noStrike" u="sng">
                <a:uFillTx/>
                <a:latin typeface="Arial"/>
              </a:rPr>
              <a:t>Faculty Note:</a:t>
            </a:r>
            <a:endParaRPr b="0" lang="en-US" sz="2000" spc="-1" strike="noStrike">
              <a:latin typeface="Arial"/>
            </a:endParaRPr>
          </a:p>
          <a:p>
            <a:pPr marL="216000" indent="-216000">
              <a:lnSpc>
                <a:spcPct val="100000"/>
              </a:lnSpc>
            </a:pPr>
            <a:endParaRPr b="0" lang="en-US" sz="2000" spc="-1" strike="noStrike">
              <a:latin typeface="Arial"/>
            </a:endParaRPr>
          </a:p>
          <a:p>
            <a:pPr marL="216000" indent="-216000">
              <a:lnSpc>
                <a:spcPct val="100000"/>
              </a:lnSpc>
            </a:pPr>
            <a:r>
              <a:rPr b="0" lang="en-US" sz="2000" spc="-1" strike="noStrike">
                <a:latin typeface="Arial"/>
              </a:rPr>
              <a:t>Please use this area to provide notes to our design team about the content contained on the slide. Notes can include instructions on how content will be presented; types of imagery needed or desired; plan on how to describe visuals; etc.</a:t>
            </a:r>
            <a:endParaRPr b="0" lang="en-US" sz="2000" spc="-1" strike="noStrike">
              <a:latin typeface="Arial"/>
            </a:endParaRPr>
          </a:p>
          <a:p>
            <a:pPr marL="216000" indent="-216000">
              <a:lnSpc>
                <a:spcPct val="100000"/>
              </a:lnSpc>
            </a:pPr>
            <a:endParaRPr b="0" lang="en-US" sz="2000" spc="-1" strike="noStrike">
              <a:latin typeface="Arial"/>
            </a:endParaRPr>
          </a:p>
          <a:p>
            <a:pPr marL="216000" indent="-216000">
              <a:lnSpc>
                <a:spcPct val="100000"/>
              </a:lnSpc>
            </a:pPr>
            <a:r>
              <a:rPr b="0" lang="en-US" sz="2000" spc="-1" strike="noStrike">
                <a:latin typeface="Arial"/>
              </a:rPr>
              <a:t>Content slides come in two options depending upon what is needed – Content slide with title / Content slide without title. All content slides have a faded line and light gradient at the bottom of the slide which is meant to be empty space to display subtitles and the Michigan logo. Please keep all information out of this bottom gradient area.</a:t>
            </a:r>
            <a:endParaRPr b="0" lang="en-US" sz="2000" spc="-1" strike="noStrike">
              <a:latin typeface="Arial"/>
            </a:endParaRPr>
          </a:p>
          <a:p>
            <a:pPr marL="216000" indent="-216000">
              <a:lnSpc>
                <a:spcPct val="100000"/>
              </a:lnSpc>
            </a:pPr>
            <a:endParaRPr b="0" lang="en-US" sz="2000" spc="-1" strike="noStrike">
              <a:latin typeface="Arial"/>
            </a:endParaRPr>
          </a:p>
        </p:txBody>
      </p:sp>
      <p:sp>
        <p:nvSpPr>
          <p:cNvPr id="356" name="PlaceHolder 3"/>
          <p:cNvSpPr>
            <a:spLocks noGrp="1"/>
          </p:cNvSpPr>
          <p:nvPr>
            <p:ph type="sldNum"/>
          </p:nvPr>
        </p:nvSpPr>
        <p:spPr>
          <a:xfrm>
            <a:off x="3884760" y="8685360"/>
            <a:ext cx="2971440" cy="458280"/>
          </a:xfrm>
          <a:prstGeom prst="rect">
            <a:avLst/>
          </a:prstGeom>
          <a:noFill/>
          <a:ln w="0">
            <a:noFill/>
          </a:ln>
        </p:spPr>
        <p:txBody>
          <a:bodyPr anchor="b">
            <a:noAutofit/>
          </a:bodyPr>
          <a:p>
            <a:pPr algn="r">
              <a:lnSpc>
                <a:spcPct val="100000"/>
              </a:lnSpc>
            </a:pPr>
            <a:fld id="{D539FA49-ADAA-4614-8C32-673E98FC4E09}" type="slidenum">
              <a:rPr b="0" lang="en-US" sz="1200" spc="-1" strike="noStrike">
                <a:latin typeface="Times New Roman"/>
              </a:rPr>
              <a:t>&lt;number&gt;</a:t>
            </a:fld>
            <a:endParaRPr b="0" lang="en-US" sz="1200" spc="-1" strike="noStrike">
              <a:latin typeface="Times New Roman"/>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57" name="PlaceHolder 1"/>
          <p:cNvSpPr>
            <a:spLocks noGrp="1"/>
          </p:cNvSpPr>
          <p:nvPr>
            <p:ph type="sldImg"/>
          </p:nvPr>
        </p:nvSpPr>
        <p:spPr>
          <a:xfrm>
            <a:off x="685800" y="1143000"/>
            <a:ext cx="5486040" cy="3085920"/>
          </a:xfrm>
          <a:prstGeom prst="rect">
            <a:avLst/>
          </a:prstGeom>
          <a:ln w="0">
            <a:noFill/>
          </a:ln>
        </p:spPr>
      </p:sp>
      <p:sp>
        <p:nvSpPr>
          <p:cNvPr id="358" name="PlaceHolder 2"/>
          <p:cNvSpPr>
            <a:spLocks noGrp="1"/>
          </p:cNvSpPr>
          <p:nvPr>
            <p:ph type="body"/>
          </p:nvPr>
        </p:nvSpPr>
        <p:spPr>
          <a:xfrm>
            <a:off x="685800" y="4400640"/>
            <a:ext cx="5486040" cy="3600000"/>
          </a:xfrm>
          <a:prstGeom prst="rect">
            <a:avLst/>
          </a:prstGeom>
          <a:noFill/>
          <a:ln w="0">
            <a:noFill/>
          </a:ln>
        </p:spPr>
        <p:txBody>
          <a:bodyPr anchor="t">
            <a:noAutofit/>
          </a:bodyPr>
          <a:p>
            <a:pPr marL="216000" indent="-216000">
              <a:lnSpc>
                <a:spcPct val="100000"/>
              </a:lnSpc>
            </a:pPr>
            <a:r>
              <a:rPr b="1" lang="en-US" sz="2000" spc="-1" strike="noStrike" u="sng">
                <a:uFillTx/>
                <a:latin typeface="Arial"/>
              </a:rPr>
              <a:t>Faculty Note:</a:t>
            </a:r>
            <a:endParaRPr b="0" lang="en-US" sz="2000" spc="-1" strike="noStrike">
              <a:latin typeface="Arial"/>
            </a:endParaRPr>
          </a:p>
          <a:p>
            <a:pPr marL="216000" indent="-216000">
              <a:lnSpc>
                <a:spcPct val="100000"/>
              </a:lnSpc>
            </a:pPr>
            <a:endParaRPr b="0" lang="en-US" sz="2000" spc="-1" strike="noStrike">
              <a:latin typeface="Arial"/>
            </a:endParaRPr>
          </a:p>
          <a:p>
            <a:pPr marL="216000" indent="-216000">
              <a:lnSpc>
                <a:spcPct val="100000"/>
              </a:lnSpc>
            </a:pPr>
            <a:r>
              <a:rPr b="0" lang="en-US" sz="2000" spc="-1" strike="noStrike">
                <a:latin typeface="Arial"/>
              </a:rPr>
              <a:t>Please use this area to provide notes to our design team about the content contained on the slide. Notes can include instructions on how content will be presented; types of imagery needed or desired; plan on how to describe visuals; etc.</a:t>
            </a:r>
            <a:endParaRPr b="0" lang="en-US" sz="2000" spc="-1" strike="noStrike">
              <a:latin typeface="Arial"/>
            </a:endParaRPr>
          </a:p>
          <a:p>
            <a:pPr marL="216000" indent="-216000">
              <a:lnSpc>
                <a:spcPct val="100000"/>
              </a:lnSpc>
            </a:pPr>
            <a:endParaRPr b="0" lang="en-US" sz="2000" spc="-1" strike="noStrike">
              <a:latin typeface="Arial"/>
            </a:endParaRPr>
          </a:p>
          <a:p>
            <a:pPr marL="216000" indent="-216000">
              <a:lnSpc>
                <a:spcPct val="100000"/>
              </a:lnSpc>
            </a:pPr>
            <a:r>
              <a:rPr b="0" lang="en-US" sz="2000" spc="-1" strike="noStrike">
                <a:latin typeface="Arial"/>
              </a:rPr>
              <a:t>Content slides come in two options depending upon what is needed – Content slide with title / Content slide without title. All content slides have a faded line and light gradient at the bottom of the slide which is meant to be empty space to display subtitles and the Michigan logo. Please keep all information out of this bottom gradient area.</a:t>
            </a:r>
            <a:endParaRPr b="0" lang="en-US" sz="2000" spc="-1" strike="noStrike">
              <a:latin typeface="Arial"/>
            </a:endParaRPr>
          </a:p>
          <a:p>
            <a:pPr marL="216000" indent="-216000">
              <a:lnSpc>
                <a:spcPct val="100000"/>
              </a:lnSpc>
            </a:pPr>
            <a:endParaRPr b="0" lang="en-US" sz="2000" spc="-1" strike="noStrike">
              <a:latin typeface="Arial"/>
            </a:endParaRPr>
          </a:p>
        </p:txBody>
      </p:sp>
      <p:sp>
        <p:nvSpPr>
          <p:cNvPr id="359" name="PlaceHolder 3"/>
          <p:cNvSpPr>
            <a:spLocks noGrp="1"/>
          </p:cNvSpPr>
          <p:nvPr>
            <p:ph type="sldNum"/>
          </p:nvPr>
        </p:nvSpPr>
        <p:spPr>
          <a:xfrm>
            <a:off x="3884760" y="8685360"/>
            <a:ext cx="2971440" cy="458280"/>
          </a:xfrm>
          <a:prstGeom prst="rect">
            <a:avLst/>
          </a:prstGeom>
          <a:noFill/>
          <a:ln w="0">
            <a:noFill/>
          </a:ln>
        </p:spPr>
        <p:txBody>
          <a:bodyPr anchor="b">
            <a:noAutofit/>
          </a:bodyPr>
          <a:p>
            <a:pPr algn="r">
              <a:lnSpc>
                <a:spcPct val="100000"/>
              </a:lnSpc>
            </a:pPr>
            <a:fld id="{5D503511-64AB-4BF6-ACCF-5CCAD40BA5BC}" type="slidenum">
              <a:rPr b="0" lang="en-US" sz="1200" spc="-1" strike="noStrike">
                <a:latin typeface="Times New Roman"/>
              </a:rPr>
              <a:t>&lt;number&gt;</a:t>
            </a:fld>
            <a:endParaRPr b="0" lang="en-US" sz="1200" spc="-1" strike="noStrike">
              <a:latin typeface="Times New Roman"/>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0" name="PlaceHolder 1"/>
          <p:cNvSpPr>
            <a:spLocks noGrp="1"/>
          </p:cNvSpPr>
          <p:nvPr>
            <p:ph type="sldImg"/>
          </p:nvPr>
        </p:nvSpPr>
        <p:spPr>
          <a:xfrm>
            <a:off x="685800" y="1143000"/>
            <a:ext cx="5486040" cy="3085920"/>
          </a:xfrm>
          <a:prstGeom prst="rect">
            <a:avLst/>
          </a:prstGeom>
          <a:ln w="0">
            <a:noFill/>
          </a:ln>
        </p:spPr>
      </p:sp>
      <p:sp>
        <p:nvSpPr>
          <p:cNvPr id="361" name="PlaceHolder 2"/>
          <p:cNvSpPr>
            <a:spLocks noGrp="1"/>
          </p:cNvSpPr>
          <p:nvPr>
            <p:ph type="body"/>
          </p:nvPr>
        </p:nvSpPr>
        <p:spPr>
          <a:xfrm>
            <a:off x="685800" y="4400640"/>
            <a:ext cx="5486040" cy="3600000"/>
          </a:xfrm>
          <a:prstGeom prst="rect">
            <a:avLst/>
          </a:prstGeom>
          <a:noFill/>
          <a:ln w="0">
            <a:noFill/>
          </a:ln>
        </p:spPr>
        <p:txBody>
          <a:bodyPr anchor="t">
            <a:noAutofit/>
          </a:bodyPr>
          <a:p>
            <a:pPr marL="216000" indent="-216000">
              <a:lnSpc>
                <a:spcPct val="100000"/>
              </a:lnSpc>
            </a:pPr>
            <a:r>
              <a:rPr b="1" lang="en-US" sz="2000" spc="-1" strike="noStrike" u="sng">
                <a:uFillTx/>
                <a:latin typeface="Arial"/>
              </a:rPr>
              <a:t>Faculty Note:</a:t>
            </a:r>
            <a:endParaRPr b="0" lang="en-US" sz="2000" spc="-1" strike="noStrike">
              <a:latin typeface="Arial"/>
            </a:endParaRPr>
          </a:p>
          <a:p>
            <a:pPr marL="216000" indent="-216000">
              <a:lnSpc>
                <a:spcPct val="100000"/>
              </a:lnSpc>
            </a:pPr>
            <a:endParaRPr b="0" lang="en-US" sz="2000" spc="-1" strike="noStrike">
              <a:latin typeface="Arial"/>
            </a:endParaRPr>
          </a:p>
          <a:p>
            <a:pPr marL="216000" indent="-216000">
              <a:lnSpc>
                <a:spcPct val="100000"/>
              </a:lnSpc>
            </a:pPr>
            <a:r>
              <a:rPr b="0" lang="en-US" sz="2000" spc="-1" strike="noStrike">
                <a:latin typeface="Arial"/>
              </a:rPr>
              <a:t>Please use this area to provide notes to our design team about the content contained on the slide. Notes can include instructions on how content will be presented; types of imagery needed or desired; plan on how to describe visuals; etc.</a:t>
            </a:r>
            <a:endParaRPr b="0" lang="en-US" sz="2000" spc="-1" strike="noStrike">
              <a:latin typeface="Arial"/>
            </a:endParaRPr>
          </a:p>
          <a:p>
            <a:pPr marL="216000" indent="-216000">
              <a:lnSpc>
                <a:spcPct val="100000"/>
              </a:lnSpc>
            </a:pPr>
            <a:endParaRPr b="0" lang="en-US" sz="2000" spc="-1" strike="noStrike">
              <a:latin typeface="Arial"/>
            </a:endParaRPr>
          </a:p>
          <a:p>
            <a:pPr marL="216000" indent="-216000">
              <a:lnSpc>
                <a:spcPct val="100000"/>
              </a:lnSpc>
            </a:pPr>
            <a:r>
              <a:rPr b="0" lang="en-US" sz="2000" spc="-1" strike="noStrike">
                <a:latin typeface="Arial"/>
              </a:rPr>
              <a:t>Content slides come in two options depending upon what is needed – Content slide with title / Content slide without title. All content slides have a faded line and light gradient at the bottom of the slide which is meant to be empty space to display subtitles and the Michigan logo. Please keep all information out of this bottom gradient area.</a:t>
            </a:r>
            <a:endParaRPr b="0" lang="en-US" sz="2000" spc="-1" strike="noStrike">
              <a:latin typeface="Arial"/>
            </a:endParaRPr>
          </a:p>
          <a:p>
            <a:pPr marL="216000" indent="-216000">
              <a:lnSpc>
                <a:spcPct val="100000"/>
              </a:lnSpc>
            </a:pPr>
            <a:endParaRPr b="0" lang="en-US" sz="2000" spc="-1" strike="noStrike">
              <a:latin typeface="Arial"/>
            </a:endParaRPr>
          </a:p>
        </p:txBody>
      </p:sp>
      <p:sp>
        <p:nvSpPr>
          <p:cNvPr id="362" name="PlaceHolder 3"/>
          <p:cNvSpPr>
            <a:spLocks noGrp="1"/>
          </p:cNvSpPr>
          <p:nvPr>
            <p:ph type="sldNum"/>
          </p:nvPr>
        </p:nvSpPr>
        <p:spPr>
          <a:xfrm>
            <a:off x="3884760" y="8685360"/>
            <a:ext cx="2971440" cy="458280"/>
          </a:xfrm>
          <a:prstGeom prst="rect">
            <a:avLst/>
          </a:prstGeom>
          <a:noFill/>
          <a:ln w="0">
            <a:noFill/>
          </a:ln>
        </p:spPr>
        <p:txBody>
          <a:bodyPr anchor="b">
            <a:noAutofit/>
          </a:bodyPr>
          <a:p>
            <a:pPr algn="r">
              <a:lnSpc>
                <a:spcPct val="100000"/>
              </a:lnSpc>
            </a:pPr>
            <a:fld id="{F625E346-5B47-4315-B9B4-28A8FFA1D1CE}" type="slidenum">
              <a:rPr b="0" lang="en-US" sz="1200" spc="-1" strike="noStrike">
                <a:latin typeface="Times New Roman"/>
              </a:rPr>
              <a:t>&lt;number&gt;</a:t>
            </a:fld>
            <a:endParaRPr b="0" lang="en-US" sz="1200" spc="-1" strike="noStrike">
              <a:latin typeface="Times New Roman"/>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3" name="PlaceHolder 1"/>
          <p:cNvSpPr>
            <a:spLocks noGrp="1"/>
          </p:cNvSpPr>
          <p:nvPr>
            <p:ph type="sldImg"/>
          </p:nvPr>
        </p:nvSpPr>
        <p:spPr>
          <a:xfrm>
            <a:off x="528480" y="806400"/>
            <a:ext cx="5810040" cy="3268440"/>
          </a:xfrm>
          <a:prstGeom prst="rect">
            <a:avLst/>
          </a:prstGeom>
          <a:ln w="0">
            <a:noFill/>
          </a:ln>
        </p:spPr>
      </p:sp>
      <p:sp>
        <p:nvSpPr>
          <p:cNvPr id="364" name="PlaceHolder 2"/>
          <p:cNvSpPr>
            <a:spLocks noGrp="1"/>
          </p:cNvSpPr>
          <p:nvPr>
            <p:ph type="body"/>
          </p:nvPr>
        </p:nvSpPr>
        <p:spPr>
          <a:xfrm>
            <a:off x="685800" y="4400640"/>
            <a:ext cx="5486040" cy="3600000"/>
          </a:xfrm>
          <a:prstGeom prst="rect">
            <a:avLst/>
          </a:prstGeom>
          <a:noFill/>
          <a:ln w="9360">
            <a:noFill/>
          </a:ln>
        </p:spPr>
        <p:txBody>
          <a:bodyPr anchor="t">
            <a:noAutofit/>
          </a:bodyPr>
          <a:p>
            <a:pPr marL="216000" indent="-216000">
              <a:lnSpc>
                <a:spcPct val="100000"/>
              </a:lnSpc>
            </a:pPr>
            <a:r>
              <a:rPr b="0" lang="en-US" sz="2000" spc="-1" strike="noStrike">
                <a:latin typeface="Arial"/>
              </a:rPr>
              <a:t>SIMAPRO PROCESSES TAKEN FROM SIMAPRO DEMO VERSION (i.e. pre Ecoinvent 2.0):</a:t>
            </a:r>
            <a:endParaRPr b="0" lang="en-US" sz="2000" spc="-1" strike="noStrike">
              <a:latin typeface="Arial"/>
            </a:endParaRPr>
          </a:p>
          <a:p>
            <a:pPr marL="216000" indent="-216000">
              <a:lnSpc>
                <a:spcPct val="100000"/>
              </a:lnSpc>
            </a:pPr>
            <a:r>
              <a:rPr b="0" lang="en-US" sz="800" spc="-1" strike="noStrike">
                <a:latin typeface="Arial"/>
              </a:rPr>
              <a:t>Electricity, production mix DE (Ecoinvent)  [originally, Electricity mix W-D U (ETH-ESU 96), but that didn’t work anymore]</a:t>
            </a:r>
            <a:endParaRPr b="0" lang="en-US" sz="800" spc="-1" strike="noStrike">
              <a:latin typeface="Arial"/>
            </a:endParaRPr>
          </a:p>
          <a:p>
            <a:pPr marL="216000" indent="-216000">
              <a:lnSpc>
                <a:spcPct val="100000"/>
              </a:lnSpc>
            </a:pPr>
            <a:r>
              <a:rPr b="0" lang="en-US" sz="800" spc="-1" strike="noStrike">
                <a:latin typeface="Arial"/>
              </a:rPr>
              <a:t>PP ETH U (ETH-ESU 96)</a:t>
            </a:r>
            <a:endParaRPr b="0" lang="en-US" sz="800" spc="-1" strike="noStrike">
              <a:latin typeface="Arial"/>
            </a:endParaRPr>
          </a:p>
          <a:p>
            <a:pPr marL="216000" indent="-216000">
              <a:lnSpc>
                <a:spcPct val="100000"/>
              </a:lnSpc>
            </a:pPr>
            <a:r>
              <a:rPr b="0" lang="en-US" sz="800" spc="-1" strike="noStrike">
                <a:latin typeface="Arial"/>
              </a:rPr>
              <a:t>Cast iron ETH U (ETH-ESU 96)</a:t>
            </a:r>
            <a:endParaRPr b="0" lang="en-US" sz="800" spc="-1" strike="noStrike">
              <a:latin typeface="Arial"/>
            </a:endParaRPr>
          </a:p>
          <a:p>
            <a:pPr marL="216000" indent="-216000">
              <a:lnSpc>
                <a:spcPct val="100000"/>
              </a:lnSpc>
            </a:pPr>
            <a:r>
              <a:rPr b="0" lang="en-US" sz="800" spc="-1" strike="noStrike">
                <a:latin typeface="Arial"/>
              </a:rPr>
              <a:t>Steel low alloy ETH U (ETH-ESU 96)</a:t>
            </a:r>
            <a:endParaRPr b="0" lang="en-US" sz="800" spc="-1" strike="noStrike">
              <a:latin typeface="Arial"/>
            </a:endParaRPr>
          </a:p>
          <a:p>
            <a:pPr marL="216000" indent="-216000">
              <a:lnSpc>
                <a:spcPct val="100000"/>
              </a:lnSpc>
            </a:pPr>
            <a:r>
              <a:rPr b="0" lang="en-US" sz="800" spc="-1" strike="noStrike">
                <a:latin typeface="Arial"/>
              </a:rPr>
              <a:t>Paper ETH U (ETH-ESU 96)</a:t>
            </a:r>
            <a:endParaRPr b="0" lang="en-US" sz="800" spc="-1" strike="noStrike">
              <a:latin typeface="Arial"/>
            </a:endParaRPr>
          </a:p>
          <a:p>
            <a:pPr marL="216000" indent="-216000">
              <a:lnSpc>
                <a:spcPct val="100000"/>
              </a:lnSpc>
            </a:pPr>
            <a:r>
              <a:rPr b="0" lang="en-US" sz="800" spc="-1" strike="noStrike">
                <a:latin typeface="Arial"/>
              </a:rPr>
              <a:t>Transport, lorry 16t/RER U (Ecoinvent unit processes)</a:t>
            </a:r>
            <a:endParaRPr b="0" lang="en-US" sz="800" spc="-1" strike="noStrike">
              <a:latin typeface="Arial"/>
            </a:endParaRPr>
          </a:p>
          <a:p>
            <a:pPr marL="216000" indent="-216000">
              <a:lnSpc>
                <a:spcPct val="100000"/>
              </a:lnSpc>
            </a:pPr>
            <a:r>
              <a:rPr b="0" lang="en-US" sz="800" spc="-1" strike="noStrike">
                <a:latin typeface="Arial"/>
              </a:rPr>
              <a:t>Disposal, polypropylene, 15.9% water, to sanitary landfill/CH S (Ecoinvent system processes)</a:t>
            </a:r>
            <a:endParaRPr b="0" lang="en-US" sz="800" spc="-1" strike="noStrike">
              <a:latin typeface="Arial"/>
            </a:endParaRPr>
          </a:p>
          <a:p>
            <a:pPr marL="216000" indent="-216000">
              <a:lnSpc>
                <a:spcPct val="100000"/>
              </a:lnSpc>
            </a:pPr>
            <a:r>
              <a:rPr b="0" lang="en-US" sz="800" spc="-1" strike="noStrike">
                <a:latin typeface="Arial"/>
              </a:rPr>
              <a:t>Disposal, steel, 0% water, to inert material landfill/Ch U (Ecoinvent unit processes)</a:t>
            </a:r>
            <a:endParaRPr b="0" lang="en-US" sz="800" spc="-1" strike="noStrike">
              <a:latin typeface="Arial"/>
            </a:endParaRPr>
          </a:p>
          <a:p>
            <a:pPr marL="216000" indent="-216000">
              <a:lnSpc>
                <a:spcPct val="100000"/>
              </a:lnSpc>
            </a:pPr>
            <a:r>
              <a:rPr b="0" lang="en-US" sz="800" spc="-1" strike="noStrike">
                <a:latin typeface="Arial"/>
              </a:rPr>
              <a:t>Disposal, paper, 11.2% water, to sanitary landfill/CH U (Ecoinvent unit processes)</a:t>
            </a:r>
            <a:endParaRPr b="0" lang="en-US" sz="800" spc="-1" strike="noStrike">
              <a:latin typeface="Arial"/>
            </a:endParaRPr>
          </a:p>
          <a:p>
            <a:pPr marL="216000" indent="-216000">
              <a:lnSpc>
                <a:spcPct val="100000"/>
              </a:lnSpc>
            </a:pPr>
            <a:r>
              <a:rPr b="0" lang="en-US" sz="800" spc="-1" strike="noStrike">
                <a:latin typeface="Arial"/>
              </a:rPr>
              <a:t>Disposal, paper, 11.2% water, to municipal incineration/CH U (Ecoinvent unit processes)</a:t>
            </a:r>
            <a:endParaRPr b="0" lang="en-US" sz="800" spc="-1" strike="noStrike">
              <a:latin typeface="Arial"/>
            </a:endParaRPr>
          </a:p>
          <a:p>
            <a:pPr marL="216000" indent="-216000">
              <a:lnSpc>
                <a:spcPct val="100000"/>
              </a:lnSpc>
            </a:pPr>
            <a:endParaRPr b="0" lang="en-US" sz="800" spc="-1" strike="noStrike">
              <a:latin typeface="Arial"/>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8.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9.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0.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1.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3.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4.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5.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6.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7.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8.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9.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0.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1.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2.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3.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4.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5.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6.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7.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38.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39.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0.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1.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2.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3.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4.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5.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6.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7.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8.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9.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0.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1.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2.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3.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4.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5.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6.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7.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8.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9.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60.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61.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62.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63.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64.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65.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66.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67.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68.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69.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70.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71.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72.xml.rels><?xml version="1.0" encoding="UTF-8"?>
<Relationships xmlns="http://schemas.openxmlformats.org/package/2006/relationships"><Relationship Id="rId1" Type="http://schemas.openxmlformats.org/officeDocument/2006/relationships/slideMaster" Target="../slideMasters/slideMaster6.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3" name="PlaceHolder 1"/>
          <p:cNvSpPr>
            <a:spLocks noGrp="1"/>
          </p:cNvSpPr>
          <p:nvPr>
            <p:ph type="title"/>
          </p:nvPr>
        </p:nvSpPr>
        <p:spPr>
          <a:xfrm>
            <a:off x="0" y="347040"/>
            <a:ext cx="16251480" cy="1176480"/>
          </a:xfrm>
          <a:prstGeom prst="rect">
            <a:avLst/>
          </a:prstGeom>
          <a:noFill/>
          <a:ln w="0">
            <a:noFill/>
          </a:ln>
        </p:spPr>
        <p:txBody>
          <a:bodyPr lIns="0" rIns="0" tIns="0" bIns="0" anchor="ctr">
            <a:noAutofit/>
          </a:bodyPr>
          <a:p>
            <a:endParaRPr b="0" lang="en-US" sz="3200" spc="-1" strike="noStrike">
              <a:solidFill>
                <a:srgbClr val="000000"/>
              </a:solidFill>
              <a:latin typeface="Arial"/>
            </a:endParaRPr>
          </a:p>
        </p:txBody>
      </p:sp>
      <p:sp>
        <p:nvSpPr>
          <p:cNvPr id="4" name="PlaceHolder 2"/>
          <p:cNvSpPr>
            <a:spLocks noGrp="1"/>
          </p:cNvSpPr>
          <p:nvPr>
            <p:ph type="subTitle"/>
          </p:nvPr>
        </p:nvSpPr>
        <p:spPr>
          <a:xfrm>
            <a:off x="812880" y="2133720"/>
            <a:ext cx="14631480" cy="6034320"/>
          </a:xfrm>
          <a:prstGeom prst="rect">
            <a:avLst/>
          </a:prstGeom>
          <a:noFill/>
          <a:ln w="0">
            <a:noFill/>
          </a:ln>
        </p:spPr>
        <p:txBody>
          <a:bodyPr lIns="0" rIns="0" tIns="0" bIns="0" anchor="ctr">
            <a:noAutofit/>
          </a:bodyPr>
          <a:p>
            <a:pPr algn="ctr"/>
            <a:endParaRPr b="0" lang="en-US" sz="3200" spc="-1" strike="noStrike">
              <a:latin typeface="Arial"/>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5" name="PlaceHolder 1"/>
          <p:cNvSpPr>
            <a:spLocks noGrp="1"/>
          </p:cNvSpPr>
          <p:nvPr>
            <p:ph type="title"/>
          </p:nvPr>
        </p:nvSpPr>
        <p:spPr>
          <a:xfrm>
            <a:off x="0" y="347040"/>
            <a:ext cx="16251480" cy="1176480"/>
          </a:xfrm>
          <a:prstGeom prst="rect">
            <a:avLst/>
          </a:prstGeom>
          <a:noFill/>
          <a:ln w="0">
            <a:noFill/>
          </a:ln>
        </p:spPr>
        <p:txBody>
          <a:bodyPr lIns="0" rIns="0" tIns="0" bIns="0" anchor="ctr">
            <a:noAutofit/>
          </a:bodyPr>
          <a:p>
            <a:endParaRPr b="0" lang="en-US" sz="3200" spc="-1" strike="noStrike">
              <a:solidFill>
                <a:srgbClr val="000000"/>
              </a:solidFill>
              <a:latin typeface="Arial"/>
            </a:endParaRPr>
          </a:p>
        </p:txBody>
      </p:sp>
      <p:sp>
        <p:nvSpPr>
          <p:cNvPr id="6" name="PlaceHolder 2"/>
          <p:cNvSpPr>
            <a:spLocks noGrp="1"/>
          </p:cNvSpPr>
          <p:nvPr>
            <p:ph/>
          </p:nvPr>
        </p:nvSpPr>
        <p:spPr>
          <a:xfrm>
            <a:off x="812880" y="2133720"/>
            <a:ext cx="14631480" cy="6034320"/>
          </a:xfrm>
          <a:prstGeom prst="rect">
            <a:avLst/>
          </a:prstGeom>
          <a:noFill/>
          <a:ln w="0">
            <a:noFill/>
          </a:ln>
        </p:spPr>
        <p:txBody>
          <a:bodyPr lIns="0" rIns="0" tIns="0" bIns="0" anchor="t">
            <a:normAutofit/>
          </a:bodyPr>
          <a:p>
            <a:endParaRPr b="0" lang="en-US" sz="3200" spc="-1" strike="noStrike">
              <a:solidFill>
                <a:srgbClr val="00274c"/>
              </a:solidFill>
              <a:latin typeface="Arial"/>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7" name="PlaceHolder 1"/>
          <p:cNvSpPr>
            <a:spLocks noGrp="1"/>
          </p:cNvSpPr>
          <p:nvPr>
            <p:ph type="title"/>
          </p:nvPr>
        </p:nvSpPr>
        <p:spPr>
          <a:xfrm>
            <a:off x="0" y="347040"/>
            <a:ext cx="16251480" cy="1176480"/>
          </a:xfrm>
          <a:prstGeom prst="rect">
            <a:avLst/>
          </a:prstGeom>
          <a:noFill/>
          <a:ln w="0">
            <a:noFill/>
          </a:ln>
        </p:spPr>
        <p:txBody>
          <a:bodyPr lIns="0" rIns="0" tIns="0" bIns="0" anchor="ctr">
            <a:noAutofit/>
          </a:bodyPr>
          <a:p>
            <a:endParaRPr b="0" lang="en-US" sz="3200" spc="-1" strike="noStrike">
              <a:solidFill>
                <a:srgbClr val="000000"/>
              </a:solidFill>
              <a:latin typeface="Arial"/>
            </a:endParaRPr>
          </a:p>
        </p:txBody>
      </p:sp>
      <p:sp>
        <p:nvSpPr>
          <p:cNvPr id="8" name="PlaceHolder 2"/>
          <p:cNvSpPr>
            <a:spLocks noGrp="1"/>
          </p:cNvSpPr>
          <p:nvPr>
            <p:ph/>
          </p:nvPr>
        </p:nvSpPr>
        <p:spPr>
          <a:xfrm>
            <a:off x="812880" y="2133720"/>
            <a:ext cx="7139880" cy="6034320"/>
          </a:xfrm>
          <a:prstGeom prst="rect">
            <a:avLst/>
          </a:prstGeom>
          <a:noFill/>
          <a:ln w="0">
            <a:noFill/>
          </a:ln>
        </p:spPr>
        <p:txBody>
          <a:bodyPr lIns="0" rIns="0" tIns="0" bIns="0" anchor="t">
            <a:normAutofit/>
          </a:bodyPr>
          <a:p>
            <a:endParaRPr b="0" lang="en-US" sz="3200" spc="-1" strike="noStrike">
              <a:solidFill>
                <a:srgbClr val="00274c"/>
              </a:solidFill>
              <a:latin typeface="Arial"/>
            </a:endParaRPr>
          </a:p>
        </p:txBody>
      </p:sp>
      <p:sp>
        <p:nvSpPr>
          <p:cNvPr id="9" name="PlaceHolder 3"/>
          <p:cNvSpPr>
            <a:spLocks noGrp="1"/>
          </p:cNvSpPr>
          <p:nvPr>
            <p:ph/>
          </p:nvPr>
        </p:nvSpPr>
        <p:spPr>
          <a:xfrm>
            <a:off x="8310240" y="2133720"/>
            <a:ext cx="7139880" cy="6034320"/>
          </a:xfrm>
          <a:prstGeom prst="rect">
            <a:avLst/>
          </a:prstGeom>
          <a:noFill/>
          <a:ln w="0">
            <a:noFill/>
          </a:ln>
        </p:spPr>
        <p:txBody>
          <a:bodyPr lIns="0" rIns="0" tIns="0" bIns="0" anchor="t">
            <a:normAutofit/>
          </a:bodyPr>
          <a:p>
            <a:endParaRPr b="0" lang="en-US" sz="3200" spc="-1" strike="noStrike">
              <a:solidFill>
                <a:srgbClr val="00274c"/>
              </a:solidFill>
              <a:latin typeface="Arial"/>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10" name="PlaceHolder 1"/>
          <p:cNvSpPr>
            <a:spLocks noGrp="1"/>
          </p:cNvSpPr>
          <p:nvPr>
            <p:ph type="title"/>
          </p:nvPr>
        </p:nvSpPr>
        <p:spPr>
          <a:xfrm>
            <a:off x="0" y="347040"/>
            <a:ext cx="16251480" cy="1176480"/>
          </a:xfrm>
          <a:prstGeom prst="rect">
            <a:avLst/>
          </a:prstGeom>
          <a:noFill/>
          <a:ln w="0">
            <a:noFill/>
          </a:ln>
        </p:spPr>
        <p:txBody>
          <a:bodyPr lIns="0" rIns="0" tIns="0" bIns="0" anchor="ctr">
            <a:noAutofit/>
          </a:bodyPr>
          <a:p>
            <a:endParaRPr b="0" lang="en-US" sz="3200" spc="-1" strike="noStrike">
              <a:solidFill>
                <a:srgbClr val="000000"/>
              </a:solidFill>
              <a:latin typeface="Arial"/>
            </a:endParaRP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1" name="PlaceHolder 1"/>
          <p:cNvSpPr>
            <a:spLocks noGrp="1"/>
          </p:cNvSpPr>
          <p:nvPr>
            <p:ph type="subTitle"/>
          </p:nvPr>
        </p:nvSpPr>
        <p:spPr>
          <a:xfrm>
            <a:off x="0" y="347040"/>
            <a:ext cx="16251480" cy="5454720"/>
          </a:xfrm>
          <a:prstGeom prst="rect">
            <a:avLst/>
          </a:prstGeom>
          <a:noFill/>
          <a:ln w="0">
            <a:noFill/>
          </a:ln>
        </p:spPr>
        <p:txBody>
          <a:bodyPr lIns="0" rIns="0" tIns="0" bIns="0" anchor="ctr">
            <a:noAutofit/>
          </a:bodyPr>
          <a:p>
            <a:pPr algn="ctr"/>
            <a:endParaRPr b="0" lang="en-US" sz="3200" spc="-1" strike="noStrike">
              <a:latin typeface="Arial"/>
            </a:endParaRP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12" name="PlaceHolder 1"/>
          <p:cNvSpPr>
            <a:spLocks noGrp="1"/>
          </p:cNvSpPr>
          <p:nvPr>
            <p:ph type="title"/>
          </p:nvPr>
        </p:nvSpPr>
        <p:spPr>
          <a:xfrm>
            <a:off x="0" y="347040"/>
            <a:ext cx="16251480" cy="1176480"/>
          </a:xfrm>
          <a:prstGeom prst="rect">
            <a:avLst/>
          </a:prstGeom>
          <a:noFill/>
          <a:ln w="0">
            <a:noFill/>
          </a:ln>
        </p:spPr>
        <p:txBody>
          <a:bodyPr lIns="0" rIns="0" tIns="0" bIns="0" anchor="ctr">
            <a:noAutofit/>
          </a:bodyPr>
          <a:p>
            <a:endParaRPr b="0" lang="en-US" sz="3200" spc="-1" strike="noStrike">
              <a:solidFill>
                <a:srgbClr val="000000"/>
              </a:solidFill>
              <a:latin typeface="Arial"/>
            </a:endParaRPr>
          </a:p>
        </p:txBody>
      </p:sp>
      <p:sp>
        <p:nvSpPr>
          <p:cNvPr id="13" name="PlaceHolder 2"/>
          <p:cNvSpPr>
            <a:spLocks noGrp="1"/>
          </p:cNvSpPr>
          <p:nvPr>
            <p:ph/>
          </p:nvPr>
        </p:nvSpPr>
        <p:spPr>
          <a:xfrm>
            <a:off x="812880" y="2133720"/>
            <a:ext cx="7139880" cy="2878200"/>
          </a:xfrm>
          <a:prstGeom prst="rect">
            <a:avLst/>
          </a:prstGeom>
          <a:noFill/>
          <a:ln w="0">
            <a:noFill/>
          </a:ln>
        </p:spPr>
        <p:txBody>
          <a:bodyPr lIns="0" rIns="0" tIns="0" bIns="0" anchor="t">
            <a:normAutofit/>
          </a:bodyPr>
          <a:p>
            <a:endParaRPr b="0" lang="en-US" sz="3200" spc="-1" strike="noStrike">
              <a:solidFill>
                <a:srgbClr val="00274c"/>
              </a:solidFill>
              <a:latin typeface="Arial"/>
            </a:endParaRPr>
          </a:p>
        </p:txBody>
      </p:sp>
      <p:sp>
        <p:nvSpPr>
          <p:cNvPr id="14" name="PlaceHolder 3"/>
          <p:cNvSpPr>
            <a:spLocks noGrp="1"/>
          </p:cNvSpPr>
          <p:nvPr>
            <p:ph/>
          </p:nvPr>
        </p:nvSpPr>
        <p:spPr>
          <a:xfrm>
            <a:off x="8310240" y="2133720"/>
            <a:ext cx="7139880" cy="6034320"/>
          </a:xfrm>
          <a:prstGeom prst="rect">
            <a:avLst/>
          </a:prstGeom>
          <a:noFill/>
          <a:ln w="0">
            <a:noFill/>
          </a:ln>
        </p:spPr>
        <p:txBody>
          <a:bodyPr lIns="0" rIns="0" tIns="0" bIns="0" anchor="t">
            <a:normAutofit/>
          </a:bodyPr>
          <a:p>
            <a:endParaRPr b="0" lang="en-US" sz="3200" spc="-1" strike="noStrike">
              <a:solidFill>
                <a:srgbClr val="00274c"/>
              </a:solidFill>
              <a:latin typeface="Arial"/>
            </a:endParaRPr>
          </a:p>
        </p:txBody>
      </p:sp>
      <p:sp>
        <p:nvSpPr>
          <p:cNvPr id="15" name="PlaceHolder 4"/>
          <p:cNvSpPr>
            <a:spLocks noGrp="1"/>
          </p:cNvSpPr>
          <p:nvPr>
            <p:ph/>
          </p:nvPr>
        </p:nvSpPr>
        <p:spPr>
          <a:xfrm>
            <a:off x="812880" y="5285880"/>
            <a:ext cx="7139880" cy="2878200"/>
          </a:xfrm>
          <a:prstGeom prst="rect">
            <a:avLst/>
          </a:prstGeom>
          <a:noFill/>
          <a:ln w="0">
            <a:noFill/>
          </a:ln>
        </p:spPr>
        <p:txBody>
          <a:bodyPr lIns="0" rIns="0" tIns="0" bIns="0" anchor="t">
            <a:normAutofit/>
          </a:bodyPr>
          <a:p>
            <a:endParaRPr b="0" lang="en-US" sz="3200" spc="-1" strike="noStrike">
              <a:solidFill>
                <a:srgbClr val="00274c"/>
              </a:solidFill>
              <a:latin typeface="Arial"/>
            </a:endParaRP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16" name="PlaceHolder 1"/>
          <p:cNvSpPr>
            <a:spLocks noGrp="1"/>
          </p:cNvSpPr>
          <p:nvPr>
            <p:ph type="title"/>
          </p:nvPr>
        </p:nvSpPr>
        <p:spPr>
          <a:xfrm>
            <a:off x="0" y="347040"/>
            <a:ext cx="16251480" cy="1176480"/>
          </a:xfrm>
          <a:prstGeom prst="rect">
            <a:avLst/>
          </a:prstGeom>
          <a:noFill/>
          <a:ln w="0">
            <a:noFill/>
          </a:ln>
        </p:spPr>
        <p:txBody>
          <a:bodyPr lIns="0" rIns="0" tIns="0" bIns="0" anchor="ctr">
            <a:noAutofit/>
          </a:bodyPr>
          <a:p>
            <a:endParaRPr b="0" lang="en-US" sz="3200" spc="-1" strike="noStrike">
              <a:solidFill>
                <a:srgbClr val="000000"/>
              </a:solidFill>
              <a:latin typeface="Arial"/>
            </a:endParaRPr>
          </a:p>
        </p:txBody>
      </p:sp>
      <p:sp>
        <p:nvSpPr>
          <p:cNvPr id="17" name="PlaceHolder 2"/>
          <p:cNvSpPr>
            <a:spLocks noGrp="1"/>
          </p:cNvSpPr>
          <p:nvPr>
            <p:ph/>
          </p:nvPr>
        </p:nvSpPr>
        <p:spPr>
          <a:xfrm>
            <a:off x="812880" y="2133720"/>
            <a:ext cx="7139880" cy="6034320"/>
          </a:xfrm>
          <a:prstGeom prst="rect">
            <a:avLst/>
          </a:prstGeom>
          <a:noFill/>
          <a:ln w="0">
            <a:noFill/>
          </a:ln>
        </p:spPr>
        <p:txBody>
          <a:bodyPr lIns="0" rIns="0" tIns="0" bIns="0" anchor="t">
            <a:normAutofit/>
          </a:bodyPr>
          <a:p>
            <a:endParaRPr b="0" lang="en-US" sz="3200" spc="-1" strike="noStrike">
              <a:solidFill>
                <a:srgbClr val="00274c"/>
              </a:solidFill>
              <a:latin typeface="Arial"/>
            </a:endParaRPr>
          </a:p>
        </p:txBody>
      </p:sp>
      <p:sp>
        <p:nvSpPr>
          <p:cNvPr id="18" name="PlaceHolder 3"/>
          <p:cNvSpPr>
            <a:spLocks noGrp="1"/>
          </p:cNvSpPr>
          <p:nvPr>
            <p:ph/>
          </p:nvPr>
        </p:nvSpPr>
        <p:spPr>
          <a:xfrm>
            <a:off x="8310240" y="2133720"/>
            <a:ext cx="7139880" cy="2878200"/>
          </a:xfrm>
          <a:prstGeom prst="rect">
            <a:avLst/>
          </a:prstGeom>
          <a:noFill/>
          <a:ln w="0">
            <a:noFill/>
          </a:ln>
        </p:spPr>
        <p:txBody>
          <a:bodyPr lIns="0" rIns="0" tIns="0" bIns="0" anchor="t">
            <a:normAutofit/>
          </a:bodyPr>
          <a:p>
            <a:endParaRPr b="0" lang="en-US" sz="3200" spc="-1" strike="noStrike">
              <a:solidFill>
                <a:srgbClr val="00274c"/>
              </a:solidFill>
              <a:latin typeface="Arial"/>
            </a:endParaRPr>
          </a:p>
        </p:txBody>
      </p:sp>
      <p:sp>
        <p:nvSpPr>
          <p:cNvPr id="19" name="PlaceHolder 4"/>
          <p:cNvSpPr>
            <a:spLocks noGrp="1"/>
          </p:cNvSpPr>
          <p:nvPr>
            <p:ph/>
          </p:nvPr>
        </p:nvSpPr>
        <p:spPr>
          <a:xfrm>
            <a:off x="8310240" y="5285880"/>
            <a:ext cx="7139880" cy="2878200"/>
          </a:xfrm>
          <a:prstGeom prst="rect">
            <a:avLst/>
          </a:prstGeom>
          <a:noFill/>
          <a:ln w="0">
            <a:noFill/>
          </a:ln>
        </p:spPr>
        <p:txBody>
          <a:bodyPr lIns="0" rIns="0" tIns="0" bIns="0" anchor="t">
            <a:normAutofit/>
          </a:bodyPr>
          <a:p>
            <a:endParaRPr b="0" lang="en-US" sz="3200" spc="-1" strike="noStrike">
              <a:solidFill>
                <a:srgbClr val="00274c"/>
              </a:solidFill>
              <a:latin typeface="Arial"/>
            </a:endParaRP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20" name="PlaceHolder 1"/>
          <p:cNvSpPr>
            <a:spLocks noGrp="1"/>
          </p:cNvSpPr>
          <p:nvPr>
            <p:ph type="title"/>
          </p:nvPr>
        </p:nvSpPr>
        <p:spPr>
          <a:xfrm>
            <a:off x="0" y="347040"/>
            <a:ext cx="16251480" cy="1176480"/>
          </a:xfrm>
          <a:prstGeom prst="rect">
            <a:avLst/>
          </a:prstGeom>
          <a:noFill/>
          <a:ln w="0">
            <a:noFill/>
          </a:ln>
        </p:spPr>
        <p:txBody>
          <a:bodyPr lIns="0" rIns="0" tIns="0" bIns="0" anchor="ctr">
            <a:noAutofit/>
          </a:bodyPr>
          <a:p>
            <a:endParaRPr b="0" lang="en-US" sz="3200" spc="-1" strike="noStrike">
              <a:solidFill>
                <a:srgbClr val="000000"/>
              </a:solidFill>
              <a:latin typeface="Arial"/>
            </a:endParaRPr>
          </a:p>
        </p:txBody>
      </p:sp>
      <p:sp>
        <p:nvSpPr>
          <p:cNvPr id="21" name="PlaceHolder 2"/>
          <p:cNvSpPr>
            <a:spLocks noGrp="1"/>
          </p:cNvSpPr>
          <p:nvPr>
            <p:ph/>
          </p:nvPr>
        </p:nvSpPr>
        <p:spPr>
          <a:xfrm>
            <a:off x="812880" y="2133720"/>
            <a:ext cx="7139880" cy="2878200"/>
          </a:xfrm>
          <a:prstGeom prst="rect">
            <a:avLst/>
          </a:prstGeom>
          <a:noFill/>
          <a:ln w="0">
            <a:noFill/>
          </a:ln>
        </p:spPr>
        <p:txBody>
          <a:bodyPr lIns="0" rIns="0" tIns="0" bIns="0" anchor="t">
            <a:normAutofit/>
          </a:bodyPr>
          <a:p>
            <a:endParaRPr b="0" lang="en-US" sz="3200" spc="-1" strike="noStrike">
              <a:solidFill>
                <a:srgbClr val="00274c"/>
              </a:solidFill>
              <a:latin typeface="Arial"/>
            </a:endParaRPr>
          </a:p>
        </p:txBody>
      </p:sp>
      <p:sp>
        <p:nvSpPr>
          <p:cNvPr id="22" name="PlaceHolder 3"/>
          <p:cNvSpPr>
            <a:spLocks noGrp="1"/>
          </p:cNvSpPr>
          <p:nvPr>
            <p:ph/>
          </p:nvPr>
        </p:nvSpPr>
        <p:spPr>
          <a:xfrm>
            <a:off x="8310240" y="2133720"/>
            <a:ext cx="7139880" cy="2878200"/>
          </a:xfrm>
          <a:prstGeom prst="rect">
            <a:avLst/>
          </a:prstGeom>
          <a:noFill/>
          <a:ln w="0">
            <a:noFill/>
          </a:ln>
        </p:spPr>
        <p:txBody>
          <a:bodyPr lIns="0" rIns="0" tIns="0" bIns="0" anchor="t">
            <a:normAutofit/>
          </a:bodyPr>
          <a:p>
            <a:endParaRPr b="0" lang="en-US" sz="3200" spc="-1" strike="noStrike">
              <a:solidFill>
                <a:srgbClr val="00274c"/>
              </a:solidFill>
              <a:latin typeface="Arial"/>
            </a:endParaRPr>
          </a:p>
        </p:txBody>
      </p:sp>
      <p:sp>
        <p:nvSpPr>
          <p:cNvPr id="23" name="PlaceHolder 4"/>
          <p:cNvSpPr>
            <a:spLocks noGrp="1"/>
          </p:cNvSpPr>
          <p:nvPr>
            <p:ph/>
          </p:nvPr>
        </p:nvSpPr>
        <p:spPr>
          <a:xfrm>
            <a:off x="812880" y="5285880"/>
            <a:ext cx="14631480" cy="2878200"/>
          </a:xfrm>
          <a:prstGeom prst="rect">
            <a:avLst/>
          </a:prstGeom>
          <a:noFill/>
          <a:ln w="0">
            <a:noFill/>
          </a:ln>
        </p:spPr>
        <p:txBody>
          <a:bodyPr lIns="0" rIns="0" tIns="0" bIns="0" anchor="t">
            <a:normAutofit/>
          </a:bodyPr>
          <a:p>
            <a:endParaRPr b="0" lang="en-US" sz="3200" spc="-1" strike="noStrike">
              <a:solidFill>
                <a:srgbClr val="00274c"/>
              </a:solidFill>
              <a:latin typeface="Arial"/>
            </a:endParaRP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24" name="PlaceHolder 1"/>
          <p:cNvSpPr>
            <a:spLocks noGrp="1"/>
          </p:cNvSpPr>
          <p:nvPr>
            <p:ph type="title"/>
          </p:nvPr>
        </p:nvSpPr>
        <p:spPr>
          <a:xfrm>
            <a:off x="0" y="347040"/>
            <a:ext cx="16251480" cy="1176480"/>
          </a:xfrm>
          <a:prstGeom prst="rect">
            <a:avLst/>
          </a:prstGeom>
          <a:noFill/>
          <a:ln w="0">
            <a:noFill/>
          </a:ln>
        </p:spPr>
        <p:txBody>
          <a:bodyPr lIns="0" rIns="0" tIns="0" bIns="0" anchor="ctr">
            <a:noAutofit/>
          </a:bodyPr>
          <a:p>
            <a:endParaRPr b="0" lang="en-US" sz="3200" spc="-1" strike="noStrike">
              <a:solidFill>
                <a:srgbClr val="000000"/>
              </a:solidFill>
              <a:latin typeface="Arial"/>
            </a:endParaRPr>
          </a:p>
        </p:txBody>
      </p:sp>
      <p:sp>
        <p:nvSpPr>
          <p:cNvPr id="25" name="PlaceHolder 2"/>
          <p:cNvSpPr>
            <a:spLocks noGrp="1"/>
          </p:cNvSpPr>
          <p:nvPr>
            <p:ph/>
          </p:nvPr>
        </p:nvSpPr>
        <p:spPr>
          <a:xfrm>
            <a:off x="812880" y="2133720"/>
            <a:ext cx="14631480" cy="2878200"/>
          </a:xfrm>
          <a:prstGeom prst="rect">
            <a:avLst/>
          </a:prstGeom>
          <a:noFill/>
          <a:ln w="0">
            <a:noFill/>
          </a:ln>
        </p:spPr>
        <p:txBody>
          <a:bodyPr lIns="0" rIns="0" tIns="0" bIns="0" anchor="t">
            <a:normAutofit/>
          </a:bodyPr>
          <a:p>
            <a:endParaRPr b="0" lang="en-US" sz="3200" spc="-1" strike="noStrike">
              <a:solidFill>
                <a:srgbClr val="00274c"/>
              </a:solidFill>
              <a:latin typeface="Arial"/>
            </a:endParaRPr>
          </a:p>
        </p:txBody>
      </p:sp>
      <p:sp>
        <p:nvSpPr>
          <p:cNvPr id="26" name="PlaceHolder 3"/>
          <p:cNvSpPr>
            <a:spLocks noGrp="1"/>
          </p:cNvSpPr>
          <p:nvPr>
            <p:ph/>
          </p:nvPr>
        </p:nvSpPr>
        <p:spPr>
          <a:xfrm>
            <a:off x="812880" y="5285880"/>
            <a:ext cx="14631480" cy="2878200"/>
          </a:xfrm>
          <a:prstGeom prst="rect">
            <a:avLst/>
          </a:prstGeom>
          <a:noFill/>
          <a:ln w="0">
            <a:noFill/>
          </a:ln>
        </p:spPr>
        <p:txBody>
          <a:bodyPr lIns="0" rIns="0" tIns="0" bIns="0" anchor="t">
            <a:normAutofit/>
          </a:bodyPr>
          <a:p>
            <a:endParaRPr b="0" lang="en-US" sz="3200" spc="-1" strike="noStrike">
              <a:solidFill>
                <a:srgbClr val="00274c"/>
              </a:solidFill>
              <a:latin typeface="Arial"/>
            </a:endParaRP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27" name="PlaceHolder 1"/>
          <p:cNvSpPr>
            <a:spLocks noGrp="1"/>
          </p:cNvSpPr>
          <p:nvPr>
            <p:ph type="title"/>
          </p:nvPr>
        </p:nvSpPr>
        <p:spPr>
          <a:xfrm>
            <a:off x="0" y="347040"/>
            <a:ext cx="16251480" cy="1176480"/>
          </a:xfrm>
          <a:prstGeom prst="rect">
            <a:avLst/>
          </a:prstGeom>
          <a:noFill/>
          <a:ln w="0">
            <a:noFill/>
          </a:ln>
        </p:spPr>
        <p:txBody>
          <a:bodyPr lIns="0" rIns="0" tIns="0" bIns="0" anchor="ctr">
            <a:noAutofit/>
          </a:bodyPr>
          <a:p>
            <a:endParaRPr b="0" lang="en-US" sz="3200" spc="-1" strike="noStrike">
              <a:solidFill>
                <a:srgbClr val="000000"/>
              </a:solidFill>
              <a:latin typeface="Arial"/>
            </a:endParaRPr>
          </a:p>
        </p:txBody>
      </p:sp>
      <p:sp>
        <p:nvSpPr>
          <p:cNvPr id="28" name="PlaceHolder 2"/>
          <p:cNvSpPr>
            <a:spLocks noGrp="1"/>
          </p:cNvSpPr>
          <p:nvPr>
            <p:ph/>
          </p:nvPr>
        </p:nvSpPr>
        <p:spPr>
          <a:xfrm>
            <a:off x="812880" y="2133720"/>
            <a:ext cx="7139880" cy="2878200"/>
          </a:xfrm>
          <a:prstGeom prst="rect">
            <a:avLst/>
          </a:prstGeom>
          <a:noFill/>
          <a:ln w="0">
            <a:noFill/>
          </a:ln>
        </p:spPr>
        <p:txBody>
          <a:bodyPr lIns="0" rIns="0" tIns="0" bIns="0" anchor="t">
            <a:normAutofit/>
          </a:bodyPr>
          <a:p>
            <a:endParaRPr b="0" lang="en-US" sz="3200" spc="-1" strike="noStrike">
              <a:solidFill>
                <a:srgbClr val="00274c"/>
              </a:solidFill>
              <a:latin typeface="Arial"/>
            </a:endParaRPr>
          </a:p>
        </p:txBody>
      </p:sp>
      <p:sp>
        <p:nvSpPr>
          <p:cNvPr id="29" name="PlaceHolder 3"/>
          <p:cNvSpPr>
            <a:spLocks noGrp="1"/>
          </p:cNvSpPr>
          <p:nvPr>
            <p:ph/>
          </p:nvPr>
        </p:nvSpPr>
        <p:spPr>
          <a:xfrm>
            <a:off x="8310240" y="2133720"/>
            <a:ext cx="7139880" cy="2878200"/>
          </a:xfrm>
          <a:prstGeom prst="rect">
            <a:avLst/>
          </a:prstGeom>
          <a:noFill/>
          <a:ln w="0">
            <a:noFill/>
          </a:ln>
        </p:spPr>
        <p:txBody>
          <a:bodyPr lIns="0" rIns="0" tIns="0" bIns="0" anchor="t">
            <a:normAutofit/>
          </a:bodyPr>
          <a:p>
            <a:endParaRPr b="0" lang="en-US" sz="3200" spc="-1" strike="noStrike">
              <a:solidFill>
                <a:srgbClr val="00274c"/>
              </a:solidFill>
              <a:latin typeface="Arial"/>
            </a:endParaRPr>
          </a:p>
        </p:txBody>
      </p:sp>
      <p:sp>
        <p:nvSpPr>
          <p:cNvPr id="30" name="PlaceHolder 4"/>
          <p:cNvSpPr>
            <a:spLocks noGrp="1"/>
          </p:cNvSpPr>
          <p:nvPr>
            <p:ph/>
          </p:nvPr>
        </p:nvSpPr>
        <p:spPr>
          <a:xfrm>
            <a:off x="812880" y="5285880"/>
            <a:ext cx="7139880" cy="2878200"/>
          </a:xfrm>
          <a:prstGeom prst="rect">
            <a:avLst/>
          </a:prstGeom>
          <a:noFill/>
          <a:ln w="0">
            <a:noFill/>
          </a:ln>
        </p:spPr>
        <p:txBody>
          <a:bodyPr lIns="0" rIns="0" tIns="0" bIns="0" anchor="t">
            <a:normAutofit/>
          </a:bodyPr>
          <a:p>
            <a:endParaRPr b="0" lang="en-US" sz="3200" spc="-1" strike="noStrike">
              <a:solidFill>
                <a:srgbClr val="00274c"/>
              </a:solidFill>
              <a:latin typeface="Arial"/>
            </a:endParaRPr>
          </a:p>
        </p:txBody>
      </p:sp>
      <p:sp>
        <p:nvSpPr>
          <p:cNvPr id="31" name="PlaceHolder 5"/>
          <p:cNvSpPr>
            <a:spLocks noGrp="1"/>
          </p:cNvSpPr>
          <p:nvPr>
            <p:ph/>
          </p:nvPr>
        </p:nvSpPr>
        <p:spPr>
          <a:xfrm>
            <a:off x="8310240" y="5285880"/>
            <a:ext cx="7139880" cy="2878200"/>
          </a:xfrm>
          <a:prstGeom prst="rect">
            <a:avLst/>
          </a:prstGeom>
          <a:noFill/>
          <a:ln w="0">
            <a:noFill/>
          </a:ln>
        </p:spPr>
        <p:txBody>
          <a:bodyPr lIns="0" rIns="0" tIns="0" bIns="0" anchor="t">
            <a:normAutofit/>
          </a:bodyPr>
          <a:p>
            <a:endParaRPr b="0" lang="en-US" sz="3200" spc="-1" strike="noStrike">
              <a:solidFill>
                <a:srgbClr val="00274c"/>
              </a:solidFill>
              <a:latin typeface="Arial"/>
            </a:endParaRP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32" name="PlaceHolder 1"/>
          <p:cNvSpPr>
            <a:spLocks noGrp="1"/>
          </p:cNvSpPr>
          <p:nvPr>
            <p:ph type="title"/>
          </p:nvPr>
        </p:nvSpPr>
        <p:spPr>
          <a:xfrm>
            <a:off x="0" y="347040"/>
            <a:ext cx="16251480" cy="1176480"/>
          </a:xfrm>
          <a:prstGeom prst="rect">
            <a:avLst/>
          </a:prstGeom>
          <a:noFill/>
          <a:ln w="0">
            <a:noFill/>
          </a:ln>
        </p:spPr>
        <p:txBody>
          <a:bodyPr lIns="0" rIns="0" tIns="0" bIns="0" anchor="ctr">
            <a:noAutofit/>
          </a:bodyPr>
          <a:p>
            <a:endParaRPr b="0" lang="en-US" sz="3200" spc="-1" strike="noStrike">
              <a:solidFill>
                <a:srgbClr val="000000"/>
              </a:solidFill>
              <a:latin typeface="Arial"/>
            </a:endParaRPr>
          </a:p>
        </p:txBody>
      </p:sp>
      <p:sp>
        <p:nvSpPr>
          <p:cNvPr id="33" name="PlaceHolder 2"/>
          <p:cNvSpPr>
            <a:spLocks noGrp="1"/>
          </p:cNvSpPr>
          <p:nvPr>
            <p:ph/>
          </p:nvPr>
        </p:nvSpPr>
        <p:spPr>
          <a:xfrm>
            <a:off x="812880" y="2133720"/>
            <a:ext cx="4710960" cy="2878200"/>
          </a:xfrm>
          <a:prstGeom prst="rect">
            <a:avLst/>
          </a:prstGeom>
          <a:noFill/>
          <a:ln w="0">
            <a:noFill/>
          </a:ln>
        </p:spPr>
        <p:txBody>
          <a:bodyPr lIns="0" rIns="0" tIns="0" bIns="0" anchor="t">
            <a:normAutofit/>
          </a:bodyPr>
          <a:p>
            <a:endParaRPr b="0" lang="en-US" sz="3200" spc="-1" strike="noStrike">
              <a:solidFill>
                <a:srgbClr val="00274c"/>
              </a:solidFill>
              <a:latin typeface="Arial"/>
            </a:endParaRPr>
          </a:p>
        </p:txBody>
      </p:sp>
      <p:sp>
        <p:nvSpPr>
          <p:cNvPr id="34" name="PlaceHolder 3"/>
          <p:cNvSpPr>
            <a:spLocks noGrp="1"/>
          </p:cNvSpPr>
          <p:nvPr>
            <p:ph/>
          </p:nvPr>
        </p:nvSpPr>
        <p:spPr>
          <a:xfrm>
            <a:off x="5759640" y="2133720"/>
            <a:ext cx="4710960" cy="2878200"/>
          </a:xfrm>
          <a:prstGeom prst="rect">
            <a:avLst/>
          </a:prstGeom>
          <a:noFill/>
          <a:ln w="0">
            <a:noFill/>
          </a:ln>
        </p:spPr>
        <p:txBody>
          <a:bodyPr lIns="0" rIns="0" tIns="0" bIns="0" anchor="t">
            <a:normAutofit/>
          </a:bodyPr>
          <a:p>
            <a:endParaRPr b="0" lang="en-US" sz="3200" spc="-1" strike="noStrike">
              <a:solidFill>
                <a:srgbClr val="00274c"/>
              </a:solidFill>
              <a:latin typeface="Arial"/>
            </a:endParaRPr>
          </a:p>
        </p:txBody>
      </p:sp>
      <p:sp>
        <p:nvSpPr>
          <p:cNvPr id="35" name="PlaceHolder 4"/>
          <p:cNvSpPr>
            <a:spLocks noGrp="1"/>
          </p:cNvSpPr>
          <p:nvPr>
            <p:ph/>
          </p:nvPr>
        </p:nvSpPr>
        <p:spPr>
          <a:xfrm>
            <a:off x="10706760" y="2133720"/>
            <a:ext cx="4710960" cy="2878200"/>
          </a:xfrm>
          <a:prstGeom prst="rect">
            <a:avLst/>
          </a:prstGeom>
          <a:noFill/>
          <a:ln w="0">
            <a:noFill/>
          </a:ln>
        </p:spPr>
        <p:txBody>
          <a:bodyPr lIns="0" rIns="0" tIns="0" bIns="0" anchor="t">
            <a:normAutofit/>
          </a:bodyPr>
          <a:p>
            <a:endParaRPr b="0" lang="en-US" sz="3200" spc="-1" strike="noStrike">
              <a:solidFill>
                <a:srgbClr val="00274c"/>
              </a:solidFill>
              <a:latin typeface="Arial"/>
            </a:endParaRPr>
          </a:p>
        </p:txBody>
      </p:sp>
      <p:sp>
        <p:nvSpPr>
          <p:cNvPr id="36" name="PlaceHolder 5"/>
          <p:cNvSpPr>
            <a:spLocks noGrp="1"/>
          </p:cNvSpPr>
          <p:nvPr>
            <p:ph/>
          </p:nvPr>
        </p:nvSpPr>
        <p:spPr>
          <a:xfrm>
            <a:off x="812880" y="5285880"/>
            <a:ext cx="4710960" cy="2878200"/>
          </a:xfrm>
          <a:prstGeom prst="rect">
            <a:avLst/>
          </a:prstGeom>
          <a:noFill/>
          <a:ln w="0">
            <a:noFill/>
          </a:ln>
        </p:spPr>
        <p:txBody>
          <a:bodyPr lIns="0" rIns="0" tIns="0" bIns="0" anchor="t">
            <a:normAutofit/>
          </a:bodyPr>
          <a:p>
            <a:endParaRPr b="0" lang="en-US" sz="3200" spc="-1" strike="noStrike">
              <a:solidFill>
                <a:srgbClr val="00274c"/>
              </a:solidFill>
              <a:latin typeface="Arial"/>
            </a:endParaRPr>
          </a:p>
        </p:txBody>
      </p:sp>
      <p:sp>
        <p:nvSpPr>
          <p:cNvPr id="37" name="PlaceHolder 6"/>
          <p:cNvSpPr>
            <a:spLocks noGrp="1"/>
          </p:cNvSpPr>
          <p:nvPr>
            <p:ph/>
          </p:nvPr>
        </p:nvSpPr>
        <p:spPr>
          <a:xfrm>
            <a:off x="5759640" y="5285880"/>
            <a:ext cx="4710960" cy="2878200"/>
          </a:xfrm>
          <a:prstGeom prst="rect">
            <a:avLst/>
          </a:prstGeom>
          <a:noFill/>
          <a:ln w="0">
            <a:noFill/>
          </a:ln>
        </p:spPr>
        <p:txBody>
          <a:bodyPr lIns="0" rIns="0" tIns="0" bIns="0" anchor="t">
            <a:normAutofit/>
          </a:bodyPr>
          <a:p>
            <a:endParaRPr b="0" lang="en-US" sz="3200" spc="-1" strike="noStrike">
              <a:solidFill>
                <a:srgbClr val="00274c"/>
              </a:solidFill>
              <a:latin typeface="Arial"/>
            </a:endParaRPr>
          </a:p>
        </p:txBody>
      </p:sp>
      <p:sp>
        <p:nvSpPr>
          <p:cNvPr id="38" name="PlaceHolder 7"/>
          <p:cNvSpPr>
            <a:spLocks noGrp="1"/>
          </p:cNvSpPr>
          <p:nvPr>
            <p:ph/>
          </p:nvPr>
        </p:nvSpPr>
        <p:spPr>
          <a:xfrm>
            <a:off x="10706760" y="5285880"/>
            <a:ext cx="4710960" cy="2878200"/>
          </a:xfrm>
          <a:prstGeom prst="rect">
            <a:avLst/>
          </a:prstGeom>
          <a:noFill/>
          <a:ln w="0">
            <a:noFill/>
          </a:ln>
        </p:spPr>
        <p:txBody>
          <a:bodyPr lIns="0" rIns="0" tIns="0" bIns="0" anchor="t">
            <a:normAutofit/>
          </a:bodyPr>
          <a:p>
            <a:endParaRPr b="0" lang="en-US" sz="3200" spc="-1" strike="noStrike">
              <a:solidFill>
                <a:srgbClr val="00274c"/>
              </a:solidFill>
              <a:latin typeface="Arial"/>
            </a:endParaRPr>
          </a:p>
        </p:txBody>
      </p:sp>
    </p:spTree>
  </p:cSld>
</p:sldLayout>
</file>

<file path=ppt/slideLayouts/slideLayout1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Tree>
  </p:cSld>
</p:sldLayout>
</file>

<file path=ppt/slideLayouts/slideLayout1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47" name="PlaceHolder 1"/>
          <p:cNvSpPr>
            <a:spLocks noGrp="1"/>
          </p:cNvSpPr>
          <p:nvPr>
            <p:ph type="title"/>
          </p:nvPr>
        </p:nvSpPr>
        <p:spPr>
          <a:xfrm>
            <a:off x="0" y="347040"/>
            <a:ext cx="16251480" cy="1176480"/>
          </a:xfrm>
          <a:prstGeom prst="rect">
            <a:avLst/>
          </a:prstGeom>
          <a:noFill/>
          <a:ln w="0">
            <a:noFill/>
          </a:ln>
        </p:spPr>
        <p:txBody>
          <a:bodyPr lIns="0" rIns="0" tIns="0" bIns="0" anchor="ctr">
            <a:noAutofit/>
          </a:bodyPr>
          <a:p>
            <a:endParaRPr b="0" lang="en-US" sz="3200" spc="-1" strike="noStrike">
              <a:solidFill>
                <a:srgbClr val="000000"/>
              </a:solidFill>
              <a:latin typeface="Arial"/>
            </a:endParaRPr>
          </a:p>
        </p:txBody>
      </p:sp>
      <p:sp>
        <p:nvSpPr>
          <p:cNvPr id="48" name="PlaceHolder 2"/>
          <p:cNvSpPr>
            <a:spLocks noGrp="1"/>
          </p:cNvSpPr>
          <p:nvPr>
            <p:ph type="subTitle"/>
          </p:nvPr>
        </p:nvSpPr>
        <p:spPr>
          <a:xfrm>
            <a:off x="812880" y="2133720"/>
            <a:ext cx="14631480" cy="6034320"/>
          </a:xfrm>
          <a:prstGeom prst="rect">
            <a:avLst/>
          </a:prstGeom>
          <a:noFill/>
          <a:ln w="0">
            <a:noFill/>
          </a:ln>
        </p:spPr>
        <p:txBody>
          <a:bodyPr lIns="0" rIns="0" tIns="0" bIns="0" anchor="ctr">
            <a:noAutofit/>
          </a:bodyPr>
          <a:p>
            <a:pPr algn="ctr"/>
            <a:endParaRPr b="0" lang="en-US" sz="3200" spc="-1" strike="noStrike">
              <a:latin typeface="Arial"/>
            </a:endParaRPr>
          </a:p>
        </p:txBody>
      </p:sp>
    </p:spTree>
  </p:cSld>
</p:sldLayout>
</file>

<file path=ppt/slideLayouts/slideLayout1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49" name="PlaceHolder 1"/>
          <p:cNvSpPr>
            <a:spLocks noGrp="1"/>
          </p:cNvSpPr>
          <p:nvPr>
            <p:ph type="title"/>
          </p:nvPr>
        </p:nvSpPr>
        <p:spPr>
          <a:xfrm>
            <a:off x="0" y="347040"/>
            <a:ext cx="16251480" cy="1176480"/>
          </a:xfrm>
          <a:prstGeom prst="rect">
            <a:avLst/>
          </a:prstGeom>
          <a:noFill/>
          <a:ln w="0">
            <a:noFill/>
          </a:ln>
        </p:spPr>
        <p:txBody>
          <a:bodyPr lIns="0" rIns="0" tIns="0" bIns="0" anchor="ctr">
            <a:noAutofit/>
          </a:bodyPr>
          <a:p>
            <a:endParaRPr b="0" lang="en-US" sz="3200" spc="-1" strike="noStrike">
              <a:solidFill>
                <a:srgbClr val="000000"/>
              </a:solidFill>
              <a:latin typeface="Arial"/>
            </a:endParaRPr>
          </a:p>
        </p:txBody>
      </p:sp>
      <p:sp>
        <p:nvSpPr>
          <p:cNvPr id="50" name="PlaceHolder 2"/>
          <p:cNvSpPr>
            <a:spLocks noGrp="1"/>
          </p:cNvSpPr>
          <p:nvPr>
            <p:ph/>
          </p:nvPr>
        </p:nvSpPr>
        <p:spPr>
          <a:xfrm>
            <a:off x="812880" y="2133720"/>
            <a:ext cx="14631480" cy="6034320"/>
          </a:xfrm>
          <a:prstGeom prst="rect">
            <a:avLst/>
          </a:prstGeom>
          <a:noFill/>
          <a:ln w="0">
            <a:noFill/>
          </a:ln>
        </p:spPr>
        <p:txBody>
          <a:bodyPr lIns="0" rIns="0" tIns="0" bIns="0" anchor="t">
            <a:normAutofit/>
          </a:bodyPr>
          <a:p>
            <a:endParaRPr b="0" lang="en-US" sz="3200" spc="-1" strike="noStrike">
              <a:solidFill>
                <a:srgbClr val="00274c"/>
              </a:solidFill>
              <a:latin typeface="Arial"/>
            </a:endParaRPr>
          </a:p>
        </p:txBody>
      </p:sp>
    </p:spTree>
  </p:cSld>
</p:sldLayout>
</file>

<file path=ppt/slideLayouts/slideLayout1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51" name="PlaceHolder 1"/>
          <p:cNvSpPr>
            <a:spLocks noGrp="1"/>
          </p:cNvSpPr>
          <p:nvPr>
            <p:ph type="title"/>
          </p:nvPr>
        </p:nvSpPr>
        <p:spPr>
          <a:xfrm>
            <a:off x="0" y="347040"/>
            <a:ext cx="16251480" cy="1176480"/>
          </a:xfrm>
          <a:prstGeom prst="rect">
            <a:avLst/>
          </a:prstGeom>
          <a:noFill/>
          <a:ln w="0">
            <a:noFill/>
          </a:ln>
        </p:spPr>
        <p:txBody>
          <a:bodyPr lIns="0" rIns="0" tIns="0" bIns="0" anchor="ctr">
            <a:noAutofit/>
          </a:bodyPr>
          <a:p>
            <a:endParaRPr b="0" lang="en-US" sz="3200" spc="-1" strike="noStrike">
              <a:solidFill>
                <a:srgbClr val="000000"/>
              </a:solidFill>
              <a:latin typeface="Arial"/>
            </a:endParaRPr>
          </a:p>
        </p:txBody>
      </p:sp>
      <p:sp>
        <p:nvSpPr>
          <p:cNvPr id="52" name="PlaceHolder 2"/>
          <p:cNvSpPr>
            <a:spLocks noGrp="1"/>
          </p:cNvSpPr>
          <p:nvPr>
            <p:ph/>
          </p:nvPr>
        </p:nvSpPr>
        <p:spPr>
          <a:xfrm>
            <a:off x="812880" y="2133720"/>
            <a:ext cx="7139880" cy="6034320"/>
          </a:xfrm>
          <a:prstGeom prst="rect">
            <a:avLst/>
          </a:prstGeom>
          <a:noFill/>
          <a:ln w="0">
            <a:noFill/>
          </a:ln>
        </p:spPr>
        <p:txBody>
          <a:bodyPr lIns="0" rIns="0" tIns="0" bIns="0" anchor="t">
            <a:normAutofit/>
          </a:bodyPr>
          <a:p>
            <a:endParaRPr b="0" lang="en-US" sz="3200" spc="-1" strike="noStrike">
              <a:solidFill>
                <a:srgbClr val="00274c"/>
              </a:solidFill>
              <a:latin typeface="Arial"/>
            </a:endParaRPr>
          </a:p>
        </p:txBody>
      </p:sp>
      <p:sp>
        <p:nvSpPr>
          <p:cNvPr id="53" name="PlaceHolder 3"/>
          <p:cNvSpPr>
            <a:spLocks noGrp="1"/>
          </p:cNvSpPr>
          <p:nvPr>
            <p:ph/>
          </p:nvPr>
        </p:nvSpPr>
        <p:spPr>
          <a:xfrm>
            <a:off x="8310240" y="2133720"/>
            <a:ext cx="7139880" cy="6034320"/>
          </a:xfrm>
          <a:prstGeom prst="rect">
            <a:avLst/>
          </a:prstGeom>
          <a:noFill/>
          <a:ln w="0">
            <a:noFill/>
          </a:ln>
        </p:spPr>
        <p:txBody>
          <a:bodyPr lIns="0" rIns="0" tIns="0" bIns="0" anchor="t">
            <a:normAutofit/>
          </a:bodyPr>
          <a:p>
            <a:endParaRPr b="0" lang="en-US" sz="3200" spc="-1" strike="noStrike">
              <a:solidFill>
                <a:srgbClr val="00274c"/>
              </a:solidFill>
              <a:latin typeface="Arial"/>
            </a:endParaRPr>
          </a:p>
        </p:txBody>
      </p:sp>
    </p:spTree>
  </p:cSld>
</p:sldLayout>
</file>

<file path=ppt/slideLayouts/slideLayout1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54" name="PlaceHolder 1"/>
          <p:cNvSpPr>
            <a:spLocks noGrp="1"/>
          </p:cNvSpPr>
          <p:nvPr>
            <p:ph type="title"/>
          </p:nvPr>
        </p:nvSpPr>
        <p:spPr>
          <a:xfrm>
            <a:off x="0" y="347040"/>
            <a:ext cx="16251480" cy="1176480"/>
          </a:xfrm>
          <a:prstGeom prst="rect">
            <a:avLst/>
          </a:prstGeom>
          <a:noFill/>
          <a:ln w="0">
            <a:noFill/>
          </a:ln>
        </p:spPr>
        <p:txBody>
          <a:bodyPr lIns="0" rIns="0" tIns="0" bIns="0" anchor="ctr">
            <a:noAutofit/>
          </a:bodyPr>
          <a:p>
            <a:endParaRPr b="0" lang="en-US" sz="3200" spc="-1" strike="noStrike">
              <a:solidFill>
                <a:srgbClr val="000000"/>
              </a:solidFill>
              <a:latin typeface="Arial"/>
            </a:endParaRPr>
          </a:p>
        </p:txBody>
      </p:sp>
    </p:spTree>
  </p:cSld>
</p:sldLayout>
</file>

<file path=ppt/slideLayouts/slideLayout1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55" name="PlaceHolder 1"/>
          <p:cNvSpPr>
            <a:spLocks noGrp="1"/>
          </p:cNvSpPr>
          <p:nvPr>
            <p:ph type="subTitle"/>
          </p:nvPr>
        </p:nvSpPr>
        <p:spPr>
          <a:xfrm>
            <a:off x="0" y="347040"/>
            <a:ext cx="16251480" cy="5454720"/>
          </a:xfrm>
          <a:prstGeom prst="rect">
            <a:avLst/>
          </a:prstGeom>
          <a:noFill/>
          <a:ln w="0">
            <a:noFill/>
          </a:ln>
        </p:spPr>
        <p:txBody>
          <a:bodyPr lIns="0" rIns="0" tIns="0" bIns="0" anchor="ctr">
            <a:noAutofit/>
          </a:bodyPr>
          <a:p>
            <a:pPr algn="ctr"/>
            <a:endParaRPr b="0" lang="en-US" sz="3200" spc="-1" strike="noStrike">
              <a:latin typeface="Arial"/>
            </a:endParaRPr>
          </a:p>
        </p:txBody>
      </p:sp>
    </p:spTree>
  </p:cSld>
</p:sldLayout>
</file>

<file path=ppt/slideLayouts/slideLayout1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56" name="PlaceHolder 1"/>
          <p:cNvSpPr>
            <a:spLocks noGrp="1"/>
          </p:cNvSpPr>
          <p:nvPr>
            <p:ph type="title"/>
          </p:nvPr>
        </p:nvSpPr>
        <p:spPr>
          <a:xfrm>
            <a:off x="0" y="347040"/>
            <a:ext cx="16251480" cy="1176480"/>
          </a:xfrm>
          <a:prstGeom prst="rect">
            <a:avLst/>
          </a:prstGeom>
          <a:noFill/>
          <a:ln w="0">
            <a:noFill/>
          </a:ln>
        </p:spPr>
        <p:txBody>
          <a:bodyPr lIns="0" rIns="0" tIns="0" bIns="0" anchor="ctr">
            <a:noAutofit/>
          </a:bodyPr>
          <a:p>
            <a:endParaRPr b="0" lang="en-US" sz="3200" spc="-1" strike="noStrike">
              <a:solidFill>
                <a:srgbClr val="000000"/>
              </a:solidFill>
              <a:latin typeface="Arial"/>
            </a:endParaRPr>
          </a:p>
        </p:txBody>
      </p:sp>
      <p:sp>
        <p:nvSpPr>
          <p:cNvPr id="57" name="PlaceHolder 2"/>
          <p:cNvSpPr>
            <a:spLocks noGrp="1"/>
          </p:cNvSpPr>
          <p:nvPr>
            <p:ph/>
          </p:nvPr>
        </p:nvSpPr>
        <p:spPr>
          <a:xfrm>
            <a:off x="812880" y="2133720"/>
            <a:ext cx="7139880" cy="2878200"/>
          </a:xfrm>
          <a:prstGeom prst="rect">
            <a:avLst/>
          </a:prstGeom>
          <a:noFill/>
          <a:ln w="0">
            <a:noFill/>
          </a:ln>
        </p:spPr>
        <p:txBody>
          <a:bodyPr lIns="0" rIns="0" tIns="0" bIns="0" anchor="t">
            <a:normAutofit/>
          </a:bodyPr>
          <a:p>
            <a:endParaRPr b="0" lang="en-US" sz="3200" spc="-1" strike="noStrike">
              <a:solidFill>
                <a:srgbClr val="00274c"/>
              </a:solidFill>
              <a:latin typeface="Arial"/>
            </a:endParaRPr>
          </a:p>
        </p:txBody>
      </p:sp>
      <p:sp>
        <p:nvSpPr>
          <p:cNvPr id="58" name="PlaceHolder 3"/>
          <p:cNvSpPr>
            <a:spLocks noGrp="1"/>
          </p:cNvSpPr>
          <p:nvPr>
            <p:ph/>
          </p:nvPr>
        </p:nvSpPr>
        <p:spPr>
          <a:xfrm>
            <a:off x="8310240" y="2133720"/>
            <a:ext cx="7139880" cy="6034320"/>
          </a:xfrm>
          <a:prstGeom prst="rect">
            <a:avLst/>
          </a:prstGeom>
          <a:noFill/>
          <a:ln w="0">
            <a:noFill/>
          </a:ln>
        </p:spPr>
        <p:txBody>
          <a:bodyPr lIns="0" rIns="0" tIns="0" bIns="0" anchor="t">
            <a:normAutofit/>
          </a:bodyPr>
          <a:p>
            <a:endParaRPr b="0" lang="en-US" sz="3200" spc="-1" strike="noStrike">
              <a:solidFill>
                <a:srgbClr val="00274c"/>
              </a:solidFill>
              <a:latin typeface="Arial"/>
            </a:endParaRPr>
          </a:p>
        </p:txBody>
      </p:sp>
      <p:sp>
        <p:nvSpPr>
          <p:cNvPr id="59" name="PlaceHolder 4"/>
          <p:cNvSpPr>
            <a:spLocks noGrp="1"/>
          </p:cNvSpPr>
          <p:nvPr>
            <p:ph/>
          </p:nvPr>
        </p:nvSpPr>
        <p:spPr>
          <a:xfrm>
            <a:off x="812880" y="5285880"/>
            <a:ext cx="7139880" cy="2878200"/>
          </a:xfrm>
          <a:prstGeom prst="rect">
            <a:avLst/>
          </a:prstGeom>
          <a:noFill/>
          <a:ln w="0">
            <a:noFill/>
          </a:ln>
        </p:spPr>
        <p:txBody>
          <a:bodyPr lIns="0" rIns="0" tIns="0" bIns="0" anchor="t">
            <a:normAutofit/>
          </a:bodyPr>
          <a:p>
            <a:endParaRPr b="0" lang="en-US" sz="3200" spc="-1" strike="noStrike">
              <a:solidFill>
                <a:srgbClr val="00274c"/>
              </a:solidFill>
              <a:latin typeface="Arial"/>
            </a:endParaRPr>
          </a:p>
        </p:txBody>
      </p:sp>
    </p:spTree>
  </p:cSld>
</p:sldLayout>
</file>

<file path=ppt/slideLayouts/slideLayout2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60" name="PlaceHolder 1"/>
          <p:cNvSpPr>
            <a:spLocks noGrp="1"/>
          </p:cNvSpPr>
          <p:nvPr>
            <p:ph type="title"/>
          </p:nvPr>
        </p:nvSpPr>
        <p:spPr>
          <a:xfrm>
            <a:off x="0" y="347040"/>
            <a:ext cx="16251480" cy="1176480"/>
          </a:xfrm>
          <a:prstGeom prst="rect">
            <a:avLst/>
          </a:prstGeom>
          <a:noFill/>
          <a:ln w="0">
            <a:noFill/>
          </a:ln>
        </p:spPr>
        <p:txBody>
          <a:bodyPr lIns="0" rIns="0" tIns="0" bIns="0" anchor="ctr">
            <a:noAutofit/>
          </a:bodyPr>
          <a:p>
            <a:endParaRPr b="0" lang="en-US" sz="3200" spc="-1" strike="noStrike">
              <a:solidFill>
                <a:srgbClr val="000000"/>
              </a:solidFill>
              <a:latin typeface="Arial"/>
            </a:endParaRPr>
          </a:p>
        </p:txBody>
      </p:sp>
      <p:sp>
        <p:nvSpPr>
          <p:cNvPr id="61" name="PlaceHolder 2"/>
          <p:cNvSpPr>
            <a:spLocks noGrp="1"/>
          </p:cNvSpPr>
          <p:nvPr>
            <p:ph/>
          </p:nvPr>
        </p:nvSpPr>
        <p:spPr>
          <a:xfrm>
            <a:off x="812880" y="2133720"/>
            <a:ext cx="7139880" cy="6034320"/>
          </a:xfrm>
          <a:prstGeom prst="rect">
            <a:avLst/>
          </a:prstGeom>
          <a:noFill/>
          <a:ln w="0">
            <a:noFill/>
          </a:ln>
        </p:spPr>
        <p:txBody>
          <a:bodyPr lIns="0" rIns="0" tIns="0" bIns="0" anchor="t">
            <a:normAutofit/>
          </a:bodyPr>
          <a:p>
            <a:endParaRPr b="0" lang="en-US" sz="3200" spc="-1" strike="noStrike">
              <a:solidFill>
                <a:srgbClr val="00274c"/>
              </a:solidFill>
              <a:latin typeface="Arial"/>
            </a:endParaRPr>
          </a:p>
        </p:txBody>
      </p:sp>
      <p:sp>
        <p:nvSpPr>
          <p:cNvPr id="62" name="PlaceHolder 3"/>
          <p:cNvSpPr>
            <a:spLocks noGrp="1"/>
          </p:cNvSpPr>
          <p:nvPr>
            <p:ph/>
          </p:nvPr>
        </p:nvSpPr>
        <p:spPr>
          <a:xfrm>
            <a:off x="8310240" y="2133720"/>
            <a:ext cx="7139880" cy="2878200"/>
          </a:xfrm>
          <a:prstGeom prst="rect">
            <a:avLst/>
          </a:prstGeom>
          <a:noFill/>
          <a:ln w="0">
            <a:noFill/>
          </a:ln>
        </p:spPr>
        <p:txBody>
          <a:bodyPr lIns="0" rIns="0" tIns="0" bIns="0" anchor="t">
            <a:normAutofit/>
          </a:bodyPr>
          <a:p>
            <a:endParaRPr b="0" lang="en-US" sz="3200" spc="-1" strike="noStrike">
              <a:solidFill>
                <a:srgbClr val="00274c"/>
              </a:solidFill>
              <a:latin typeface="Arial"/>
            </a:endParaRPr>
          </a:p>
        </p:txBody>
      </p:sp>
      <p:sp>
        <p:nvSpPr>
          <p:cNvPr id="63" name="PlaceHolder 4"/>
          <p:cNvSpPr>
            <a:spLocks noGrp="1"/>
          </p:cNvSpPr>
          <p:nvPr>
            <p:ph/>
          </p:nvPr>
        </p:nvSpPr>
        <p:spPr>
          <a:xfrm>
            <a:off x="8310240" y="5285880"/>
            <a:ext cx="7139880" cy="2878200"/>
          </a:xfrm>
          <a:prstGeom prst="rect">
            <a:avLst/>
          </a:prstGeom>
          <a:noFill/>
          <a:ln w="0">
            <a:noFill/>
          </a:ln>
        </p:spPr>
        <p:txBody>
          <a:bodyPr lIns="0" rIns="0" tIns="0" bIns="0" anchor="t">
            <a:normAutofit/>
          </a:bodyPr>
          <a:p>
            <a:endParaRPr b="0" lang="en-US" sz="3200" spc="-1" strike="noStrike">
              <a:solidFill>
                <a:srgbClr val="00274c"/>
              </a:solidFill>
              <a:latin typeface="Arial"/>
            </a:endParaRPr>
          </a:p>
        </p:txBody>
      </p:sp>
    </p:spTree>
  </p:cSld>
</p:sldLayout>
</file>

<file path=ppt/slideLayouts/slideLayout2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64" name="PlaceHolder 1"/>
          <p:cNvSpPr>
            <a:spLocks noGrp="1"/>
          </p:cNvSpPr>
          <p:nvPr>
            <p:ph type="title"/>
          </p:nvPr>
        </p:nvSpPr>
        <p:spPr>
          <a:xfrm>
            <a:off x="0" y="347040"/>
            <a:ext cx="16251480" cy="1176480"/>
          </a:xfrm>
          <a:prstGeom prst="rect">
            <a:avLst/>
          </a:prstGeom>
          <a:noFill/>
          <a:ln w="0">
            <a:noFill/>
          </a:ln>
        </p:spPr>
        <p:txBody>
          <a:bodyPr lIns="0" rIns="0" tIns="0" bIns="0" anchor="ctr">
            <a:noAutofit/>
          </a:bodyPr>
          <a:p>
            <a:endParaRPr b="0" lang="en-US" sz="3200" spc="-1" strike="noStrike">
              <a:solidFill>
                <a:srgbClr val="000000"/>
              </a:solidFill>
              <a:latin typeface="Arial"/>
            </a:endParaRPr>
          </a:p>
        </p:txBody>
      </p:sp>
      <p:sp>
        <p:nvSpPr>
          <p:cNvPr id="65" name="PlaceHolder 2"/>
          <p:cNvSpPr>
            <a:spLocks noGrp="1"/>
          </p:cNvSpPr>
          <p:nvPr>
            <p:ph/>
          </p:nvPr>
        </p:nvSpPr>
        <p:spPr>
          <a:xfrm>
            <a:off x="812880" y="2133720"/>
            <a:ext cx="7139880" cy="2878200"/>
          </a:xfrm>
          <a:prstGeom prst="rect">
            <a:avLst/>
          </a:prstGeom>
          <a:noFill/>
          <a:ln w="0">
            <a:noFill/>
          </a:ln>
        </p:spPr>
        <p:txBody>
          <a:bodyPr lIns="0" rIns="0" tIns="0" bIns="0" anchor="t">
            <a:normAutofit/>
          </a:bodyPr>
          <a:p>
            <a:endParaRPr b="0" lang="en-US" sz="3200" spc="-1" strike="noStrike">
              <a:solidFill>
                <a:srgbClr val="00274c"/>
              </a:solidFill>
              <a:latin typeface="Arial"/>
            </a:endParaRPr>
          </a:p>
        </p:txBody>
      </p:sp>
      <p:sp>
        <p:nvSpPr>
          <p:cNvPr id="66" name="PlaceHolder 3"/>
          <p:cNvSpPr>
            <a:spLocks noGrp="1"/>
          </p:cNvSpPr>
          <p:nvPr>
            <p:ph/>
          </p:nvPr>
        </p:nvSpPr>
        <p:spPr>
          <a:xfrm>
            <a:off x="8310240" y="2133720"/>
            <a:ext cx="7139880" cy="2878200"/>
          </a:xfrm>
          <a:prstGeom prst="rect">
            <a:avLst/>
          </a:prstGeom>
          <a:noFill/>
          <a:ln w="0">
            <a:noFill/>
          </a:ln>
        </p:spPr>
        <p:txBody>
          <a:bodyPr lIns="0" rIns="0" tIns="0" bIns="0" anchor="t">
            <a:normAutofit/>
          </a:bodyPr>
          <a:p>
            <a:endParaRPr b="0" lang="en-US" sz="3200" spc="-1" strike="noStrike">
              <a:solidFill>
                <a:srgbClr val="00274c"/>
              </a:solidFill>
              <a:latin typeface="Arial"/>
            </a:endParaRPr>
          </a:p>
        </p:txBody>
      </p:sp>
      <p:sp>
        <p:nvSpPr>
          <p:cNvPr id="67" name="PlaceHolder 4"/>
          <p:cNvSpPr>
            <a:spLocks noGrp="1"/>
          </p:cNvSpPr>
          <p:nvPr>
            <p:ph/>
          </p:nvPr>
        </p:nvSpPr>
        <p:spPr>
          <a:xfrm>
            <a:off x="812880" y="5285880"/>
            <a:ext cx="14631480" cy="2878200"/>
          </a:xfrm>
          <a:prstGeom prst="rect">
            <a:avLst/>
          </a:prstGeom>
          <a:noFill/>
          <a:ln w="0">
            <a:noFill/>
          </a:ln>
        </p:spPr>
        <p:txBody>
          <a:bodyPr lIns="0" rIns="0" tIns="0" bIns="0" anchor="t">
            <a:normAutofit/>
          </a:bodyPr>
          <a:p>
            <a:endParaRPr b="0" lang="en-US" sz="3200" spc="-1" strike="noStrike">
              <a:solidFill>
                <a:srgbClr val="00274c"/>
              </a:solidFill>
              <a:latin typeface="Arial"/>
            </a:endParaRPr>
          </a:p>
        </p:txBody>
      </p:sp>
    </p:spTree>
  </p:cSld>
</p:sldLayout>
</file>

<file path=ppt/slideLayouts/slideLayout2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68" name="PlaceHolder 1"/>
          <p:cNvSpPr>
            <a:spLocks noGrp="1"/>
          </p:cNvSpPr>
          <p:nvPr>
            <p:ph type="title"/>
          </p:nvPr>
        </p:nvSpPr>
        <p:spPr>
          <a:xfrm>
            <a:off x="0" y="347040"/>
            <a:ext cx="16251480" cy="1176480"/>
          </a:xfrm>
          <a:prstGeom prst="rect">
            <a:avLst/>
          </a:prstGeom>
          <a:noFill/>
          <a:ln w="0">
            <a:noFill/>
          </a:ln>
        </p:spPr>
        <p:txBody>
          <a:bodyPr lIns="0" rIns="0" tIns="0" bIns="0" anchor="ctr">
            <a:noAutofit/>
          </a:bodyPr>
          <a:p>
            <a:endParaRPr b="0" lang="en-US" sz="3200" spc="-1" strike="noStrike">
              <a:solidFill>
                <a:srgbClr val="000000"/>
              </a:solidFill>
              <a:latin typeface="Arial"/>
            </a:endParaRPr>
          </a:p>
        </p:txBody>
      </p:sp>
      <p:sp>
        <p:nvSpPr>
          <p:cNvPr id="69" name="PlaceHolder 2"/>
          <p:cNvSpPr>
            <a:spLocks noGrp="1"/>
          </p:cNvSpPr>
          <p:nvPr>
            <p:ph/>
          </p:nvPr>
        </p:nvSpPr>
        <p:spPr>
          <a:xfrm>
            <a:off x="812880" y="2133720"/>
            <a:ext cx="14631480" cy="2878200"/>
          </a:xfrm>
          <a:prstGeom prst="rect">
            <a:avLst/>
          </a:prstGeom>
          <a:noFill/>
          <a:ln w="0">
            <a:noFill/>
          </a:ln>
        </p:spPr>
        <p:txBody>
          <a:bodyPr lIns="0" rIns="0" tIns="0" bIns="0" anchor="t">
            <a:normAutofit/>
          </a:bodyPr>
          <a:p>
            <a:endParaRPr b="0" lang="en-US" sz="3200" spc="-1" strike="noStrike">
              <a:solidFill>
                <a:srgbClr val="00274c"/>
              </a:solidFill>
              <a:latin typeface="Arial"/>
            </a:endParaRPr>
          </a:p>
        </p:txBody>
      </p:sp>
      <p:sp>
        <p:nvSpPr>
          <p:cNvPr id="70" name="PlaceHolder 3"/>
          <p:cNvSpPr>
            <a:spLocks noGrp="1"/>
          </p:cNvSpPr>
          <p:nvPr>
            <p:ph/>
          </p:nvPr>
        </p:nvSpPr>
        <p:spPr>
          <a:xfrm>
            <a:off x="812880" y="5285880"/>
            <a:ext cx="14631480" cy="2878200"/>
          </a:xfrm>
          <a:prstGeom prst="rect">
            <a:avLst/>
          </a:prstGeom>
          <a:noFill/>
          <a:ln w="0">
            <a:noFill/>
          </a:ln>
        </p:spPr>
        <p:txBody>
          <a:bodyPr lIns="0" rIns="0" tIns="0" bIns="0" anchor="t">
            <a:normAutofit/>
          </a:bodyPr>
          <a:p>
            <a:endParaRPr b="0" lang="en-US" sz="3200" spc="-1" strike="noStrike">
              <a:solidFill>
                <a:srgbClr val="00274c"/>
              </a:solidFill>
              <a:latin typeface="Arial"/>
            </a:endParaRPr>
          </a:p>
        </p:txBody>
      </p:sp>
    </p:spTree>
  </p:cSld>
</p:sldLayout>
</file>

<file path=ppt/slideLayouts/slideLayout2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71" name="PlaceHolder 1"/>
          <p:cNvSpPr>
            <a:spLocks noGrp="1"/>
          </p:cNvSpPr>
          <p:nvPr>
            <p:ph type="title"/>
          </p:nvPr>
        </p:nvSpPr>
        <p:spPr>
          <a:xfrm>
            <a:off x="0" y="347040"/>
            <a:ext cx="16251480" cy="1176480"/>
          </a:xfrm>
          <a:prstGeom prst="rect">
            <a:avLst/>
          </a:prstGeom>
          <a:noFill/>
          <a:ln w="0">
            <a:noFill/>
          </a:ln>
        </p:spPr>
        <p:txBody>
          <a:bodyPr lIns="0" rIns="0" tIns="0" bIns="0" anchor="ctr">
            <a:noAutofit/>
          </a:bodyPr>
          <a:p>
            <a:endParaRPr b="0" lang="en-US" sz="3200" spc="-1" strike="noStrike">
              <a:solidFill>
                <a:srgbClr val="000000"/>
              </a:solidFill>
              <a:latin typeface="Arial"/>
            </a:endParaRPr>
          </a:p>
        </p:txBody>
      </p:sp>
      <p:sp>
        <p:nvSpPr>
          <p:cNvPr id="72" name="PlaceHolder 2"/>
          <p:cNvSpPr>
            <a:spLocks noGrp="1"/>
          </p:cNvSpPr>
          <p:nvPr>
            <p:ph/>
          </p:nvPr>
        </p:nvSpPr>
        <p:spPr>
          <a:xfrm>
            <a:off x="812880" y="2133720"/>
            <a:ext cx="7139880" cy="2878200"/>
          </a:xfrm>
          <a:prstGeom prst="rect">
            <a:avLst/>
          </a:prstGeom>
          <a:noFill/>
          <a:ln w="0">
            <a:noFill/>
          </a:ln>
        </p:spPr>
        <p:txBody>
          <a:bodyPr lIns="0" rIns="0" tIns="0" bIns="0" anchor="t">
            <a:normAutofit/>
          </a:bodyPr>
          <a:p>
            <a:endParaRPr b="0" lang="en-US" sz="3200" spc="-1" strike="noStrike">
              <a:solidFill>
                <a:srgbClr val="00274c"/>
              </a:solidFill>
              <a:latin typeface="Arial"/>
            </a:endParaRPr>
          </a:p>
        </p:txBody>
      </p:sp>
      <p:sp>
        <p:nvSpPr>
          <p:cNvPr id="73" name="PlaceHolder 3"/>
          <p:cNvSpPr>
            <a:spLocks noGrp="1"/>
          </p:cNvSpPr>
          <p:nvPr>
            <p:ph/>
          </p:nvPr>
        </p:nvSpPr>
        <p:spPr>
          <a:xfrm>
            <a:off x="8310240" y="2133720"/>
            <a:ext cx="7139880" cy="2878200"/>
          </a:xfrm>
          <a:prstGeom prst="rect">
            <a:avLst/>
          </a:prstGeom>
          <a:noFill/>
          <a:ln w="0">
            <a:noFill/>
          </a:ln>
        </p:spPr>
        <p:txBody>
          <a:bodyPr lIns="0" rIns="0" tIns="0" bIns="0" anchor="t">
            <a:normAutofit/>
          </a:bodyPr>
          <a:p>
            <a:endParaRPr b="0" lang="en-US" sz="3200" spc="-1" strike="noStrike">
              <a:solidFill>
                <a:srgbClr val="00274c"/>
              </a:solidFill>
              <a:latin typeface="Arial"/>
            </a:endParaRPr>
          </a:p>
        </p:txBody>
      </p:sp>
      <p:sp>
        <p:nvSpPr>
          <p:cNvPr id="74" name="PlaceHolder 4"/>
          <p:cNvSpPr>
            <a:spLocks noGrp="1"/>
          </p:cNvSpPr>
          <p:nvPr>
            <p:ph/>
          </p:nvPr>
        </p:nvSpPr>
        <p:spPr>
          <a:xfrm>
            <a:off x="812880" y="5285880"/>
            <a:ext cx="7139880" cy="2878200"/>
          </a:xfrm>
          <a:prstGeom prst="rect">
            <a:avLst/>
          </a:prstGeom>
          <a:noFill/>
          <a:ln w="0">
            <a:noFill/>
          </a:ln>
        </p:spPr>
        <p:txBody>
          <a:bodyPr lIns="0" rIns="0" tIns="0" bIns="0" anchor="t">
            <a:normAutofit/>
          </a:bodyPr>
          <a:p>
            <a:endParaRPr b="0" lang="en-US" sz="3200" spc="-1" strike="noStrike">
              <a:solidFill>
                <a:srgbClr val="00274c"/>
              </a:solidFill>
              <a:latin typeface="Arial"/>
            </a:endParaRPr>
          </a:p>
        </p:txBody>
      </p:sp>
      <p:sp>
        <p:nvSpPr>
          <p:cNvPr id="75" name="PlaceHolder 5"/>
          <p:cNvSpPr>
            <a:spLocks noGrp="1"/>
          </p:cNvSpPr>
          <p:nvPr>
            <p:ph/>
          </p:nvPr>
        </p:nvSpPr>
        <p:spPr>
          <a:xfrm>
            <a:off x="8310240" y="5285880"/>
            <a:ext cx="7139880" cy="2878200"/>
          </a:xfrm>
          <a:prstGeom prst="rect">
            <a:avLst/>
          </a:prstGeom>
          <a:noFill/>
          <a:ln w="0">
            <a:noFill/>
          </a:ln>
        </p:spPr>
        <p:txBody>
          <a:bodyPr lIns="0" rIns="0" tIns="0" bIns="0" anchor="t">
            <a:normAutofit/>
          </a:bodyPr>
          <a:p>
            <a:endParaRPr b="0" lang="en-US" sz="3200" spc="-1" strike="noStrike">
              <a:solidFill>
                <a:srgbClr val="00274c"/>
              </a:solidFill>
              <a:latin typeface="Arial"/>
            </a:endParaRPr>
          </a:p>
        </p:txBody>
      </p:sp>
    </p:spTree>
  </p:cSld>
</p:sldLayout>
</file>

<file path=ppt/slideLayouts/slideLayout2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76" name="PlaceHolder 1"/>
          <p:cNvSpPr>
            <a:spLocks noGrp="1"/>
          </p:cNvSpPr>
          <p:nvPr>
            <p:ph type="title"/>
          </p:nvPr>
        </p:nvSpPr>
        <p:spPr>
          <a:xfrm>
            <a:off x="0" y="347040"/>
            <a:ext cx="16251480" cy="1176480"/>
          </a:xfrm>
          <a:prstGeom prst="rect">
            <a:avLst/>
          </a:prstGeom>
          <a:noFill/>
          <a:ln w="0">
            <a:noFill/>
          </a:ln>
        </p:spPr>
        <p:txBody>
          <a:bodyPr lIns="0" rIns="0" tIns="0" bIns="0" anchor="ctr">
            <a:noAutofit/>
          </a:bodyPr>
          <a:p>
            <a:endParaRPr b="0" lang="en-US" sz="3200" spc="-1" strike="noStrike">
              <a:solidFill>
                <a:srgbClr val="000000"/>
              </a:solidFill>
              <a:latin typeface="Arial"/>
            </a:endParaRPr>
          </a:p>
        </p:txBody>
      </p:sp>
      <p:sp>
        <p:nvSpPr>
          <p:cNvPr id="77" name="PlaceHolder 2"/>
          <p:cNvSpPr>
            <a:spLocks noGrp="1"/>
          </p:cNvSpPr>
          <p:nvPr>
            <p:ph/>
          </p:nvPr>
        </p:nvSpPr>
        <p:spPr>
          <a:xfrm>
            <a:off x="812880" y="2133720"/>
            <a:ext cx="4710960" cy="2878200"/>
          </a:xfrm>
          <a:prstGeom prst="rect">
            <a:avLst/>
          </a:prstGeom>
          <a:noFill/>
          <a:ln w="0">
            <a:noFill/>
          </a:ln>
        </p:spPr>
        <p:txBody>
          <a:bodyPr lIns="0" rIns="0" tIns="0" bIns="0" anchor="t">
            <a:normAutofit/>
          </a:bodyPr>
          <a:p>
            <a:endParaRPr b="0" lang="en-US" sz="3200" spc="-1" strike="noStrike">
              <a:solidFill>
                <a:srgbClr val="00274c"/>
              </a:solidFill>
              <a:latin typeface="Arial"/>
            </a:endParaRPr>
          </a:p>
        </p:txBody>
      </p:sp>
      <p:sp>
        <p:nvSpPr>
          <p:cNvPr id="78" name="PlaceHolder 3"/>
          <p:cNvSpPr>
            <a:spLocks noGrp="1"/>
          </p:cNvSpPr>
          <p:nvPr>
            <p:ph/>
          </p:nvPr>
        </p:nvSpPr>
        <p:spPr>
          <a:xfrm>
            <a:off x="5759640" y="2133720"/>
            <a:ext cx="4710960" cy="2878200"/>
          </a:xfrm>
          <a:prstGeom prst="rect">
            <a:avLst/>
          </a:prstGeom>
          <a:noFill/>
          <a:ln w="0">
            <a:noFill/>
          </a:ln>
        </p:spPr>
        <p:txBody>
          <a:bodyPr lIns="0" rIns="0" tIns="0" bIns="0" anchor="t">
            <a:normAutofit/>
          </a:bodyPr>
          <a:p>
            <a:endParaRPr b="0" lang="en-US" sz="3200" spc="-1" strike="noStrike">
              <a:solidFill>
                <a:srgbClr val="00274c"/>
              </a:solidFill>
              <a:latin typeface="Arial"/>
            </a:endParaRPr>
          </a:p>
        </p:txBody>
      </p:sp>
      <p:sp>
        <p:nvSpPr>
          <p:cNvPr id="79" name="PlaceHolder 4"/>
          <p:cNvSpPr>
            <a:spLocks noGrp="1"/>
          </p:cNvSpPr>
          <p:nvPr>
            <p:ph/>
          </p:nvPr>
        </p:nvSpPr>
        <p:spPr>
          <a:xfrm>
            <a:off x="10706760" y="2133720"/>
            <a:ext cx="4710960" cy="2878200"/>
          </a:xfrm>
          <a:prstGeom prst="rect">
            <a:avLst/>
          </a:prstGeom>
          <a:noFill/>
          <a:ln w="0">
            <a:noFill/>
          </a:ln>
        </p:spPr>
        <p:txBody>
          <a:bodyPr lIns="0" rIns="0" tIns="0" bIns="0" anchor="t">
            <a:normAutofit/>
          </a:bodyPr>
          <a:p>
            <a:endParaRPr b="0" lang="en-US" sz="3200" spc="-1" strike="noStrike">
              <a:solidFill>
                <a:srgbClr val="00274c"/>
              </a:solidFill>
              <a:latin typeface="Arial"/>
            </a:endParaRPr>
          </a:p>
        </p:txBody>
      </p:sp>
      <p:sp>
        <p:nvSpPr>
          <p:cNvPr id="80" name="PlaceHolder 5"/>
          <p:cNvSpPr>
            <a:spLocks noGrp="1"/>
          </p:cNvSpPr>
          <p:nvPr>
            <p:ph/>
          </p:nvPr>
        </p:nvSpPr>
        <p:spPr>
          <a:xfrm>
            <a:off x="812880" y="5285880"/>
            <a:ext cx="4710960" cy="2878200"/>
          </a:xfrm>
          <a:prstGeom prst="rect">
            <a:avLst/>
          </a:prstGeom>
          <a:noFill/>
          <a:ln w="0">
            <a:noFill/>
          </a:ln>
        </p:spPr>
        <p:txBody>
          <a:bodyPr lIns="0" rIns="0" tIns="0" bIns="0" anchor="t">
            <a:normAutofit/>
          </a:bodyPr>
          <a:p>
            <a:endParaRPr b="0" lang="en-US" sz="3200" spc="-1" strike="noStrike">
              <a:solidFill>
                <a:srgbClr val="00274c"/>
              </a:solidFill>
              <a:latin typeface="Arial"/>
            </a:endParaRPr>
          </a:p>
        </p:txBody>
      </p:sp>
      <p:sp>
        <p:nvSpPr>
          <p:cNvPr id="81" name="PlaceHolder 6"/>
          <p:cNvSpPr>
            <a:spLocks noGrp="1"/>
          </p:cNvSpPr>
          <p:nvPr>
            <p:ph/>
          </p:nvPr>
        </p:nvSpPr>
        <p:spPr>
          <a:xfrm>
            <a:off x="5759640" y="5285880"/>
            <a:ext cx="4710960" cy="2878200"/>
          </a:xfrm>
          <a:prstGeom prst="rect">
            <a:avLst/>
          </a:prstGeom>
          <a:noFill/>
          <a:ln w="0">
            <a:noFill/>
          </a:ln>
        </p:spPr>
        <p:txBody>
          <a:bodyPr lIns="0" rIns="0" tIns="0" bIns="0" anchor="t">
            <a:normAutofit/>
          </a:bodyPr>
          <a:p>
            <a:endParaRPr b="0" lang="en-US" sz="3200" spc="-1" strike="noStrike">
              <a:solidFill>
                <a:srgbClr val="00274c"/>
              </a:solidFill>
              <a:latin typeface="Arial"/>
            </a:endParaRPr>
          </a:p>
        </p:txBody>
      </p:sp>
      <p:sp>
        <p:nvSpPr>
          <p:cNvPr id="82" name="PlaceHolder 7"/>
          <p:cNvSpPr>
            <a:spLocks noGrp="1"/>
          </p:cNvSpPr>
          <p:nvPr>
            <p:ph/>
          </p:nvPr>
        </p:nvSpPr>
        <p:spPr>
          <a:xfrm>
            <a:off x="10706760" y="5285880"/>
            <a:ext cx="4710960" cy="2878200"/>
          </a:xfrm>
          <a:prstGeom prst="rect">
            <a:avLst/>
          </a:prstGeom>
          <a:noFill/>
          <a:ln w="0">
            <a:noFill/>
          </a:ln>
        </p:spPr>
        <p:txBody>
          <a:bodyPr lIns="0" rIns="0" tIns="0" bIns="0" anchor="t">
            <a:normAutofit/>
          </a:bodyPr>
          <a:p>
            <a:endParaRPr b="0" lang="en-US" sz="3200" spc="-1" strike="noStrike">
              <a:solidFill>
                <a:srgbClr val="00274c"/>
              </a:solidFill>
              <a:latin typeface="Arial"/>
            </a:endParaRPr>
          </a:p>
        </p:txBody>
      </p:sp>
    </p:spTree>
  </p:cSld>
</p:sldLayout>
</file>

<file path=ppt/slideLayouts/slideLayout2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Tree>
  </p:cSld>
</p:sldLayout>
</file>

<file path=ppt/slideLayouts/slideLayout2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89" name="PlaceHolder 1"/>
          <p:cNvSpPr>
            <a:spLocks noGrp="1"/>
          </p:cNvSpPr>
          <p:nvPr>
            <p:ph type="title"/>
          </p:nvPr>
        </p:nvSpPr>
        <p:spPr>
          <a:xfrm>
            <a:off x="0" y="347040"/>
            <a:ext cx="16251480" cy="1176480"/>
          </a:xfrm>
          <a:prstGeom prst="rect">
            <a:avLst/>
          </a:prstGeom>
          <a:noFill/>
          <a:ln w="0">
            <a:noFill/>
          </a:ln>
        </p:spPr>
        <p:txBody>
          <a:bodyPr lIns="0" rIns="0" tIns="0" bIns="0" anchor="ctr">
            <a:noAutofit/>
          </a:bodyPr>
          <a:p>
            <a:endParaRPr b="0" lang="en-US" sz="3200" spc="-1" strike="noStrike">
              <a:solidFill>
                <a:srgbClr val="000000"/>
              </a:solidFill>
              <a:latin typeface="Arial"/>
            </a:endParaRPr>
          </a:p>
        </p:txBody>
      </p:sp>
      <p:sp>
        <p:nvSpPr>
          <p:cNvPr id="90" name="PlaceHolder 2"/>
          <p:cNvSpPr>
            <a:spLocks noGrp="1"/>
          </p:cNvSpPr>
          <p:nvPr>
            <p:ph type="subTitle"/>
          </p:nvPr>
        </p:nvSpPr>
        <p:spPr>
          <a:xfrm>
            <a:off x="812880" y="2133720"/>
            <a:ext cx="14631480" cy="6034320"/>
          </a:xfrm>
          <a:prstGeom prst="rect">
            <a:avLst/>
          </a:prstGeom>
          <a:noFill/>
          <a:ln w="0">
            <a:noFill/>
          </a:ln>
        </p:spPr>
        <p:txBody>
          <a:bodyPr lIns="0" rIns="0" tIns="0" bIns="0" anchor="ctr">
            <a:noAutofit/>
          </a:bodyPr>
          <a:p>
            <a:pPr algn="ctr"/>
            <a:endParaRPr b="0" lang="en-US" sz="3200" spc="-1" strike="noStrike">
              <a:latin typeface="Arial"/>
            </a:endParaRPr>
          </a:p>
        </p:txBody>
      </p:sp>
    </p:spTree>
  </p:cSld>
</p:sldLayout>
</file>

<file path=ppt/slideLayouts/slideLayout2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91" name="PlaceHolder 1"/>
          <p:cNvSpPr>
            <a:spLocks noGrp="1"/>
          </p:cNvSpPr>
          <p:nvPr>
            <p:ph type="title"/>
          </p:nvPr>
        </p:nvSpPr>
        <p:spPr>
          <a:xfrm>
            <a:off x="0" y="347040"/>
            <a:ext cx="16251480" cy="1176480"/>
          </a:xfrm>
          <a:prstGeom prst="rect">
            <a:avLst/>
          </a:prstGeom>
          <a:noFill/>
          <a:ln w="0">
            <a:noFill/>
          </a:ln>
        </p:spPr>
        <p:txBody>
          <a:bodyPr lIns="0" rIns="0" tIns="0" bIns="0" anchor="ctr">
            <a:noAutofit/>
          </a:bodyPr>
          <a:p>
            <a:endParaRPr b="0" lang="en-US" sz="3200" spc="-1" strike="noStrike">
              <a:solidFill>
                <a:srgbClr val="000000"/>
              </a:solidFill>
              <a:latin typeface="Arial"/>
            </a:endParaRPr>
          </a:p>
        </p:txBody>
      </p:sp>
      <p:sp>
        <p:nvSpPr>
          <p:cNvPr id="92" name="PlaceHolder 2"/>
          <p:cNvSpPr>
            <a:spLocks noGrp="1"/>
          </p:cNvSpPr>
          <p:nvPr>
            <p:ph/>
          </p:nvPr>
        </p:nvSpPr>
        <p:spPr>
          <a:xfrm>
            <a:off x="812880" y="2133720"/>
            <a:ext cx="14631480" cy="6034320"/>
          </a:xfrm>
          <a:prstGeom prst="rect">
            <a:avLst/>
          </a:prstGeom>
          <a:noFill/>
          <a:ln w="0">
            <a:noFill/>
          </a:ln>
        </p:spPr>
        <p:txBody>
          <a:bodyPr lIns="0" rIns="0" tIns="0" bIns="0" anchor="t">
            <a:normAutofit/>
          </a:bodyPr>
          <a:p>
            <a:endParaRPr b="0" lang="en-US" sz="3200" spc="-1" strike="noStrike">
              <a:solidFill>
                <a:srgbClr val="00274c"/>
              </a:solidFill>
              <a:latin typeface="Arial"/>
            </a:endParaRPr>
          </a:p>
        </p:txBody>
      </p:sp>
    </p:spTree>
  </p:cSld>
</p:sldLayout>
</file>

<file path=ppt/slideLayouts/slideLayout2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93" name="PlaceHolder 1"/>
          <p:cNvSpPr>
            <a:spLocks noGrp="1"/>
          </p:cNvSpPr>
          <p:nvPr>
            <p:ph type="title"/>
          </p:nvPr>
        </p:nvSpPr>
        <p:spPr>
          <a:xfrm>
            <a:off x="0" y="347040"/>
            <a:ext cx="16251480" cy="1176480"/>
          </a:xfrm>
          <a:prstGeom prst="rect">
            <a:avLst/>
          </a:prstGeom>
          <a:noFill/>
          <a:ln w="0">
            <a:noFill/>
          </a:ln>
        </p:spPr>
        <p:txBody>
          <a:bodyPr lIns="0" rIns="0" tIns="0" bIns="0" anchor="ctr">
            <a:noAutofit/>
          </a:bodyPr>
          <a:p>
            <a:endParaRPr b="0" lang="en-US" sz="3200" spc="-1" strike="noStrike">
              <a:solidFill>
                <a:srgbClr val="000000"/>
              </a:solidFill>
              <a:latin typeface="Arial"/>
            </a:endParaRPr>
          </a:p>
        </p:txBody>
      </p:sp>
      <p:sp>
        <p:nvSpPr>
          <p:cNvPr id="94" name="PlaceHolder 2"/>
          <p:cNvSpPr>
            <a:spLocks noGrp="1"/>
          </p:cNvSpPr>
          <p:nvPr>
            <p:ph/>
          </p:nvPr>
        </p:nvSpPr>
        <p:spPr>
          <a:xfrm>
            <a:off x="812880" y="2133720"/>
            <a:ext cx="7139880" cy="6034320"/>
          </a:xfrm>
          <a:prstGeom prst="rect">
            <a:avLst/>
          </a:prstGeom>
          <a:noFill/>
          <a:ln w="0">
            <a:noFill/>
          </a:ln>
        </p:spPr>
        <p:txBody>
          <a:bodyPr lIns="0" rIns="0" tIns="0" bIns="0" anchor="t">
            <a:normAutofit/>
          </a:bodyPr>
          <a:p>
            <a:endParaRPr b="0" lang="en-US" sz="3200" spc="-1" strike="noStrike">
              <a:solidFill>
                <a:srgbClr val="00274c"/>
              </a:solidFill>
              <a:latin typeface="Arial"/>
            </a:endParaRPr>
          </a:p>
        </p:txBody>
      </p:sp>
      <p:sp>
        <p:nvSpPr>
          <p:cNvPr id="95" name="PlaceHolder 3"/>
          <p:cNvSpPr>
            <a:spLocks noGrp="1"/>
          </p:cNvSpPr>
          <p:nvPr>
            <p:ph/>
          </p:nvPr>
        </p:nvSpPr>
        <p:spPr>
          <a:xfrm>
            <a:off x="8310240" y="2133720"/>
            <a:ext cx="7139880" cy="6034320"/>
          </a:xfrm>
          <a:prstGeom prst="rect">
            <a:avLst/>
          </a:prstGeom>
          <a:noFill/>
          <a:ln w="0">
            <a:noFill/>
          </a:ln>
        </p:spPr>
        <p:txBody>
          <a:bodyPr lIns="0" rIns="0" tIns="0" bIns="0" anchor="t">
            <a:normAutofit/>
          </a:bodyPr>
          <a:p>
            <a:endParaRPr b="0" lang="en-US" sz="3200" spc="-1" strike="noStrike">
              <a:solidFill>
                <a:srgbClr val="00274c"/>
              </a:solidFill>
              <a:latin typeface="Arial"/>
            </a:endParaRPr>
          </a:p>
        </p:txBody>
      </p:sp>
    </p:spTree>
  </p:cSld>
</p:sldLayout>
</file>

<file path=ppt/slideLayouts/slideLayout2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96" name="PlaceHolder 1"/>
          <p:cNvSpPr>
            <a:spLocks noGrp="1"/>
          </p:cNvSpPr>
          <p:nvPr>
            <p:ph type="title"/>
          </p:nvPr>
        </p:nvSpPr>
        <p:spPr>
          <a:xfrm>
            <a:off x="0" y="347040"/>
            <a:ext cx="16251480" cy="1176480"/>
          </a:xfrm>
          <a:prstGeom prst="rect">
            <a:avLst/>
          </a:prstGeom>
          <a:noFill/>
          <a:ln w="0">
            <a:noFill/>
          </a:ln>
        </p:spPr>
        <p:txBody>
          <a:bodyPr lIns="0" rIns="0" tIns="0" bIns="0" anchor="ctr">
            <a:noAutofit/>
          </a:bodyPr>
          <a:p>
            <a:endParaRPr b="0" lang="en-US" sz="3200" spc="-1" strike="noStrike">
              <a:solidFill>
                <a:srgbClr val="000000"/>
              </a:solidFill>
              <a:latin typeface="Arial"/>
            </a:endParaRPr>
          </a:p>
        </p:txBody>
      </p:sp>
    </p:spTree>
  </p:cSld>
</p:sldLayout>
</file>

<file path=ppt/slideLayouts/slideLayout3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97" name="PlaceHolder 1"/>
          <p:cNvSpPr>
            <a:spLocks noGrp="1"/>
          </p:cNvSpPr>
          <p:nvPr>
            <p:ph type="subTitle"/>
          </p:nvPr>
        </p:nvSpPr>
        <p:spPr>
          <a:xfrm>
            <a:off x="0" y="347040"/>
            <a:ext cx="16251480" cy="5454720"/>
          </a:xfrm>
          <a:prstGeom prst="rect">
            <a:avLst/>
          </a:prstGeom>
          <a:noFill/>
          <a:ln w="0">
            <a:noFill/>
          </a:ln>
        </p:spPr>
        <p:txBody>
          <a:bodyPr lIns="0" rIns="0" tIns="0" bIns="0" anchor="ctr">
            <a:noAutofit/>
          </a:bodyPr>
          <a:p>
            <a:pPr algn="ctr"/>
            <a:endParaRPr b="0" lang="en-US" sz="3200" spc="-1" strike="noStrike">
              <a:latin typeface="Arial"/>
            </a:endParaRPr>
          </a:p>
        </p:txBody>
      </p:sp>
    </p:spTree>
  </p:cSld>
</p:sldLayout>
</file>

<file path=ppt/slideLayouts/slideLayout3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98" name="PlaceHolder 1"/>
          <p:cNvSpPr>
            <a:spLocks noGrp="1"/>
          </p:cNvSpPr>
          <p:nvPr>
            <p:ph type="title"/>
          </p:nvPr>
        </p:nvSpPr>
        <p:spPr>
          <a:xfrm>
            <a:off x="0" y="347040"/>
            <a:ext cx="16251480" cy="1176480"/>
          </a:xfrm>
          <a:prstGeom prst="rect">
            <a:avLst/>
          </a:prstGeom>
          <a:noFill/>
          <a:ln w="0">
            <a:noFill/>
          </a:ln>
        </p:spPr>
        <p:txBody>
          <a:bodyPr lIns="0" rIns="0" tIns="0" bIns="0" anchor="ctr">
            <a:noAutofit/>
          </a:bodyPr>
          <a:p>
            <a:endParaRPr b="0" lang="en-US" sz="3200" spc="-1" strike="noStrike">
              <a:solidFill>
                <a:srgbClr val="000000"/>
              </a:solidFill>
              <a:latin typeface="Arial"/>
            </a:endParaRPr>
          </a:p>
        </p:txBody>
      </p:sp>
      <p:sp>
        <p:nvSpPr>
          <p:cNvPr id="99" name="PlaceHolder 2"/>
          <p:cNvSpPr>
            <a:spLocks noGrp="1"/>
          </p:cNvSpPr>
          <p:nvPr>
            <p:ph/>
          </p:nvPr>
        </p:nvSpPr>
        <p:spPr>
          <a:xfrm>
            <a:off x="812880" y="2133720"/>
            <a:ext cx="7139880" cy="2878200"/>
          </a:xfrm>
          <a:prstGeom prst="rect">
            <a:avLst/>
          </a:prstGeom>
          <a:noFill/>
          <a:ln w="0">
            <a:noFill/>
          </a:ln>
        </p:spPr>
        <p:txBody>
          <a:bodyPr lIns="0" rIns="0" tIns="0" bIns="0" anchor="t">
            <a:normAutofit/>
          </a:bodyPr>
          <a:p>
            <a:endParaRPr b="0" lang="en-US" sz="3200" spc="-1" strike="noStrike">
              <a:solidFill>
                <a:srgbClr val="00274c"/>
              </a:solidFill>
              <a:latin typeface="Arial"/>
            </a:endParaRPr>
          </a:p>
        </p:txBody>
      </p:sp>
      <p:sp>
        <p:nvSpPr>
          <p:cNvPr id="100" name="PlaceHolder 3"/>
          <p:cNvSpPr>
            <a:spLocks noGrp="1"/>
          </p:cNvSpPr>
          <p:nvPr>
            <p:ph/>
          </p:nvPr>
        </p:nvSpPr>
        <p:spPr>
          <a:xfrm>
            <a:off x="8310240" y="2133720"/>
            <a:ext cx="7139880" cy="6034320"/>
          </a:xfrm>
          <a:prstGeom prst="rect">
            <a:avLst/>
          </a:prstGeom>
          <a:noFill/>
          <a:ln w="0">
            <a:noFill/>
          </a:ln>
        </p:spPr>
        <p:txBody>
          <a:bodyPr lIns="0" rIns="0" tIns="0" bIns="0" anchor="t">
            <a:normAutofit/>
          </a:bodyPr>
          <a:p>
            <a:endParaRPr b="0" lang="en-US" sz="3200" spc="-1" strike="noStrike">
              <a:solidFill>
                <a:srgbClr val="00274c"/>
              </a:solidFill>
              <a:latin typeface="Arial"/>
            </a:endParaRPr>
          </a:p>
        </p:txBody>
      </p:sp>
      <p:sp>
        <p:nvSpPr>
          <p:cNvPr id="101" name="PlaceHolder 4"/>
          <p:cNvSpPr>
            <a:spLocks noGrp="1"/>
          </p:cNvSpPr>
          <p:nvPr>
            <p:ph/>
          </p:nvPr>
        </p:nvSpPr>
        <p:spPr>
          <a:xfrm>
            <a:off x="812880" y="5285880"/>
            <a:ext cx="7139880" cy="2878200"/>
          </a:xfrm>
          <a:prstGeom prst="rect">
            <a:avLst/>
          </a:prstGeom>
          <a:noFill/>
          <a:ln w="0">
            <a:noFill/>
          </a:ln>
        </p:spPr>
        <p:txBody>
          <a:bodyPr lIns="0" rIns="0" tIns="0" bIns="0" anchor="t">
            <a:normAutofit/>
          </a:bodyPr>
          <a:p>
            <a:endParaRPr b="0" lang="en-US" sz="3200" spc="-1" strike="noStrike">
              <a:solidFill>
                <a:srgbClr val="00274c"/>
              </a:solidFill>
              <a:latin typeface="Arial"/>
            </a:endParaRPr>
          </a:p>
        </p:txBody>
      </p:sp>
    </p:spTree>
  </p:cSld>
</p:sldLayout>
</file>

<file path=ppt/slideLayouts/slideLayout3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102" name="PlaceHolder 1"/>
          <p:cNvSpPr>
            <a:spLocks noGrp="1"/>
          </p:cNvSpPr>
          <p:nvPr>
            <p:ph type="title"/>
          </p:nvPr>
        </p:nvSpPr>
        <p:spPr>
          <a:xfrm>
            <a:off x="0" y="347040"/>
            <a:ext cx="16251480" cy="1176480"/>
          </a:xfrm>
          <a:prstGeom prst="rect">
            <a:avLst/>
          </a:prstGeom>
          <a:noFill/>
          <a:ln w="0">
            <a:noFill/>
          </a:ln>
        </p:spPr>
        <p:txBody>
          <a:bodyPr lIns="0" rIns="0" tIns="0" bIns="0" anchor="ctr">
            <a:noAutofit/>
          </a:bodyPr>
          <a:p>
            <a:endParaRPr b="0" lang="en-US" sz="3200" spc="-1" strike="noStrike">
              <a:solidFill>
                <a:srgbClr val="000000"/>
              </a:solidFill>
              <a:latin typeface="Arial"/>
            </a:endParaRPr>
          </a:p>
        </p:txBody>
      </p:sp>
      <p:sp>
        <p:nvSpPr>
          <p:cNvPr id="103" name="PlaceHolder 2"/>
          <p:cNvSpPr>
            <a:spLocks noGrp="1"/>
          </p:cNvSpPr>
          <p:nvPr>
            <p:ph/>
          </p:nvPr>
        </p:nvSpPr>
        <p:spPr>
          <a:xfrm>
            <a:off x="812880" y="2133720"/>
            <a:ext cx="7139880" cy="6034320"/>
          </a:xfrm>
          <a:prstGeom prst="rect">
            <a:avLst/>
          </a:prstGeom>
          <a:noFill/>
          <a:ln w="0">
            <a:noFill/>
          </a:ln>
        </p:spPr>
        <p:txBody>
          <a:bodyPr lIns="0" rIns="0" tIns="0" bIns="0" anchor="t">
            <a:normAutofit/>
          </a:bodyPr>
          <a:p>
            <a:endParaRPr b="0" lang="en-US" sz="3200" spc="-1" strike="noStrike">
              <a:solidFill>
                <a:srgbClr val="00274c"/>
              </a:solidFill>
              <a:latin typeface="Arial"/>
            </a:endParaRPr>
          </a:p>
        </p:txBody>
      </p:sp>
      <p:sp>
        <p:nvSpPr>
          <p:cNvPr id="104" name="PlaceHolder 3"/>
          <p:cNvSpPr>
            <a:spLocks noGrp="1"/>
          </p:cNvSpPr>
          <p:nvPr>
            <p:ph/>
          </p:nvPr>
        </p:nvSpPr>
        <p:spPr>
          <a:xfrm>
            <a:off x="8310240" y="2133720"/>
            <a:ext cx="7139880" cy="2878200"/>
          </a:xfrm>
          <a:prstGeom prst="rect">
            <a:avLst/>
          </a:prstGeom>
          <a:noFill/>
          <a:ln w="0">
            <a:noFill/>
          </a:ln>
        </p:spPr>
        <p:txBody>
          <a:bodyPr lIns="0" rIns="0" tIns="0" bIns="0" anchor="t">
            <a:normAutofit/>
          </a:bodyPr>
          <a:p>
            <a:endParaRPr b="0" lang="en-US" sz="3200" spc="-1" strike="noStrike">
              <a:solidFill>
                <a:srgbClr val="00274c"/>
              </a:solidFill>
              <a:latin typeface="Arial"/>
            </a:endParaRPr>
          </a:p>
        </p:txBody>
      </p:sp>
      <p:sp>
        <p:nvSpPr>
          <p:cNvPr id="105" name="PlaceHolder 4"/>
          <p:cNvSpPr>
            <a:spLocks noGrp="1"/>
          </p:cNvSpPr>
          <p:nvPr>
            <p:ph/>
          </p:nvPr>
        </p:nvSpPr>
        <p:spPr>
          <a:xfrm>
            <a:off x="8310240" y="5285880"/>
            <a:ext cx="7139880" cy="2878200"/>
          </a:xfrm>
          <a:prstGeom prst="rect">
            <a:avLst/>
          </a:prstGeom>
          <a:noFill/>
          <a:ln w="0">
            <a:noFill/>
          </a:ln>
        </p:spPr>
        <p:txBody>
          <a:bodyPr lIns="0" rIns="0" tIns="0" bIns="0" anchor="t">
            <a:normAutofit/>
          </a:bodyPr>
          <a:p>
            <a:endParaRPr b="0" lang="en-US" sz="3200" spc="-1" strike="noStrike">
              <a:solidFill>
                <a:srgbClr val="00274c"/>
              </a:solidFill>
              <a:latin typeface="Arial"/>
            </a:endParaRPr>
          </a:p>
        </p:txBody>
      </p:sp>
    </p:spTree>
  </p:cSld>
</p:sldLayout>
</file>

<file path=ppt/slideLayouts/slideLayout3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106" name="PlaceHolder 1"/>
          <p:cNvSpPr>
            <a:spLocks noGrp="1"/>
          </p:cNvSpPr>
          <p:nvPr>
            <p:ph type="title"/>
          </p:nvPr>
        </p:nvSpPr>
        <p:spPr>
          <a:xfrm>
            <a:off x="0" y="347040"/>
            <a:ext cx="16251480" cy="1176480"/>
          </a:xfrm>
          <a:prstGeom prst="rect">
            <a:avLst/>
          </a:prstGeom>
          <a:noFill/>
          <a:ln w="0">
            <a:noFill/>
          </a:ln>
        </p:spPr>
        <p:txBody>
          <a:bodyPr lIns="0" rIns="0" tIns="0" bIns="0" anchor="ctr">
            <a:noAutofit/>
          </a:bodyPr>
          <a:p>
            <a:endParaRPr b="0" lang="en-US" sz="3200" spc="-1" strike="noStrike">
              <a:solidFill>
                <a:srgbClr val="000000"/>
              </a:solidFill>
              <a:latin typeface="Arial"/>
            </a:endParaRPr>
          </a:p>
        </p:txBody>
      </p:sp>
      <p:sp>
        <p:nvSpPr>
          <p:cNvPr id="107" name="PlaceHolder 2"/>
          <p:cNvSpPr>
            <a:spLocks noGrp="1"/>
          </p:cNvSpPr>
          <p:nvPr>
            <p:ph/>
          </p:nvPr>
        </p:nvSpPr>
        <p:spPr>
          <a:xfrm>
            <a:off x="812880" y="2133720"/>
            <a:ext cx="7139880" cy="2878200"/>
          </a:xfrm>
          <a:prstGeom prst="rect">
            <a:avLst/>
          </a:prstGeom>
          <a:noFill/>
          <a:ln w="0">
            <a:noFill/>
          </a:ln>
        </p:spPr>
        <p:txBody>
          <a:bodyPr lIns="0" rIns="0" tIns="0" bIns="0" anchor="t">
            <a:normAutofit/>
          </a:bodyPr>
          <a:p>
            <a:endParaRPr b="0" lang="en-US" sz="3200" spc="-1" strike="noStrike">
              <a:solidFill>
                <a:srgbClr val="00274c"/>
              </a:solidFill>
              <a:latin typeface="Arial"/>
            </a:endParaRPr>
          </a:p>
        </p:txBody>
      </p:sp>
      <p:sp>
        <p:nvSpPr>
          <p:cNvPr id="108" name="PlaceHolder 3"/>
          <p:cNvSpPr>
            <a:spLocks noGrp="1"/>
          </p:cNvSpPr>
          <p:nvPr>
            <p:ph/>
          </p:nvPr>
        </p:nvSpPr>
        <p:spPr>
          <a:xfrm>
            <a:off x="8310240" y="2133720"/>
            <a:ext cx="7139880" cy="2878200"/>
          </a:xfrm>
          <a:prstGeom prst="rect">
            <a:avLst/>
          </a:prstGeom>
          <a:noFill/>
          <a:ln w="0">
            <a:noFill/>
          </a:ln>
        </p:spPr>
        <p:txBody>
          <a:bodyPr lIns="0" rIns="0" tIns="0" bIns="0" anchor="t">
            <a:normAutofit/>
          </a:bodyPr>
          <a:p>
            <a:endParaRPr b="0" lang="en-US" sz="3200" spc="-1" strike="noStrike">
              <a:solidFill>
                <a:srgbClr val="00274c"/>
              </a:solidFill>
              <a:latin typeface="Arial"/>
            </a:endParaRPr>
          </a:p>
        </p:txBody>
      </p:sp>
      <p:sp>
        <p:nvSpPr>
          <p:cNvPr id="109" name="PlaceHolder 4"/>
          <p:cNvSpPr>
            <a:spLocks noGrp="1"/>
          </p:cNvSpPr>
          <p:nvPr>
            <p:ph/>
          </p:nvPr>
        </p:nvSpPr>
        <p:spPr>
          <a:xfrm>
            <a:off x="812880" y="5285880"/>
            <a:ext cx="14631480" cy="2878200"/>
          </a:xfrm>
          <a:prstGeom prst="rect">
            <a:avLst/>
          </a:prstGeom>
          <a:noFill/>
          <a:ln w="0">
            <a:noFill/>
          </a:ln>
        </p:spPr>
        <p:txBody>
          <a:bodyPr lIns="0" rIns="0" tIns="0" bIns="0" anchor="t">
            <a:normAutofit/>
          </a:bodyPr>
          <a:p>
            <a:endParaRPr b="0" lang="en-US" sz="3200" spc="-1" strike="noStrike">
              <a:solidFill>
                <a:srgbClr val="00274c"/>
              </a:solidFill>
              <a:latin typeface="Arial"/>
            </a:endParaRPr>
          </a:p>
        </p:txBody>
      </p:sp>
    </p:spTree>
  </p:cSld>
</p:sldLayout>
</file>

<file path=ppt/slideLayouts/slideLayout3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110" name="PlaceHolder 1"/>
          <p:cNvSpPr>
            <a:spLocks noGrp="1"/>
          </p:cNvSpPr>
          <p:nvPr>
            <p:ph type="title"/>
          </p:nvPr>
        </p:nvSpPr>
        <p:spPr>
          <a:xfrm>
            <a:off x="0" y="347040"/>
            <a:ext cx="16251480" cy="1176480"/>
          </a:xfrm>
          <a:prstGeom prst="rect">
            <a:avLst/>
          </a:prstGeom>
          <a:noFill/>
          <a:ln w="0">
            <a:noFill/>
          </a:ln>
        </p:spPr>
        <p:txBody>
          <a:bodyPr lIns="0" rIns="0" tIns="0" bIns="0" anchor="ctr">
            <a:noAutofit/>
          </a:bodyPr>
          <a:p>
            <a:endParaRPr b="0" lang="en-US" sz="3200" spc="-1" strike="noStrike">
              <a:solidFill>
                <a:srgbClr val="000000"/>
              </a:solidFill>
              <a:latin typeface="Arial"/>
            </a:endParaRPr>
          </a:p>
        </p:txBody>
      </p:sp>
      <p:sp>
        <p:nvSpPr>
          <p:cNvPr id="111" name="PlaceHolder 2"/>
          <p:cNvSpPr>
            <a:spLocks noGrp="1"/>
          </p:cNvSpPr>
          <p:nvPr>
            <p:ph/>
          </p:nvPr>
        </p:nvSpPr>
        <p:spPr>
          <a:xfrm>
            <a:off x="812880" y="2133720"/>
            <a:ext cx="14631480" cy="2878200"/>
          </a:xfrm>
          <a:prstGeom prst="rect">
            <a:avLst/>
          </a:prstGeom>
          <a:noFill/>
          <a:ln w="0">
            <a:noFill/>
          </a:ln>
        </p:spPr>
        <p:txBody>
          <a:bodyPr lIns="0" rIns="0" tIns="0" bIns="0" anchor="t">
            <a:normAutofit/>
          </a:bodyPr>
          <a:p>
            <a:endParaRPr b="0" lang="en-US" sz="3200" spc="-1" strike="noStrike">
              <a:solidFill>
                <a:srgbClr val="00274c"/>
              </a:solidFill>
              <a:latin typeface="Arial"/>
            </a:endParaRPr>
          </a:p>
        </p:txBody>
      </p:sp>
      <p:sp>
        <p:nvSpPr>
          <p:cNvPr id="112" name="PlaceHolder 3"/>
          <p:cNvSpPr>
            <a:spLocks noGrp="1"/>
          </p:cNvSpPr>
          <p:nvPr>
            <p:ph/>
          </p:nvPr>
        </p:nvSpPr>
        <p:spPr>
          <a:xfrm>
            <a:off x="812880" y="5285880"/>
            <a:ext cx="14631480" cy="2878200"/>
          </a:xfrm>
          <a:prstGeom prst="rect">
            <a:avLst/>
          </a:prstGeom>
          <a:noFill/>
          <a:ln w="0">
            <a:noFill/>
          </a:ln>
        </p:spPr>
        <p:txBody>
          <a:bodyPr lIns="0" rIns="0" tIns="0" bIns="0" anchor="t">
            <a:normAutofit/>
          </a:bodyPr>
          <a:p>
            <a:endParaRPr b="0" lang="en-US" sz="3200" spc="-1" strike="noStrike">
              <a:solidFill>
                <a:srgbClr val="00274c"/>
              </a:solidFill>
              <a:latin typeface="Arial"/>
            </a:endParaRPr>
          </a:p>
        </p:txBody>
      </p:sp>
    </p:spTree>
  </p:cSld>
</p:sldLayout>
</file>

<file path=ppt/slideLayouts/slideLayout3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113" name="PlaceHolder 1"/>
          <p:cNvSpPr>
            <a:spLocks noGrp="1"/>
          </p:cNvSpPr>
          <p:nvPr>
            <p:ph type="title"/>
          </p:nvPr>
        </p:nvSpPr>
        <p:spPr>
          <a:xfrm>
            <a:off x="0" y="347040"/>
            <a:ext cx="16251480" cy="1176480"/>
          </a:xfrm>
          <a:prstGeom prst="rect">
            <a:avLst/>
          </a:prstGeom>
          <a:noFill/>
          <a:ln w="0">
            <a:noFill/>
          </a:ln>
        </p:spPr>
        <p:txBody>
          <a:bodyPr lIns="0" rIns="0" tIns="0" bIns="0" anchor="ctr">
            <a:noAutofit/>
          </a:bodyPr>
          <a:p>
            <a:endParaRPr b="0" lang="en-US" sz="3200" spc="-1" strike="noStrike">
              <a:solidFill>
                <a:srgbClr val="000000"/>
              </a:solidFill>
              <a:latin typeface="Arial"/>
            </a:endParaRPr>
          </a:p>
        </p:txBody>
      </p:sp>
      <p:sp>
        <p:nvSpPr>
          <p:cNvPr id="114" name="PlaceHolder 2"/>
          <p:cNvSpPr>
            <a:spLocks noGrp="1"/>
          </p:cNvSpPr>
          <p:nvPr>
            <p:ph/>
          </p:nvPr>
        </p:nvSpPr>
        <p:spPr>
          <a:xfrm>
            <a:off x="812880" y="2133720"/>
            <a:ext cx="7139880" cy="2878200"/>
          </a:xfrm>
          <a:prstGeom prst="rect">
            <a:avLst/>
          </a:prstGeom>
          <a:noFill/>
          <a:ln w="0">
            <a:noFill/>
          </a:ln>
        </p:spPr>
        <p:txBody>
          <a:bodyPr lIns="0" rIns="0" tIns="0" bIns="0" anchor="t">
            <a:normAutofit/>
          </a:bodyPr>
          <a:p>
            <a:endParaRPr b="0" lang="en-US" sz="3200" spc="-1" strike="noStrike">
              <a:solidFill>
                <a:srgbClr val="00274c"/>
              </a:solidFill>
              <a:latin typeface="Arial"/>
            </a:endParaRPr>
          </a:p>
        </p:txBody>
      </p:sp>
      <p:sp>
        <p:nvSpPr>
          <p:cNvPr id="115" name="PlaceHolder 3"/>
          <p:cNvSpPr>
            <a:spLocks noGrp="1"/>
          </p:cNvSpPr>
          <p:nvPr>
            <p:ph/>
          </p:nvPr>
        </p:nvSpPr>
        <p:spPr>
          <a:xfrm>
            <a:off x="8310240" y="2133720"/>
            <a:ext cx="7139880" cy="2878200"/>
          </a:xfrm>
          <a:prstGeom prst="rect">
            <a:avLst/>
          </a:prstGeom>
          <a:noFill/>
          <a:ln w="0">
            <a:noFill/>
          </a:ln>
        </p:spPr>
        <p:txBody>
          <a:bodyPr lIns="0" rIns="0" tIns="0" bIns="0" anchor="t">
            <a:normAutofit/>
          </a:bodyPr>
          <a:p>
            <a:endParaRPr b="0" lang="en-US" sz="3200" spc="-1" strike="noStrike">
              <a:solidFill>
                <a:srgbClr val="00274c"/>
              </a:solidFill>
              <a:latin typeface="Arial"/>
            </a:endParaRPr>
          </a:p>
        </p:txBody>
      </p:sp>
      <p:sp>
        <p:nvSpPr>
          <p:cNvPr id="116" name="PlaceHolder 4"/>
          <p:cNvSpPr>
            <a:spLocks noGrp="1"/>
          </p:cNvSpPr>
          <p:nvPr>
            <p:ph/>
          </p:nvPr>
        </p:nvSpPr>
        <p:spPr>
          <a:xfrm>
            <a:off x="812880" y="5285880"/>
            <a:ext cx="7139880" cy="2878200"/>
          </a:xfrm>
          <a:prstGeom prst="rect">
            <a:avLst/>
          </a:prstGeom>
          <a:noFill/>
          <a:ln w="0">
            <a:noFill/>
          </a:ln>
        </p:spPr>
        <p:txBody>
          <a:bodyPr lIns="0" rIns="0" tIns="0" bIns="0" anchor="t">
            <a:normAutofit/>
          </a:bodyPr>
          <a:p>
            <a:endParaRPr b="0" lang="en-US" sz="3200" spc="-1" strike="noStrike">
              <a:solidFill>
                <a:srgbClr val="00274c"/>
              </a:solidFill>
              <a:latin typeface="Arial"/>
            </a:endParaRPr>
          </a:p>
        </p:txBody>
      </p:sp>
      <p:sp>
        <p:nvSpPr>
          <p:cNvPr id="117" name="PlaceHolder 5"/>
          <p:cNvSpPr>
            <a:spLocks noGrp="1"/>
          </p:cNvSpPr>
          <p:nvPr>
            <p:ph/>
          </p:nvPr>
        </p:nvSpPr>
        <p:spPr>
          <a:xfrm>
            <a:off x="8310240" y="5285880"/>
            <a:ext cx="7139880" cy="2878200"/>
          </a:xfrm>
          <a:prstGeom prst="rect">
            <a:avLst/>
          </a:prstGeom>
          <a:noFill/>
          <a:ln w="0">
            <a:noFill/>
          </a:ln>
        </p:spPr>
        <p:txBody>
          <a:bodyPr lIns="0" rIns="0" tIns="0" bIns="0" anchor="t">
            <a:normAutofit/>
          </a:bodyPr>
          <a:p>
            <a:endParaRPr b="0" lang="en-US" sz="3200" spc="-1" strike="noStrike">
              <a:solidFill>
                <a:srgbClr val="00274c"/>
              </a:solidFill>
              <a:latin typeface="Arial"/>
            </a:endParaRPr>
          </a:p>
        </p:txBody>
      </p:sp>
    </p:spTree>
  </p:cSld>
</p:sldLayout>
</file>

<file path=ppt/slideLayouts/slideLayout3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118" name="PlaceHolder 1"/>
          <p:cNvSpPr>
            <a:spLocks noGrp="1"/>
          </p:cNvSpPr>
          <p:nvPr>
            <p:ph type="title"/>
          </p:nvPr>
        </p:nvSpPr>
        <p:spPr>
          <a:xfrm>
            <a:off x="0" y="347040"/>
            <a:ext cx="16251480" cy="1176480"/>
          </a:xfrm>
          <a:prstGeom prst="rect">
            <a:avLst/>
          </a:prstGeom>
          <a:noFill/>
          <a:ln w="0">
            <a:noFill/>
          </a:ln>
        </p:spPr>
        <p:txBody>
          <a:bodyPr lIns="0" rIns="0" tIns="0" bIns="0" anchor="ctr">
            <a:noAutofit/>
          </a:bodyPr>
          <a:p>
            <a:endParaRPr b="0" lang="en-US" sz="3200" spc="-1" strike="noStrike">
              <a:solidFill>
                <a:srgbClr val="000000"/>
              </a:solidFill>
              <a:latin typeface="Arial"/>
            </a:endParaRPr>
          </a:p>
        </p:txBody>
      </p:sp>
      <p:sp>
        <p:nvSpPr>
          <p:cNvPr id="119" name="PlaceHolder 2"/>
          <p:cNvSpPr>
            <a:spLocks noGrp="1"/>
          </p:cNvSpPr>
          <p:nvPr>
            <p:ph/>
          </p:nvPr>
        </p:nvSpPr>
        <p:spPr>
          <a:xfrm>
            <a:off x="812880" y="2133720"/>
            <a:ext cx="4710960" cy="2878200"/>
          </a:xfrm>
          <a:prstGeom prst="rect">
            <a:avLst/>
          </a:prstGeom>
          <a:noFill/>
          <a:ln w="0">
            <a:noFill/>
          </a:ln>
        </p:spPr>
        <p:txBody>
          <a:bodyPr lIns="0" rIns="0" tIns="0" bIns="0" anchor="t">
            <a:normAutofit/>
          </a:bodyPr>
          <a:p>
            <a:endParaRPr b="0" lang="en-US" sz="3200" spc="-1" strike="noStrike">
              <a:solidFill>
                <a:srgbClr val="00274c"/>
              </a:solidFill>
              <a:latin typeface="Arial"/>
            </a:endParaRPr>
          </a:p>
        </p:txBody>
      </p:sp>
      <p:sp>
        <p:nvSpPr>
          <p:cNvPr id="120" name="PlaceHolder 3"/>
          <p:cNvSpPr>
            <a:spLocks noGrp="1"/>
          </p:cNvSpPr>
          <p:nvPr>
            <p:ph/>
          </p:nvPr>
        </p:nvSpPr>
        <p:spPr>
          <a:xfrm>
            <a:off x="5759640" y="2133720"/>
            <a:ext cx="4710960" cy="2878200"/>
          </a:xfrm>
          <a:prstGeom prst="rect">
            <a:avLst/>
          </a:prstGeom>
          <a:noFill/>
          <a:ln w="0">
            <a:noFill/>
          </a:ln>
        </p:spPr>
        <p:txBody>
          <a:bodyPr lIns="0" rIns="0" tIns="0" bIns="0" anchor="t">
            <a:normAutofit/>
          </a:bodyPr>
          <a:p>
            <a:endParaRPr b="0" lang="en-US" sz="3200" spc="-1" strike="noStrike">
              <a:solidFill>
                <a:srgbClr val="00274c"/>
              </a:solidFill>
              <a:latin typeface="Arial"/>
            </a:endParaRPr>
          </a:p>
        </p:txBody>
      </p:sp>
      <p:sp>
        <p:nvSpPr>
          <p:cNvPr id="121" name="PlaceHolder 4"/>
          <p:cNvSpPr>
            <a:spLocks noGrp="1"/>
          </p:cNvSpPr>
          <p:nvPr>
            <p:ph/>
          </p:nvPr>
        </p:nvSpPr>
        <p:spPr>
          <a:xfrm>
            <a:off x="10706760" y="2133720"/>
            <a:ext cx="4710960" cy="2878200"/>
          </a:xfrm>
          <a:prstGeom prst="rect">
            <a:avLst/>
          </a:prstGeom>
          <a:noFill/>
          <a:ln w="0">
            <a:noFill/>
          </a:ln>
        </p:spPr>
        <p:txBody>
          <a:bodyPr lIns="0" rIns="0" tIns="0" bIns="0" anchor="t">
            <a:normAutofit/>
          </a:bodyPr>
          <a:p>
            <a:endParaRPr b="0" lang="en-US" sz="3200" spc="-1" strike="noStrike">
              <a:solidFill>
                <a:srgbClr val="00274c"/>
              </a:solidFill>
              <a:latin typeface="Arial"/>
            </a:endParaRPr>
          </a:p>
        </p:txBody>
      </p:sp>
      <p:sp>
        <p:nvSpPr>
          <p:cNvPr id="122" name="PlaceHolder 5"/>
          <p:cNvSpPr>
            <a:spLocks noGrp="1"/>
          </p:cNvSpPr>
          <p:nvPr>
            <p:ph/>
          </p:nvPr>
        </p:nvSpPr>
        <p:spPr>
          <a:xfrm>
            <a:off x="812880" y="5285880"/>
            <a:ext cx="4710960" cy="2878200"/>
          </a:xfrm>
          <a:prstGeom prst="rect">
            <a:avLst/>
          </a:prstGeom>
          <a:noFill/>
          <a:ln w="0">
            <a:noFill/>
          </a:ln>
        </p:spPr>
        <p:txBody>
          <a:bodyPr lIns="0" rIns="0" tIns="0" bIns="0" anchor="t">
            <a:normAutofit/>
          </a:bodyPr>
          <a:p>
            <a:endParaRPr b="0" lang="en-US" sz="3200" spc="-1" strike="noStrike">
              <a:solidFill>
                <a:srgbClr val="00274c"/>
              </a:solidFill>
              <a:latin typeface="Arial"/>
            </a:endParaRPr>
          </a:p>
        </p:txBody>
      </p:sp>
      <p:sp>
        <p:nvSpPr>
          <p:cNvPr id="123" name="PlaceHolder 6"/>
          <p:cNvSpPr>
            <a:spLocks noGrp="1"/>
          </p:cNvSpPr>
          <p:nvPr>
            <p:ph/>
          </p:nvPr>
        </p:nvSpPr>
        <p:spPr>
          <a:xfrm>
            <a:off x="5759640" y="5285880"/>
            <a:ext cx="4710960" cy="2878200"/>
          </a:xfrm>
          <a:prstGeom prst="rect">
            <a:avLst/>
          </a:prstGeom>
          <a:noFill/>
          <a:ln w="0">
            <a:noFill/>
          </a:ln>
        </p:spPr>
        <p:txBody>
          <a:bodyPr lIns="0" rIns="0" tIns="0" bIns="0" anchor="t">
            <a:normAutofit/>
          </a:bodyPr>
          <a:p>
            <a:endParaRPr b="0" lang="en-US" sz="3200" spc="-1" strike="noStrike">
              <a:solidFill>
                <a:srgbClr val="00274c"/>
              </a:solidFill>
              <a:latin typeface="Arial"/>
            </a:endParaRPr>
          </a:p>
        </p:txBody>
      </p:sp>
      <p:sp>
        <p:nvSpPr>
          <p:cNvPr id="124" name="PlaceHolder 7"/>
          <p:cNvSpPr>
            <a:spLocks noGrp="1"/>
          </p:cNvSpPr>
          <p:nvPr>
            <p:ph/>
          </p:nvPr>
        </p:nvSpPr>
        <p:spPr>
          <a:xfrm>
            <a:off x="10706760" y="5285880"/>
            <a:ext cx="4710960" cy="2878200"/>
          </a:xfrm>
          <a:prstGeom prst="rect">
            <a:avLst/>
          </a:prstGeom>
          <a:noFill/>
          <a:ln w="0">
            <a:noFill/>
          </a:ln>
        </p:spPr>
        <p:txBody>
          <a:bodyPr lIns="0" rIns="0" tIns="0" bIns="0" anchor="t">
            <a:normAutofit/>
          </a:bodyPr>
          <a:p>
            <a:endParaRPr b="0" lang="en-US" sz="3200" spc="-1" strike="noStrike">
              <a:solidFill>
                <a:srgbClr val="00274c"/>
              </a:solidFill>
              <a:latin typeface="Arial"/>
            </a:endParaRPr>
          </a:p>
        </p:txBody>
      </p:sp>
    </p:spTree>
  </p:cSld>
</p:sldLayout>
</file>

<file path=ppt/slideLayouts/slideLayout3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Tree>
  </p:cSld>
</p:sldLayout>
</file>

<file path=ppt/slideLayouts/slideLayout3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135" name="PlaceHolder 1"/>
          <p:cNvSpPr>
            <a:spLocks noGrp="1"/>
          </p:cNvSpPr>
          <p:nvPr>
            <p:ph type="title"/>
          </p:nvPr>
        </p:nvSpPr>
        <p:spPr>
          <a:xfrm>
            <a:off x="0" y="347040"/>
            <a:ext cx="16251480" cy="1176480"/>
          </a:xfrm>
          <a:prstGeom prst="rect">
            <a:avLst/>
          </a:prstGeom>
          <a:noFill/>
          <a:ln w="0">
            <a:noFill/>
          </a:ln>
        </p:spPr>
        <p:txBody>
          <a:bodyPr lIns="0" rIns="0" tIns="0" bIns="0" anchor="ctr">
            <a:noAutofit/>
          </a:bodyPr>
          <a:p>
            <a:endParaRPr b="0" lang="en-US" sz="3200" spc="-1" strike="noStrike">
              <a:solidFill>
                <a:srgbClr val="000000"/>
              </a:solidFill>
              <a:latin typeface="Arial"/>
            </a:endParaRPr>
          </a:p>
        </p:txBody>
      </p:sp>
      <p:sp>
        <p:nvSpPr>
          <p:cNvPr id="136" name="PlaceHolder 2"/>
          <p:cNvSpPr>
            <a:spLocks noGrp="1"/>
          </p:cNvSpPr>
          <p:nvPr>
            <p:ph type="subTitle"/>
          </p:nvPr>
        </p:nvSpPr>
        <p:spPr>
          <a:xfrm>
            <a:off x="812880" y="2133720"/>
            <a:ext cx="14631480" cy="6034320"/>
          </a:xfrm>
          <a:prstGeom prst="rect">
            <a:avLst/>
          </a:prstGeom>
          <a:noFill/>
          <a:ln w="0">
            <a:noFill/>
          </a:ln>
        </p:spPr>
        <p:txBody>
          <a:bodyPr lIns="0" rIns="0" tIns="0" bIns="0" anchor="ctr">
            <a:noAutofit/>
          </a:bodyPr>
          <a:p>
            <a:pPr algn="ctr"/>
            <a:endParaRPr b="0" lang="en-US" sz="3200" spc="-1" strike="noStrike">
              <a:latin typeface="Arial"/>
            </a:endParaRPr>
          </a:p>
        </p:txBody>
      </p:sp>
    </p:spTree>
  </p:cSld>
</p:sldLayout>
</file>

<file path=ppt/slideLayouts/slideLayout3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137" name="PlaceHolder 1"/>
          <p:cNvSpPr>
            <a:spLocks noGrp="1"/>
          </p:cNvSpPr>
          <p:nvPr>
            <p:ph type="title"/>
          </p:nvPr>
        </p:nvSpPr>
        <p:spPr>
          <a:xfrm>
            <a:off x="0" y="347040"/>
            <a:ext cx="16251480" cy="1176480"/>
          </a:xfrm>
          <a:prstGeom prst="rect">
            <a:avLst/>
          </a:prstGeom>
          <a:noFill/>
          <a:ln w="0">
            <a:noFill/>
          </a:ln>
        </p:spPr>
        <p:txBody>
          <a:bodyPr lIns="0" rIns="0" tIns="0" bIns="0" anchor="ctr">
            <a:noAutofit/>
          </a:bodyPr>
          <a:p>
            <a:endParaRPr b="0" lang="en-US" sz="3200" spc="-1" strike="noStrike">
              <a:solidFill>
                <a:srgbClr val="000000"/>
              </a:solidFill>
              <a:latin typeface="Arial"/>
            </a:endParaRPr>
          </a:p>
        </p:txBody>
      </p:sp>
      <p:sp>
        <p:nvSpPr>
          <p:cNvPr id="138" name="PlaceHolder 2"/>
          <p:cNvSpPr>
            <a:spLocks noGrp="1"/>
          </p:cNvSpPr>
          <p:nvPr>
            <p:ph/>
          </p:nvPr>
        </p:nvSpPr>
        <p:spPr>
          <a:xfrm>
            <a:off x="812880" y="2133720"/>
            <a:ext cx="14631480" cy="6034320"/>
          </a:xfrm>
          <a:prstGeom prst="rect">
            <a:avLst/>
          </a:prstGeom>
          <a:noFill/>
          <a:ln w="0">
            <a:noFill/>
          </a:ln>
        </p:spPr>
        <p:txBody>
          <a:bodyPr lIns="0" rIns="0" tIns="0" bIns="0" anchor="t">
            <a:normAutofit/>
          </a:bodyPr>
          <a:p>
            <a:endParaRPr b="0" lang="en-US" sz="3200" spc="-1" strike="noStrike">
              <a:solidFill>
                <a:srgbClr val="00274c"/>
              </a:solidFill>
              <a:latin typeface="Arial"/>
            </a:endParaRPr>
          </a:p>
        </p:txBody>
      </p:sp>
    </p:spTree>
  </p:cSld>
</p:sldLayout>
</file>

<file path=ppt/slideLayouts/slideLayout4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139" name="PlaceHolder 1"/>
          <p:cNvSpPr>
            <a:spLocks noGrp="1"/>
          </p:cNvSpPr>
          <p:nvPr>
            <p:ph type="title"/>
          </p:nvPr>
        </p:nvSpPr>
        <p:spPr>
          <a:xfrm>
            <a:off x="0" y="347040"/>
            <a:ext cx="16251480" cy="1176480"/>
          </a:xfrm>
          <a:prstGeom prst="rect">
            <a:avLst/>
          </a:prstGeom>
          <a:noFill/>
          <a:ln w="0">
            <a:noFill/>
          </a:ln>
        </p:spPr>
        <p:txBody>
          <a:bodyPr lIns="0" rIns="0" tIns="0" bIns="0" anchor="ctr">
            <a:noAutofit/>
          </a:bodyPr>
          <a:p>
            <a:endParaRPr b="0" lang="en-US" sz="3200" spc="-1" strike="noStrike">
              <a:solidFill>
                <a:srgbClr val="000000"/>
              </a:solidFill>
              <a:latin typeface="Arial"/>
            </a:endParaRPr>
          </a:p>
        </p:txBody>
      </p:sp>
      <p:sp>
        <p:nvSpPr>
          <p:cNvPr id="140" name="PlaceHolder 2"/>
          <p:cNvSpPr>
            <a:spLocks noGrp="1"/>
          </p:cNvSpPr>
          <p:nvPr>
            <p:ph/>
          </p:nvPr>
        </p:nvSpPr>
        <p:spPr>
          <a:xfrm>
            <a:off x="812880" y="2133720"/>
            <a:ext cx="7139880" cy="6034320"/>
          </a:xfrm>
          <a:prstGeom prst="rect">
            <a:avLst/>
          </a:prstGeom>
          <a:noFill/>
          <a:ln w="0">
            <a:noFill/>
          </a:ln>
        </p:spPr>
        <p:txBody>
          <a:bodyPr lIns="0" rIns="0" tIns="0" bIns="0" anchor="t">
            <a:normAutofit/>
          </a:bodyPr>
          <a:p>
            <a:endParaRPr b="0" lang="en-US" sz="3200" spc="-1" strike="noStrike">
              <a:solidFill>
                <a:srgbClr val="00274c"/>
              </a:solidFill>
              <a:latin typeface="Arial"/>
            </a:endParaRPr>
          </a:p>
        </p:txBody>
      </p:sp>
      <p:sp>
        <p:nvSpPr>
          <p:cNvPr id="141" name="PlaceHolder 3"/>
          <p:cNvSpPr>
            <a:spLocks noGrp="1"/>
          </p:cNvSpPr>
          <p:nvPr>
            <p:ph/>
          </p:nvPr>
        </p:nvSpPr>
        <p:spPr>
          <a:xfrm>
            <a:off x="8310240" y="2133720"/>
            <a:ext cx="7139880" cy="6034320"/>
          </a:xfrm>
          <a:prstGeom prst="rect">
            <a:avLst/>
          </a:prstGeom>
          <a:noFill/>
          <a:ln w="0">
            <a:noFill/>
          </a:ln>
        </p:spPr>
        <p:txBody>
          <a:bodyPr lIns="0" rIns="0" tIns="0" bIns="0" anchor="t">
            <a:normAutofit/>
          </a:bodyPr>
          <a:p>
            <a:endParaRPr b="0" lang="en-US" sz="3200" spc="-1" strike="noStrike">
              <a:solidFill>
                <a:srgbClr val="00274c"/>
              </a:solidFill>
              <a:latin typeface="Arial"/>
            </a:endParaRPr>
          </a:p>
        </p:txBody>
      </p:sp>
    </p:spTree>
  </p:cSld>
</p:sldLayout>
</file>

<file path=ppt/slideLayouts/slideLayout4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142" name="PlaceHolder 1"/>
          <p:cNvSpPr>
            <a:spLocks noGrp="1"/>
          </p:cNvSpPr>
          <p:nvPr>
            <p:ph type="title"/>
          </p:nvPr>
        </p:nvSpPr>
        <p:spPr>
          <a:xfrm>
            <a:off x="0" y="347040"/>
            <a:ext cx="16251480" cy="1176480"/>
          </a:xfrm>
          <a:prstGeom prst="rect">
            <a:avLst/>
          </a:prstGeom>
          <a:noFill/>
          <a:ln w="0">
            <a:noFill/>
          </a:ln>
        </p:spPr>
        <p:txBody>
          <a:bodyPr lIns="0" rIns="0" tIns="0" bIns="0" anchor="ctr">
            <a:noAutofit/>
          </a:bodyPr>
          <a:p>
            <a:endParaRPr b="0" lang="en-US" sz="3200" spc="-1" strike="noStrike">
              <a:solidFill>
                <a:srgbClr val="000000"/>
              </a:solidFill>
              <a:latin typeface="Arial"/>
            </a:endParaRPr>
          </a:p>
        </p:txBody>
      </p:sp>
    </p:spTree>
  </p:cSld>
</p:sldLayout>
</file>

<file path=ppt/slideLayouts/slideLayout4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43" name="PlaceHolder 1"/>
          <p:cNvSpPr>
            <a:spLocks noGrp="1"/>
          </p:cNvSpPr>
          <p:nvPr>
            <p:ph type="subTitle"/>
          </p:nvPr>
        </p:nvSpPr>
        <p:spPr>
          <a:xfrm>
            <a:off x="0" y="347040"/>
            <a:ext cx="16251480" cy="5454720"/>
          </a:xfrm>
          <a:prstGeom prst="rect">
            <a:avLst/>
          </a:prstGeom>
          <a:noFill/>
          <a:ln w="0">
            <a:noFill/>
          </a:ln>
        </p:spPr>
        <p:txBody>
          <a:bodyPr lIns="0" rIns="0" tIns="0" bIns="0" anchor="ctr">
            <a:noAutofit/>
          </a:bodyPr>
          <a:p>
            <a:pPr algn="ctr"/>
            <a:endParaRPr b="0" lang="en-US" sz="3200" spc="-1" strike="noStrike">
              <a:latin typeface="Arial"/>
            </a:endParaRPr>
          </a:p>
        </p:txBody>
      </p:sp>
    </p:spTree>
  </p:cSld>
</p:sldLayout>
</file>

<file path=ppt/slideLayouts/slideLayout4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144" name="PlaceHolder 1"/>
          <p:cNvSpPr>
            <a:spLocks noGrp="1"/>
          </p:cNvSpPr>
          <p:nvPr>
            <p:ph type="title"/>
          </p:nvPr>
        </p:nvSpPr>
        <p:spPr>
          <a:xfrm>
            <a:off x="0" y="347040"/>
            <a:ext cx="16251480" cy="1176480"/>
          </a:xfrm>
          <a:prstGeom prst="rect">
            <a:avLst/>
          </a:prstGeom>
          <a:noFill/>
          <a:ln w="0">
            <a:noFill/>
          </a:ln>
        </p:spPr>
        <p:txBody>
          <a:bodyPr lIns="0" rIns="0" tIns="0" bIns="0" anchor="ctr">
            <a:noAutofit/>
          </a:bodyPr>
          <a:p>
            <a:endParaRPr b="0" lang="en-US" sz="3200" spc="-1" strike="noStrike">
              <a:solidFill>
                <a:srgbClr val="000000"/>
              </a:solidFill>
              <a:latin typeface="Arial"/>
            </a:endParaRPr>
          </a:p>
        </p:txBody>
      </p:sp>
      <p:sp>
        <p:nvSpPr>
          <p:cNvPr id="145" name="PlaceHolder 2"/>
          <p:cNvSpPr>
            <a:spLocks noGrp="1"/>
          </p:cNvSpPr>
          <p:nvPr>
            <p:ph/>
          </p:nvPr>
        </p:nvSpPr>
        <p:spPr>
          <a:xfrm>
            <a:off x="812880" y="2133720"/>
            <a:ext cx="7139880" cy="2878200"/>
          </a:xfrm>
          <a:prstGeom prst="rect">
            <a:avLst/>
          </a:prstGeom>
          <a:noFill/>
          <a:ln w="0">
            <a:noFill/>
          </a:ln>
        </p:spPr>
        <p:txBody>
          <a:bodyPr lIns="0" rIns="0" tIns="0" bIns="0" anchor="t">
            <a:normAutofit/>
          </a:bodyPr>
          <a:p>
            <a:endParaRPr b="0" lang="en-US" sz="3200" spc="-1" strike="noStrike">
              <a:solidFill>
                <a:srgbClr val="00274c"/>
              </a:solidFill>
              <a:latin typeface="Arial"/>
            </a:endParaRPr>
          </a:p>
        </p:txBody>
      </p:sp>
      <p:sp>
        <p:nvSpPr>
          <p:cNvPr id="146" name="PlaceHolder 3"/>
          <p:cNvSpPr>
            <a:spLocks noGrp="1"/>
          </p:cNvSpPr>
          <p:nvPr>
            <p:ph/>
          </p:nvPr>
        </p:nvSpPr>
        <p:spPr>
          <a:xfrm>
            <a:off x="8310240" y="2133720"/>
            <a:ext cx="7139880" cy="6034320"/>
          </a:xfrm>
          <a:prstGeom prst="rect">
            <a:avLst/>
          </a:prstGeom>
          <a:noFill/>
          <a:ln w="0">
            <a:noFill/>
          </a:ln>
        </p:spPr>
        <p:txBody>
          <a:bodyPr lIns="0" rIns="0" tIns="0" bIns="0" anchor="t">
            <a:normAutofit/>
          </a:bodyPr>
          <a:p>
            <a:endParaRPr b="0" lang="en-US" sz="3200" spc="-1" strike="noStrike">
              <a:solidFill>
                <a:srgbClr val="00274c"/>
              </a:solidFill>
              <a:latin typeface="Arial"/>
            </a:endParaRPr>
          </a:p>
        </p:txBody>
      </p:sp>
      <p:sp>
        <p:nvSpPr>
          <p:cNvPr id="147" name="PlaceHolder 4"/>
          <p:cNvSpPr>
            <a:spLocks noGrp="1"/>
          </p:cNvSpPr>
          <p:nvPr>
            <p:ph/>
          </p:nvPr>
        </p:nvSpPr>
        <p:spPr>
          <a:xfrm>
            <a:off x="812880" y="5285880"/>
            <a:ext cx="7139880" cy="2878200"/>
          </a:xfrm>
          <a:prstGeom prst="rect">
            <a:avLst/>
          </a:prstGeom>
          <a:noFill/>
          <a:ln w="0">
            <a:noFill/>
          </a:ln>
        </p:spPr>
        <p:txBody>
          <a:bodyPr lIns="0" rIns="0" tIns="0" bIns="0" anchor="t">
            <a:normAutofit/>
          </a:bodyPr>
          <a:p>
            <a:endParaRPr b="0" lang="en-US" sz="3200" spc="-1" strike="noStrike">
              <a:solidFill>
                <a:srgbClr val="00274c"/>
              </a:solidFill>
              <a:latin typeface="Arial"/>
            </a:endParaRPr>
          </a:p>
        </p:txBody>
      </p:sp>
    </p:spTree>
  </p:cSld>
</p:sldLayout>
</file>

<file path=ppt/slideLayouts/slideLayout4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148" name="PlaceHolder 1"/>
          <p:cNvSpPr>
            <a:spLocks noGrp="1"/>
          </p:cNvSpPr>
          <p:nvPr>
            <p:ph type="title"/>
          </p:nvPr>
        </p:nvSpPr>
        <p:spPr>
          <a:xfrm>
            <a:off x="0" y="347040"/>
            <a:ext cx="16251480" cy="1176480"/>
          </a:xfrm>
          <a:prstGeom prst="rect">
            <a:avLst/>
          </a:prstGeom>
          <a:noFill/>
          <a:ln w="0">
            <a:noFill/>
          </a:ln>
        </p:spPr>
        <p:txBody>
          <a:bodyPr lIns="0" rIns="0" tIns="0" bIns="0" anchor="ctr">
            <a:noAutofit/>
          </a:bodyPr>
          <a:p>
            <a:endParaRPr b="0" lang="en-US" sz="3200" spc="-1" strike="noStrike">
              <a:solidFill>
                <a:srgbClr val="000000"/>
              </a:solidFill>
              <a:latin typeface="Arial"/>
            </a:endParaRPr>
          </a:p>
        </p:txBody>
      </p:sp>
      <p:sp>
        <p:nvSpPr>
          <p:cNvPr id="149" name="PlaceHolder 2"/>
          <p:cNvSpPr>
            <a:spLocks noGrp="1"/>
          </p:cNvSpPr>
          <p:nvPr>
            <p:ph/>
          </p:nvPr>
        </p:nvSpPr>
        <p:spPr>
          <a:xfrm>
            <a:off x="812880" y="2133720"/>
            <a:ext cx="7139880" cy="6034320"/>
          </a:xfrm>
          <a:prstGeom prst="rect">
            <a:avLst/>
          </a:prstGeom>
          <a:noFill/>
          <a:ln w="0">
            <a:noFill/>
          </a:ln>
        </p:spPr>
        <p:txBody>
          <a:bodyPr lIns="0" rIns="0" tIns="0" bIns="0" anchor="t">
            <a:normAutofit/>
          </a:bodyPr>
          <a:p>
            <a:endParaRPr b="0" lang="en-US" sz="3200" spc="-1" strike="noStrike">
              <a:solidFill>
                <a:srgbClr val="00274c"/>
              </a:solidFill>
              <a:latin typeface="Arial"/>
            </a:endParaRPr>
          </a:p>
        </p:txBody>
      </p:sp>
      <p:sp>
        <p:nvSpPr>
          <p:cNvPr id="150" name="PlaceHolder 3"/>
          <p:cNvSpPr>
            <a:spLocks noGrp="1"/>
          </p:cNvSpPr>
          <p:nvPr>
            <p:ph/>
          </p:nvPr>
        </p:nvSpPr>
        <p:spPr>
          <a:xfrm>
            <a:off x="8310240" y="2133720"/>
            <a:ext cx="7139880" cy="2878200"/>
          </a:xfrm>
          <a:prstGeom prst="rect">
            <a:avLst/>
          </a:prstGeom>
          <a:noFill/>
          <a:ln w="0">
            <a:noFill/>
          </a:ln>
        </p:spPr>
        <p:txBody>
          <a:bodyPr lIns="0" rIns="0" tIns="0" bIns="0" anchor="t">
            <a:normAutofit/>
          </a:bodyPr>
          <a:p>
            <a:endParaRPr b="0" lang="en-US" sz="3200" spc="-1" strike="noStrike">
              <a:solidFill>
                <a:srgbClr val="00274c"/>
              </a:solidFill>
              <a:latin typeface="Arial"/>
            </a:endParaRPr>
          </a:p>
        </p:txBody>
      </p:sp>
      <p:sp>
        <p:nvSpPr>
          <p:cNvPr id="151" name="PlaceHolder 4"/>
          <p:cNvSpPr>
            <a:spLocks noGrp="1"/>
          </p:cNvSpPr>
          <p:nvPr>
            <p:ph/>
          </p:nvPr>
        </p:nvSpPr>
        <p:spPr>
          <a:xfrm>
            <a:off x="8310240" y="5285880"/>
            <a:ext cx="7139880" cy="2878200"/>
          </a:xfrm>
          <a:prstGeom prst="rect">
            <a:avLst/>
          </a:prstGeom>
          <a:noFill/>
          <a:ln w="0">
            <a:noFill/>
          </a:ln>
        </p:spPr>
        <p:txBody>
          <a:bodyPr lIns="0" rIns="0" tIns="0" bIns="0" anchor="t">
            <a:normAutofit/>
          </a:bodyPr>
          <a:p>
            <a:endParaRPr b="0" lang="en-US" sz="3200" spc="-1" strike="noStrike">
              <a:solidFill>
                <a:srgbClr val="00274c"/>
              </a:solidFill>
              <a:latin typeface="Arial"/>
            </a:endParaRPr>
          </a:p>
        </p:txBody>
      </p:sp>
    </p:spTree>
  </p:cSld>
</p:sldLayout>
</file>

<file path=ppt/slideLayouts/slideLayout4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152" name="PlaceHolder 1"/>
          <p:cNvSpPr>
            <a:spLocks noGrp="1"/>
          </p:cNvSpPr>
          <p:nvPr>
            <p:ph type="title"/>
          </p:nvPr>
        </p:nvSpPr>
        <p:spPr>
          <a:xfrm>
            <a:off x="0" y="347040"/>
            <a:ext cx="16251480" cy="1176480"/>
          </a:xfrm>
          <a:prstGeom prst="rect">
            <a:avLst/>
          </a:prstGeom>
          <a:noFill/>
          <a:ln w="0">
            <a:noFill/>
          </a:ln>
        </p:spPr>
        <p:txBody>
          <a:bodyPr lIns="0" rIns="0" tIns="0" bIns="0" anchor="ctr">
            <a:noAutofit/>
          </a:bodyPr>
          <a:p>
            <a:endParaRPr b="0" lang="en-US" sz="3200" spc="-1" strike="noStrike">
              <a:solidFill>
                <a:srgbClr val="000000"/>
              </a:solidFill>
              <a:latin typeface="Arial"/>
            </a:endParaRPr>
          </a:p>
        </p:txBody>
      </p:sp>
      <p:sp>
        <p:nvSpPr>
          <p:cNvPr id="153" name="PlaceHolder 2"/>
          <p:cNvSpPr>
            <a:spLocks noGrp="1"/>
          </p:cNvSpPr>
          <p:nvPr>
            <p:ph/>
          </p:nvPr>
        </p:nvSpPr>
        <p:spPr>
          <a:xfrm>
            <a:off x="812880" y="2133720"/>
            <a:ext cx="7139880" cy="2878200"/>
          </a:xfrm>
          <a:prstGeom prst="rect">
            <a:avLst/>
          </a:prstGeom>
          <a:noFill/>
          <a:ln w="0">
            <a:noFill/>
          </a:ln>
        </p:spPr>
        <p:txBody>
          <a:bodyPr lIns="0" rIns="0" tIns="0" bIns="0" anchor="t">
            <a:normAutofit/>
          </a:bodyPr>
          <a:p>
            <a:endParaRPr b="0" lang="en-US" sz="3200" spc="-1" strike="noStrike">
              <a:solidFill>
                <a:srgbClr val="00274c"/>
              </a:solidFill>
              <a:latin typeface="Arial"/>
            </a:endParaRPr>
          </a:p>
        </p:txBody>
      </p:sp>
      <p:sp>
        <p:nvSpPr>
          <p:cNvPr id="154" name="PlaceHolder 3"/>
          <p:cNvSpPr>
            <a:spLocks noGrp="1"/>
          </p:cNvSpPr>
          <p:nvPr>
            <p:ph/>
          </p:nvPr>
        </p:nvSpPr>
        <p:spPr>
          <a:xfrm>
            <a:off x="8310240" y="2133720"/>
            <a:ext cx="7139880" cy="2878200"/>
          </a:xfrm>
          <a:prstGeom prst="rect">
            <a:avLst/>
          </a:prstGeom>
          <a:noFill/>
          <a:ln w="0">
            <a:noFill/>
          </a:ln>
        </p:spPr>
        <p:txBody>
          <a:bodyPr lIns="0" rIns="0" tIns="0" bIns="0" anchor="t">
            <a:normAutofit/>
          </a:bodyPr>
          <a:p>
            <a:endParaRPr b="0" lang="en-US" sz="3200" spc="-1" strike="noStrike">
              <a:solidFill>
                <a:srgbClr val="00274c"/>
              </a:solidFill>
              <a:latin typeface="Arial"/>
            </a:endParaRPr>
          </a:p>
        </p:txBody>
      </p:sp>
      <p:sp>
        <p:nvSpPr>
          <p:cNvPr id="155" name="PlaceHolder 4"/>
          <p:cNvSpPr>
            <a:spLocks noGrp="1"/>
          </p:cNvSpPr>
          <p:nvPr>
            <p:ph/>
          </p:nvPr>
        </p:nvSpPr>
        <p:spPr>
          <a:xfrm>
            <a:off x="812880" y="5285880"/>
            <a:ext cx="14631480" cy="2878200"/>
          </a:xfrm>
          <a:prstGeom prst="rect">
            <a:avLst/>
          </a:prstGeom>
          <a:noFill/>
          <a:ln w="0">
            <a:noFill/>
          </a:ln>
        </p:spPr>
        <p:txBody>
          <a:bodyPr lIns="0" rIns="0" tIns="0" bIns="0" anchor="t">
            <a:normAutofit/>
          </a:bodyPr>
          <a:p>
            <a:endParaRPr b="0" lang="en-US" sz="3200" spc="-1" strike="noStrike">
              <a:solidFill>
                <a:srgbClr val="00274c"/>
              </a:solidFill>
              <a:latin typeface="Arial"/>
            </a:endParaRPr>
          </a:p>
        </p:txBody>
      </p:sp>
    </p:spTree>
  </p:cSld>
</p:sldLayout>
</file>

<file path=ppt/slideLayouts/slideLayout4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156" name="PlaceHolder 1"/>
          <p:cNvSpPr>
            <a:spLocks noGrp="1"/>
          </p:cNvSpPr>
          <p:nvPr>
            <p:ph type="title"/>
          </p:nvPr>
        </p:nvSpPr>
        <p:spPr>
          <a:xfrm>
            <a:off x="0" y="347040"/>
            <a:ext cx="16251480" cy="1176480"/>
          </a:xfrm>
          <a:prstGeom prst="rect">
            <a:avLst/>
          </a:prstGeom>
          <a:noFill/>
          <a:ln w="0">
            <a:noFill/>
          </a:ln>
        </p:spPr>
        <p:txBody>
          <a:bodyPr lIns="0" rIns="0" tIns="0" bIns="0" anchor="ctr">
            <a:noAutofit/>
          </a:bodyPr>
          <a:p>
            <a:endParaRPr b="0" lang="en-US" sz="3200" spc="-1" strike="noStrike">
              <a:solidFill>
                <a:srgbClr val="000000"/>
              </a:solidFill>
              <a:latin typeface="Arial"/>
            </a:endParaRPr>
          </a:p>
        </p:txBody>
      </p:sp>
      <p:sp>
        <p:nvSpPr>
          <p:cNvPr id="157" name="PlaceHolder 2"/>
          <p:cNvSpPr>
            <a:spLocks noGrp="1"/>
          </p:cNvSpPr>
          <p:nvPr>
            <p:ph/>
          </p:nvPr>
        </p:nvSpPr>
        <p:spPr>
          <a:xfrm>
            <a:off x="812880" y="2133720"/>
            <a:ext cx="14631480" cy="2878200"/>
          </a:xfrm>
          <a:prstGeom prst="rect">
            <a:avLst/>
          </a:prstGeom>
          <a:noFill/>
          <a:ln w="0">
            <a:noFill/>
          </a:ln>
        </p:spPr>
        <p:txBody>
          <a:bodyPr lIns="0" rIns="0" tIns="0" bIns="0" anchor="t">
            <a:normAutofit/>
          </a:bodyPr>
          <a:p>
            <a:endParaRPr b="0" lang="en-US" sz="3200" spc="-1" strike="noStrike">
              <a:solidFill>
                <a:srgbClr val="00274c"/>
              </a:solidFill>
              <a:latin typeface="Arial"/>
            </a:endParaRPr>
          </a:p>
        </p:txBody>
      </p:sp>
      <p:sp>
        <p:nvSpPr>
          <p:cNvPr id="158" name="PlaceHolder 3"/>
          <p:cNvSpPr>
            <a:spLocks noGrp="1"/>
          </p:cNvSpPr>
          <p:nvPr>
            <p:ph/>
          </p:nvPr>
        </p:nvSpPr>
        <p:spPr>
          <a:xfrm>
            <a:off x="812880" y="5285880"/>
            <a:ext cx="14631480" cy="2878200"/>
          </a:xfrm>
          <a:prstGeom prst="rect">
            <a:avLst/>
          </a:prstGeom>
          <a:noFill/>
          <a:ln w="0">
            <a:noFill/>
          </a:ln>
        </p:spPr>
        <p:txBody>
          <a:bodyPr lIns="0" rIns="0" tIns="0" bIns="0" anchor="t">
            <a:normAutofit/>
          </a:bodyPr>
          <a:p>
            <a:endParaRPr b="0" lang="en-US" sz="3200" spc="-1" strike="noStrike">
              <a:solidFill>
                <a:srgbClr val="00274c"/>
              </a:solidFill>
              <a:latin typeface="Arial"/>
            </a:endParaRPr>
          </a:p>
        </p:txBody>
      </p:sp>
    </p:spTree>
  </p:cSld>
</p:sldLayout>
</file>

<file path=ppt/slideLayouts/slideLayout4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159" name="PlaceHolder 1"/>
          <p:cNvSpPr>
            <a:spLocks noGrp="1"/>
          </p:cNvSpPr>
          <p:nvPr>
            <p:ph type="title"/>
          </p:nvPr>
        </p:nvSpPr>
        <p:spPr>
          <a:xfrm>
            <a:off x="0" y="347040"/>
            <a:ext cx="16251480" cy="1176480"/>
          </a:xfrm>
          <a:prstGeom prst="rect">
            <a:avLst/>
          </a:prstGeom>
          <a:noFill/>
          <a:ln w="0">
            <a:noFill/>
          </a:ln>
        </p:spPr>
        <p:txBody>
          <a:bodyPr lIns="0" rIns="0" tIns="0" bIns="0" anchor="ctr">
            <a:noAutofit/>
          </a:bodyPr>
          <a:p>
            <a:endParaRPr b="0" lang="en-US" sz="3200" spc="-1" strike="noStrike">
              <a:solidFill>
                <a:srgbClr val="000000"/>
              </a:solidFill>
              <a:latin typeface="Arial"/>
            </a:endParaRPr>
          </a:p>
        </p:txBody>
      </p:sp>
      <p:sp>
        <p:nvSpPr>
          <p:cNvPr id="160" name="PlaceHolder 2"/>
          <p:cNvSpPr>
            <a:spLocks noGrp="1"/>
          </p:cNvSpPr>
          <p:nvPr>
            <p:ph/>
          </p:nvPr>
        </p:nvSpPr>
        <p:spPr>
          <a:xfrm>
            <a:off x="812880" y="2133720"/>
            <a:ext cx="7139880" cy="2878200"/>
          </a:xfrm>
          <a:prstGeom prst="rect">
            <a:avLst/>
          </a:prstGeom>
          <a:noFill/>
          <a:ln w="0">
            <a:noFill/>
          </a:ln>
        </p:spPr>
        <p:txBody>
          <a:bodyPr lIns="0" rIns="0" tIns="0" bIns="0" anchor="t">
            <a:normAutofit/>
          </a:bodyPr>
          <a:p>
            <a:endParaRPr b="0" lang="en-US" sz="3200" spc="-1" strike="noStrike">
              <a:solidFill>
                <a:srgbClr val="00274c"/>
              </a:solidFill>
              <a:latin typeface="Arial"/>
            </a:endParaRPr>
          </a:p>
        </p:txBody>
      </p:sp>
      <p:sp>
        <p:nvSpPr>
          <p:cNvPr id="161" name="PlaceHolder 3"/>
          <p:cNvSpPr>
            <a:spLocks noGrp="1"/>
          </p:cNvSpPr>
          <p:nvPr>
            <p:ph/>
          </p:nvPr>
        </p:nvSpPr>
        <p:spPr>
          <a:xfrm>
            <a:off x="8310240" y="2133720"/>
            <a:ext cx="7139880" cy="2878200"/>
          </a:xfrm>
          <a:prstGeom prst="rect">
            <a:avLst/>
          </a:prstGeom>
          <a:noFill/>
          <a:ln w="0">
            <a:noFill/>
          </a:ln>
        </p:spPr>
        <p:txBody>
          <a:bodyPr lIns="0" rIns="0" tIns="0" bIns="0" anchor="t">
            <a:normAutofit/>
          </a:bodyPr>
          <a:p>
            <a:endParaRPr b="0" lang="en-US" sz="3200" spc="-1" strike="noStrike">
              <a:solidFill>
                <a:srgbClr val="00274c"/>
              </a:solidFill>
              <a:latin typeface="Arial"/>
            </a:endParaRPr>
          </a:p>
        </p:txBody>
      </p:sp>
      <p:sp>
        <p:nvSpPr>
          <p:cNvPr id="162" name="PlaceHolder 4"/>
          <p:cNvSpPr>
            <a:spLocks noGrp="1"/>
          </p:cNvSpPr>
          <p:nvPr>
            <p:ph/>
          </p:nvPr>
        </p:nvSpPr>
        <p:spPr>
          <a:xfrm>
            <a:off x="812880" y="5285880"/>
            <a:ext cx="7139880" cy="2878200"/>
          </a:xfrm>
          <a:prstGeom prst="rect">
            <a:avLst/>
          </a:prstGeom>
          <a:noFill/>
          <a:ln w="0">
            <a:noFill/>
          </a:ln>
        </p:spPr>
        <p:txBody>
          <a:bodyPr lIns="0" rIns="0" tIns="0" bIns="0" anchor="t">
            <a:normAutofit/>
          </a:bodyPr>
          <a:p>
            <a:endParaRPr b="0" lang="en-US" sz="3200" spc="-1" strike="noStrike">
              <a:solidFill>
                <a:srgbClr val="00274c"/>
              </a:solidFill>
              <a:latin typeface="Arial"/>
            </a:endParaRPr>
          </a:p>
        </p:txBody>
      </p:sp>
      <p:sp>
        <p:nvSpPr>
          <p:cNvPr id="163" name="PlaceHolder 5"/>
          <p:cNvSpPr>
            <a:spLocks noGrp="1"/>
          </p:cNvSpPr>
          <p:nvPr>
            <p:ph/>
          </p:nvPr>
        </p:nvSpPr>
        <p:spPr>
          <a:xfrm>
            <a:off x="8310240" y="5285880"/>
            <a:ext cx="7139880" cy="2878200"/>
          </a:xfrm>
          <a:prstGeom prst="rect">
            <a:avLst/>
          </a:prstGeom>
          <a:noFill/>
          <a:ln w="0">
            <a:noFill/>
          </a:ln>
        </p:spPr>
        <p:txBody>
          <a:bodyPr lIns="0" rIns="0" tIns="0" bIns="0" anchor="t">
            <a:normAutofit/>
          </a:bodyPr>
          <a:p>
            <a:endParaRPr b="0" lang="en-US" sz="3200" spc="-1" strike="noStrike">
              <a:solidFill>
                <a:srgbClr val="00274c"/>
              </a:solidFill>
              <a:latin typeface="Arial"/>
            </a:endParaRPr>
          </a:p>
        </p:txBody>
      </p:sp>
    </p:spTree>
  </p:cSld>
</p:sldLayout>
</file>

<file path=ppt/slideLayouts/slideLayout4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164" name="PlaceHolder 1"/>
          <p:cNvSpPr>
            <a:spLocks noGrp="1"/>
          </p:cNvSpPr>
          <p:nvPr>
            <p:ph type="title"/>
          </p:nvPr>
        </p:nvSpPr>
        <p:spPr>
          <a:xfrm>
            <a:off x="0" y="347040"/>
            <a:ext cx="16251480" cy="1176480"/>
          </a:xfrm>
          <a:prstGeom prst="rect">
            <a:avLst/>
          </a:prstGeom>
          <a:noFill/>
          <a:ln w="0">
            <a:noFill/>
          </a:ln>
        </p:spPr>
        <p:txBody>
          <a:bodyPr lIns="0" rIns="0" tIns="0" bIns="0" anchor="ctr">
            <a:noAutofit/>
          </a:bodyPr>
          <a:p>
            <a:endParaRPr b="0" lang="en-US" sz="3200" spc="-1" strike="noStrike">
              <a:solidFill>
                <a:srgbClr val="000000"/>
              </a:solidFill>
              <a:latin typeface="Arial"/>
            </a:endParaRPr>
          </a:p>
        </p:txBody>
      </p:sp>
      <p:sp>
        <p:nvSpPr>
          <p:cNvPr id="165" name="PlaceHolder 2"/>
          <p:cNvSpPr>
            <a:spLocks noGrp="1"/>
          </p:cNvSpPr>
          <p:nvPr>
            <p:ph/>
          </p:nvPr>
        </p:nvSpPr>
        <p:spPr>
          <a:xfrm>
            <a:off x="812880" y="2133720"/>
            <a:ext cx="4710960" cy="2878200"/>
          </a:xfrm>
          <a:prstGeom prst="rect">
            <a:avLst/>
          </a:prstGeom>
          <a:noFill/>
          <a:ln w="0">
            <a:noFill/>
          </a:ln>
        </p:spPr>
        <p:txBody>
          <a:bodyPr lIns="0" rIns="0" tIns="0" bIns="0" anchor="t">
            <a:normAutofit/>
          </a:bodyPr>
          <a:p>
            <a:endParaRPr b="0" lang="en-US" sz="3200" spc="-1" strike="noStrike">
              <a:solidFill>
                <a:srgbClr val="00274c"/>
              </a:solidFill>
              <a:latin typeface="Arial"/>
            </a:endParaRPr>
          </a:p>
        </p:txBody>
      </p:sp>
      <p:sp>
        <p:nvSpPr>
          <p:cNvPr id="166" name="PlaceHolder 3"/>
          <p:cNvSpPr>
            <a:spLocks noGrp="1"/>
          </p:cNvSpPr>
          <p:nvPr>
            <p:ph/>
          </p:nvPr>
        </p:nvSpPr>
        <p:spPr>
          <a:xfrm>
            <a:off x="5759640" y="2133720"/>
            <a:ext cx="4710960" cy="2878200"/>
          </a:xfrm>
          <a:prstGeom prst="rect">
            <a:avLst/>
          </a:prstGeom>
          <a:noFill/>
          <a:ln w="0">
            <a:noFill/>
          </a:ln>
        </p:spPr>
        <p:txBody>
          <a:bodyPr lIns="0" rIns="0" tIns="0" bIns="0" anchor="t">
            <a:normAutofit/>
          </a:bodyPr>
          <a:p>
            <a:endParaRPr b="0" lang="en-US" sz="3200" spc="-1" strike="noStrike">
              <a:solidFill>
                <a:srgbClr val="00274c"/>
              </a:solidFill>
              <a:latin typeface="Arial"/>
            </a:endParaRPr>
          </a:p>
        </p:txBody>
      </p:sp>
      <p:sp>
        <p:nvSpPr>
          <p:cNvPr id="167" name="PlaceHolder 4"/>
          <p:cNvSpPr>
            <a:spLocks noGrp="1"/>
          </p:cNvSpPr>
          <p:nvPr>
            <p:ph/>
          </p:nvPr>
        </p:nvSpPr>
        <p:spPr>
          <a:xfrm>
            <a:off x="10706760" y="2133720"/>
            <a:ext cx="4710960" cy="2878200"/>
          </a:xfrm>
          <a:prstGeom prst="rect">
            <a:avLst/>
          </a:prstGeom>
          <a:noFill/>
          <a:ln w="0">
            <a:noFill/>
          </a:ln>
        </p:spPr>
        <p:txBody>
          <a:bodyPr lIns="0" rIns="0" tIns="0" bIns="0" anchor="t">
            <a:normAutofit/>
          </a:bodyPr>
          <a:p>
            <a:endParaRPr b="0" lang="en-US" sz="3200" spc="-1" strike="noStrike">
              <a:solidFill>
                <a:srgbClr val="00274c"/>
              </a:solidFill>
              <a:latin typeface="Arial"/>
            </a:endParaRPr>
          </a:p>
        </p:txBody>
      </p:sp>
      <p:sp>
        <p:nvSpPr>
          <p:cNvPr id="168" name="PlaceHolder 5"/>
          <p:cNvSpPr>
            <a:spLocks noGrp="1"/>
          </p:cNvSpPr>
          <p:nvPr>
            <p:ph/>
          </p:nvPr>
        </p:nvSpPr>
        <p:spPr>
          <a:xfrm>
            <a:off x="812880" y="5285880"/>
            <a:ext cx="4710960" cy="2878200"/>
          </a:xfrm>
          <a:prstGeom prst="rect">
            <a:avLst/>
          </a:prstGeom>
          <a:noFill/>
          <a:ln w="0">
            <a:noFill/>
          </a:ln>
        </p:spPr>
        <p:txBody>
          <a:bodyPr lIns="0" rIns="0" tIns="0" bIns="0" anchor="t">
            <a:normAutofit/>
          </a:bodyPr>
          <a:p>
            <a:endParaRPr b="0" lang="en-US" sz="3200" spc="-1" strike="noStrike">
              <a:solidFill>
                <a:srgbClr val="00274c"/>
              </a:solidFill>
              <a:latin typeface="Arial"/>
            </a:endParaRPr>
          </a:p>
        </p:txBody>
      </p:sp>
      <p:sp>
        <p:nvSpPr>
          <p:cNvPr id="169" name="PlaceHolder 6"/>
          <p:cNvSpPr>
            <a:spLocks noGrp="1"/>
          </p:cNvSpPr>
          <p:nvPr>
            <p:ph/>
          </p:nvPr>
        </p:nvSpPr>
        <p:spPr>
          <a:xfrm>
            <a:off x="5759640" y="5285880"/>
            <a:ext cx="4710960" cy="2878200"/>
          </a:xfrm>
          <a:prstGeom prst="rect">
            <a:avLst/>
          </a:prstGeom>
          <a:noFill/>
          <a:ln w="0">
            <a:noFill/>
          </a:ln>
        </p:spPr>
        <p:txBody>
          <a:bodyPr lIns="0" rIns="0" tIns="0" bIns="0" anchor="t">
            <a:normAutofit/>
          </a:bodyPr>
          <a:p>
            <a:endParaRPr b="0" lang="en-US" sz="3200" spc="-1" strike="noStrike">
              <a:solidFill>
                <a:srgbClr val="00274c"/>
              </a:solidFill>
              <a:latin typeface="Arial"/>
            </a:endParaRPr>
          </a:p>
        </p:txBody>
      </p:sp>
      <p:sp>
        <p:nvSpPr>
          <p:cNvPr id="170" name="PlaceHolder 7"/>
          <p:cNvSpPr>
            <a:spLocks noGrp="1"/>
          </p:cNvSpPr>
          <p:nvPr>
            <p:ph/>
          </p:nvPr>
        </p:nvSpPr>
        <p:spPr>
          <a:xfrm>
            <a:off x="10706760" y="5285880"/>
            <a:ext cx="4710960" cy="2878200"/>
          </a:xfrm>
          <a:prstGeom prst="rect">
            <a:avLst/>
          </a:prstGeom>
          <a:noFill/>
          <a:ln w="0">
            <a:noFill/>
          </a:ln>
        </p:spPr>
        <p:txBody>
          <a:bodyPr lIns="0" rIns="0" tIns="0" bIns="0" anchor="t">
            <a:normAutofit/>
          </a:bodyPr>
          <a:p>
            <a:endParaRPr b="0" lang="en-US" sz="3200" spc="-1" strike="noStrike">
              <a:solidFill>
                <a:srgbClr val="00274c"/>
              </a:solidFill>
              <a:latin typeface="Arial"/>
            </a:endParaRPr>
          </a:p>
        </p:txBody>
      </p:sp>
    </p:spTree>
  </p:cSld>
</p:sldLayout>
</file>

<file path=ppt/slideLayouts/slideLayout4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Tree>
  </p:cSld>
</p:sldLayout>
</file>

<file path=ppt/slideLayouts/slideLayout5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179" name="PlaceHolder 1"/>
          <p:cNvSpPr>
            <a:spLocks noGrp="1"/>
          </p:cNvSpPr>
          <p:nvPr>
            <p:ph type="title"/>
          </p:nvPr>
        </p:nvSpPr>
        <p:spPr>
          <a:xfrm>
            <a:off x="0" y="347040"/>
            <a:ext cx="16251480" cy="1176480"/>
          </a:xfrm>
          <a:prstGeom prst="rect">
            <a:avLst/>
          </a:prstGeom>
          <a:noFill/>
          <a:ln w="0">
            <a:noFill/>
          </a:ln>
        </p:spPr>
        <p:txBody>
          <a:bodyPr lIns="0" rIns="0" tIns="0" bIns="0" anchor="ctr">
            <a:noAutofit/>
          </a:bodyPr>
          <a:p>
            <a:endParaRPr b="0" lang="en-US" sz="3200" spc="-1" strike="noStrike">
              <a:solidFill>
                <a:srgbClr val="000000"/>
              </a:solidFill>
              <a:latin typeface="Arial"/>
            </a:endParaRPr>
          </a:p>
        </p:txBody>
      </p:sp>
      <p:sp>
        <p:nvSpPr>
          <p:cNvPr id="180" name="PlaceHolder 2"/>
          <p:cNvSpPr>
            <a:spLocks noGrp="1"/>
          </p:cNvSpPr>
          <p:nvPr>
            <p:ph type="subTitle"/>
          </p:nvPr>
        </p:nvSpPr>
        <p:spPr>
          <a:xfrm>
            <a:off x="812880" y="2133720"/>
            <a:ext cx="14631480" cy="6034320"/>
          </a:xfrm>
          <a:prstGeom prst="rect">
            <a:avLst/>
          </a:prstGeom>
          <a:noFill/>
          <a:ln w="0">
            <a:noFill/>
          </a:ln>
        </p:spPr>
        <p:txBody>
          <a:bodyPr lIns="0" rIns="0" tIns="0" bIns="0" anchor="ctr">
            <a:noAutofit/>
          </a:bodyPr>
          <a:p>
            <a:pPr algn="ctr"/>
            <a:endParaRPr b="0" lang="en-US" sz="3200" spc="-1" strike="noStrike">
              <a:latin typeface="Arial"/>
            </a:endParaRPr>
          </a:p>
        </p:txBody>
      </p:sp>
    </p:spTree>
  </p:cSld>
</p:sldLayout>
</file>

<file path=ppt/slideLayouts/slideLayout5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181" name="PlaceHolder 1"/>
          <p:cNvSpPr>
            <a:spLocks noGrp="1"/>
          </p:cNvSpPr>
          <p:nvPr>
            <p:ph type="title"/>
          </p:nvPr>
        </p:nvSpPr>
        <p:spPr>
          <a:xfrm>
            <a:off x="0" y="347040"/>
            <a:ext cx="16251480" cy="1176480"/>
          </a:xfrm>
          <a:prstGeom prst="rect">
            <a:avLst/>
          </a:prstGeom>
          <a:noFill/>
          <a:ln w="0">
            <a:noFill/>
          </a:ln>
        </p:spPr>
        <p:txBody>
          <a:bodyPr lIns="0" rIns="0" tIns="0" bIns="0" anchor="ctr">
            <a:noAutofit/>
          </a:bodyPr>
          <a:p>
            <a:endParaRPr b="0" lang="en-US" sz="3200" spc="-1" strike="noStrike">
              <a:solidFill>
                <a:srgbClr val="000000"/>
              </a:solidFill>
              <a:latin typeface="Arial"/>
            </a:endParaRPr>
          </a:p>
        </p:txBody>
      </p:sp>
      <p:sp>
        <p:nvSpPr>
          <p:cNvPr id="182" name="PlaceHolder 2"/>
          <p:cNvSpPr>
            <a:spLocks noGrp="1"/>
          </p:cNvSpPr>
          <p:nvPr>
            <p:ph/>
          </p:nvPr>
        </p:nvSpPr>
        <p:spPr>
          <a:xfrm>
            <a:off x="812880" y="2133720"/>
            <a:ext cx="14631480" cy="6034320"/>
          </a:xfrm>
          <a:prstGeom prst="rect">
            <a:avLst/>
          </a:prstGeom>
          <a:noFill/>
          <a:ln w="0">
            <a:noFill/>
          </a:ln>
        </p:spPr>
        <p:txBody>
          <a:bodyPr lIns="0" rIns="0" tIns="0" bIns="0" anchor="t">
            <a:normAutofit/>
          </a:bodyPr>
          <a:p>
            <a:endParaRPr b="0" lang="en-US" sz="3200" spc="-1" strike="noStrike">
              <a:solidFill>
                <a:srgbClr val="00274c"/>
              </a:solidFill>
              <a:latin typeface="Arial"/>
            </a:endParaRPr>
          </a:p>
        </p:txBody>
      </p:sp>
    </p:spTree>
  </p:cSld>
</p:sldLayout>
</file>

<file path=ppt/slideLayouts/slideLayout5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183" name="PlaceHolder 1"/>
          <p:cNvSpPr>
            <a:spLocks noGrp="1"/>
          </p:cNvSpPr>
          <p:nvPr>
            <p:ph type="title"/>
          </p:nvPr>
        </p:nvSpPr>
        <p:spPr>
          <a:xfrm>
            <a:off x="0" y="347040"/>
            <a:ext cx="16251480" cy="1176480"/>
          </a:xfrm>
          <a:prstGeom prst="rect">
            <a:avLst/>
          </a:prstGeom>
          <a:noFill/>
          <a:ln w="0">
            <a:noFill/>
          </a:ln>
        </p:spPr>
        <p:txBody>
          <a:bodyPr lIns="0" rIns="0" tIns="0" bIns="0" anchor="ctr">
            <a:noAutofit/>
          </a:bodyPr>
          <a:p>
            <a:endParaRPr b="0" lang="en-US" sz="3200" spc="-1" strike="noStrike">
              <a:solidFill>
                <a:srgbClr val="000000"/>
              </a:solidFill>
              <a:latin typeface="Arial"/>
            </a:endParaRPr>
          </a:p>
        </p:txBody>
      </p:sp>
      <p:sp>
        <p:nvSpPr>
          <p:cNvPr id="184" name="PlaceHolder 2"/>
          <p:cNvSpPr>
            <a:spLocks noGrp="1"/>
          </p:cNvSpPr>
          <p:nvPr>
            <p:ph/>
          </p:nvPr>
        </p:nvSpPr>
        <p:spPr>
          <a:xfrm>
            <a:off x="812880" y="2133720"/>
            <a:ext cx="7139880" cy="6034320"/>
          </a:xfrm>
          <a:prstGeom prst="rect">
            <a:avLst/>
          </a:prstGeom>
          <a:noFill/>
          <a:ln w="0">
            <a:noFill/>
          </a:ln>
        </p:spPr>
        <p:txBody>
          <a:bodyPr lIns="0" rIns="0" tIns="0" bIns="0" anchor="t">
            <a:normAutofit/>
          </a:bodyPr>
          <a:p>
            <a:endParaRPr b="0" lang="en-US" sz="3200" spc="-1" strike="noStrike">
              <a:solidFill>
                <a:srgbClr val="00274c"/>
              </a:solidFill>
              <a:latin typeface="Arial"/>
            </a:endParaRPr>
          </a:p>
        </p:txBody>
      </p:sp>
      <p:sp>
        <p:nvSpPr>
          <p:cNvPr id="185" name="PlaceHolder 3"/>
          <p:cNvSpPr>
            <a:spLocks noGrp="1"/>
          </p:cNvSpPr>
          <p:nvPr>
            <p:ph/>
          </p:nvPr>
        </p:nvSpPr>
        <p:spPr>
          <a:xfrm>
            <a:off x="8310240" y="2133720"/>
            <a:ext cx="7139880" cy="6034320"/>
          </a:xfrm>
          <a:prstGeom prst="rect">
            <a:avLst/>
          </a:prstGeom>
          <a:noFill/>
          <a:ln w="0">
            <a:noFill/>
          </a:ln>
        </p:spPr>
        <p:txBody>
          <a:bodyPr lIns="0" rIns="0" tIns="0" bIns="0" anchor="t">
            <a:normAutofit/>
          </a:bodyPr>
          <a:p>
            <a:endParaRPr b="0" lang="en-US" sz="3200" spc="-1" strike="noStrike">
              <a:solidFill>
                <a:srgbClr val="00274c"/>
              </a:solidFill>
              <a:latin typeface="Arial"/>
            </a:endParaRPr>
          </a:p>
        </p:txBody>
      </p:sp>
    </p:spTree>
  </p:cSld>
</p:sldLayout>
</file>

<file path=ppt/slideLayouts/slideLayout5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186" name="PlaceHolder 1"/>
          <p:cNvSpPr>
            <a:spLocks noGrp="1"/>
          </p:cNvSpPr>
          <p:nvPr>
            <p:ph type="title"/>
          </p:nvPr>
        </p:nvSpPr>
        <p:spPr>
          <a:xfrm>
            <a:off x="0" y="347040"/>
            <a:ext cx="16251480" cy="1176480"/>
          </a:xfrm>
          <a:prstGeom prst="rect">
            <a:avLst/>
          </a:prstGeom>
          <a:noFill/>
          <a:ln w="0">
            <a:noFill/>
          </a:ln>
        </p:spPr>
        <p:txBody>
          <a:bodyPr lIns="0" rIns="0" tIns="0" bIns="0" anchor="ctr">
            <a:noAutofit/>
          </a:bodyPr>
          <a:p>
            <a:endParaRPr b="0" lang="en-US" sz="3200" spc="-1" strike="noStrike">
              <a:solidFill>
                <a:srgbClr val="000000"/>
              </a:solidFill>
              <a:latin typeface="Arial"/>
            </a:endParaRPr>
          </a:p>
        </p:txBody>
      </p:sp>
    </p:spTree>
  </p:cSld>
</p:sldLayout>
</file>

<file path=ppt/slideLayouts/slideLayout5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87" name="PlaceHolder 1"/>
          <p:cNvSpPr>
            <a:spLocks noGrp="1"/>
          </p:cNvSpPr>
          <p:nvPr>
            <p:ph type="subTitle"/>
          </p:nvPr>
        </p:nvSpPr>
        <p:spPr>
          <a:xfrm>
            <a:off x="0" y="347040"/>
            <a:ext cx="16251480" cy="5454720"/>
          </a:xfrm>
          <a:prstGeom prst="rect">
            <a:avLst/>
          </a:prstGeom>
          <a:noFill/>
          <a:ln w="0">
            <a:noFill/>
          </a:ln>
        </p:spPr>
        <p:txBody>
          <a:bodyPr lIns="0" rIns="0" tIns="0" bIns="0" anchor="ctr">
            <a:noAutofit/>
          </a:bodyPr>
          <a:p>
            <a:pPr algn="ctr"/>
            <a:endParaRPr b="0" lang="en-US" sz="3200" spc="-1" strike="noStrike">
              <a:latin typeface="Arial"/>
            </a:endParaRPr>
          </a:p>
        </p:txBody>
      </p:sp>
    </p:spTree>
  </p:cSld>
</p:sldLayout>
</file>

<file path=ppt/slideLayouts/slideLayout5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188" name="PlaceHolder 1"/>
          <p:cNvSpPr>
            <a:spLocks noGrp="1"/>
          </p:cNvSpPr>
          <p:nvPr>
            <p:ph type="title"/>
          </p:nvPr>
        </p:nvSpPr>
        <p:spPr>
          <a:xfrm>
            <a:off x="0" y="347040"/>
            <a:ext cx="16251480" cy="1176480"/>
          </a:xfrm>
          <a:prstGeom prst="rect">
            <a:avLst/>
          </a:prstGeom>
          <a:noFill/>
          <a:ln w="0">
            <a:noFill/>
          </a:ln>
        </p:spPr>
        <p:txBody>
          <a:bodyPr lIns="0" rIns="0" tIns="0" bIns="0" anchor="ctr">
            <a:noAutofit/>
          </a:bodyPr>
          <a:p>
            <a:endParaRPr b="0" lang="en-US" sz="3200" spc="-1" strike="noStrike">
              <a:solidFill>
                <a:srgbClr val="000000"/>
              </a:solidFill>
              <a:latin typeface="Arial"/>
            </a:endParaRPr>
          </a:p>
        </p:txBody>
      </p:sp>
      <p:sp>
        <p:nvSpPr>
          <p:cNvPr id="189" name="PlaceHolder 2"/>
          <p:cNvSpPr>
            <a:spLocks noGrp="1"/>
          </p:cNvSpPr>
          <p:nvPr>
            <p:ph/>
          </p:nvPr>
        </p:nvSpPr>
        <p:spPr>
          <a:xfrm>
            <a:off x="812880" y="2133720"/>
            <a:ext cx="7139880" cy="2878200"/>
          </a:xfrm>
          <a:prstGeom prst="rect">
            <a:avLst/>
          </a:prstGeom>
          <a:noFill/>
          <a:ln w="0">
            <a:noFill/>
          </a:ln>
        </p:spPr>
        <p:txBody>
          <a:bodyPr lIns="0" rIns="0" tIns="0" bIns="0" anchor="t">
            <a:normAutofit/>
          </a:bodyPr>
          <a:p>
            <a:endParaRPr b="0" lang="en-US" sz="3200" spc="-1" strike="noStrike">
              <a:solidFill>
                <a:srgbClr val="00274c"/>
              </a:solidFill>
              <a:latin typeface="Arial"/>
            </a:endParaRPr>
          </a:p>
        </p:txBody>
      </p:sp>
      <p:sp>
        <p:nvSpPr>
          <p:cNvPr id="190" name="PlaceHolder 3"/>
          <p:cNvSpPr>
            <a:spLocks noGrp="1"/>
          </p:cNvSpPr>
          <p:nvPr>
            <p:ph/>
          </p:nvPr>
        </p:nvSpPr>
        <p:spPr>
          <a:xfrm>
            <a:off x="8310240" y="2133720"/>
            <a:ext cx="7139880" cy="6034320"/>
          </a:xfrm>
          <a:prstGeom prst="rect">
            <a:avLst/>
          </a:prstGeom>
          <a:noFill/>
          <a:ln w="0">
            <a:noFill/>
          </a:ln>
        </p:spPr>
        <p:txBody>
          <a:bodyPr lIns="0" rIns="0" tIns="0" bIns="0" anchor="t">
            <a:normAutofit/>
          </a:bodyPr>
          <a:p>
            <a:endParaRPr b="0" lang="en-US" sz="3200" spc="-1" strike="noStrike">
              <a:solidFill>
                <a:srgbClr val="00274c"/>
              </a:solidFill>
              <a:latin typeface="Arial"/>
            </a:endParaRPr>
          </a:p>
        </p:txBody>
      </p:sp>
      <p:sp>
        <p:nvSpPr>
          <p:cNvPr id="191" name="PlaceHolder 4"/>
          <p:cNvSpPr>
            <a:spLocks noGrp="1"/>
          </p:cNvSpPr>
          <p:nvPr>
            <p:ph/>
          </p:nvPr>
        </p:nvSpPr>
        <p:spPr>
          <a:xfrm>
            <a:off x="812880" y="5285880"/>
            <a:ext cx="7139880" cy="2878200"/>
          </a:xfrm>
          <a:prstGeom prst="rect">
            <a:avLst/>
          </a:prstGeom>
          <a:noFill/>
          <a:ln w="0">
            <a:noFill/>
          </a:ln>
        </p:spPr>
        <p:txBody>
          <a:bodyPr lIns="0" rIns="0" tIns="0" bIns="0" anchor="t">
            <a:normAutofit/>
          </a:bodyPr>
          <a:p>
            <a:endParaRPr b="0" lang="en-US" sz="3200" spc="-1" strike="noStrike">
              <a:solidFill>
                <a:srgbClr val="00274c"/>
              </a:solidFill>
              <a:latin typeface="Arial"/>
            </a:endParaRPr>
          </a:p>
        </p:txBody>
      </p:sp>
    </p:spTree>
  </p:cSld>
</p:sldLayout>
</file>

<file path=ppt/slideLayouts/slideLayout5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192" name="PlaceHolder 1"/>
          <p:cNvSpPr>
            <a:spLocks noGrp="1"/>
          </p:cNvSpPr>
          <p:nvPr>
            <p:ph type="title"/>
          </p:nvPr>
        </p:nvSpPr>
        <p:spPr>
          <a:xfrm>
            <a:off x="0" y="347040"/>
            <a:ext cx="16251480" cy="1176480"/>
          </a:xfrm>
          <a:prstGeom prst="rect">
            <a:avLst/>
          </a:prstGeom>
          <a:noFill/>
          <a:ln w="0">
            <a:noFill/>
          </a:ln>
        </p:spPr>
        <p:txBody>
          <a:bodyPr lIns="0" rIns="0" tIns="0" bIns="0" anchor="ctr">
            <a:noAutofit/>
          </a:bodyPr>
          <a:p>
            <a:endParaRPr b="0" lang="en-US" sz="3200" spc="-1" strike="noStrike">
              <a:solidFill>
                <a:srgbClr val="000000"/>
              </a:solidFill>
              <a:latin typeface="Arial"/>
            </a:endParaRPr>
          </a:p>
        </p:txBody>
      </p:sp>
      <p:sp>
        <p:nvSpPr>
          <p:cNvPr id="193" name="PlaceHolder 2"/>
          <p:cNvSpPr>
            <a:spLocks noGrp="1"/>
          </p:cNvSpPr>
          <p:nvPr>
            <p:ph/>
          </p:nvPr>
        </p:nvSpPr>
        <p:spPr>
          <a:xfrm>
            <a:off x="812880" y="2133720"/>
            <a:ext cx="7139880" cy="6034320"/>
          </a:xfrm>
          <a:prstGeom prst="rect">
            <a:avLst/>
          </a:prstGeom>
          <a:noFill/>
          <a:ln w="0">
            <a:noFill/>
          </a:ln>
        </p:spPr>
        <p:txBody>
          <a:bodyPr lIns="0" rIns="0" tIns="0" bIns="0" anchor="t">
            <a:normAutofit/>
          </a:bodyPr>
          <a:p>
            <a:endParaRPr b="0" lang="en-US" sz="3200" spc="-1" strike="noStrike">
              <a:solidFill>
                <a:srgbClr val="00274c"/>
              </a:solidFill>
              <a:latin typeface="Arial"/>
            </a:endParaRPr>
          </a:p>
        </p:txBody>
      </p:sp>
      <p:sp>
        <p:nvSpPr>
          <p:cNvPr id="194" name="PlaceHolder 3"/>
          <p:cNvSpPr>
            <a:spLocks noGrp="1"/>
          </p:cNvSpPr>
          <p:nvPr>
            <p:ph/>
          </p:nvPr>
        </p:nvSpPr>
        <p:spPr>
          <a:xfrm>
            <a:off x="8310240" y="2133720"/>
            <a:ext cx="7139880" cy="2878200"/>
          </a:xfrm>
          <a:prstGeom prst="rect">
            <a:avLst/>
          </a:prstGeom>
          <a:noFill/>
          <a:ln w="0">
            <a:noFill/>
          </a:ln>
        </p:spPr>
        <p:txBody>
          <a:bodyPr lIns="0" rIns="0" tIns="0" bIns="0" anchor="t">
            <a:normAutofit/>
          </a:bodyPr>
          <a:p>
            <a:endParaRPr b="0" lang="en-US" sz="3200" spc="-1" strike="noStrike">
              <a:solidFill>
                <a:srgbClr val="00274c"/>
              </a:solidFill>
              <a:latin typeface="Arial"/>
            </a:endParaRPr>
          </a:p>
        </p:txBody>
      </p:sp>
      <p:sp>
        <p:nvSpPr>
          <p:cNvPr id="195" name="PlaceHolder 4"/>
          <p:cNvSpPr>
            <a:spLocks noGrp="1"/>
          </p:cNvSpPr>
          <p:nvPr>
            <p:ph/>
          </p:nvPr>
        </p:nvSpPr>
        <p:spPr>
          <a:xfrm>
            <a:off x="8310240" y="5285880"/>
            <a:ext cx="7139880" cy="2878200"/>
          </a:xfrm>
          <a:prstGeom prst="rect">
            <a:avLst/>
          </a:prstGeom>
          <a:noFill/>
          <a:ln w="0">
            <a:noFill/>
          </a:ln>
        </p:spPr>
        <p:txBody>
          <a:bodyPr lIns="0" rIns="0" tIns="0" bIns="0" anchor="t">
            <a:normAutofit/>
          </a:bodyPr>
          <a:p>
            <a:endParaRPr b="0" lang="en-US" sz="3200" spc="-1" strike="noStrike">
              <a:solidFill>
                <a:srgbClr val="00274c"/>
              </a:solidFill>
              <a:latin typeface="Arial"/>
            </a:endParaRPr>
          </a:p>
        </p:txBody>
      </p:sp>
    </p:spTree>
  </p:cSld>
</p:sldLayout>
</file>

<file path=ppt/slideLayouts/slideLayout5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196" name="PlaceHolder 1"/>
          <p:cNvSpPr>
            <a:spLocks noGrp="1"/>
          </p:cNvSpPr>
          <p:nvPr>
            <p:ph type="title"/>
          </p:nvPr>
        </p:nvSpPr>
        <p:spPr>
          <a:xfrm>
            <a:off x="0" y="347040"/>
            <a:ext cx="16251480" cy="1176480"/>
          </a:xfrm>
          <a:prstGeom prst="rect">
            <a:avLst/>
          </a:prstGeom>
          <a:noFill/>
          <a:ln w="0">
            <a:noFill/>
          </a:ln>
        </p:spPr>
        <p:txBody>
          <a:bodyPr lIns="0" rIns="0" tIns="0" bIns="0" anchor="ctr">
            <a:noAutofit/>
          </a:bodyPr>
          <a:p>
            <a:endParaRPr b="0" lang="en-US" sz="3200" spc="-1" strike="noStrike">
              <a:solidFill>
                <a:srgbClr val="000000"/>
              </a:solidFill>
              <a:latin typeface="Arial"/>
            </a:endParaRPr>
          </a:p>
        </p:txBody>
      </p:sp>
      <p:sp>
        <p:nvSpPr>
          <p:cNvPr id="197" name="PlaceHolder 2"/>
          <p:cNvSpPr>
            <a:spLocks noGrp="1"/>
          </p:cNvSpPr>
          <p:nvPr>
            <p:ph/>
          </p:nvPr>
        </p:nvSpPr>
        <p:spPr>
          <a:xfrm>
            <a:off x="812880" y="2133720"/>
            <a:ext cx="7139880" cy="2878200"/>
          </a:xfrm>
          <a:prstGeom prst="rect">
            <a:avLst/>
          </a:prstGeom>
          <a:noFill/>
          <a:ln w="0">
            <a:noFill/>
          </a:ln>
        </p:spPr>
        <p:txBody>
          <a:bodyPr lIns="0" rIns="0" tIns="0" bIns="0" anchor="t">
            <a:normAutofit/>
          </a:bodyPr>
          <a:p>
            <a:endParaRPr b="0" lang="en-US" sz="3200" spc="-1" strike="noStrike">
              <a:solidFill>
                <a:srgbClr val="00274c"/>
              </a:solidFill>
              <a:latin typeface="Arial"/>
            </a:endParaRPr>
          </a:p>
        </p:txBody>
      </p:sp>
      <p:sp>
        <p:nvSpPr>
          <p:cNvPr id="198" name="PlaceHolder 3"/>
          <p:cNvSpPr>
            <a:spLocks noGrp="1"/>
          </p:cNvSpPr>
          <p:nvPr>
            <p:ph/>
          </p:nvPr>
        </p:nvSpPr>
        <p:spPr>
          <a:xfrm>
            <a:off x="8310240" y="2133720"/>
            <a:ext cx="7139880" cy="2878200"/>
          </a:xfrm>
          <a:prstGeom prst="rect">
            <a:avLst/>
          </a:prstGeom>
          <a:noFill/>
          <a:ln w="0">
            <a:noFill/>
          </a:ln>
        </p:spPr>
        <p:txBody>
          <a:bodyPr lIns="0" rIns="0" tIns="0" bIns="0" anchor="t">
            <a:normAutofit/>
          </a:bodyPr>
          <a:p>
            <a:endParaRPr b="0" lang="en-US" sz="3200" spc="-1" strike="noStrike">
              <a:solidFill>
                <a:srgbClr val="00274c"/>
              </a:solidFill>
              <a:latin typeface="Arial"/>
            </a:endParaRPr>
          </a:p>
        </p:txBody>
      </p:sp>
      <p:sp>
        <p:nvSpPr>
          <p:cNvPr id="199" name="PlaceHolder 4"/>
          <p:cNvSpPr>
            <a:spLocks noGrp="1"/>
          </p:cNvSpPr>
          <p:nvPr>
            <p:ph/>
          </p:nvPr>
        </p:nvSpPr>
        <p:spPr>
          <a:xfrm>
            <a:off x="812880" y="5285880"/>
            <a:ext cx="14631480" cy="2878200"/>
          </a:xfrm>
          <a:prstGeom prst="rect">
            <a:avLst/>
          </a:prstGeom>
          <a:noFill/>
          <a:ln w="0">
            <a:noFill/>
          </a:ln>
        </p:spPr>
        <p:txBody>
          <a:bodyPr lIns="0" rIns="0" tIns="0" bIns="0" anchor="t">
            <a:normAutofit/>
          </a:bodyPr>
          <a:p>
            <a:endParaRPr b="0" lang="en-US" sz="3200" spc="-1" strike="noStrike">
              <a:solidFill>
                <a:srgbClr val="00274c"/>
              </a:solidFill>
              <a:latin typeface="Arial"/>
            </a:endParaRPr>
          </a:p>
        </p:txBody>
      </p:sp>
    </p:spTree>
  </p:cSld>
</p:sldLayout>
</file>

<file path=ppt/slideLayouts/slideLayout5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200" name="PlaceHolder 1"/>
          <p:cNvSpPr>
            <a:spLocks noGrp="1"/>
          </p:cNvSpPr>
          <p:nvPr>
            <p:ph type="title"/>
          </p:nvPr>
        </p:nvSpPr>
        <p:spPr>
          <a:xfrm>
            <a:off x="0" y="347040"/>
            <a:ext cx="16251480" cy="1176480"/>
          </a:xfrm>
          <a:prstGeom prst="rect">
            <a:avLst/>
          </a:prstGeom>
          <a:noFill/>
          <a:ln w="0">
            <a:noFill/>
          </a:ln>
        </p:spPr>
        <p:txBody>
          <a:bodyPr lIns="0" rIns="0" tIns="0" bIns="0" anchor="ctr">
            <a:noAutofit/>
          </a:bodyPr>
          <a:p>
            <a:endParaRPr b="0" lang="en-US" sz="3200" spc="-1" strike="noStrike">
              <a:solidFill>
                <a:srgbClr val="000000"/>
              </a:solidFill>
              <a:latin typeface="Arial"/>
            </a:endParaRPr>
          </a:p>
        </p:txBody>
      </p:sp>
      <p:sp>
        <p:nvSpPr>
          <p:cNvPr id="201" name="PlaceHolder 2"/>
          <p:cNvSpPr>
            <a:spLocks noGrp="1"/>
          </p:cNvSpPr>
          <p:nvPr>
            <p:ph/>
          </p:nvPr>
        </p:nvSpPr>
        <p:spPr>
          <a:xfrm>
            <a:off x="812880" y="2133720"/>
            <a:ext cx="14631480" cy="2878200"/>
          </a:xfrm>
          <a:prstGeom prst="rect">
            <a:avLst/>
          </a:prstGeom>
          <a:noFill/>
          <a:ln w="0">
            <a:noFill/>
          </a:ln>
        </p:spPr>
        <p:txBody>
          <a:bodyPr lIns="0" rIns="0" tIns="0" bIns="0" anchor="t">
            <a:normAutofit/>
          </a:bodyPr>
          <a:p>
            <a:endParaRPr b="0" lang="en-US" sz="3200" spc="-1" strike="noStrike">
              <a:solidFill>
                <a:srgbClr val="00274c"/>
              </a:solidFill>
              <a:latin typeface="Arial"/>
            </a:endParaRPr>
          </a:p>
        </p:txBody>
      </p:sp>
      <p:sp>
        <p:nvSpPr>
          <p:cNvPr id="202" name="PlaceHolder 3"/>
          <p:cNvSpPr>
            <a:spLocks noGrp="1"/>
          </p:cNvSpPr>
          <p:nvPr>
            <p:ph/>
          </p:nvPr>
        </p:nvSpPr>
        <p:spPr>
          <a:xfrm>
            <a:off x="812880" y="5285880"/>
            <a:ext cx="14631480" cy="2878200"/>
          </a:xfrm>
          <a:prstGeom prst="rect">
            <a:avLst/>
          </a:prstGeom>
          <a:noFill/>
          <a:ln w="0">
            <a:noFill/>
          </a:ln>
        </p:spPr>
        <p:txBody>
          <a:bodyPr lIns="0" rIns="0" tIns="0" bIns="0" anchor="t">
            <a:normAutofit/>
          </a:bodyPr>
          <a:p>
            <a:endParaRPr b="0" lang="en-US" sz="3200" spc="-1" strike="noStrike">
              <a:solidFill>
                <a:srgbClr val="00274c"/>
              </a:solidFill>
              <a:latin typeface="Arial"/>
            </a:endParaRPr>
          </a:p>
        </p:txBody>
      </p:sp>
    </p:spTree>
  </p:cSld>
</p:sldLayout>
</file>

<file path=ppt/slideLayouts/slideLayout5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203" name="PlaceHolder 1"/>
          <p:cNvSpPr>
            <a:spLocks noGrp="1"/>
          </p:cNvSpPr>
          <p:nvPr>
            <p:ph type="title"/>
          </p:nvPr>
        </p:nvSpPr>
        <p:spPr>
          <a:xfrm>
            <a:off x="0" y="347040"/>
            <a:ext cx="16251480" cy="1176480"/>
          </a:xfrm>
          <a:prstGeom prst="rect">
            <a:avLst/>
          </a:prstGeom>
          <a:noFill/>
          <a:ln w="0">
            <a:noFill/>
          </a:ln>
        </p:spPr>
        <p:txBody>
          <a:bodyPr lIns="0" rIns="0" tIns="0" bIns="0" anchor="ctr">
            <a:noAutofit/>
          </a:bodyPr>
          <a:p>
            <a:endParaRPr b="0" lang="en-US" sz="3200" spc="-1" strike="noStrike">
              <a:solidFill>
                <a:srgbClr val="000000"/>
              </a:solidFill>
              <a:latin typeface="Arial"/>
            </a:endParaRPr>
          </a:p>
        </p:txBody>
      </p:sp>
      <p:sp>
        <p:nvSpPr>
          <p:cNvPr id="204" name="PlaceHolder 2"/>
          <p:cNvSpPr>
            <a:spLocks noGrp="1"/>
          </p:cNvSpPr>
          <p:nvPr>
            <p:ph/>
          </p:nvPr>
        </p:nvSpPr>
        <p:spPr>
          <a:xfrm>
            <a:off x="812880" y="2133720"/>
            <a:ext cx="7139880" cy="2878200"/>
          </a:xfrm>
          <a:prstGeom prst="rect">
            <a:avLst/>
          </a:prstGeom>
          <a:noFill/>
          <a:ln w="0">
            <a:noFill/>
          </a:ln>
        </p:spPr>
        <p:txBody>
          <a:bodyPr lIns="0" rIns="0" tIns="0" bIns="0" anchor="t">
            <a:normAutofit/>
          </a:bodyPr>
          <a:p>
            <a:endParaRPr b="0" lang="en-US" sz="3200" spc="-1" strike="noStrike">
              <a:solidFill>
                <a:srgbClr val="00274c"/>
              </a:solidFill>
              <a:latin typeface="Arial"/>
            </a:endParaRPr>
          </a:p>
        </p:txBody>
      </p:sp>
      <p:sp>
        <p:nvSpPr>
          <p:cNvPr id="205" name="PlaceHolder 3"/>
          <p:cNvSpPr>
            <a:spLocks noGrp="1"/>
          </p:cNvSpPr>
          <p:nvPr>
            <p:ph/>
          </p:nvPr>
        </p:nvSpPr>
        <p:spPr>
          <a:xfrm>
            <a:off x="8310240" y="2133720"/>
            <a:ext cx="7139880" cy="2878200"/>
          </a:xfrm>
          <a:prstGeom prst="rect">
            <a:avLst/>
          </a:prstGeom>
          <a:noFill/>
          <a:ln w="0">
            <a:noFill/>
          </a:ln>
        </p:spPr>
        <p:txBody>
          <a:bodyPr lIns="0" rIns="0" tIns="0" bIns="0" anchor="t">
            <a:normAutofit/>
          </a:bodyPr>
          <a:p>
            <a:endParaRPr b="0" lang="en-US" sz="3200" spc="-1" strike="noStrike">
              <a:solidFill>
                <a:srgbClr val="00274c"/>
              </a:solidFill>
              <a:latin typeface="Arial"/>
            </a:endParaRPr>
          </a:p>
        </p:txBody>
      </p:sp>
      <p:sp>
        <p:nvSpPr>
          <p:cNvPr id="206" name="PlaceHolder 4"/>
          <p:cNvSpPr>
            <a:spLocks noGrp="1"/>
          </p:cNvSpPr>
          <p:nvPr>
            <p:ph/>
          </p:nvPr>
        </p:nvSpPr>
        <p:spPr>
          <a:xfrm>
            <a:off x="812880" y="5285880"/>
            <a:ext cx="7139880" cy="2878200"/>
          </a:xfrm>
          <a:prstGeom prst="rect">
            <a:avLst/>
          </a:prstGeom>
          <a:noFill/>
          <a:ln w="0">
            <a:noFill/>
          </a:ln>
        </p:spPr>
        <p:txBody>
          <a:bodyPr lIns="0" rIns="0" tIns="0" bIns="0" anchor="t">
            <a:normAutofit/>
          </a:bodyPr>
          <a:p>
            <a:endParaRPr b="0" lang="en-US" sz="3200" spc="-1" strike="noStrike">
              <a:solidFill>
                <a:srgbClr val="00274c"/>
              </a:solidFill>
              <a:latin typeface="Arial"/>
            </a:endParaRPr>
          </a:p>
        </p:txBody>
      </p:sp>
      <p:sp>
        <p:nvSpPr>
          <p:cNvPr id="207" name="PlaceHolder 5"/>
          <p:cNvSpPr>
            <a:spLocks noGrp="1"/>
          </p:cNvSpPr>
          <p:nvPr>
            <p:ph/>
          </p:nvPr>
        </p:nvSpPr>
        <p:spPr>
          <a:xfrm>
            <a:off x="8310240" y="5285880"/>
            <a:ext cx="7139880" cy="2878200"/>
          </a:xfrm>
          <a:prstGeom prst="rect">
            <a:avLst/>
          </a:prstGeom>
          <a:noFill/>
          <a:ln w="0">
            <a:noFill/>
          </a:ln>
        </p:spPr>
        <p:txBody>
          <a:bodyPr lIns="0" rIns="0" tIns="0" bIns="0" anchor="t">
            <a:normAutofit/>
          </a:bodyPr>
          <a:p>
            <a:endParaRPr b="0" lang="en-US" sz="3200" spc="-1" strike="noStrike">
              <a:solidFill>
                <a:srgbClr val="00274c"/>
              </a:solidFill>
              <a:latin typeface="Arial"/>
            </a:endParaRPr>
          </a:p>
        </p:txBody>
      </p:sp>
    </p:spTree>
  </p:cSld>
</p:sldLayout>
</file>

<file path=ppt/slideLayouts/slideLayout6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208" name="PlaceHolder 1"/>
          <p:cNvSpPr>
            <a:spLocks noGrp="1"/>
          </p:cNvSpPr>
          <p:nvPr>
            <p:ph type="title"/>
          </p:nvPr>
        </p:nvSpPr>
        <p:spPr>
          <a:xfrm>
            <a:off x="0" y="347040"/>
            <a:ext cx="16251480" cy="1176480"/>
          </a:xfrm>
          <a:prstGeom prst="rect">
            <a:avLst/>
          </a:prstGeom>
          <a:noFill/>
          <a:ln w="0">
            <a:noFill/>
          </a:ln>
        </p:spPr>
        <p:txBody>
          <a:bodyPr lIns="0" rIns="0" tIns="0" bIns="0" anchor="ctr">
            <a:noAutofit/>
          </a:bodyPr>
          <a:p>
            <a:endParaRPr b="0" lang="en-US" sz="3200" spc="-1" strike="noStrike">
              <a:solidFill>
                <a:srgbClr val="000000"/>
              </a:solidFill>
              <a:latin typeface="Arial"/>
            </a:endParaRPr>
          </a:p>
        </p:txBody>
      </p:sp>
      <p:sp>
        <p:nvSpPr>
          <p:cNvPr id="209" name="PlaceHolder 2"/>
          <p:cNvSpPr>
            <a:spLocks noGrp="1"/>
          </p:cNvSpPr>
          <p:nvPr>
            <p:ph/>
          </p:nvPr>
        </p:nvSpPr>
        <p:spPr>
          <a:xfrm>
            <a:off x="812880" y="2133720"/>
            <a:ext cx="4710960" cy="2878200"/>
          </a:xfrm>
          <a:prstGeom prst="rect">
            <a:avLst/>
          </a:prstGeom>
          <a:noFill/>
          <a:ln w="0">
            <a:noFill/>
          </a:ln>
        </p:spPr>
        <p:txBody>
          <a:bodyPr lIns="0" rIns="0" tIns="0" bIns="0" anchor="t">
            <a:normAutofit/>
          </a:bodyPr>
          <a:p>
            <a:endParaRPr b="0" lang="en-US" sz="3200" spc="-1" strike="noStrike">
              <a:solidFill>
                <a:srgbClr val="00274c"/>
              </a:solidFill>
              <a:latin typeface="Arial"/>
            </a:endParaRPr>
          </a:p>
        </p:txBody>
      </p:sp>
      <p:sp>
        <p:nvSpPr>
          <p:cNvPr id="210" name="PlaceHolder 3"/>
          <p:cNvSpPr>
            <a:spLocks noGrp="1"/>
          </p:cNvSpPr>
          <p:nvPr>
            <p:ph/>
          </p:nvPr>
        </p:nvSpPr>
        <p:spPr>
          <a:xfrm>
            <a:off x="5759640" y="2133720"/>
            <a:ext cx="4710960" cy="2878200"/>
          </a:xfrm>
          <a:prstGeom prst="rect">
            <a:avLst/>
          </a:prstGeom>
          <a:noFill/>
          <a:ln w="0">
            <a:noFill/>
          </a:ln>
        </p:spPr>
        <p:txBody>
          <a:bodyPr lIns="0" rIns="0" tIns="0" bIns="0" anchor="t">
            <a:normAutofit/>
          </a:bodyPr>
          <a:p>
            <a:endParaRPr b="0" lang="en-US" sz="3200" spc="-1" strike="noStrike">
              <a:solidFill>
                <a:srgbClr val="00274c"/>
              </a:solidFill>
              <a:latin typeface="Arial"/>
            </a:endParaRPr>
          </a:p>
        </p:txBody>
      </p:sp>
      <p:sp>
        <p:nvSpPr>
          <p:cNvPr id="211" name="PlaceHolder 4"/>
          <p:cNvSpPr>
            <a:spLocks noGrp="1"/>
          </p:cNvSpPr>
          <p:nvPr>
            <p:ph/>
          </p:nvPr>
        </p:nvSpPr>
        <p:spPr>
          <a:xfrm>
            <a:off x="10706760" y="2133720"/>
            <a:ext cx="4710960" cy="2878200"/>
          </a:xfrm>
          <a:prstGeom prst="rect">
            <a:avLst/>
          </a:prstGeom>
          <a:noFill/>
          <a:ln w="0">
            <a:noFill/>
          </a:ln>
        </p:spPr>
        <p:txBody>
          <a:bodyPr lIns="0" rIns="0" tIns="0" bIns="0" anchor="t">
            <a:normAutofit/>
          </a:bodyPr>
          <a:p>
            <a:endParaRPr b="0" lang="en-US" sz="3200" spc="-1" strike="noStrike">
              <a:solidFill>
                <a:srgbClr val="00274c"/>
              </a:solidFill>
              <a:latin typeface="Arial"/>
            </a:endParaRPr>
          </a:p>
        </p:txBody>
      </p:sp>
      <p:sp>
        <p:nvSpPr>
          <p:cNvPr id="212" name="PlaceHolder 5"/>
          <p:cNvSpPr>
            <a:spLocks noGrp="1"/>
          </p:cNvSpPr>
          <p:nvPr>
            <p:ph/>
          </p:nvPr>
        </p:nvSpPr>
        <p:spPr>
          <a:xfrm>
            <a:off x="812880" y="5285880"/>
            <a:ext cx="4710960" cy="2878200"/>
          </a:xfrm>
          <a:prstGeom prst="rect">
            <a:avLst/>
          </a:prstGeom>
          <a:noFill/>
          <a:ln w="0">
            <a:noFill/>
          </a:ln>
        </p:spPr>
        <p:txBody>
          <a:bodyPr lIns="0" rIns="0" tIns="0" bIns="0" anchor="t">
            <a:normAutofit/>
          </a:bodyPr>
          <a:p>
            <a:endParaRPr b="0" lang="en-US" sz="3200" spc="-1" strike="noStrike">
              <a:solidFill>
                <a:srgbClr val="00274c"/>
              </a:solidFill>
              <a:latin typeface="Arial"/>
            </a:endParaRPr>
          </a:p>
        </p:txBody>
      </p:sp>
      <p:sp>
        <p:nvSpPr>
          <p:cNvPr id="213" name="PlaceHolder 6"/>
          <p:cNvSpPr>
            <a:spLocks noGrp="1"/>
          </p:cNvSpPr>
          <p:nvPr>
            <p:ph/>
          </p:nvPr>
        </p:nvSpPr>
        <p:spPr>
          <a:xfrm>
            <a:off x="5759640" y="5285880"/>
            <a:ext cx="4710960" cy="2878200"/>
          </a:xfrm>
          <a:prstGeom prst="rect">
            <a:avLst/>
          </a:prstGeom>
          <a:noFill/>
          <a:ln w="0">
            <a:noFill/>
          </a:ln>
        </p:spPr>
        <p:txBody>
          <a:bodyPr lIns="0" rIns="0" tIns="0" bIns="0" anchor="t">
            <a:normAutofit/>
          </a:bodyPr>
          <a:p>
            <a:endParaRPr b="0" lang="en-US" sz="3200" spc="-1" strike="noStrike">
              <a:solidFill>
                <a:srgbClr val="00274c"/>
              </a:solidFill>
              <a:latin typeface="Arial"/>
            </a:endParaRPr>
          </a:p>
        </p:txBody>
      </p:sp>
      <p:sp>
        <p:nvSpPr>
          <p:cNvPr id="214" name="PlaceHolder 7"/>
          <p:cNvSpPr>
            <a:spLocks noGrp="1"/>
          </p:cNvSpPr>
          <p:nvPr>
            <p:ph/>
          </p:nvPr>
        </p:nvSpPr>
        <p:spPr>
          <a:xfrm>
            <a:off x="10706760" y="5285880"/>
            <a:ext cx="4710960" cy="2878200"/>
          </a:xfrm>
          <a:prstGeom prst="rect">
            <a:avLst/>
          </a:prstGeom>
          <a:noFill/>
          <a:ln w="0">
            <a:noFill/>
          </a:ln>
        </p:spPr>
        <p:txBody>
          <a:bodyPr lIns="0" rIns="0" tIns="0" bIns="0" anchor="t">
            <a:normAutofit/>
          </a:bodyPr>
          <a:p>
            <a:endParaRPr b="0" lang="en-US" sz="3200" spc="-1" strike="noStrike">
              <a:solidFill>
                <a:srgbClr val="00274c"/>
              </a:solidFill>
              <a:latin typeface="Arial"/>
            </a:endParaRPr>
          </a:p>
        </p:txBody>
      </p:sp>
    </p:spTree>
  </p:cSld>
</p:sldLayout>
</file>

<file path=ppt/slideLayouts/slideLayout6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Tree>
  </p:cSld>
</p:sldLayout>
</file>

<file path=ppt/slideLayouts/slideLayout6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223" name="PlaceHolder 1"/>
          <p:cNvSpPr>
            <a:spLocks noGrp="1"/>
          </p:cNvSpPr>
          <p:nvPr>
            <p:ph type="title"/>
          </p:nvPr>
        </p:nvSpPr>
        <p:spPr>
          <a:xfrm>
            <a:off x="0" y="347040"/>
            <a:ext cx="16251480" cy="1176480"/>
          </a:xfrm>
          <a:prstGeom prst="rect">
            <a:avLst/>
          </a:prstGeom>
          <a:noFill/>
          <a:ln w="0">
            <a:noFill/>
          </a:ln>
        </p:spPr>
        <p:txBody>
          <a:bodyPr lIns="0" rIns="0" tIns="0" bIns="0" anchor="ctr">
            <a:noAutofit/>
          </a:bodyPr>
          <a:p>
            <a:endParaRPr b="0" lang="en-US" sz="3200" spc="-1" strike="noStrike">
              <a:solidFill>
                <a:srgbClr val="000000"/>
              </a:solidFill>
              <a:latin typeface="Arial"/>
            </a:endParaRPr>
          </a:p>
        </p:txBody>
      </p:sp>
      <p:sp>
        <p:nvSpPr>
          <p:cNvPr id="224" name="PlaceHolder 2"/>
          <p:cNvSpPr>
            <a:spLocks noGrp="1"/>
          </p:cNvSpPr>
          <p:nvPr>
            <p:ph type="subTitle"/>
          </p:nvPr>
        </p:nvSpPr>
        <p:spPr>
          <a:xfrm>
            <a:off x="812880" y="2133720"/>
            <a:ext cx="14631480" cy="6034320"/>
          </a:xfrm>
          <a:prstGeom prst="rect">
            <a:avLst/>
          </a:prstGeom>
          <a:noFill/>
          <a:ln w="0">
            <a:noFill/>
          </a:ln>
        </p:spPr>
        <p:txBody>
          <a:bodyPr lIns="0" rIns="0" tIns="0" bIns="0" anchor="ctr">
            <a:noAutofit/>
          </a:bodyPr>
          <a:p>
            <a:pPr algn="ctr"/>
            <a:endParaRPr b="0" lang="en-US" sz="3200" spc="-1" strike="noStrike">
              <a:latin typeface="Arial"/>
            </a:endParaRPr>
          </a:p>
        </p:txBody>
      </p:sp>
    </p:spTree>
  </p:cSld>
</p:sldLayout>
</file>

<file path=ppt/slideLayouts/slideLayout6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225" name="PlaceHolder 1"/>
          <p:cNvSpPr>
            <a:spLocks noGrp="1"/>
          </p:cNvSpPr>
          <p:nvPr>
            <p:ph type="title"/>
          </p:nvPr>
        </p:nvSpPr>
        <p:spPr>
          <a:xfrm>
            <a:off x="0" y="347040"/>
            <a:ext cx="16251480" cy="1176480"/>
          </a:xfrm>
          <a:prstGeom prst="rect">
            <a:avLst/>
          </a:prstGeom>
          <a:noFill/>
          <a:ln w="0">
            <a:noFill/>
          </a:ln>
        </p:spPr>
        <p:txBody>
          <a:bodyPr lIns="0" rIns="0" tIns="0" bIns="0" anchor="ctr">
            <a:noAutofit/>
          </a:bodyPr>
          <a:p>
            <a:endParaRPr b="0" lang="en-US" sz="3200" spc="-1" strike="noStrike">
              <a:solidFill>
                <a:srgbClr val="000000"/>
              </a:solidFill>
              <a:latin typeface="Arial"/>
            </a:endParaRPr>
          </a:p>
        </p:txBody>
      </p:sp>
      <p:sp>
        <p:nvSpPr>
          <p:cNvPr id="226" name="PlaceHolder 2"/>
          <p:cNvSpPr>
            <a:spLocks noGrp="1"/>
          </p:cNvSpPr>
          <p:nvPr>
            <p:ph/>
          </p:nvPr>
        </p:nvSpPr>
        <p:spPr>
          <a:xfrm>
            <a:off x="812880" y="2133720"/>
            <a:ext cx="14631480" cy="6034320"/>
          </a:xfrm>
          <a:prstGeom prst="rect">
            <a:avLst/>
          </a:prstGeom>
          <a:noFill/>
          <a:ln w="0">
            <a:noFill/>
          </a:ln>
        </p:spPr>
        <p:txBody>
          <a:bodyPr lIns="0" rIns="0" tIns="0" bIns="0" anchor="t">
            <a:normAutofit/>
          </a:bodyPr>
          <a:p>
            <a:endParaRPr b="0" lang="en-US" sz="3200" spc="-1" strike="noStrike">
              <a:solidFill>
                <a:srgbClr val="00274c"/>
              </a:solidFill>
              <a:latin typeface="Arial"/>
            </a:endParaRPr>
          </a:p>
        </p:txBody>
      </p:sp>
    </p:spTree>
  </p:cSld>
</p:sldLayout>
</file>

<file path=ppt/slideLayouts/slideLayout6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227" name="PlaceHolder 1"/>
          <p:cNvSpPr>
            <a:spLocks noGrp="1"/>
          </p:cNvSpPr>
          <p:nvPr>
            <p:ph type="title"/>
          </p:nvPr>
        </p:nvSpPr>
        <p:spPr>
          <a:xfrm>
            <a:off x="0" y="347040"/>
            <a:ext cx="16251480" cy="1176480"/>
          </a:xfrm>
          <a:prstGeom prst="rect">
            <a:avLst/>
          </a:prstGeom>
          <a:noFill/>
          <a:ln w="0">
            <a:noFill/>
          </a:ln>
        </p:spPr>
        <p:txBody>
          <a:bodyPr lIns="0" rIns="0" tIns="0" bIns="0" anchor="ctr">
            <a:noAutofit/>
          </a:bodyPr>
          <a:p>
            <a:endParaRPr b="0" lang="en-US" sz="3200" spc="-1" strike="noStrike">
              <a:solidFill>
                <a:srgbClr val="000000"/>
              </a:solidFill>
              <a:latin typeface="Arial"/>
            </a:endParaRPr>
          </a:p>
        </p:txBody>
      </p:sp>
      <p:sp>
        <p:nvSpPr>
          <p:cNvPr id="228" name="PlaceHolder 2"/>
          <p:cNvSpPr>
            <a:spLocks noGrp="1"/>
          </p:cNvSpPr>
          <p:nvPr>
            <p:ph/>
          </p:nvPr>
        </p:nvSpPr>
        <p:spPr>
          <a:xfrm>
            <a:off x="812880" y="2133720"/>
            <a:ext cx="7139880" cy="6034320"/>
          </a:xfrm>
          <a:prstGeom prst="rect">
            <a:avLst/>
          </a:prstGeom>
          <a:noFill/>
          <a:ln w="0">
            <a:noFill/>
          </a:ln>
        </p:spPr>
        <p:txBody>
          <a:bodyPr lIns="0" rIns="0" tIns="0" bIns="0" anchor="t">
            <a:normAutofit/>
          </a:bodyPr>
          <a:p>
            <a:endParaRPr b="0" lang="en-US" sz="3200" spc="-1" strike="noStrike">
              <a:solidFill>
                <a:srgbClr val="00274c"/>
              </a:solidFill>
              <a:latin typeface="Arial"/>
            </a:endParaRPr>
          </a:p>
        </p:txBody>
      </p:sp>
      <p:sp>
        <p:nvSpPr>
          <p:cNvPr id="229" name="PlaceHolder 3"/>
          <p:cNvSpPr>
            <a:spLocks noGrp="1"/>
          </p:cNvSpPr>
          <p:nvPr>
            <p:ph/>
          </p:nvPr>
        </p:nvSpPr>
        <p:spPr>
          <a:xfrm>
            <a:off x="8310240" y="2133720"/>
            <a:ext cx="7139880" cy="6034320"/>
          </a:xfrm>
          <a:prstGeom prst="rect">
            <a:avLst/>
          </a:prstGeom>
          <a:noFill/>
          <a:ln w="0">
            <a:noFill/>
          </a:ln>
        </p:spPr>
        <p:txBody>
          <a:bodyPr lIns="0" rIns="0" tIns="0" bIns="0" anchor="t">
            <a:normAutofit/>
          </a:bodyPr>
          <a:p>
            <a:endParaRPr b="0" lang="en-US" sz="3200" spc="-1" strike="noStrike">
              <a:solidFill>
                <a:srgbClr val="00274c"/>
              </a:solidFill>
              <a:latin typeface="Arial"/>
            </a:endParaRPr>
          </a:p>
        </p:txBody>
      </p:sp>
    </p:spTree>
  </p:cSld>
</p:sldLayout>
</file>

<file path=ppt/slideLayouts/slideLayout6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230" name="PlaceHolder 1"/>
          <p:cNvSpPr>
            <a:spLocks noGrp="1"/>
          </p:cNvSpPr>
          <p:nvPr>
            <p:ph type="title"/>
          </p:nvPr>
        </p:nvSpPr>
        <p:spPr>
          <a:xfrm>
            <a:off x="0" y="347040"/>
            <a:ext cx="16251480" cy="1176480"/>
          </a:xfrm>
          <a:prstGeom prst="rect">
            <a:avLst/>
          </a:prstGeom>
          <a:noFill/>
          <a:ln w="0">
            <a:noFill/>
          </a:ln>
        </p:spPr>
        <p:txBody>
          <a:bodyPr lIns="0" rIns="0" tIns="0" bIns="0" anchor="ctr">
            <a:noAutofit/>
          </a:bodyPr>
          <a:p>
            <a:endParaRPr b="0" lang="en-US" sz="3200" spc="-1" strike="noStrike">
              <a:solidFill>
                <a:srgbClr val="000000"/>
              </a:solidFill>
              <a:latin typeface="Arial"/>
            </a:endParaRPr>
          </a:p>
        </p:txBody>
      </p:sp>
    </p:spTree>
  </p:cSld>
</p:sldLayout>
</file>

<file path=ppt/slideLayouts/slideLayout6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231" name="PlaceHolder 1"/>
          <p:cNvSpPr>
            <a:spLocks noGrp="1"/>
          </p:cNvSpPr>
          <p:nvPr>
            <p:ph type="subTitle"/>
          </p:nvPr>
        </p:nvSpPr>
        <p:spPr>
          <a:xfrm>
            <a:off x="0" y="347040"/>
            <a:ext cx="16251480" cy="5454720"/>
          </a:xfrm>
          <a:prstGeom prst="rect">
            <a:avLst/>
          </a:prstGeom>
          <a:noFill/>
          <a:ln w="0">
            <a:noFill/>
          </a:ln>
        </p:spPr>
        <p:txBody>
          <a:bodyPr lIns="0" rIns="0" tIns="0" bIns="0" anchor="ctr">
            <a:noAutofit/>
          </a:bodyPr>
          <a:p>
            <a:pPr algn="ctr"/>
            <a:endParaRPr b="0" lang="en-US" sz="3200" spc="-1" strike="noStrike">
              <a:latin typeface="Arial"/>
            </a:endParaRPr>
          </a:p>
        </p:txBody>
      </p:sp>
    </p:spTree>
  </p:cSld>
</p:sldLayout>
</file>

<file path=ppt/slideLayouts/slideLayout6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232" name="PlaceHolder 1"/>
          <p:cNvSpPr>
            <a:spLocks noGrp="1"/>
          </p:cNvSpPr>
          <p:nvPr>
            <p:ph type="title"/>
          </p:nvPr>
        </p:nvSpPr>
        <p:spPr>
          <a:xfrm>
            <a:off x="0" y="347040"/>
            <a:ext cx="16251480" cy="1176480"/>
          </a:xfrm>
          <a:prstGeom prst="rect">
            <a:avLst/>
          </a:prstGeom>
          <a:noFill/>
          <a:ln w="0">
            <a:noFill/>
          </a:ln>
        </p:spPr>
        <p:txBody>
          <a:bodyPr lIns="0" rIns="0" tIns="0" bIns="0" anchor="ctr">
            <a:noAutofit/>
          </a:bodyPr>
          <a:p>
            <a:endParaRPr b="0" lang="en-US" sz="3200" spc="-1" strike="noStrike">
              <a:solidFill>
                <a:srgbClr val="000000"/>
              </a:solidFill>
              <a:latin typeface="Arial"/>
            </a:endParaRPr>
          </a:p>
        </p:txBody>
      </p:sp>
      <p:sp>
        <p:nvSpPr>
          <p:cNvPr id="233" name="PlaceHolder 2"/>
          <p:cNvSpPr>
            <a:spLocks noGrp="1"/>
          </p:cNvSpPr>
          <p:nvPr>
            <p:ph/>
          </p:nvPr>
        </p:nvSpPr>
        <p:spPr>
          <a:xfrm>
            <a:off x="812880" y="2133720"/>
            <a:ext cx="7139880" cy="2878200"/>
          </a:xfrm>
          <a:prstGeom prst="rect">
            <a:avLst/>
          </a:prstGeom>
          <a:noFill/>
          <a:ln w="0">
            <a:noFill/>
          </a:ln>
        </p:spPr>
        <p:txBody>
          <a:bodyPr lIns="0" rIns="0" tIns="0" bIns="0" anchor="t">
            <a:normAutofit/>
          </a:bodyPr>
          <a:p>
            <a:endParaRPr b="0" lang="en-US" sz="3200" spc="-1" strike="noStrike">
              <a:solidFill>
                <a:srgbClr val="00274c"/>
              </a:solidFill>
              <a:latin typeface="Arial"/>
            </a:endParaRPr>
          </a:p>
        </p:txBody>
      </p:sp>
      <p:sp>
        <p:nvSpPr>
          <p:cNvPr id="234" name="PlaceHolder 3"/>
          <p:cNvSpPr>
            <a:spLocks noGrp="1"/>
          </p:cNvSpPr>
          <p:nvPr>
            <p:ph/>
          </p:nvPr>
        </p:nvSpPr>
        <p:spPr>
          <a:xfrm>
            <a:off x="8310240" y="2133720"/>
            <a:ext cx="7139880" cy="6034320"/>
          </a:xfrm>
          <a:prstGeom prst="rect">
            <a:avLst/>
          </a:prstGeom>
          <a:noFill/>
          <a:ln w="0">
            <a:noFill/>
          </a:ln>
        </p:spPr>
        <p:txBody>
          <a:bodyPr lIns="0" rIns="0" tIns="0" bIns="0" anchor="t">
            <a:normAutofit/>
          </a:bodyPr>
          <a:p>
            <a:endParaRPr b="0" lang="en-US" sz="3200" spc="-1" strike="noStrike">
              <a:solidFill>
                <a:srgbClr val="00274c"/>
              </a:solidFill>
              <a:latin typeface="Arial"/>
            </a:endParaRPr>
          </a:p>
        </p:txBody>
      </p:sp>
      <p:sp>
        <p:nvSpPr>
          <p:cNvPr id="235" name="PlaceHolder 4"/>
          <p:cNvSpPr>
            <a:spLocks noGrp="1"/>
          </p:cNvSpPr>
          <p:nvPr>
            <p:ph/>
          </p:nvPr>
        </p:nvSpPr>
        <p:spPr>
          <a:xfrm>
            <a:off x="812880" y="5285880"/>
            <a:ext cx="7139880" cy="2878200"/>
          </a:xfrm>
          <a:prstGeom prst="rect">
            <a:avLst/>
          </a:prstGeom>
          <a:noFill/>
          <a:ln w="0">
            <a:noFill/>
          </a:ln>
        </p:spPr>
        <p:txBody>
          <a:bodyPr lIns="0" rIns="0" tIns="0" bIns="0" anchor="t">
            <a:normAutofit/>
          </a:bodyPr>
          <a:p>
            <a:endParaRPr b="0" lang="en-US" sz="3200" spc="-1" strike="noStrike">
              <a:solidFill>
                <a:srgbClr val="00274c"/>
              </a:solidFill>
              <a:latin typeface="Arial"/>
            </a:endParaRPr>
          </a:p>
        </p:txBody>
      </p:sp>
    </p:spTree>
  </p:cSld>
</p:sldLayout>
</file>

<file path=ppt/slideLayouts/slideLayout6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236" name="PlaceHolder 1"/>
          <p:cNvSpPr>
            <a:spLocks noGrp="1"/>
          </p:cNvSpPr>
          <p:nvPr>
            <p:ph type="title"/>
          </p:nvPr>
        </p:nvSpPr>
        <p:spPr>
          <a:xfrm>
            <a:off x="0" y="347040"/>
            <a:ext cx="16251480" cy="1176480"/>
          </a:xfrm>
          <a:prstGeom prst="rect">
            <a:avLst/>
          </a:prstGeom>
          <a:noFill/>
          <a:ln w="0">
            <a:noFill/>
          </a:ln>
        </p:spPr>
        <p:txBody>
          <a:bodyPr lIns="0" rIns="0" tIns="0" bIns="0" anchor="ctr">
            <a:noAutofit/>
          </a:bodyPr>
          <a:p>
            <a:endParaRPr b="0" lang="en-US" sz="3200" spc="-1" strike="noStrike">
              <a:solidFill>
                <a:srgbClr val="000000"/>
              </a:solidFill>
              <a:latin typeface="Arial"/>
            </a:endParaRPr>
          </a:p>
        </p:txBody>
      </p:sp>
      <p:sp>
        <p:nvSpPr>
          <p:cNvPr id="237" name="PlaceHolder 2"/>
          <p:cNvSpPr>
            <a:spLocks noGrp="1"/>
          </p:cNvSpPr>
          <p:nvPr>
            <p:ph/>
          </p:nvPr>
        </p:nvSpPr>
        <p:spPr>
          <a:xfrm>
            <a:off x="812880" y="2133720"/>
            <a:ext cx="7139880" cy="6034320"/>
          </a:xfrm>
          <a:prstGeom prst="rect">
            <a:avLst/>
          </a:prstGeom>
          <a:noFill/>
          <a:ln w="0">
            <a:noFill/>
          </a:ln>
        </p:spPr>
        <p:txBody>
          <a:bodyPr lIns="0" rIns="0" tIns="0" bIns="0" anchor="t">
            <a:normAutofit/>
          </a:bodyPr>
          <a:p>
            <a:endParaRPr b="0" lang="en-US" sz="3200" spc="-1" strike="noStrike">
              <a:solidFill>
                <a:srgbClr val="00274c"/>
              </a:solidFill>
              <a:latin typeface="Arial"/>
            </a:endParaRPr>
          </a:p>
        </p:txBody>
      </p:sp>
      <p:sp>
        <p:nvSpPr>
          <p:cNvPr id="238" name="PlaceHolder 3"/>
          <p:cNvSpPr>
            <a:spLocks noGrp="1"/>
          </p:cNvSpPr>
          <p:nvPr>
            <p:ph/>
          </p:nvPr>
        </p:nvSpPr>
        <p:spPr>
          <a:xfrm>
            <a:off x="8310240" y="2133720"/>
            <a:ext cx="7139880" cy="2878200"/>
          </a:xfrm>
          <a:prstGeom prst="rect">
            <a:avLst/>
          </a:prstGeom>
          <a:noFill/>
          <a:ln w="0">
            <a:noFill/>
          </a:ln>
        </p:spPr>
        <p:txBody>
          <a:bodyPr lIns="0" rIns="0" tIns="0" bIns="0" anchor="t">
            <a:normAutofit/>
          </a:bodyPr>
          <a:p>
            <a:endParaRPr b="0" lang="en-US" sz="3200" spc="-1" strike="noStrike">
              <a:solidFill>
                <a:srgbClr val="00274c"/>
              </a:solidFill>
              <a:latin typeface="Arial"/>
            </a:endParaRPr>
          </a:p>
        </p:txBody>
      </p:sp>
      <p:sp>
        <p:nvSpPr>
          <p:cNvPr id="239" name="PlaceHolder 4"/>
          <p:cNvSpPr>
            <a:spLocks noGrp="1"/>
          </p:cNvSpPr>
          <p:nvPr>
            <p:ph/>
          </p:nvPr>
        </p:nvSpPr>
        <p:spPr>
          <a:xfrm>
            <a:off x="8310240" y="5285880"/>
            <a:ext cx="7139880" cy="2878200"/>
          </a:xfrm>
          <a:prstGeom prst="rect">
            <a:avLst/>
          </a:prstGeom>
          <a:noFill/>
          <a:ln w="0">
            <a:noFill/>
          </a:ln>
        </p:spPr>
        <p:txBody>
          <a:bodyPr lIns="0" rIns="0" tIns="0" bIns="0" anchor="t">
            <a:normAutofit/>
          </a:bodyPr>
          <a:p>
            <a:endParaRPr b="0" lang="en-US" sz="3200" spc="-1" strike="noStrike">
              <a:solidFill>
                <a:srgbClr val="00274c"/>
              </a:solidFill>
              <a:latin typeface="Arial"/>
            </a:endParaRPr>
          </a:p>
        </p:txBody>
      </p:sp>
    </p:spTree>
  </p:cSld>
</p:sldLayout>
</file>

<file path=ppt/slideLayouts/slideLayout6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240" name="PlaceHolder 1"/>
          <p:cNvSpPr>
            <a:spLocks noGrp="1"/>
          </p:cNvSpPr>
          <p:nvPr>
            <p:ph type="title"/>
          </p:nvPr>
        </p:nvSpPr>
        <p:spPr>
          <a:xfrm>
            <a:off x="0" y="347040"/>
            <a:ext cx="16251480" cy="1176480"/>
          </a:xfrm>
          <a:prstGeom prst="rect">
            <a:avLst/>
          </a:prstGeom>
          <a:noFill/>
          <a:ln w="0">
            <a:noFill/>
          </a:ln>
        </p:spPr>
        <p:txBody>
          <a:bodyPr lIns="0" rIns="0" tIns="0" bIns="0" anchor="ctr">
            <a:noAutofit/>
          </a:bodyPr>
          <a:p>
            <a:endParaRPr b="0" lang="en-US" sz="3200" spc="-1" strike="noStrike">
              <a:solidFill>
                <a:srgbClr val="000000"/>
              </a:solidFill>
              <a:latin typeface="Arial"/>
            </a:endParaRPr>
          </a:p>
        </p:txBody>
      </p:sp>
      <p:sp>
        <p:nvSpPr>
          <p:cNvPr id="241" name="PlaceHolder 2"/>
          <p:cNvSpPr>
            <a:spLocks noGrp="1"/>
          </p:cNvSpPr>
          <p:nvPr>
            <p:ph/>
          </p:nvPr>
        </p:nvSpPr>
        <p:spPr>
          <a:xfrm>
            <a:off x="812880" y="2133720"/>
            <a:ext cx="7139880" cy="2878200"/>
          </a:xfrm>
          <a:prstGeom prst="rect">
            <a:avLst/>
          </a:prstGeom>
          <a:noFill/>
          <a:ln w="0">
            <a:noFill/>
          </a:ln>
        </p:spPr>
        <p:txBody>
          <a:bodyPr lIns="0" rIns="0" tIns="0" bIns="0" anchor="t">
            <a:normAutofit/>
          </a:bodyPr>
          <a:p>
            <a:endParaRPr b="0" lang="en-US" sz="3200" spc="-1" strike="noStrike">
              <a:solidFill>
                <a:srgbClr val="00274c"/>
              </a:solidFill>
              <a:latin typeface="Arial"/>
            </a:endParaRPr>
          </a:p>
        </p:txBody>
      </p:sp>
      <p:sp>
        <p:nvSpPr>
          <p:cNvPr id="242" name="PlaceHolder 3"/>
          <p:cNvSpPr>
            <a:spLocks noGrp="1"/>
          </p:cNvSpPr>
          <p:nvPr>
            <p:ph/>
          </p:nvPr>
        </p:nvSpPr>
        <p:spPr>
          <a:xfrm>
            <a:off x="8310240" y="2133720"/>
            <a:ext cx="7139880" cy="2878200"/>
          </a:xfrm>
          <a:prstGeom prst="rect">
            <a:avLst/>
          </a:prstGeom>
          <a:noFill/>
          <a:ln w="0">
            <a:noFill/>
          </a:ln>
        </p:spPr>
        <p:txBody>
          <a:bodyPr lIns="0" rIns="0" tIns="0" bIns="0" anchor="t">
            <a:normAutofit/>
          </a:bodyPr>
          <a:p>
            <a:endParaRPr b="0" lang="en-US" sz="3200" spc="-1" strike="noStrike">
              <a:solidFill>
                <a:srgbClr val="00274c"/>
              </a:solidFill>
              <a:latin typeface="Arial"/>
            </a:endParaRPr>
          </a:p>
        </p:txBody>
      </p:sp>
      <p:sp>
        <p:nvSpPr>
          <p:cNvPr id="243" name="PlaceHolder 4"/>
          <p:cNvSpPr>
            <a:spLocks noGrp="1"/>
          </p:cNvSpPr>
          <p:nvPr>
            <p:ph/>
          </p:nvPr>
        </p:nvSpPr>
        <p:spPr>
          <a:xfrm>
            <a:off x="812880" y="5285880"/>
            <a:ext cx="14631480" cy="2878200"/>
          </a:xfrm>
          <a:prstGeom prst="rect">
            <a:avLst/>
          </a:prstGeom>
          <a:noFill/>
          <a:ln w="0">
            <a:noFill/>
          </a:ln>
        </p:spPr>
        <p:txBody>
          <a:bodyPr lIns="0" rIns="0" tIns="0" bIns="0" anchor="t">
            <a:normAutofit/>
          </a:bodyPr>
          <a:p>
            <a:endParaRPr b="0" lang="en-US" sz="3200" spc="-1" strike="noStrike">
              <a:solidFill>
                <a:srgbClr val="00274c"/>
              </a:solidFill>
              <a:latin typeface="Arial"/>
            </a:endParaRPr>
          </a:p>
        </p:txBody>
      </p:sp>
    </p:spTree>
  </p:cSld>
</p:sldLayout>
</file>

<file path=ppt/slideLayouts/slideLayout7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244" name="PlaceHolder 1"/>
          <p:cNvSpPr>
            <a:spLocks noGrp="1"/>
          </p:cNvSpPr>
          <p:nvPr>
            <p:ph type="title"/>
          </p:nvPr>
        </p:nvSpPr>
        <p:spPr>
          <a:xfrm>
            <a:off x="0" y="347040"/>
            <a:ext cx="16251480" cy="1176480"/>
          </a:xfrm>
          <a:prstGeom prst="rect">
            <a:avLst/>
          </a:prstGeom>
          <a:noFill/>
          <a:ln w="0">
            <a:noFill/>
          </a:ln>
        </p:spPr>
        <p:txBody>
          <a:bodyPr lIns="0" rIns="0" tIns="0" bIns="0" anchor="ctr">
            <a:noAutofit/>
          </a:bodyPr>
          <a:p>
            <a:endParaRPr b="0" lang="en-US" sz="3200" spc="-1" strike="noStrike">
              <a:solidFill>
                <a:srgbClr val="000000"/>
              </a:solidFill>
              <a:latin typeface="Arial"/>
            </a:endParaRPr>
          </a:p>
        </p:txBody>
      </p:sp>
      <p:sp>
        <p:nvSpPr>
          <p:cNvPr id="245" name="PlaceHolder 2"/>
          <p:cNvSpPr>
            <a:spLocks noGrp="1"/>
          </p:cNvSpPr>
          <p:nvPr>
            <p:ph/>
          </p:nvPr>
        </p:nvSpPr>
        <p:spPr>
          <a:xfrm>
            <a:off x="812880" y="2133720"/>
            <a:ext cx="14631480" cy="2878200"/>
          </a:xfrm>
          <a:prstGeom prst="rect">
            <a:avLst/>
          </a:prstGeom>
          <a:noFill/>
          <a:ln w="0">
            <a:noFill/>
          </a:ln>
        </p:spPr>
        <p:txBody>
          <a:bodyPr lIns="0" rIns="0" tIns="0" bIns="0" anchor="t">
            <a:normAutofit/>
          </a:bodyPr>
          <a:p>
            <a:endParaRPr b="0" lang="en-US" sz="3200" spc="-1" strike="noStrike">
              <a:solidFill>
                <a:srgbClr val="00274c"/>
              </a:solidFill>
              <a:latin typeface="Arial"/>
            </a:endParaRPr>
          </a:p>
        </p:txBody>
      </p:sp>
      <p:sp>
        <p:nvSpPr>
          <p:cNvPr id="246" name="PlaceHolder 3"/>
          <p:cNvSpPr>
            <a:spLocks noGrp="1"/>
          </p:cNvSpPr>
          <p:nvPr>
            <p:ph/>
          </p:nvPr>
        </p:nvSpPr>
        <p:spPr>
          <a:xfrm>
            <a:off x="812880" y="5285880"/>
            <a:ext cx="14631480" cy="2878200"/>
          </a:xfrm>
          <a:prstGeom prst="rect">
            <a:avLst/>
          </a:prstGeom>
          <a:noFill/>
          <a:ln w="0">
            <a:noFill/>
          </a:ln>
        </p:spPr>
        <p:txBody>
          <a:bodyPr lIns="0" rIns="0" tIns="0" bIns="0" anchor="t">
            <a:normAutofit/>
          </a:bodyPr>
          <a:p>
            <a:endParaRPr b="0" lang="en-US" sz="3200" spc="-1" strike="noStrike">
              <a:solidFill>
                <a:srgbClr val="00274c"/>
              </a:solidFill>
              <a:latin typeface="Arial"/>
            </a:endParaRPr>
          </a:p>
        </p:txBody>
      </p:sp>
    </p:spTree>
  </p:cSld>
</p:sldLayout>
</file>

<file path=ppt/slideLayouts/slideLayout7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247" name="PlaceHolder 1"/>
          <p:cNvSpPr>
            <a:spLocks noGrp="1"/>
          </p:cNvSpPr>
          <p:nvPr>
            <p:ph type="title"/>
          </p:nvPr>
        </p:nvSpPr>
        <p:spPr>
          <a:xfrm>
            <a:off x="0" y="347040"/>
            <a:ext cx="16251480" cy="1176480"/>
          </a:xfrm>
          <a:prstGeom prst="rect">
            <a:avLst/>
          </a:prstGeom>
          <a:noFill/>
          <a:ln w="0">
            <a:noFill/>
          </a:ln>
        </p:spPr>
        <p:txBody>
          <a:bodyPr lIns="0" rIns="0" tIns="0" bIns="0" anchor="ctr">
            <a:noAutofit/>
          </a:bodyPr>
          <a:p>
            <a:endParaRPr b="0" lang="en-US" sz="3200" spc="-1" strike="noStrike">
              <a:solidFill>
                <a:srgbClr val="000000"/>
              </a:solidFill>
              <a:latin typeface="Arial"/>
            </a:endParaRPr>
          </a:p>
        </p:txBody>
      </p:sp>
      <p:sp>
        <p:nvSpPr>
          <p:cNvPr id="248" name="PlaceHolder 2"/>
          <p:cNvSpPr>
            <a:spLocks noGrp="1"/>
          </p:cNvSpPr>
          <p:nvPr>
            <p:ph/>
          </p:nvPr>
        </p:nvSpPr>
        <p:spPr>
          <a:xfrm>
            <a:off x="812880" y="2133720"/>
            <a:ext cx="7139880" cy="2878200"/>
          </a:xfrm>
          <a:prstGeom prst="rect">
            <a:avLst/>
          </a:prstGeom>
          <a:noFill/>
          <a:ln w="0">
            <a:noFill/>
          </a:ln>
        </p:spPr>
        <p:txBody>
          <a:bodyPr lIns="0" rIns="0" tIns="0" bIns="0" anchor="t">
            <a:normAutofit/>
          </a:bodyPr>
          <a:p>
            <a:endParaRPr b="0" lang="en-US" sz="3200" spc="-1" strike="noStrike">
              <a:solidFill>
                <a:srgbClr val="00274c"/>
              </a:solidFill>
              <a:latin typeface="Arial"/>
            </a:endParaRPr>
          </a:p>
        </p:txBody>
      </p:sp>
      <p:sp>
        <p:nvSpPr>
          <p:cNvPr id="249" name="PlaceHolder 3"/>
          <p:cNvSpPr>
            <a:spLocks noGrp="1"/>
          </p:cNvSpPr>
          <p:nvPr>
            <p:ph/>
          </p:nvPr>
        </p:nvSpPr>
        <p:spPr>
          <a:xfrm>
            <a:off x="8310240" y="2133720"/>
            <a:ext cx="7139880" cy="2878200"/>
          </a:xfrm>
          <a:prstGeom prst="rect">
            <a:avLst/>
          </a:prstGeom>
          <a:noFill/>
          <a:ln w="0">
            <a:noFill/>
          </a:ln>
        </p:spPr>
        <p:txBody>
          <a:bodyPr lIns="0" rIns="0" tIns="0" bIns="0" anchor="t">
            <a:normAutofit/>
          </a:bodyPr>
          <a:p>
            <a:endParaRPr b="0" lang="en-US" sz="3200" spc="-1" strike="noStrike">
              <a:solidFill>
                <a:srgbClr val="00274c"/>
              </a:solidFill>
              <a:latin typeface="Arial"/>
            </a:endParaRPr>
          </a:p>
        </p:txBody>
      </p:sp>
      <p:sp>
        <p:nvSpPr>
          <p:cNvPr id="250" name="PlaceHolder 4"/>
          <p:cNvSpPr>
            <a:spLocks noGrp="1"/>
          </p:cNvSpPr>
          <p:nvPr>
            <p:ph/>
          </p:nvPr>
        </p:nvSpPr>
        <p:spPr>
          <a:xfrm>
            <a:off x="812880" y="5285880"/>
            <a:ext cx="7139880" cy="2878200"/>
          </a:xfrm>
          <a:prstGeom prst="rect">
            <a:avLst/>
          </a:prstGeom>
          <a:noFill/>
          <a:ln w="0">
            <a:noFill/>
          </a:ln>
        </p:spPr>
        <p:txBody>
          <a:bodyPr lIns="0" rIns="0" tIns="0" bIns="0" anchor="t">
            <a:normAutofit/>
          </a:bodyPr>
          <a:p>
            <a:endParaRPr b="0" lang="en-US" sz="3200" spc="-1" strike="noStrike">
              <a:solidFill>
                <a:srgbClr val="00274c"/>
              </a:solidFill>
              <a:latin typeface="Arial"/>
            </a:endParaRPr>
          </a:p>
        </p:txBody>
      </p:sp>
      <p:sp>
        <p:nvSpPr>
          <p:cNvPr id="251" name="PlaceHolder 5"/>
          <p:cNvSpPr>
            <a:spLocks noGrp="1"/>
          </p:cNvSpPr>
          <p:nvPr>
            <p:ph/>
          </p:nvPr>
        </p:nvSpPr>
        <p:spPr>
          <a:xfrm>
            <a:off x="8310240" y="5285880"/>
            <a:ext cx="7139880" cy="2878200"/>
          </a:xfrm>
          <a:prstGeom prst="rect">
            <a:avLst/>
          </a:prstGeom>
          <a:noFill/>
          <a:ln w="0">
            <a:noFill/>
          </a:ln>
        </p:spPr>
        <p:txBody>
          <a:bodyPr lIns="0" rIns="0" tIns="0" bIns="0" anchor="t">
            <a:normAutofit/>
          </a:bodyPr>
          <a:p>
            <a:endParaRPr b="0" lang="en-US" sz="3200" spc="-1" strike="noStrike">
              <a:solidFill>
                <a:srgbClr val="00274c"/>
              </a:solidFill>
              <a:latin typeface="Arial"/>
            </a:endParaRPr>
          </a:p>
        </p:txBody>
      </p:sp>
    </p:spTree>
  </p:cSld>
</p:sldLayout>
</file>

<file path=ppt/slideLayouts/slideLayout7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252" name="PlaceHolder 1"/>
          <p:cNvSpPr>
            <a:spLocks noGrp="1"/>
          </p:cNvSpPr>
          <p:nvPr>
            <p:ph type="title"/>
          </p:nvPr>
        </p:nvSpPr>
        <p:spPr>
          <a:xfrm>
            <a:off x="0" y="347040"/>
            <a:ext cx="16251480" cy="1176480"/>
          </a:xfrm>
          <a:prstGeom prst="rect">
            <a:avLst/>
          </a:prstGeom>
          <a:noFill/>
          <a:ln w="0">
            <a:noFill/>
          </a:ln>
        </p:spPr>
        <p:txBody>
          <a:bodyPr lIns="0" rIns="0" tIns="0" bIns="0" anchor="ctr">
            <a:noAutofit/>
          </a:bodyPr>
          <a:p>
            <a:endParaRPr b="0" lang="en-US" sz="3200" spc="-1" strike="noStrike">
              <a:solidFill>
                <a:srgbClr val="000000"/>
              </a:solidFill>
              <a:latin typeface="Arial"/>
            </a:endParaRPr>
          </a:p>
        </p:txBody>
      </p:sp>
      <p:sp>
        <p:nvSpPr>
          <p:cNvPr id="253" name="PlaceHolder 2"/>
          <p:cNvSpPr>
            <a:spLocks noGrp="1"/>
          </p:cNvSpPr>
          <p:nvPr>
            <p:ph/>
          </p:nvPr>
        </p:nvSpPr>
        <p:spPr>
          <a:xfrm>
            <a:off x="812880" y="2133720"/>
            <a:ext cx="4710960" cy="2878200"/>
          </a:xfrm>
          <a:prstGeom prst="rect">
            <a:avLst/>
          </a:prstGeom>
          <a:noFill/>
          <a:ln w="0">
            <a:noFill/>
          </a:ln>
        </p:spPr>
        <p:txBody>
          <a:bodyPr lIns="0" rIns="0" tIns="0" bIns="0" anchor="t">
            <a:normAutofit/>
          </a:bodyPr>
          <a:p>
            <a:endParaRPr b="0" lang="en-US" sz="3200" spc="-1" strike="noStrike">
              <a:solidFill>
                <a:srgbClr val="00274c"/>
              </a:solidFill>
              <a:latin typeface="Arial"/>
            </a:endParaRPr>
          </a:p>
        </p:txBody>
      </p:sp>
      <p:sp>
        <p:nvSpPr>
          <p:cNvPr id="254" name="PlaceHolder 3"/>
          <p:cNvSpPr>
            <a:spLocks noGrp="1"/>
          </p:cNvSpPr>
          <p:nvPr>
            <p:ph/>
          </p:nvPr>
        </p:nvSpPr>
        <p:spPr>
          <a:xfrm>
            <a:off x="5759640" y="2133720"/>
            <a:ext cx="4710960" cy="2878200"/>
          </a:xfrm>
          <a:prstGeom prst="rect">
            <a:avLst/>
          </a:prstGeom>
          <a:noFill/>
          <a:ln w="0">
            <a:noFill/>
          </a:ln>
        </p:spPr>
        <p:txBody>
          <a:bodyPr lIns="0" rIns="0" tIns="0" bIns="0" anchor="t">
            <a:normAutofit/>
          </a:bodyPr>
          <a:p>
            <a:endParaRPr b="0" lang="en-US" sz="3200" spc="-1" strike="noStrike">
              <a:solidFill>
                <a:srgbClr val="00274c"/>
              </a:solidFill>
              <a:latin typeface="Arial"/>
            </a:endParaRPr>
          </a:p>
        </p:txBody>
      </p:sp>
      <p:sp>
        <p:nvSpPr>
          <p:cNvPr id="255" name="PlaceHolder 4"/>
          <p:cNvSpPr>
            <a:spLocks noGrp="1"/>
          </p:cNvSpPr>
          <p:nvPr>
            <p:ph/>
          </p:nvPr>
        </p:nvSpPr>
        <p:spPr>
          <a:xfrm>
            <a:off x="10706760" y="2133720"/>
            <a:ext cx="4710960" cy="2878200"/>
          </a:xfrm>
          <a:prstGeom prst="rect">
            <a:avLst/>
          </a:prstGeom>
          <a:noFill/>
          <a:ln w="0">
            <a:noFill/>
          </a:ln>
        </p:spPr>
        <p:txBody>
          <a:bodyPr lIns="0" rIns="0" tIns="0" bIns="0" anchor="t">
            <a:normAutofit/>
          </a:bodyPr>
          <a:p>
            <a:endParaRPr b="0" lang="en-US" sz="3200" spc="-1" strike="noStrike">
              <a:solidFill>
                <a:srgbClr val="00274c"/>
              </a:solidFill>
              <a:latin typeface="Arial"/>
            </a:endParaRPr>
          </a:p>
        </p:txBody>
      </p:sp>
      <p:sp>
        <p:nvSpPr>
          <p:cNvPr id="256" name="PlaceHolder 5"/>
          <p:cNvSpPr>
            <a:spLocks noGrp="1"/>
          </p:cNvSpPr>
          <p:nvPr>
            <p:ph/>
          </p:nvPr>
        </p:nvSpPr>
        <p:spPr>
          <a:xfrm>
            <a:off x="812880" y="5285880"/>
            <a:ext cx="4710960" cy="2878200"/>
          </a:xfrm>
          <a:prstGeom prst="rect">
            <a:avLst/>
          </a:prstGeom>
          <a:noFill/>
          <a:ln w="0">
            <a:noFill/>
          </a:ln>
        </p:spPr>
        <p:txBody>
          <a:bodyPr lIns="0" rIns="0" tIns="0" bIns="0" anchor="t">
            <a:normAutofit/>
          </a:bodyPr>
          <a:p>
            <a:endParaRPr b="0" lang="en-US" sz="3200" spc="-1" strike="noStrike">
              <a:solidFill>
                <a:srgbClr val="00274c"/>
              </a:solidFill>
              <a:latin typeface="Arial"/>
            </a:endParaRPr>
          </a:p>
        </p:txBody>
      </p:sp>
      <p:sp>
        <p:nvSpPr>
          <p:cNvPr id="257" name="PlaceHolder 6"/>
          <p:cNvSpPr>
            <a:spLocks noGrp="1"/>
          </p:cNvSpPr>
          <p:nvPr>
            <p:ph/>
          </p:nvPr>
        </p:nvSpPr>
        <p:spPr>
          <a:xfrm>
            <a:off x="5759640" y="5285880"/>
            <a:ext cx="4710960" cy="2878200"/>
          </a:xfrm>
          <a:prstGeom prst="rect">
            <a:avLst/>
          </a:prstGeom>
          <a:noFill/>
          <a:ln w="0">
            <a:noFill/>
          </a:ln>
        </p:spPr>
        <p:txBody>
          <a:bodyPr lIns="0" rIns="0" tIns="0" bIns="0" anchor="t">
            <a:normAutofit/>
          </a:bodyPr>
          <a:p>
            <a:endParaRPr b="0" lang="en-US" sz="3200" spc="-1" strike="noStrike">
              <a:solidFill>
                <a:srgbClr val="00274c"/>
              </a:solidFill>
              <a:latin typeface="Arial"/>
            </a:endParaRPr>
          </a:p>
        </p:txBody>
      </p:sp>
      <p:sp>
        <p:nvSpPr>
          <p:cNvPr id="258" name="PlaceHolder 7"/>
          <p:cNvSpPr>
            <a:spLocks noGrp="1"/>
          </p:cNvSpPr>
          <p:nvPr>
            <p:ph/>
          </p:nvPr>
        </p:nvSpPr>
        <p:spPr>
          <a:xfrm>
            <a:off x="10706760" y="5285880"/>
            <a:ext cx="4710960" cy="2878200"/>
          </a:xfrm>
          <a:prstGeom prst="rect">
            <a:avLst/>
          </a:prstGeom>
          <a:noFill/>
          <a:ln w="0">
            <a:noFill/>
          </a:ln>
        </p:spPr>
        <p:txBody>
          <a:bodyPr lIns="0" rIns="0" tIns="0" bIns="0" anchor="t">
            <a:normAutofit/>
          </a:bodyPr>
          <a:p>
            <a:endParaRPr b="0" lang="en-US" sz="3200" spc="-1" strike="noStrike">
              <a:solidFill>
                <a:srgbClr val="00274c"/>
              </a:solidFill>
              <a:latin typeface="Arial"/>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image" Target="../media/image1.jpeg"/><Relationship Id="rId3" Type="http://schemas.openxmlformats.org/officeDocument/2006/relationships/slideLayout" Target="../slideLayouts/slideLayout1.xml"/><Relationship Id="rId4" Type="http://schemas.openxmlformats.org/officeDocument/2006/relationships/slideLayout" Target="../slideLayouts/slideLayout2.xml"/><Relationship Id="rId5" Type="http://schemas.openxmlformats.org/officeDocument/2006/relationships/slideLayout" Target="../slideLayouts/slideLayout3.xml"/><Relationship Id="rId6" Type="http://schemas.openxmlformats.org/officeDocument/2006/relationships/slideLayout" Target="../slideLayouts/slideLayout4.xml"/><Relationship Id="rId7" Type="http://schemas.openxmlformats.org/officeDocument/2006/relationships/slideLayout" Target="../slideLayouts/slideLayout5.xml"/><Relationship Id="rId8" Type="http://schemas.openxmlformats.org/officeDocument/2006/relationships/slideLayout" Target="../slideLayouts/slideLayout6.xml"/><Relationship Id="rId9" Type="http://schemas.openxmlformats.org/officeDocument/2006/relationships/slideLayout" Target="../slideLayouts/slideLayout7.xml"/><Relationship Id="rId10" Type="http://schemas.openxmlformats.org/officeDocument/2006/relationships/slideLayout" Target="../slideLayouts/slideLayout8.xml"/><Relationship Id="rId11" Type="http://schemas.openxmlformats.org/officeDocument/2006/relationships/slideLayout" Target="../slideLayouts/slideLayout9.xml"/><Relationship Id="rId12" Type="http://schemas.openxmlformats.org/officeDocument/2006/relationships/slideLayout" Target="../slideLayouts/slideLayout10.xml"/><Relationship Id="rId13" Type="http://schemas.openxmlformats.org/officeDocument/2006/relationships/slideLayout" Target="../slideLayouts/slideLayout11.xml"/><Relationship Id="rId14" Type="http://schemas.openxmlformats.org/officeDocument/2006/relationships/slideLayout" Target="../slideLayouts/slideLayout12.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 Id="rId9" Type="http://schemas.openxmlformats.org/officeDocument/2006/relationships/slideLayout" Target="../slideLayouts/slideLayout20.xml"/><Relationship Id="rId10" Type="http://schemas.openxmlformats.org/officeDocument/2006/relationships/slideLayout" Target="../slideLayouts/slideLayout21.xml"/><Relationship Id="rId11" Type="http://schemas.openxmlformats.org/officeDocument/2006/relationships/slideLayout" Target="../slideLayouts/slideLayout22.xml"/><Relationship Id="rId12" Type="http://schemas.openxmlformats.org/officeDocument/2006/relationships/slideLayout" Target="../slideLayouts/slideLayout23.xml"/><Relationship Id="rId13" Type="http://schemas.openxmlformats.org/officeDocument/2006/relationships/slideLayout" Target="../slideLayouts/slideLayout24.xml"/>
</Relationships>
</file>

<file path=ppt/slideMasters/_rels/slideMaster3.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slideLayout" Target="../slideLayouts/slideLayout25.xml"/><Relationship Id="rId3" Type="http://schemas.openxmlformats.org/officeDocument/2006/relationships/slideLayout" Target="../slideLayouts/slideLayout26.xml"/><Relationship Id="rId4" Type="http://schemas.openxmlformats.org/officeDocument/2006/relationships/slideLayout" Target="../slideLayouts/slideLayout27.xml"/><Relationship Id="rId5" Type="http://schemas.openxmlformats.org/officeDocument/2006/relationships/slideLayout" Target="../slideLayouts/slideLayout28.xml"/><Relationship Id="rId6" Type="http://schemas.openxmlformats.org/officeDocument/2006/relationships/slideLayout" Target="../slideLayouts/slideLayout29.xml"/><Relationship Id="rId7" Type="http://schemas.openxmlformats.org/officeDocument/2006/relationships/slideLayout" Target="../slideLayouts/slideLayout30.xml"/><Relationship Id="rId8" Type="http://schemas.openxmlformats.org/officeDocument/2006/relationships/slideLayout" Target="../slideLayouts/slideLayout31.xml"/><Relationship Id="rId9" Type="http://schemas.openxmlformats.org/officeDocument/2006/relationships/slideLayout" Target="../slideLayouts/slideLayout32.xml"/><Relationship Id="rId10" Type="http://schemas.openxmlformats.org/officeDocument/2006/relationships/slideLayout" Target="../slideLayouts/slideLayout33.xml"/><Relationship Id="rId11" Type="http://schemas.openxmlformats.org/officeDocument/2006/relationships/slideLayout" Target="../slideLayouts/slideLayout34.xml"/><Relationship Id="rId12" Type="http://schemas.openxmlformats.org/officeDocument/2006/relationships/slideLayout" Target="../slideLayouts/slideLayout35.xml"/><Relationship Id="rId13" Type="http://schemas.openxmlformats.org/officeDocument/2006/relationships/slideLayout" Target="../slideLayouts/slideLayout36.xml"/>
</Relationships>
</file>

<file path=ppt/slideMasters/_rels/slideMaster4.xml.rels><?xml version="1.0" encoding="UTF-8"?>
<Relationships xmlns="http://schemas.openxmlformats.org/package/2006/relationships"><Relationship Id="rId1" Type="http://schemas.openxmlformats.org/officeDocument/2006/relationships/theme" Target="../theme/theme4.xml"/><Relationship Id="rId2" Type="http://schemas.openxmlformats.org/officeDocument/2006/relationships/slideLayout" Target="../slideLayouts/slideLayout37.xml"/><Relationship Id="rId3" Type="http://schemas.openxmlformats.org/officeDocument/2006/relationships/slideLayout" Target="../slideLayouts/slideLayout38.xml"/><Relationship Id="rId4" Type="http://schemas.openxmlformats.org/officeDocument/2006/relationships/slideLayout" Target="../slideLayouts/slideLayout39.xml"/><Relationship Id="rId5" Type="http://schemas.openxmlformats.org/officeDocument/2006/relationships/slideLayout" Target="../slideLayouts/slideLayout40.xml"/><Relationship Id="rId6" Type="http://schemas.openxmlformats.org/officeDocument/2006/relationships/slideLayout" Target="../slideLayouts/slideLayout41.xml"/><Relationship Id="rId7" Type="http://schemas.openxmlformats.org/officeDocument/2006/relationships/slideLayout" Target="../slideLayouts/slideLayout42.xml"/><Relationship Id="rId8" Type="http://schemas.openxmlformats.org/officeDocument/2006/relationships/slideLayout" Target="../slideLayouts/slideLayout43.xml"/><Relationship Id="rId9" Type="http://schemas.openxmlformats.org/officeDocument/2006/relationships/slideLayout" Target="../slideLayouts/slideLayout44.xml"/><Relationship Id="rId10" Type="http://schemas.openxmlformats.org/officeDocument/2006/relationships/slideLayout" Target="../slideLayouts/slideLayout45.xml"/><Relationship Id="rId11" Type="http://schemas.openxmlformats.org/officeDocument/2006/relationships/slideLayout" Target="../slideLayouts/slideLayout46.xml"/><Relationship Id="rId12" Type="http://schemas.openxmlformats.org/officeDocument/2006/relationships/slideLayout" Target="../slideLayouts/slideLayout47.xml"/><Relationship Id="rId13" Type="http://schemas.openxmlformats.org/officeDocument/2006/relationships/slideLayout" Target="../slideLayouts/slideLayout48.xml"/>
</Relationships>
</file>

<file path=ppt/slideMasters/_rels/slideMaster5.xml.rels><?xml version="1.0" encoding="UTF-8"?>
<Relationships xmlns="http://schemas.openxmlformats.org/package/2006/relationships"><Relationship Id="rId1" Type="http://schemas.openxmlformats.org/officeDocument/2006/relationships/theme" Target="../theme/theme5.xml"/><Relationship Id="rId2" Type="http://schemas.openxmlformats.org/officeDocument/2006/relationships/slideLayout" Target="../slideLayouts/slideLayout49.xml"/><Relationship Id="rId3" Type="http://schemas.openxmlformats.org/officeDocument/2006/relationships/slideLayout" Target="../slideLayouts/slideLayout50.xml"/><Relationship Id="rId4" Type="http://schemas.openxmlformats.org/officeDocument/2006/relationships/slideLayout" Target="../slideLayouts/slideLayout51.xml"/><Relationship Id="rId5" Type="http://schemas.openxmlformats.org/officeDocument/2006/relationships/slideLayout" Target="../slideLayouts/slideLayout52.xml"/><Relationship Id="rId6" Type="http://schemas.openxmlformats.org/officeDocument/2006/relationships/slideLayout" Target="../slideLayouts/slideLayout53.xml"/><Relationship Id="rId7" Type="http://schemas.openxmlformats.org/officeDocument/2006/relationships/slideLayout" Target="../slideLayouts/slideLayout54.xml"/><Relationship Id="rId8" Type="http://schemas.openxmlformats.org/officeDocument/2006/relationships/slideLayout" Target="../slideLayouts/slideLayout55.xml"/><Relationship Id="rId9" Type="http://schemas.openxmlformats.org/officeDocument/2006/relationships/slideLayout" Target="../slideLayouts/slideLayout56.xml"/><Relationship Id="rId10" Type="http://schemas.openxmlformats.org/officeDocument/2006/relationships/slideLayout" Target="../slideLayouts/slideLayout57.xml"/><Relationship Id="rId11" Type="http://schemas.openxmlformats.org/officeDocument/2006/relationships/slideLayout" Target="../slideLayouts/slideLayout58.xml"/><Relationship Id="rId12" Type="http://schemas.openxmlformats.org/officeDocument/2006/relationships/slideLayout" Target="../slideLayouts/slideLayout59.xml"/><Relationship Id="rId13" Type="http://schemas.openxmlformats.org/officeDocument/2006/relationships/slideLayout" Target="../slideLayouts/slideLayout60.xml"/>
</Relationships>
</file>

<file path=ppt/slideMasters/_rels/slideMaster6.xml.rels><?xml version="1.0" encoding="UTF-8"?>
<Relationships xmlns="http://schemas.openxmlformats.org/package/2006/relationships"><Relationship Id="rId1" Type="http://schemas.openxmlformats.org/officeDocument/2006/relationships/theme" Target="../theme/theme6.xml"/><Relationship Id="rId2" Type="http://schemas.openxmlformats.org/officeDocument/2006/relationships/slideLayout" Target="../slideLayouts/slideLayout61.xml"/><Relationship Id="rId3" Type="http://schemas.openxmlformats.org/officeDocument/2006/relationships/slideLayout" Target="../slideLayouts/slideLayout62.xml"/><Relationship Id="rId4" Type="http://schemas.openxmlformats.org/officeDocument/2006/relationships/slideLayout" Target="../slideLayouts/slideLayout63.xml"/><Relationship Id="rId5" Type="http://schemas.openxmlformats.org/officeDocument/2006/relationships/slideLayout" Target="../slideLayouts/slideLayout64.xml"/><Relationship Id="rId6" Type="http://schemas.openxmlformats.org/officeDocument/2006/relationships/slideLayout" Target="../slideLayouts/slideLayout65.xml"/><Relationship Id="rId7" Type="http://schemas.openxmlformats.org/officeDocument/2006/relationships/slideLayout" Target="../slideLayouts/slideLayout66.xml"/><Relationship Id="rId8" Type="http://schemas.openxmlformats.org/officeDocument/2006/relationships/slideLayout" Target="../slideLayouts/slideLayout67.xml"/><Relationship Id="rId9" Type="http://schemas.openxmlformats.org/officeDocument/2006/relationships/slideLayout" Target="../slideLayouts/slideLayout68.xml"/><Relationship Id="rId10" Type="http://schemas.openxmlformats.org/officeDocument/2006/relationships/slideLayout" Target="../slideLayouts/slideLayout69.xml"/><Relationship Id="rId11" Type="http://schemas.openxmlformats.org/officeDocument/2006/relationships/slideLayout" Target="../slideLayouts/slideLayout70.xml"/><Relationship Id="rId12" Type="http://schemas.openxmlformats.org/officeDocument/2006/relationships/slideLayout" Target="../slideLayouts/slideLayout71.xml"/><Relationship Id="rId13" Type="http://schemas.openxmlformats.org/officeDocument/2006/relationships/slideLayout" Target="../slideLayouts/slideLayout72.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gradFill rotWithShape="0">
          <a:gsLst>
            <a:gs pos="0">
              <a:srgbClr val="ececec"/>
            </a:gs>
            <a:gs pos="100000">
              <a:srgbClr val="ffffff"/>
            </a:gs>
          </a:gsLst>
          <a:lin ang="16200000"/>
        </a:gradFill>
      </p:bgPr>
    </p:bg>
    <p:spTree>
      <p:nvGrpSpPr>
        <p:cNvPr id="1" name=""/>
        <p:cNvGrpSpPr/>
        <p:nvPr/>
      </p:nvGrpSpPr>
      <p:grpSpPr>
        <a:xfrm>
          <a:off x="0" y="0"/>
          <a:ext cx="0" cy="0"/>
          <a:chOff x="0" y="0"/>
          <a:chExt cx="0" cy="0"/>
        </a:xfrm>
      </p:grpSpPr>
      <p:pic>
        <p:nvPicPr>
          <p:cNvPr id="0" name="Picture 5" descr=""/>
          <p:cNvPicPr/>
          <p:nvPr/>
        </p:nvPicPr>
        <p:blipFill>
          <a:blip r:embed="rId2"/>
          <a:srcRect l="330" t="0" r="246" b="0"/>
          <a:stretch/>
        </p:blipFill>
        <p:spPr>
          <a:xfrm>
            <a:off x="0" y="-3960"/>
            <a:ext cx="16283880" cy="9151200"/>
          </a:xfrm>
          <a:prstGeom prst="rect">
            <a:avLst/>
          </a:prstGeom>
          <a:ln w="0">
            <a:noFill/>
          </a:ln>
        </p:spPr>
      </p:pic>
      <p:sp>
        <p:nvSpPr>
          <p:cNvPr id="1" name="PlaceHolder 1"/>
          <p:cNvSpPr>
            <a:spLocks noGrp="1"/>
          </p:cNvSpPr>
          <p:nvPr>
            <p:ph type="title"/>
          </p:nvPr>
        </p:nvSpPr>
        <p:spPr>
          <a:xfrm>
            <a:off x="812880" y="364680"/>
            <a:ext cx="14631480" cy="1526400"/>
          </a:xfrm>
          <a:prstGeom prst="rect">
            <a:avLst/>
          </a:prstGeom>
          <a:noFill/>
          <a:ln w="0">
            <a:noFill/>
          </a:ln>
        </p:spPr>
        <p:txBody>
          <a:bodyPr lIns="0" rIns="0" tIns="0" bIns="0" anchor="ctr">
            <a:noAutofit/>
          </a:bodyPr>
          <a:p>
            <a:r>
              <a:rPr b="0" lang="en-US" sz="3200" spc="-1" strike="noStrike">
                <a:solidFill>
                  <a:srgbClr val="00274c"/>
                </a:solidFill>
                <a:latin typeface="Arial"/>
              </a:rPr>
              <a:t>Click to edit the title text format</a:t>
            </a:r>
            <a:endParaRPr b="0" lang="en-US" sz="3200" spc="-1" strike="noStrike">
              <a:solidFill>
                <a:srgbClr val="00274c"/>
              </a:solidFill>
              <a:latin typeface="Arial"/>
            </a:endParaRPr>
          </a:p>
        </p:txBody>
      </p:sp>
      <p:sp>
        <p:nvSpPr>
          <p:cNvPr id="2" name="PlaceHolder 2"/>
          <p:cNvSpPr>
            <a:spLocks noGrp="1"/>
          </p:cNvSpPr>
          <p:nvPr>
            <p:ph type="body"/>
          </p:nvPr>
        </p:nvSpPr>
        <p:spPr>
          <a:xfrm>
            <a:off x="812880" y="2139480"/>
            <a:ext cx="14631480" cy="530280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solidFill>
                  <a:srgbClr val="00274c"/>
                </a:solidFill>
                <a:latin typeface="Arial"/>
              </a:rPr>
              <a:t>Click to edit the outline text format</a:t>
            </a:r>
            <a:endParaRPr b="0" lang="en-US" sz="3200" spc="-1" strike="noStrike">
              <a:solidFill>
                <a:srgbClr val="00274c"/>
              </a:solidFill>
              <a:latin typeface="Arial"/>
            </a:endParaRPr>
          </a:p>
          <a:p>
            <a:pPr lvl="1" marL="864000" indent="-324000">
              <a:spcBef>
                <a:spcPts val="1134"/>
              </a:spcBef>
              <a:buClr>
                <a:srgbClr val="000000"/>
              </a:buClr>
              <a:buSzPct val="75000"/>
              <a:buFont typeface="Symbol" charset="2"/>
              <a:buChar char=""/>
            </a:pPr>
            <a:r>
              <a:rPr b="0" lang="en-US" sz="2400" spc="-1" strike="noStrike">
                <a:solidFill>
                  <a:srgbClr val="00274c"/>
                </a:solidFill>
                <a:latin typeface="Arial"/>
              </a:rPr>
              <a:t>Second Outline Level</a:t>
            </a:r>
            <a:endParaRPr b="0" lang="en-US" sz="2400" spc="-1" strike="noStrike">
              <a:solidFill>
                <a:srgbClr val="00274c"/>
              </a:solidFill>
              <a:latin typeface="Arial"/>
            </a:endParaRPr>
          </a:p>
          <a:p>
            <a:pPr lvl="2" marL="1296000" indent="-288000">
              <a:spcBef>
                <a:spcPts val="850"/>
              </a:spcBef>
              <a:buClr>
                <a:srgbClr val="000000"/>
              </a:buClr>
              <a:buSzPct val="45000"/>
              <a:buFont typeface="Wingdings" charset="2"/>
              <a:buChar char=""/>
            </a:pPr>
            <a:r>
              <a:rPr b="0" lang="en-US" sz="2000" spc="-1" strike="noStrike">
                <a:solidFill>
                  <a:srgbClr val="00274c"/>
                </a:solidFill>
                <a:latin typeface="Arial"/>
              </a:rPr>
              <a:t>Third Outline Level</a:t>
            </a:r>
            <a:endParaRPr b="0" lang="en-US" sz="2000" spc="-1" strike="noStrike">
              <a:solidFill>
                <a:srgbClr val="00274c"/>
              </a:solidFill>
              <a:latin typeface="Arial"/>
            </a:endParaRPr>
          </a:p>
          <a:p>
            <a:pPr lvl="3" marL="1728000" indent="-216000">
              <a:spcBef>
                <a:spcPts val="567"/>
              </a:spcBef>
              <a:buClr>
                <a:srgbClr val="000000"/>
              </a:buClr>
              <a:buSzPct val="75000"/>
              <a:buFont typeface="Symbol" charset="2"/>
              <a:buChar char=""/>
            </a:pPr>
            <a:r>
              <a:rPr b="0" lang="en-US" sz="2000" spc="-1" strike="noStrike">
                <a:solidFill>
                  <a:srgbClr val="00274c"/>
                </a:solidFill>
                <a:latin typeface="Arial"/>
              </a:rPr>
              <a:t>Fourth Outline Level</a:t>
            </a:r>
            <a:endParaRPr b="0" lang="en-US" sz="2000" spc="-1" strike="noStrike">
              <a:solidFill>
                <a:srgbClr val="00274c"/>
              </a:solidFill>
              <a:latin typeface="Arial"/>
            </a:endParaRPr>
          </a:p>
          <a:p>
            <a:pPr lvl="4" marL="2160000" indent="-216000">
              <a:spcBef>
                <a:spcPts val="283"/>
              </a:spcBef>
              <a:buClr>
                <a:srgbClr val="000000"/>
              </a:buClr>
              <a:buSzPct val="45000"/>
              <a:buFont typeface="Wingdings" charset="2"/>
              <a:buChar char=""/>
            </a:pPr>
            <a:r>
              <a:rPr b="0" lang="en-US" sz="2000" spc="-1" strike="noStrike">
                <a:solidFill>
                  <a:srgbClr val="00274c"/>
                </a:solidFill>
                <a:latin typeface="Arial"/>
              </a:rPr>
              <a:t>Fifth Outline Level</a:t>
            </a:r>
            <a:endParaRPr b="0" lang="en-US" sz="2000" spc="-1" strike="noStrike">
              <a:solidFill>
                <a:srgbClr val="00274c"/>
              </a:solidFill>
              <a:latin typeface="Arial"/>
            </a:endParaRPr>
          </a:p>
          <a:p>
            <a:pPr lvl="5" marL="2592000" indent="-216000">
              <a:spcBef>
                <a:spcPts val="283"/>
              </a:spcBef>
              <a:buClr>
                <a:srgbClr val="000000"/>
              </a:buClr>
              <a:buSzPct val="45000"/>
              <a:buFont typeface="Wingdings" charset="2"/>
              <a:buChar char=""/>
            </a:pPr>
            <a:r>
              <a:rPr b="0" lang="en-US" sz="2000" spc="-1" strike="noStrike">
                <a:solidFill>
                  <a:srgbClr val="00274c"/>
                </a:solidFill>
                <a:latin typeface="Arial"/>
              </a:rPr>
              <a:t>Sixth Outline Level</a:t>
            </a:r>
            <a:endParaRPr b="0" lang="en-US" sz="2000" spc="-1" strike="noStrike">
              <a:solidFill>
                <a:srgbClr val="00274c"/>
              </a:solidFill>
              <a:latin typeface="Arial"/>
            </a:endParaRPr>
          </a:p>
          <a:p>
            <a:pPr lvl="6" marL="3024000" indent="-216000">
              <a:spcBef>
                <a:spcPts val="283"/>
              </a:spcBef>
              <a:buClr>
                <a:srgbClr val="000000"/>
              </a:buClr>
              <a:buSzPct val="45000"/>
              <a:buFont typeface="Wingdings" charset="2"/>
              <a:buChar char=""/>
            </a:pPr>
            <a:r>
              <a:rPr b="0" lang="en-US" sz="2000" spc="-1" strike="noStrike">
                <a:solidFill>
                  <a:srgbClr val="00274c"/>
                </a:solidFill>
                <a:latin typeface="Arial"/>
              </a:rPr>
              <a:t>Seventh Outline Level</a:t>
            </a:r>
            <a:endParaRPr b="0" lang="en-US" sz="2000" spc="-1" strike="noStrike">
              <a:solidFill>
                <a:srgbClr val="00274c"/>
              </a:solidFill>
              <a:latin typeface="Arial"/>
            </a:endParaRPr>
          </a:p>
        </p:txBody>
      </p:sp>
    </p:spTree>
  </p:cSld>
  <p:clrMap bg1="lt1" bg2="lt2" tx1="dk1" tx2="dk2" accent1="accent1" accent2="accent2" accent3="accent3" accent4="accent4" accent5="accent5" accent6="accent6" hlink="hlink" folHlink="folHlink"/>
  <p:sldLayoutIdLst>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 id="2147483659" r:id="rId13"/>
    <p:sldLayoutId id="2147483660" r:id="rId14"/>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9" name="Rectangle 9"/>
          <p:cNvSpPr/>
          <p:nvPr/>
        </p:nvSpPr>
        <p:spPr>
          <a:xfrm>
            <a:off x="0" y="0"/>
            <a:ext cx="16257240" cy="224640"/>
          </a:xfrm>
          <a:prstGeom prst="rect">
            <a:avLst/>
          </a:prstGeom>
          <a:gradFill rotWithShape="0">
            <a:gsLst>
              <a:gs pos="37000">
                <a:srgbClr val="00274c"/>
              </a:gs>
              <a:gs pos="100000">
                <a:srgbClr val="587abc"/>
              </a:gs>
            </a:gsLst>
            <a:lin ang="10800000"/>
          </a:gradFill>
          <a:ln>
            <a:noFill/>
          </a:ln>
          <a:effectLst>
            <a:outerShdw algn="t" blurRad="50760" dir="5400000" dist="38160" rotWithShape="0">
              <a:srgbClr val="000000">
                <a:alpha val="40000"/>
              </a:srgbClr>
            </a:outerShdw>
          </a:effectLst>
        </p:spPr>
        <p:style>
          <a:lnRef idx="1">
            <a:schemeClr val="accent1"/>
          </a:lnRef>
          <a:fillRef idx="3">
            <a:schemeClr val="accent1"/>
          </a:fillRef>
          <a:effectRef idx="2">
            <a:schemeClr val="accent1"/>
          </a:effectRef>
          <a:fontRef idx="minor"/>
        </p:style>
      </p:sp>
      <p:sp>
        <p:nvSpPr>
          <p:cNvPr id="40" name="Straight Connector 11"/>
          <p:cNvSpPr/>
          <p:nvPr/>
        </p:nvSpPr>
        <p:spPr>
          <a:xfrm>
            <a:off x="1023480" y="1210680"/>
            <a:ext cx="14343840" cy="360"/>
          </a:xfrm>
          <a:prstGeom prst="line">
            <a:avLst/>
          </a:prstGeom>
          <a:ln w="38100">
            <a:solidFill>
              <a:srgbClr val="ffcb05"/>
            </a:solidFill>
            <a:round/>
          </a:ln>
        </p:spPr>
        <p:style>
          <a:lnRef idx="2">
            <a:schemeClr val="accent1"/>
          </a:lnRef>
          <a:fillRef idx="0">
            <a:schemeClr val="accent1"/>
          </a:fillRef>
          <a:effectRef idx="1">
            <a:schemeClr val="accent1"/>
          </a:effectRef>
          <a:fontRef idx="minor"/>
        </p:style>
      </p:sp>
      <p:sp>
        <p:nvSpPr>
          <p:cNvPr id="41" name="Rectangle 14"/>
          <p:cNvSpPr/>
          <p:nvPr/>
        </p:nvSpPr>
        <p:spPr>
          <a:xfrm>
            <a:off x="0" y="7776000"/>
            <a:ext cx="16257240" cy="1367640"/>
          </a:xfrm>
          <a:prstGeom prst="rect">
            <a:avLst/>
          </a:prstGeom>
          <a:gradFill rotWithShape="0">
            <a:gsLst>
              <a:gs pos="8000">
                <a:srgbClr val="e4e1df"/>
              </a:gs>
              <a:gs pos="100000">
                <a:srgbClr val="ffffff"/>
              </a:gs>
            </a:gsLst>
            <a:lin ang="16200000"/>
          </a:gra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42" name="Straight Connector 10"/>
          <p:cNvSpPr/>
          <p:nvPr/>
        </p:nvSpPr>
        <p:spPr>
          <a:xfrm>
            <a:off x="0" y="7758720"/>
            <a:ext cx="16257240" cy="360"/>
          </a:xfrm>
          <a:prstGeom prst="line">
            <a:avLst/>
          </a:prstGeom>
          <a:ln w="9525">
            <a:solidFill>
              <a:srgbClr val="e4e1df">
                <a:alpha val="30000"/>
              </a:srgbClr>
            </a:solidFill>
            <a:round/>
          </a:ln>
        </p:spPr>
        <p:style>
          <a:lnRef idx="2">
            <a:schemeClr val="accent1"/>
          </a:lnRef>
          <a:fillRef idx="0">
            <a:schemeClr val="accent1"/>
          </a:fillRef>
          <a:effectRef idx="1">
            <a:schemeClr val="accent1"/>
          </a:effectRef>
          <a:fontRef idx="minor"/>
        </p:style>
      </p:sp>
      <p:sp>
        <p:nvSpPr>
          <p:cNvPr id="43" name="PlaceHolder 1"/>
          <p:cNvSpPr>
            <a:spLocks noGrp="1"/>
          </p:cNvSpPr>
          <p:nvPr>
            <p:ph type="title"/>
          </p:nvPr>
        </p:nvSpPr>
        <p:spPr>
          <a:xfrm>
            <a:off x="878760" y="272160"/>
            <a:ext cx="14631480" cy="870120"/>
          </a:xfrm>
          <a:prstGeom prst="rect">
            <a:avLst/>
          </a:prstGeom>
          <a:noFill/>
          <a:ln w="0">
            <a:noFill/>
          </a:ln>
        </p:spPr>
        <p:txBody>
          <a:bodyPr anchor="ctr">
            <a:noAutofit/>
          </a:bodyPr>
          <a:p>
            <a:pPr>
              <a:lnSpc>
                <a:spcPct val="100000"/>
              </a:lnSpc>
            </a:pPr>
            <a:r>
              <a:rPr b="0" lang="en-US" sz="4400" spc="-1" strike="noStrike">
                <a:solidFill>
                  <a:srgbClr val="00274c"/>
                </a:solidFill>
                <a:latin typeface="Arial"/>
              </a:rPr>
              <a:t>Click to edit Master title style</a:t>
            </a:r>
            <a:endParaRPr b="0" lang="en-US" sz="4400" spc="-1" strike="noStrike">
              <a:solidFill>
                <a:srgbClr val="000000"/>
              </a:solidFill>
              <a:latin typeface="Arial"/>
            </a:endParaRPr>
          </a:p>
        </p:txBody>
      </p:sp>
      <p:sp>
        <p:nvSpPr>
          <p:cNvPr id="44" name="PlaceHolder 2"/>
          <p:cNvSpPr>
            <a:spLocks noGrp="1"/>
          </p:cNvSpPr>
          <p:nvPr>
            <p:ph type="body"/>
          </p:nvPr>
        </p:nvSpPr>
        <p:spPr>
          <a:xfrm>
            <a:off x="878760" y="1405800"/>
            <a:ext cx="14631480" cy="6369840"/>
          </a:xfrm>
          <a:prstGeom prst="rect">
            <a:avLst/>
          </a:prstGeom>
          <a:noFill/>
          <a:ln w="0">
            <a:noFill/>
          </a:ln>
        </p:spPr>
        <p:txBody>
          <a:bodyPr anchor="t">
            <a:noAutofit/>
          </a:bodyPr>
          <a:p>
            <a:pPr>
              <a:lnSpc>
                <a:spcPct val="100000"/>
              </a:lnSpc>
              <a:spcBef>
                <a:spcPts val="641"/>
              </a:spcBef>
              <a:tabLst>
                <a:tab algn="l" pos="0"/>
              </a:tabLst>
            </a:pPr>
            <a:r>
              <a:rPr b="0" lang="en-US" sz="3200" spc="-1" strike="noStrike">
                <a:solidFill>
                  <a:srgbClr val="00274c"/>
                </a:solidFill>
                <a:latin typeface="Arial"/>
              </a:rPr>
              <a:t>Click to edit Master text styles</a:t>
            </a:r>
            <a:endParaRPr b="0" lang="en-US" sz="3200" spc="-1" strike="noStrike">
              <a:solidFill>
                <a:srgbClr val="00274c"/>
              </a:solidFill>
              <a:latin typeface="Arial"/>
            </a:endParaRPr>
          </a:p>
          <a:p>
            <a:pPr marL="457200">
              <a:lnSpc>
                <a:spcPct val="100000"/>
              </a:lnSpc>
              <a:spcBef>
                <a:spcPts val="561"/>
              </a:spcBef>
              <a:tabLst>
                <a:tab algn="l" pos="0"/>
              </a:tabLst>
            </a:pPr>
            <a:r>
              <a:rPr b="0" lang="en-US" sz="2800" spc="-1" strike="noStrike">
                <a:solidFill>
                  <a:srgbClr val="000000"/>
                </a:solidFill>
                <a:latin typeface="Arial"/>
              </a:rPr>
              <a:t>Second level</a:t>
            </a:r>
            <a:endParaRPr b="0" lang="en-US" sz="2800" spc="-1" strike="noStrike">
              <a:solidFill>
                <a:srgbClr val="00274c"/>
              </a:solidFill>
              <a:latin typeface="Arial"/>
            </a:endParaRPr>
          </a:p>
          <a:p>
            <a:pPr marL="914400">
              <a:lnSpc>
                <a:spcPct val="100000"/>
              </a:lnSpc>
              <a:spcBef>
                <a:spcPts val="479"/>
              </a:spcBef>
              <a:tabLst>
                <a:tab algn="l" pos="0"/>
              </a:tabLst>
            </a:pPr>
            <a:r>
              <a:rPr b="0" lang="en-US" sz="2400" spc="-1" strike="noStrike">
                <a:solidFill>
                  <a:srgbClr val="000000"/>
                </a:solidFill>
                <a:latin typeface="Arial"/>
              </a:rPr>
              <a:t>Third level</a:t>
            </a:r>
            <a:endParaRPr b="0" lang="en-US" sz="2400" spc="-1" strike="noStrike">
              <a:solidFill>
                <a:srgbClr val="00274c"/>
              </a:solidFill>
              <a:latin typeface="Arial"/>
            </a:endParaRPr>
          </a:p>
          <a:p>
            <a:pPr marL="1371600">
              <a:lnSpc>
                <a:spcPct val="100000"/>
              </a:lnSpc>
              <a:spcBef>
                <a:spcPts val="400"/>
              </a:spcBef>
              <a:tabLst>
                <a:tab algn="l" pos="0"/>
              </a:tabLst>
            </a:pPr>
            <a:r>
              <a:rPr b="0" lang="en-US" sz="2000" spc="-1" strike="noStrike">
                <a:solidFill>
                  <a:srgbClr val="000000"/>
                </a:solidFill>
                <a:latin typeface="Arial"/>
              </a:rPr>
              <a:t>Fourth level</a:t>
            </a:r>
            <a:endParaRPr b="0" lang="en-US" sz="2000" spc="-1" strike="noStrike">
              <a:solidFill>
                <a:srgbClr val="00274c"/>
              </a:solidFill>
              <a:latin typeface="Arial"/>
            </a:endParaRPr>
          </a:p>
          <a:p>
            <a:pPr marL="1828800">
              <a:lnSpc>
                <a:spcPct val="100000"/>
              </a:lnSpc>
              <a:spcBef>
                <a:spcPts val="400"/>
              </a:spcBef>
              <a:tabLst>
                <a:tab algn="l" pos="0"/>
              </a:tabLst>
            </a:pPr>
            <a:r>
              <a:rPr b="0" lang="en-US" sz="2000" spc="-1" strike="noStrike">
                <a:solidFill>
                  <a:srgbClr val="000000"/>
                </a:solidFill>
                <a:latin typeface="Arial"/>
              </a:rPr>
              <a:t>Fifth level</a:t>
            </a:r>
            <a:endParaRPr b="0" lang="en-US" sz="2000" spc="-1" strike="noStrike">
              <a:solidFill>
                <a:srgbClr val="00274c"/>
              </a:solidFill>
              <a:latin typeface="Arial"/>
            </a:endParaRPr>
          </a:p>
        </p:txBody>
      </p:sp>
      <p:sp>
        <p:nvSpPr>
          <p:cNvPr id="45" name="PlaceHolder 3"/>
          <p:cNvSpPr>
            <a:spLocks noGrp="1"/>
          </p:cNvSpPr>
          <p:nvPr>
            <p:ph type="sldNum"/>
          </p:nvPr>
        </p:nvSpPr>
        <p:spPr>
          <a:xfrm>
            <a:off x="0" y="0"/>
            <a:ext cx="0" cy="0"/>
          </a:xfrm>
          <a:prstGeom prst="rect">
            <a:avLst/>
          </a:prstGeom>
          <a:noFill/>
          <a:ln w="0">
            <a:noFill/>
          </a:ln>
        </p:spPr>
        <p:txBody>
          <a:bodyPr lIns="90000" rIns="90000" tIns="45000" bIns="45000" anchor="t">
            <a:noAutofit/>
          </a:bodyPr>
          <a:p>
            <a:pPr>
              <a:lnSpc>
                <a:spcPct val="100000"/>
              </a:lnSpc>
            </a:pPr>
            <a:fld id="{DF76131A-A1F6-4C5A-9C41-84A6A93F3826}" type="slidenum">
              <a:rPr b="0" lang="en-US" sz="3200" spc="-1" strike="noStrike">
                <a:solidFill>
                  <a:srgbClr val="000000"/>
                </a:solidFill>
                <a:latin typeface="Arial"/>
              </a:rPr>
              <a:t>&lt;number&gt;</a:t>
            </a:fld>
            <a:endParaRPr b="0" lang="en-US" sz="3200" spc="-1" strike="noStrike">
              <a:latin typeface="Times New Roman"/>
            </a:endParaRPr>
          </a:p>
        </p:txBody>
      </p:sp>
      <p:sp>
        <p:nvSpPr>
          <p:cNvPr id="46" name="PlaceHolder 4"/>
          <p:cNvSpPr>
            <a:spLocks noGrp="1"/>
          </p:cNvSpPr>
          <p:nvPr>
            <p:ph type="ftr"/>
          </p:nvPr>
        </p:nvSpPr>
        <p:spPr>
          <a:xfrm>
            <a:off x="0" y="0"/>
            <a:ext cx="0" cy="0"/>
          </a:xfrm>
          <a:prstGeom prst="rect">
            <a:avLst/>
          </a:prstGeom>
          <a:noFill/>
          <a:ln w="0">
            <a:noFill/>
          </a:ln>
        </p:spPr>
        <p:txBody>
          <a:bodyPr lIns="90000" rIns="90000" tIns="45000" bIns="45000" anchor="t">
            <a:noAutofit/>
          </a:bodyPr>
          <a:p>
            <a:pPr>
              <a:lnSpc>
                <a:spcPct val="100000"/>
              </a:lnSpc>
            </a:pPr>
            <a:r>
              <a:rPr b="0" lang="en-US" sz="3200" spc="-1" strike="noStrike">
                <a:solidFill>
                  <a:srgbClr val="000000"/>
                </a:solidFill>
                <a:latin typeface="Arial"/>
              </a:rPr>
              <a:t>iMod Group – Prof. Olivier Jolliet</a:t>
            </a:r>
            <a:endParaRPr b="0" lang="en-US" sz="3200" spc="-1" strike="noStrike">
              <a:latin typeface="Times New Roman"/>
            </a:endParaRPr>
          </a:p>
        </p:txBody>
      </p:sp>
    </p:spTree>
  </p:cSld>
  <p:clrMap bg1="lt1" bg2="lt2" tx1="dk1" tx2="dk2" accent1="accent1" accent2="accent2" accent3="accent3" accent4="accent4" accent5="accent5" accent6="accent6" hlink="hlink" folHlink="folHlink"/>
  <p:sldLayoutIdLst>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83" name="Rectangle 9"/>
          <p:cNvSpPr/>
          <p:nvPr/>
        </p:nvSpPr>
        <p:spPr>
          <a:xfrm>
            <a:off x="0" y="0"/>
            <a:ext cx="16257240" cy="224640"/>
          </a:xfrm>
          <a:prstGeom prst="rect">
            <a:avLst/>
          </a:prstGeom>
          <a:gradFill rotWithShape="0">
            <a:gsLst>
              <a:gs pos="37000">
                <a:srgbClr val="00274c"/>
              </a:gs>
              <a:gs pos="100000">
                <a:srgbClr val="587abc"/>
              </a:gs>
            </a:gsLst>
            <a:lin ang="10800000"/>
          </a:gradFill>
          <a:ln>
            <a:noFill/>
          </a:ln>
          <a:effectLst>
            <a:outerShdw algn="t" blurRad="50760" dir="5400000" dist="38160" rotWithShape="0">
              <a:srgbClr val="000000">
                <a:alpha val="40000"/>
              </a:srgbClr>
            </a:outerShdw>
          </a:effectLst>
        </p:spPr>
        <p:style>
          <a:lnRef idx="1">
            <a:schemeClr val="accent1"/>
          </a:lnRef>
          <a:fillRef idx="3">
            <a:schemeClr val="accent1"/>
          </a:fillRef>
          <a:effectRef idx="2">
            <a:schemeClr val="accent1"/>
          </a:effectRef>
          <a:fontRef idx="minor"/>
        </p:style>
      </p:sp>
      <p:sp>
        <p:nvSpPr>
          <p:cNvPr id="84" name="Straight Connector 11"/>
          <p:cNvSpPr/>
          <p:nvPr/>
        </p:nvSpPr>
        <p:spPr>
          <a:xfrm>
            <a:off x="1023480" y="1210680"/>
            <a:ext cx="14343840" cy="360"/>
          </a:xfrm>
          <a:prstGeom prst="line">
            <a:avLst/>
          </a:prstGeom>
          <a:ln w="38100">
            <a:solidFill>
              <a:srgbClr val="ffcb05"/>
            </a:solidFill>
            <a:round/>
          </a:ln>
        </p:spPr>
        <p:style>
          <a:lnRef idx="2">
            <a:schemeClr val="accent1"/>
          </a:lnRef>
          <a:fillRef idx="0">
            <a:schemeClr val="accent1"/>
          </a:fillRef>
          <a:effectRef idx="1">
            <a:schemeClr val="accent1"/>
          </a:effectRef>
          <a:fontRef idx="minor"/>
        </p:style>
      </p:sp>
      <p:sp>
        <p:nvSpPr>
          <p:cNvPr id="85" name="Rectangle 14"/>
          <p:cNvSpPr/>
          <p:nvPr/>
        </p:nvSpPr>
        <p:spPr>
          <a:xfrm>
            <a:off x="0" y="7776000"/>
            <a:ext cx="16257240" cy="1367640"/>
          </a:xfrm>
          <a:prstGeom prst="rect">
            <a:avLst/>
          </a:prstGeom>
          <a:gradFill rotWithShape="0">
            <a:gsLst>
              <a:gs pos="8000">
                <a:srgbClr val="e4e1df"/>
              </a:gs>
              <a:gs pos="100000">
                <a:srgbClr val="ffffff"/>
              </a:gs>
            </a:gsLst>
            <a:lin ang="16200000"/>
          </a:gra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86" name="Straight Connector 10"/>
          <p:cNvSpPr/>
          <p:nvPr/>
        </p:nvSpPr>
        <p:spPr>
          <a:xfrm>
            <a:off x="0" y="7758720"/>
            <a:ext cx="16257240" cy="360"/>
          </a:xfrm>
          <a:prstGeom prst="line">
            <a:avLst/>
          </a:prstGeom>
          <a:ln w="9525">
            <a:solidFill>
              <a:srgbClr val="e4e1df">
                <a:alpha val="30000"/>
              </a:srgbClr>
            </a:solidFill>
            <a:round/>
          </a:ln>
        </p:spPr>
        <p:style>
          <a:lnRef idx="2">
            <a:schemeClr val="accent1"/>
          </a:lnRef>
          <a:fillRef idx="0">
            <a:schemeClr val="accent1"/>
          </a:fillRef>
          <a:effectRef idx="1">
            <a:schemeClr val="accent1"/>
          </a:effectRef>
          <a:fontRef idx="minor"/>
        </p:style>
      </p:sp>
      <p:sp>
        <p:nvSpPr>
          <p:cNvPr id="87" name="PlaceHolder 1"/>
          <p:cNvSpPr>
            <a:spLocks noGrp="1"/>
          </p:cNvSpPr>
          <p:nvPr>
            <p:ph type="title"/>
          </p:nvPr>
        </p:nvSpPr>
        <p:spPr>
          <a:xfrm>
            <a:off x="878760" y="272160"/>
            <a:ext cx="14631480" cy="870120"/>
          </a:xfrm>
          <a:prstGeom prst="rect">
            <a:avLst/>
          </a:prstGeom>
          <a:noFill/>
          <a:ln w="0">
            <a:noFill/>
          </a:ln>
        </p:spPr>
        <p:txBody>
          <a:bodyPr anchor="ctr">
            <a:noAutofit/>
          </a:bodyPr>
          <a:p>
            <a:pPr>
              <a:lnSpc>
                <a:spcPct val="100000"/>
              </a:lnSpc>
            </a:pPr>
            <a:r>
              <a:rPr b="0" lang="en-US" sz="4400" spc="-1" strike="noStrike">
                <a:solidFill>
                  <a:srgbClr val="00274c"/>
                </a:solidFill>
                <a:latin typeface="Arial"/>
              </a:rPr>
              <a:t>Click to edit Master title style</a:t>
            </a:r>
            <a:endParaRPr b="0" lang="en-US" sz="4400" spc="-1" strike="noStrike">
              <a:solidFill>
                <a:srgbClr val="000000"/>
              </a:solidFill>
              <a:latin typeface="Arial"/>
            </a:endParaRPr>
          </a:p>
        </p:txBody>
      </p:sp>
      <p:sp>
        <p:nvSpPr>
          <p:cNvPr id="88" name="PlaceHolder 2"/>
          <p:cNvSpPr>
            <a:spLocks noGrp="1"/>
          </p:cNvSpPr>
          <p:nvPr>
            <p:ph type="body"/>
          </p:nvPr>
        </p:nvSpPr>
        <p:spPr>
          <a:xfrm>
            <a:off x="879480" y="1405800"/>
            <a:ext cx="14630040" cy="6373080"/>
          </a:xfrm>
          <a:prstGeom prst="rect">
            <a:avLst/>
          </a:prstGeom>
          <a:noFill/>
          <a:ln w="0">
            <a:noFill/>
          </a:ln>
        </p:spPr>
        <p:txBody>
          <a:bodyPr anchor="t">
            <a:noAutofit/>
          </a:bodyPr>
          <a:p>
            <a:pPr>
              <a:lnSpc>
                <a:spcPct val="100000"/>
              </a:lnSpc>
              <a:spcBef>
                <a:spcPts val="641"/>
              </a:spcBef>
              <a:tabLst>
                <a:tab algn="l" pos="0"/>
              </a:tabLst>
            </a:pPr>
            <a:r>
              <a:rPr b="0" lang="en-US" sz="3200" spc="-1" strike="noStrike">
                <a:solidFill>
                  <a:srgbClr val="00274c"/>
                </a:solidFill>
                <a:latin typeface="Arial"/>
              </a:rPr>
              <a:t>Edit Master text styles</a:t>
            </a:r>
            <a:endParaRPr b="0" lang="en-US" sz="3200" spc="-1" strike="noStrike">
              <a:solidFill>
                <a:srgbClr val="00274c"/>
              </a:solidFill>
              <a:latin typeface="Arial"/>
            </a:endParaRPr>
          </a:p>
        </p:txBody>
      </p:sp>
    </p:spTree>
  </p:cSld>
  <p:clrMap bg1="lt1" bg2="lt2" tx1="dk1" tx2="dk2" accent1="accent1" accent2="accent2" accent3="accent3" accent4="accent4" accent5="accent5" accent6="accent6" hlink="hlink" folHlink="folHlink"/>
  <p:sldLayoutIdLst>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 id="2147483685" r:id="rId12"/>
    <p:sldLayoutId id="2147483686" r:id="rId13"/>
  </p:sldLayoutIdLst>
</p:sldMaster>
</file>

<file path=ppt/slideMasters/slideMaster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25" name="Rectangle 9"/>
          <p:cNvSpPr/>
          <p:nvPr/>
        </p:nvSpPr>
        <p:spPr>
          <a:xfrm>
            <a:off x="0" y="0"/>
            <a:ext cx="16257240" cy="224640"/>
          </a:xfrm>
          <a:prstGeom prst="rect">
            <a:avLst/>
          </a:prstGeom>
          <a:gradFill rotWithShape="0">
            <a:gsLst>
              <a:gs pos="37000">
                <a:srgbClr val="00274c"/>
              </a:gs>
              <a:gs pos="100000">
                <a:srgbClr val="587abc"/>
              </a:gs>
            </a:gsLst>
            <a:lin ang="10800000"/>
          </a:gradFill>
          <a:ln>
            <a:noFill/>
          </a:ln>
          <a:effectLst>
            <a:outerShdw algn="t" blurRad="50760" dir="5400000" dist="38160" rotWithShape="0">
              <a:srgbClr val="000000">
                <a:alpha val="40000"/>
              </a:srgbClr>
            </a:outerShdw>
          </a:effectLst>
        </p:spPr>
        <p:style>
          <a:lnRef idx="1">
            <a:schemeClr val="accent1"/>
          </a:lnRef>
          <a:fillRef idx="3">
            <a:schemeClr val="accent1"/>
          </a:fillRef>
          <a:effectRef idx="2">
            <a:schemeClr val="accent1"/>
          </a:effectRef>
          <a:fontRef idx="minor"/>
        </p:style>
      </p:sp>
      <p:sp>
        <p:nvSpPr>
          <p:cNvPr id="126" name="Straight Connector 11"/>
          <p:cNvSpPr/>
          <p:nvPr/>
        </p:nvSpPr>
        <p:spPr>
          <a:xfrm>
            <a:off x="1023480" y="1210680"/>
            <a:ext cx="14343840" cy="360"/>
          </a:xfrm>
          <a:prstGeom prst="line">
            <a:avLst/>
          </a:prstGeom>
          <a:ln w="38100">
            <a:solidFill>
              <a:srgbClr val="ffcb05"/>
            </a:solidFill>
            <a:round/>
          </a:ln>
        </p:spPr>
        <p:style>
          <a:lnRef idx="2">
            <a:schemeClr val="accent1"/>
          </a:lnRef>
          <a:fillRef idx="0">
            <a:schemeClr val="accent1"/>
          </a:fillRef>
          <a:effectRef idx="1">
            <a:schemeClr val="accent1"/>
          </a:effectRef>
          <a:fontRef idx="minor"/>
        </p:style>
      </p:sp>
      <p:sp>
        <p:nvSpPr>
          <p:cNvPr id="127" name="Rectangle 14"/>
          <p:cNvSpPr/>
          <p:nvPr/>
        </p:nvSpPr>
        <p:spPr>
          <a:xfrm>
            <a:off x="0" y="7776000"/>
            <a:ext cx="16257240" cy="1367640"/>
          </a:xfrm>
          <a:prstGeom prst="rect">
            <a:avLst/>
          </a:prstGeom>
          <a:gradFill rotWithShape="0">
            <a:gsLst>
              <a:gs pos="8000">
                <a:srgbClr val="e4e1df"/>
              </a:gs>
              <a:gs pos="100000">
                <a:srgbClr val="ffffff"/>
              </a:gs>
            </a:gsLst>
            <a:lin ang="16200000"/>
          </a:gra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128" name="Straight Connector 10"/>
          <p:cNvSpPr/>
          <p:nvPr/>
        </p:nvSpPr>
        <p:spPr>
          <a:xfrm>
            <a:off x="0" y="7758720"/>
            <a:ext cx="16257240" cy="360"/>
          </a:xfrm>
          <a:prstGeom prst="line">
            <a:avLst/>
          </a:prstGeom>
          <a:ln w="9525">
            <a:solidFill>
              <a:srgbClr val="e4e1df">
                <a:alpha val="30000"/>
              </a:srgbClr>
            </a:solidFill>
            <a:round/>
          </a:ln>
        </p:spPr>
        <p:style>
          <a:lnRef idx="2">
            <a:schemeClr val="accent1"/>
          </a:lnRef>
          <a:fillRef idx="0">
            <a:schemeClr val="accent1"/>
          </a:fillRef>
          <a:effectRef idx="1">
            <a:schemeClr val="accent1"/>
          </a:effectRef>
          <a:fontRef idx="minor"/>
        </p:style>
      </p:sp>
      <p:sp>
        <p:nvSpPr>
          <p:cNvPr id="129" name="PlaceHolder 1"/>
          <p:cNvSpPr>
            <a:spLocks noGrp="1"/>
          </p:cNvSpPr>
          <p:nvPr>
            <p:ph type="title"/>
          </p:nvPr>
        </p:nvSpPr>
        <p:spPr>
          <a:xfrm>
            <a:off x="0" y="347040"/>
            <a:ext cx="16251480" cy="1176480"/>
          </a:xfrm>
          <a:prstGeom prst="rect">
            <a:avLst/>
          </a:prstGeom>
          <a:noFill/>
          <a:ln w="0">
            <a:noFill/>
          </a:ln>
        </p:spPr>
        <p:txBody>
          <a:bodyPr anchor="ctr">
            <a:noAutofit/>
          </a:bodyPr>
          <a:p>
            <a:pPr>
              <a:lnSpc>
                <a:spcPct val="100000"/>
              </a:lnSpc>
            </a:pPr>
            <a:r>
              <a:rPr b="0" lang="en-US" sz="4400" spc="-1" strike="noStrike">
                <a:solidFill>
                  <a:srgbClr val="00274c"/>
                </a:solidFill>
                <a:latin typeface="Arial"/>
              </a:rPr>
              <a:t>Click to edit Master title style</a:t>
            </a:r>
            <a:endParaRPr b="0" lang="en-US" sz="4400" spc="-1" strike="noStrike">
              <a:solidFill>
                <a:srgbClr val="000000"/>
              </a:solidFill>
              <a:latin typeface="Arial"/>
            </a:endParaRPr>
          </a:p>
        </p:txBody>
      </p:sp>
      <p:sp>
        <p:nvSpPr>
          <p:cNvPr id="130" name="PlaceHolder 2"/>
          <p:cNvSpPr>
            <a:spLocks noGrp="1"/>
          </p:cNvSpPr>
          <p:nvPr>
            <p:ph type="body"/>
          </p:nvPr>
        </p:nvSpPr>
        <p:spPr>
          <a:xfrm>
            <a:off x="812880" y="2133720"/>
            <a:ext cx="7180200" cy="6034320"/>
          </a:xfrm>
          <a:prstGeom prst="rect">
            <a:avLst/>
          </a:prstGeom>
          <a:noFill/>
          <a:ln w="0">
            <a:noFill/>
          </a:ln>
        </p:spPr>
        <p:txBody>
          <a:bodyPr anchor="t">
            <a:noAutofit/>
          </a:bodyPr>
          <a:p>
            <a:pPr>
              <a:lnSpc>
                <a:spcPct val="100000"/>
              </a:lnSpc>
              <a:spcBef>
                <a:spcPts val="641"/>
              </a:spcBef>
              <a:tabLst>
                <a:tab algn="l" pos="0"/>
              </a:tabLst>
            </a:pPr>
            <a:r>
              <a:rPr b="0" lang="en-US" sz="3200" spc="-1" strike="noStrike">
                <a:solidFill>
                  <a:srgbClr val="00274c"/>
                </a:solidFill>
                <a:latin typeface="Arial"/>
              </a:rPr>
              <a:t>Click to edit Master text styles</a:t>
            </a:r>
            <a:endParaRPr b="0" lang="en-US" sz="3200" spc="-1" strike="noStrike">
              <a:solidFill>
                <a:srgbClr val="00274c"/>
              </a:solidFill>
              <a:latin typeface="Arial"/>
            </a:endParaRPr>
          </a:p>
          <a:p>
            <a:pPr marL="457200">
              <a:lnSpc>
                <a:spcPct val="100000"/>
              </a:lnSpc>
              <a:spcBef>
                <a:spcPts val="561"/>
              </a:spcBef>
              <a:tabLst>
                <a:tab algn="l" pos="0"/>
              </a:tabLst>
            </a:pPr>
            <a:r>
              <a:rPr b="0" lang="en-US" sz="2800" spc="-1" strike="noStrike">
                <a:solidFill>
                  <a:srgbClr val="000000"/>
                </a:solidFill>
                <a:latin typeface="Arial"/>
              </a:rPr>
              <a:t>Second level</a:t>
            </a:r>
            <a:endParaRPr b="0" lang="en-US" sz="2800" spc="-1" strike="noStrike">
              <a:solidFill>
                <a:srgbClr val="00274c"/>
              </a:solidFill>
              <a:latin typeface="Arial"/>
            </a:endParaRPr>
          </a:p>
          <a:p>
            <a:pPr marL="914400">
              <a:lnSpc>
                <a:spcPct val="100000"/>
              </a:lnSpc>
              <a:spcBef>
                <a:spcPts val="479"/>
              </a:spcBef>
              <a:tabLst>
                <a:tab algn="l" pos="0"/>
              </a:tabLst>
            </a:pPr>
            <a:r>
              <a:rPr b="0" lang="en-US" sz="2400" spc="-1" strike="noStrike">
                <a:solidFill>
                  <a:srgbClr val="000000"/>
                </a:solidFill>
                <a:latin typeface="Arial"/>
              </a:rPr>
              <a:t>Third level</a:t>
            </a:r>
            <a:endParaRPr b="0" lang="en-US" sz="2400" spc="-1" strike="noStrike">
              <a:solidFill>
                <a:srgbClr val="00274c"/>
              </a:solidFill>
              <a:latin typeface="Arial"/>
            </a:endParaRPr>
          </a:p>
          <a:p>
            <a:pPr marL="1371600">
              <a:lnSpc>
                <a:spcPct val="100000"/>
              </a:lnSpc>
              <a:spcBef>
                <a:spcPts val="400"/>
              </a:spcBef>
              <a:tabLst>
                <a:tab algn="l" pos="0"/>
              </a:tabLst>
            </a:pPr>
            <a:r>
              <a:rPr b="0" lang="en-US" sz="2000" spc="-1" strike="noStrike">
                <a:solidFill>
                  <a:srgbClr val="000000"/>
                </a:solidFill>
                <a:latin typeface="Arial"/>
              </a:rPr>
              <a:t>Fourth level</a:t>
            </a:r>
            <a:endParaRPr b="0" lang="en-US" sz="2000" spc="-1" strike="noStrike">
              <a:solidFill>
                <a:srgbClr val="00274c"/>
              </a:solidFill>
              <a:latin typeface="Arial"/>
            </a:endParaRPr>
          </a:p>
          <a:p>
            <a:pPr marL="1828800">
              <a:lnSpc>
                <a:spcPct val="100000"/>
              </a:lnSpc>
              <a:spcBef>
                <a:spcPts val="400"/>
              </a:spcBef>
              <a:tabLst>
                <a:tab algn="l" pos="0"/>
              </a:tabLst>
            </a:pPr>
            <a:r>
              <a:rPr b="0" lang="en-US" sz="2000" spc="-1" strike="noStrike">
                <a:solidFill>
                  <a:srgbClr val="000000"/>
                </a:solidFill>
                <a:latin typeface="Arial"/>
              </a:rPr>
              <a:t>Fifth level</a:t>
            </a:r>
            <a:endParaRPr b="0" lang="en-US" sz="2000" spc="-1" strike="noStrike">
              <a:solidFill>
                <a:srgbClr val="00274c"/>
              </a:solidFill>
              <a:latin typeface="Arial"/>
            </a:endParaRPr>
          </a:p>
        </p:txBody>
      </p:sp>
      <p:sp>
        <p:nvSpPr>
          <p:cNvPr id="131" name="PlaceHolder 3"/>
          <p:cNvSpPr>
            <a:spLocks noGrp="1"/>
          </p:cNvSpPr>
          <p:nvPr>
            <p:ph type="body"/>
          </p:nvPr>
        </p:nvSpPr>
        <p:spPr>
          <a:xfrm>
            <a:off x="8264160" y="2133720"/>
            <a:ext cx="7180200" cy="2914200"/>
          </a:xfrm>
          <a:prstGeom prst="rect">
            <a:avLst/>
          </a:prstGeom>
          <a:noFill/>
          <a:ln w="0">
            <a:noFill/>
          </a:ln>
        </p:spPr>
        <p:txBody>
          <a:bodyPr anchor="t">
            <a:noAutofit/>
          </a:bodyPr>
          <a:p>
            <a:pPr>
              <a:lnSpc>
                <a:spcPct val="100000"/>
              </a:lnSpc>
              <a:spcBef>
                <a:spcPts val="641"/>
              </a:spcBef>
              <a:tabLst>
                <a:tab algn="l" pos="0"/>
              </a:tabLst>
            </a:pPr>
            <a:r>
              <a:rPr b="0" lang="en-US" sz="3200" spc="-1" strike="noStrike">
                <a:solidFill>
                  <a:srgbClr val="00274c"/>
                </a:solidFill>
                <a:latin typeface="Arial"/>
              </a:rPr>
              <a:t>Click to edit Master text styles</a:t>
            </a:r>
            <a:endParaRPr b="0" lang="en-US" sz="3200" spc="-1" strike="noStrike">
              <a:solidFill>
                <a:srgbClr val="00274c"/>
              </a:solidFill>
              <a:latin typeface="Arial"/>
            </a:endParaRPr>
          </a:p>
          <a:p>
            <a:pPr marL="457200">
              <a:lnSpc>
                <a:spcPct val="100000"/>
              </a:lnSpc>
              <a:spcBef>
                <a:spcPts val="561"/>
              </a:spcBef>
              <a:tabLst>
                <a:tab algn="l" pos="0"/>
              </a:tabLst>
            </a:pPr>
            <a:r>
              <a:rPr b="0" lang="en-US" sz="2800" spc="-1" strike="noStrike">
                <a:solidFill>
                  <a:srgbClr val="000000"/>
                </a:solidFill>
                <a:latin typeface="Arial"/>
              </a:rPr>
              <a:t>Second level</a:t>
            </a:r>
            <a:endParaRPr b="0" lang="en-US" sz="2800" spc="-1" strike="noStrike">
              <a:solidFill>
                <a:srgbClr val="00274c"/>
              </a:solidFill>
              <a:latin typeface="Arial"/>
            </a:endParaRPr>
          </a:p>
          <a:p>
            <a:pPr marL="914400">
              <a:lnSpc>
                <a:spcPct val="100000"/>
              </a:lnSpc>
              <a:spcBef>
                <a:spcPts val="479"/>
              </a:spcBef>
              <a:tabLst>
                <a:tab algn="l" pos="0"/>
              </a:tabLst>
            </a:pPr>
            <a:r>
              <a:rPr b="0" lang="en-US" sz="2400" spc="-1" strike="noStrike">
                <a:solidFill>
                  <a:srgbClr val="000000"/>
                </a:solidFill>
                <a:latin typeface="Arial"/>
              </a:rPr>
              <a:t>Third level</a:t>
            </a:r>
            <a:endParaRPr b="0" lang="en-US" sz="2400" spc="-1" strike="noStrike">
              <a:solidFill>
                <a:srgbClr val="00274c"/>
              </a:solidFill>
              <a:latin typeface="Arial"/>
            </a:endParaRPr>
          </a:p>
          <a:p>
            <a:pPr marL="1371600">
              <a:lnSpc>
                <a:spcPct val="100000"/>
              </a:lnSpc>
              <a:spcBef>
                <a:spcPts val="400"/>
              </a:spcBef>
              <a:tabLst>
                <a:tab algn="l" pos="0"/>
              </a:tabLst>
            </a:pPr>
            <a:r>
              <a:rPr b="0" lang="en-US" sz="2000" spc="-1" strike="noStrike">
                <a:solidFill>
                  <a:srgbClr val="000000"/>
                </a:solidFill>
                <a:latin typeface="Arial"/>
              </a:rPr>
              <a:t>Fourth level</a:t>
            </a:r>
            <a:endParaRPr b="0" lang="en-US" sz="2000" spc="-1" strike="noStrike">
              <a:solidFill>
                <a:srgbClr val="00274c"/>
              </a:solidFill>
              <a:latin typeface="Arial"/>
            </a:endParaRPr>
          </a:p>
          <a:p>
            <a:pPr marL="1828800">
              <a:lnSpc>
                <a:spcPct val="100000"/>
              </a:lnSpc>
              <a:spcBef>
                <a:spcPts val="400"/>
              </a:spcBef>
              <a:tabLst>
                <a:tab algn="l" pos="0"/>
              </a:tabLst>
            </a:pPr>
            <a:r>
              <a:rPr b="0" lang="en-US" sz="2000" spc="-1" strike="noStrike">
                <a:solidFill>
                  <a:srgbClr val="000000"/>
                </a:solidFill>
                <a:latin typeface="Arial"/>
              </a:rPr>
              <a:t>Fifth level</a:t>
            </a:r>
            <a:endParaRPr b="0" lang="en-US" sz="2000" spc="-1" strike="noStrike">
              <a:solidFill>
                <a:srgbClr val="00274c"/>
              </a:solidFill>
              <a:latin typeface="Arial"/>
            </a:endParaRPr>
          </a:p>
        </p:txBody>
      </p:sp>
      <p:sp>
        <p:nvSpPr>
          <p:cNvPr id="132" name="PlaceHolder 4"/>
          <p:cNvSpPr>
            <a:spLocks noGrp="1"/>
          </p:cNvSpPr>
          <p:nvPr>
            <p:ph type="body"/>
          </p:nvPr>
        </p:nvSpPr>
        <p:spPr>
          <a:xfrm>
            <a:off x="8264160" y="5251320"/>
            <a:ext cx="7180200" cy="2916360"/>
          </a:xfrm>
          <a:prstGeom prst="rect">
            <a:avLst/>
          </a:prstGeom>
          <a:noFill/>
          <a:ln w="0">
            <a:noFill/>
          </a:ln>
        </p:spPr>
        <p:txBody>
          <a:bodyPr anchor="t">
            <a:noAutofit/>
          </a:bodyPr>
          <a:p>
            <a:pPr>
              <a:lnSpc>
                <a:spcPct val="100000"/>
              </a:lnSpc>
              <a:spcBef>
                <a:spcPts val="641"/>
              </a:spcBef>
              <a:tabLst>
                <a:tab algn="l" pos="0"/>
              </a:tabLst>
            </a:pPr>
            <a:r>
              <a:rPr b="0" lang="en-US" sz="3200" spc="-1" strike="noStrike">
                <a:solidFill>
                  <a:srgbClr val="00274c"/>
                </a:solidFill>
                <a:latin typeface="Arial"/>
              </a:rPr>
              <a:t>Click to edit Master text styles</a:t>
            </a:r>
            <a:endParaRPr b="0" lang="en-US" sz="3200" spc="-1" strike="noStrike">
              <a:solidFill>
                <a:srgbClr val="00274c"/>
              </a:solidFill>
              <a:latin typeface="Arial"/>
            </a:endParaRPr>
          </a:p>
          <a:p>
            <a:pPr marL="457200">
              <a:lnSpc>
                <a:spcPct val="100000"/>
              </a:lnSpc>
              <a:spcBef>
                <a:spcPts val="561"/>
              </a:spcBef>
              <a:tabLst>
                <a:tab algn="l" pos="0"/>
              </a:tabLst>
            </a:pPr>
            <a:r>
              <a:rPr b="0" lang="en-US" sz="2800" spc="-1" strike="noStrike">
                <a:solidFill>
                  <a:srgbClr val="000000"/>
                </a:solidFill>
                <a:latin typeface="Arial"/>
              </a:rPr>
              <a:t>Second level</a:t>
            </a:r>
            <a:endParaRPr b="0" lang="en-US" sz="2800" spc="-1" strike="noStrike">
              <a:solidFill>
                <a:srgbClr val="00274c"/>
              </a:solidFill>
              <a:latin typeface="Arial"/>
            </a:endParaRPr>
          </a:p>
          <a:p>
            <a:pPr marL="914400">
              <a:lnSpc>
                <a:spcPct val="100000"/>
              </a:lnSpc>
              <a:spcBef>
                <a:spcPts val="479"/>
              </a:spcBef>
              <a:tabLst>
                <a:tab algn="l" pos="0"/>
              </a:tabLst>
            </a:pPr>
            <a:r>
              <a:rPr b="0" lang="en-US" sz="2400" spc="-1" strike="noStrike">
                <a:solidFill>
                  <a:srgbClr val="000000"/>
                </a:solidFill>
                <a:latin typeface="Arial"/>
              </a:rPr>
              <a:t>Third level</a:t>
            </a:r>
            <a:endParaRPr b="0" lang="en-US" sz="2400" spc="-1" strike="noStrike">
              <a:solidFill>
                <a:srgbClr val="00274c"/>
              </a:solidFill>
              <a:latin typeface="Arial"/>
            </a:endParaRPr>
          </a:p>
          <a:p>
            <a:pPr marL="1371600">
              <a:lnSpc>
                <a:spcPct val="100000"/>
              </a:lnSpc>
              <a:spcBef>
                <a:spcPts val="400"/>
              </a:spcBef>
              <a:tabLst>
                <a:tab algn="l" pos="0"/>
              </a:tabLst>
            </a:pPr>
            <a:r>
              <a:rPr b="0" lang="en-US" sz="2000" spc="-1" strike="noStrike">
                <a:solidFill>
                  <a:srgbClr val="000000"/>
                </a:solidFill>
                <a:latin typeface="Arial"/>
              </a:rPr>
              <a:t>Fourth level</a:t>
            </a:r>
            <a:endParaRPr b="0" lang="en-US" sz="2000" spc="-1" strike="noStrike">
              <a:solidFill>
                <a:srgbClr val="00274c"/>
              </a:solidFill>
              <a:latin typeface="Arial"/>
            </a:endParaRPr>
          </a:p>
          <a:p>
            <a:pPr marL="1828800">
              <a:lnSpc>
                <a:spcPct val="100000"/>
              </a:lnSpc>
              <a:spcBef>
                <a:spcPts val="400"/>
              </a:spcBef>
              <a:tabLst>
                <a:tab algn="l" pos="0"/>
              </a:tabLst>
            </a:pPr>
            <a:r>
              <a:rPr b="0" lang="en-US" sz="2000" spc="-1" strike="noStrike">
                <a:solidFill>
                  <a:srgbClr val="000000"/>
                </a:solidFill>
                <a:latin typeface="Arial"/>
              </a:rPr>
              <a:t>Fifth level</a:t>
            </a:r>
            <a:endParaRPr b="0" lang="en-US" sz="2000" spc="-1" strike="noStrike">
              <a:solidFill>
                <a:srgbClr val="00274c"/>
              </a:solidFill>
              <a:latin typeface="Arial"/>
            </a:endParaRPr>
          </a:p>
        </p:txBody>
      </p:sp>
      <p:sp>
        <p:nvSpPr>
          <p:cNvPr id="133" name="PlaceHolder 5"/>
          <p:cNvSpPr>
            <a:spLocks noGrp="1"/>
          </p:cNvSpPr>
          <p:nvPr>
            <p:ph type="sldNum"/>
          </p:nvPr>
        </p:nvSpPr>
        <p:spPr>
          <a:xfrm>
            <a:off x="0" y="0"/>
            <a:ext cx="0" cy="0"/>
          </a:xfrm>
          <a:prstGeom prst="rect">
            <a:avLst/>
          </a:prstGeom>
          <a:noFill/>
          <a:ln w="0">
            <a:noFill/>
          </a:ln>
        </p:spPr>
        <p:txBody>
          <a:bodyPr lIns="90000" rIns="90000" tIns="45000" bIns="45000" anchor="t">
            <a:noAutofit/>
          </a:bodyPr>
          <a:p>
            <a:pPr>
              <a:lnSpc>
                <a:spcPct val="100000"/>
              </a:lnSpc>
            </a:pPr>
            <a:fld id="{70F5D7EF-7244-4C2D-9B14-D75B20AF555A}" type="slidenum">
              <a:rPr b="0" lang="en-US" sz="3200" spc="-1" strike="noStrike">
                <a:solidFill>
                  <a:srgbClr val="000000"/>
                </a:solidFill>
                <a:latin typeface="Arial"/>
              </a:rPr>
              <a:t>&lt;number&gt;</a:t>
            </a:fld>
            <a:endParaRPr b="0" lang="en-US" sz="3200" spc="-1" strike="noStrike">
              <a:latin typeface="Times New Roman"/>
            </a:endParaRPr>
          </a:p>
        </p:txBody>
      </p:sp>
      <p:sp>
        <p:nvSpPr>
          <p:cNvPr id="134" name="PlaceHolder 6"/>
          <p:cNvSpPr>
            <a:spLocks noGrp="1"/>
          </p:cNvSpPr>
          <p:nvPr>
            <p:ph type="ftr"/>
          </p:nvPr>
        </p:nvSpPr>
        <p:spPr>
          <a:xfrm>
            <a:off x="0" y="0"/>
            <a:ext cx="0" cy="0"/>
          </a:xfrm>
          <a:prstGeom prst="rect">
            <a:avLst/>
          </a:prstGeom>
          <a:noFill/>
          <a:ln w="0">
            <a:noFill/>
          </a:ln>
        </p:spPr>
        <p:txBody>
          <a:bodyPr lIns="90000" rIns="90000" tIns="45000" bIns="45000" anchor="t">
            <a:noAutofit/>
          </a:bodyPr>
          <a:p>
            <a:pPr>
              <a:lnSpc>
                <a:spcPct val="100000"/>
              </a:lnSpc>
            </a:pPr>
            <a:r>
              <a:rPr b="0" lang="en-US" sz="3200" spc="-1" strike="noStrike">
                <a:solidFill>
                  <a:srgbClr val="000000"/>
                </a:solidFill>
                <a:latin typeface="Arial"/>
              </a:rPr>
              <a:t>iMod Group – Prof. Olivier Jolliet</a:t>
            </a:r>
            <a:endParaRPr b="0" lang="en-US" sz="3200" spc="-1" strike="noStrike">
              <a:latin typeface="Times New Roman"/>
            </a:endParaRPr>
          </a:p>
        </p:txBody>
      </p:sp>
    </p:spTree>
  </p:cSld>
  <p:clrMap bg1="lt1" bg2="lt2" tx1="dk1" tx2="dk2" accent1="accent1" accent2="accent2" accent3="accent3" accent4="accent4" accent5="accent5" accent6="accent6" hlink="hlink" folHlink="folHlink"/>
  <p:sldLayoutIdLst>
    <p:sldLayoutId id="2147483688" r:id="rId2"/>
    <p:sldLayoutId id="2147483689" r:id="rId3"/>
    <p:sldLayoutId id="2147483690" r:id="rId4"/>
    <p:sldLayoutId id="2147483691" r:id="rId5"/>
    <p:sldLayoutId id="2147483692" r:id="rId6"/>
    <p:sldLayoutId id="2147483693" r:id="rId7"/>
    <p:sldLayoutId id="2147483694" r:id="rId8"/>
    <p:sldLayoutId id="2147483695" r:id="rId9"/>
    <p:sldLayoutId id="2147483696" r:id="rId10"/>
    <p:sldLayoutId id="2147483697" r:id="rId11"/>
    <p:sldLayoutId id="2147483698" r:id="rId12"/>
    <p:sldLayoutId id="2147483699" r:id="rId13"/>
  </p:sldLayoutIdLst>
</p:sldMaster>
</file>

<file path=ppt/slideMasters/slideMaster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71" name="Rectangle 9"/>
          <p:cNvSpPr/>
          <p:nvPr/>
        </p:nvSpPr>
        <p:spPr>
          <a:xfrm>
            <a:off x="0" y="0"/>
            <a:ext cx="16257240" cy="224640"/>
          </a:xfrm>
          <a:prstGeom prst="rect">
            <a:avLst/>
          </a:prstGeom>
          <a:gradFill rotWithShape="0">
            <a:gsLst>
              <a:gs pos="37000">
                <a:srgbClr val="00274c"/>
              </a:gs>
              <a:gs pos="100000">
                <a:srgbClr val="587abc"/>
              </a:gs>
            </a:gsLst>
            <a:lin ang="10800000"/>
          </a:gradFill>
          <a:ln>
            <a:noFill/>
          </a:ln>
          <a:effectLst>
            <a:outerShdw algn="t" blurRad="50760" dir="5400000" dist="38160" rotWithShape="0">
              <a:srgbClr val="000000">
                <a:alpha val="40000"/>
              </a:srgbClr>
            </a:outerShdw>
          </a:effectLst>
        </p:spPr>
        <p:style>
          <a:lnRef idx="1">
            <a:schemeClr val="accent1"/>
          </a:lnRef>
          <a:fillRef idx="3">
            <a:schemeClr val="accent1"/>
          </a:fillRef>
          <a:effectRef idx="2">
            <a:schemeClr val="accent1"/>
          </a:effectRef>
          <a:fontRef idx="minor"/>
        </p:style>
      </p:sp>
      <p:sp>
        <p:nvSpPr>
          <p:cNvPr id="172" name="Straight Connector 11"/>
          <p:cNvSpPr/>
          <p:nvPr/>
        </p:nvSpPr>
        <p:spPr>
          <a:xfrm>
            <a:off x="1023480" y="1210680"/>
            <a:ext cx="14343840" cy="360"/>
          </a:xfrm>
          <a:prstGeom prst="line">
            <a:avLst/>
          </a:prstGeom>
          <a:ln w="38100">
            <a:solidFill>
              <a:srgbClr val="ffcb05"/>
            </a:solidFill>
            <a:round/>
          </a:ln>
        </p:spPr>
        <p:style>
          <a:lnRef idx="2">
            <a:schemeClr val="accent1"/>
          </a:lnRef>
          <a:fillRef idx="0">
            <a:schemeClr val="accent1"/>
          </a:fillRef>
          <a:effectRef idx="1">
            <a:schemeClr val="accent1"/>
          </a:effectRef>
          <a:fontRef idx="minor"/>
        </p:style>
      </p:sp>
      <p:sp>
        <p:nvSpPr>
          <p:cNvPr id="173" name="Rectangle 14"/>
          <p:cNvSpPr/>
          <p:nvPr/>
        </p:nvSpPr>
        <p:spPr>
          <a:xfrm>
            <a:off x="0" y="7776000"/>
            <a:ext cx="16257240" cy="1367640"/>
          </a:xfrm>
          <a:prstGeom prst="rect">
            <a:avLst/>
          </a:prstGeom>
          <a:gradFill rotWithShape="0">
            <a:gsLst>
              <a:gs pos="8000">
                <a:srgbClr val="e4e1df"/>
              </a:gs>
              <a:gs pos="100000">
                <a:srgbClr val="ffffff"/>
              </a:gs>
            </a:gsLst>
            <a:lin ang="16200000"/>
          </a:gra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174" name="Straight Connector 10"/>
          <p:cNvSpPr/>
          <p:nvPr/>
        </p:nvSpPr>
        <p:spPr>
          <a:xfrm>
            <a:off x="0" y="7758720"/>
            <a:ext cx="16257240" cy="360"/>
          </a:xfrm>
          <a:prstGeom prst="line">
            <a:avLst/>
          </a:prstGeom>
          <a:ln w="9525">
            <a:solidFill>
              <a:srgbClr val="e4e1df">
                <a:alpha val="30000"/>
              </a:srgbClr>
            </a:solidFill>
            <a:round/>
          </a:ln>
        </p:spPr>
        <p:style>
          <a:lnRef idx="2">
            <a:schemeClr val="accent1"/>
          </a:lnRef>
          <a:fillRef idx="0">
            <a:schemeClr val="accent1"/>
          </a:fillRef>
          <a:effectRef idx="1">
            <a:schemeClr val="accent1"/>
          </a:effectRef>
          <a:fontRef idx="minor"/>
        </p:style>
      </p:sp>
      <p:sp>
        <p:nvSpPr>
          <p:cNvPr id="175" name="PlaceHolder 1"/>
          <p:cNvSpPr>
            <a:spLocks noGrp="1"/>
          </p:cNvSpPr>
          <p:nvPr>
            <p:ph type="sldNum"/>
          </p:nvPr>
        </p:nvSpPr>
        <p:spPr>
          <a:xfrm>
            <a:off x="0" y="0"/>
            <a:ext cx="0" cy="0"/>
          </a:xfrm>
          <a:prstGeom prst="rect">
            <a:avLst/>
          </a:prstGeom>
          <a:noFill/>
          <a:ln w="0">
            <a:noFill/>
          </a:ln>
        </p:spPr>
        <p:txBody>
          <a:bodyPr lIns="90000" rIns="90000" tIns="45000" bIns="45000" anchor="t">
            <a:noAutofit/>
          </a:bodyPr>
          <a:p>
            <a:pPr>
              <a:lnSpc>
                <a:spcPct val="100000"/>
              </a:lnSpc>
            </a:pPr>
            <a:fld id="{2ED5E84F-07D5-4CE5-8196-81C6526023C7}" type="slidenum">
              <a:rPr b="0" lang="en-US" sz="3200" spc="-1" strike="noStrike">
                <a:solidFill>
                  <a:srgbClr val="000000"/>
                </a:solidFill>
                <a:latin typeface="Arial"/>
              </a:rPr>
              <a:t>&lt;number&gt;</a:t>
            </a:fld>
            <a:endParaRPr b="0" lang="en-US" sz="3200" spc="-1" strike="noStrike">
              <a:latin typeface="Times New Roman"/>
            </a:endParaRPr>
          </a:p>
        </p:txBody>
      </p:sp>
      <p:sp>
        <p:nvSpPr>
          <p:cNvPr id="176" name="PlaceHolder 2"/>
          <p:cNvSpPr>
            <a:spLocks noGrp="1"/>
          </p:cNvSpPr>
          <p:nvPr>
            <p:ph type="ftr"/>
          </p:nvPr>
        </p:nvSpPr>
        <p:spPr>
          <a:xfrm>
            <a:off x="0" y="0"/>
            <a:ext cx="0" cy="0"/>
          </a:xfrm>
          <a:prstGeom prst="rect">
            <a:avLst/>
          </a:prstGeom>
          <a:noFill/>
          <a:ln w="0">
            <a:noFill/>
          </a:ln>
        </p:spPr>
        <p:txBody>
          <a:bodyPr lIns="90000" rIns="90000" tIns="45000" bIns="45000" anchor="t">
            <a:noAutofit/>
          </a:bodyPr>
          <a:p>
            <a:pPr>
              <a:lnSpc>
                <a:spcPct val="100000"/>
              </a:lnSpc>
            </a:pPr>
            <a:r>
              <a:rPr b="0" lang="en-US" sz="3200" spc="-1" strike="noStrike">
                <a:solidFill>
                  <a:srgbClr val="000000"/>
                </a:solidFill>
                <a:latin typeface="Arial"/>
              </a:rPr>
              <a:t>iMod Group – Prof. Olivier Jolliet</a:t>
            </a:r>
            <a:endParaRPr b="0" lang="en-US" sz="3200" spc="-1" strike="noStrike">
              <a:latin typeface="Times New Roman"/>
            </a:endParaRPr>
          </a:p>
        </p:txBody>
      </p:sp>
      <p:sp>
        <p:nvSpPr>
          <p:cNvPr id="177" name="PlaceHolder 3"/>
          <p:cNvSpPr>
            <a:spLocks noGrp="1"/>
          </p:cNvSpPr>
          <p:nvPr>
            <p:ph type="title"/>
          </p:nvPr>
        </p:nvSpPr>
        <p:spPr>
          <a:xfrm>
            <a:off x="812880" y="364680"/>
            <a:ext cx="14631480" cy="1526400"/>
          </a:xfrm>
          <a:prstGeom prst="rect">
            <a:avLst/>
          </a:prstGeom>
          <a:noFill/>
          <a:ln w="0">
            <a:noFill/>
          </a:ln>
        </p:spPr>
        <p:txBody>
          <a:bodyPr lIns="0" rIns="0" tIns="0" bIns="0" anchor="ctr">
            <a:noAutofit/>
          </a:bodyPr>
          <a:p>
            <a:r>
              <a:rPr b="0" lang="en-US" sz="3200" spc="-1" strike="noStrike">
                <a:solidFill>
                  <a:srgbClr val="000000"/>
                </a:solidFill>
                <a:latin typeface="Arial"/>
              </a:rPr>
              <a:t>Click to edit the title text format</a:t>
            </a:r>
            <a:endParaRPr b="0" lang="en-US" sz="3200" spc="-1" strike="noStrike">
              <a:solidFill>
                <a:srgbClr val="000000"/>
              </a:solidFill>
              <a:latin typeface="Arial"/>
            </a:endParaRPr>
          </a:p>
        </p:txBody>
      </p:sp>
      <p:sp>
        <p:nvSpPr>
          <p:cNvPr id="178" name="PlaceHolder 4"/>
          <p:cNvSpPr>
            <a:spLocks noGrp="1"/>
          </p:cNvSpPr>
          <p:nvPr>
            <p:ph type="body"/>
          </p:nvPr>
        </p:nvSpPr>
        <p:spPr>
          <a:xfrm>
            <a:off x="812880" y="2139480"/>
            <a:ext cx="14631480" cy="530280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solidFill>
                  <a:srgbClr val="00274c"/>
                </a:solidFill>
                <a:latin typeface="Arial"/>
              </a:rPr>
              <a:t>Click to edit the outline text format</a:t>
            </a:r>
            <a:endParaRPr b="0" lang="en-US" sz="3200" spc="-1" strike="noStrike">
              <a:solidFill>
                <a:srgbClr val="00274c"/>
              </a:solidFill>
              <a:latin typeface="Arial"/>
            </a:endParaRPr>
          </a:p>
          <a:p>
            <a:pPr lvl="1" marL="864000" indent="-324000">
              <a:spcBef>
                <a:spcPts val="1134"/>
              </a:spcBef>
              <a:buClr>
                <a:srgbClr val="000000"/>
              </a:buClr>
              <a:buSzPct val="75000"/>
              <a:buFont typeface="Symbol" charset="2"/>
              <a:buChar char=""/>
            </a:pPr>
            <a:r>
              <a:rPr b="0" lang="en-US" sz="2400" spc="-1" strike="noStrike">
                <a:solidFill>
                  <a:srgbClr val="000000"/>
                </a:solidFill>
                <a:latin typeface="Arial"/>
              </a:rPr>
              <a:t>Second Outline Level</a:t>
            </a:r>
            <a:endParaRPr b="0" lang="en-US" sz="24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2000" spc="-1" strike="noStrike">
                <a:solidFill>
                  <a:srgbClr val="000000"/>
                </a:solidFill>
                <a:latin typeface="Arial"/>
              </a:rPr>
              <a:t>Third Outline Level</a:t>
            </a:r>
            <a:endParaRPr b="0" lang="en-US" sz="20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2000" spc="-1" strike="noStrike">
                <a:solidFill>
                  <a:srgbClr val="000000"/>
                </a:solidFill>
                <a:latin typeface="Arial"/>
              </a:rPr>
              <a:t>Fourth Outline Level</a:t>
            </a:r>
            <a:endParaRPr b="0" lang="en-US"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2000" spc="-1" strike="noStrike">
                <a:solidFill>
                  <a:srgbClr val="000000"/>
                </a:solidFill>
                <a:latin typeface="Arial"/>
              </a:rPr>
              <a:t>Fifth Outline Level</a:t>
            </a:r>
            <a:endParaRPr b="0" lang="en-US"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2000" spc="-1" strike="noStrike">
                <a:solidFill>
                  <a:srgbClr val="000000"/>
                </a:solidFill>
                <a:latin typeface="Arial"/>
              </a:rPr>
              <a:t>Sixth Outline Level</a:t>
            </a:r>
            <a:endParaRPr b="0" lang="en-US"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2000" spc="-1" strike="noStrike">
                <a:solidFill>
                  <a:srgbClr val="000000"/>
                </a:solidFill>
                <a:latin typeface="Arial"/>
              </a:rPr>
              <a:t>Seventh Outline Level</a:t>
            </a:r>
            <a:endParaRPr b="0" lang="en-US"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701" r:id="rId2"/>
    <p:sldLayoutId id="2147483702" r:id="rId3"/>
    <p:sldLayoutId id="2147483703" r:id="rId4"/>
    <p:sldLayoutId id="2147483704" r:id="rId5"/>
    <p:sldLayoutId id="2147483705" r:id="rId6"/>
    <p:sldLayoutId id="2147483706" r:id="rId7"/>
    <p:sldLayoutId id="2147483707" r:id="rId8"/>
    <p:sldLayoutId id="2147483708" r:id="rId9"/>
    <p:sldLayoutId id="2147483709" r:id="rId10"/>
    <p:sldLayoutId id="2147483710" r:id="rId11"/>
    <p:sldLayoutId id="2147483711" r:id="rId12"/>
    <p:sldLayoutId id="2147483712" r:id="rId13"/>
  </p:sldLayoutIdLst>
</p:sldMaster>
</file>

<file path=ppt/slideMasters/slideMaster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15" name="Rectangle 9"/>
          <p:cNvSpPr/>
          <p:nvPr/>
        </p:nvSpPr>
        <p:spPr>
          <a:xfrm>
            <a:off x="0" y="0"/>
            <a:ext cx="16257240" cy="224640"/>
          </a:xfrm>
          <a:prstGeom prst="rect">
            <a:avLst/>
          </a:prstGeom>
          <a:gradFill rotWithShape="0">
            <a:gsLst>
              <a:gs pos="37000">
                <a:srgbClr val="00274c"/>
              </a:gs>
              <a:gs pos="100000">
                <a:srgbClr val="587abc"/>
              </a:gs>
            </a:gsLst>
            <a:lin ang="10800000"/>
          </a:gradFill>
          <a:ln>
            <a:noFill/>
          </a:ln>
          <a:effectLst>
            <a:outerShdw algn="t" blurRad="50760" dir="5400000" dist="38160" rotWithShape="0">
              <a:srgbClr val="000000">
                <a:alpha val="40000"/>
              </a:srgbClr>
            </a:outerShdw>
          </a:effectLst>
        </p:spPr>
        <p:style>
          <a:lnRef idx="1">
            <a:schemeClr val="accent1"/>
          </a:lnRef>
          <a:fillRef idx="3">
            <a:schemeClr val="accent1"/>
          </a:fillRef>
          <a:effectRef idx="2">
            <a:schemeClr val="accent1"/>
          </a:effectRef>
          <a:fontRef idx="minor"/>
        </p:style>
      </p:sp>
      <p:sp>
        <p:nvSpPr>
          <p:cNvPr id="216" name="Straight Connector 11"/>
          <p:cNvSpPr/>
          <p:nvPr/>
        </p:nvSpPr>
        <p:spPr>
          <a:xfrm>
            <a:off x="1023480" y="1210680"/>
            <a:ext cx="14343840" cy="360"/>
          </a:xfrm>
          <a:prstGeom prst="line">
            <a:avLst/>
          </a:prstGeom>
          <a:ln w="38100">
            <a:solidFill>
              <a:srgbClr val="ffcb05"/>
            </a:solidFill>
            <a:round/>
          </a:ln>
        </p:spPr>
        <p:style>
          <a:lnRef idx="2">
            <a:schemeClr val="accent1"/>
          </a:lnRef>
          <a:fillRef idx="0">
            <a:schemeClr val="accent1"/>
          </a:fillRef>
          <a:effectRef idx="1">
            <a:schemeClr val="accent1"/>
          </a:effectRef>
          <a:fontRef idx="minor"/>
        </p:style>
      </p:sp>
      <p:sp>
        <p:nvSpPr>
          <p:cNvPr id="217" name="Rectangle 14"/>
          <p:cNvSpPr/>
          <p:nvPr/>
        </p:nvSpPr>
        <p:spPr>
          <a:xfrm>
            <a:off x="0" y="7776000"/>
            <a:ext cx="16257240" cy="1367640"/>
          </a:xfrm>
          <a:prstGeom prst="rect">
            <a:avLst/>
          </a:prstGeom>
          <a:gradFill rotWithShape="0">
            <a:gsLst>
              <a:gs pos="8000">
                <a:srgbClr val="e4e1df"/>
              </a:gs>
              <a:gs pos="100000">
                <a:srgbClr val="ffffff"/>
              </a:gs>
            </a:gsLst>
            <a:lin ang="16200000"/>
          </a:gra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218" name="Straight Connector 10"/>
          <p:cNvSpPr/>
          <p:nvPr/>
        </p:nvSpPr>
        <p:spPr>
          <a:xfrm>
            <a:off x="0" y="7758720"/>
            <a:ext cx="16257240" cy="360"/>
          </a:xfrm>
          <a:prstGeom prst="line">
            <a:avLst/>
          </a:prstGeom>
          <a:ln w="9525">
            <a:solidFill>
              <a:srgbClr val="e4e1df">
                <a:alpha val="30000"/>
              </a:srgbClr>
            </a:solidFill>
            <a:round/>
          </a:ln>
        </p:spPr>
        <p:style>
          <a:lnRef idx="2">
            <a:schemeClr val="accent1"/>
          </a:lnRef>
          <a:fillRef idx="0">
            <a:schemeClr val="accent1"/>
          </a:fillRef>
          <a:effectRef idx="1">
            <a:schemeClr val="accent1"/>
          </a:effectRef>
          <a:fontRef idx="minor"/>
        </p:style>
      </p:sp>
      <p:sp>
        <p:nvSpPr>
          <p:cNvPr id="219" name="PlaceHolder 1"/>
          <p:cNvSpPr>
            <a:spLocks noGrp="1"/>
          </p:cNvSpPr>
          <p:nvPr>
            <p:ph type="title"/>
          </p:nvPr>
        </p:nvSpPr>
        <p:spPr>
          <a:xfrm>
            <a:off x="0" y="347040"/>
            <a:ext cx="16251480" cy="1176480"/>
          </a:xfrm>
          <a:prstGeom prst="rect">
            <a:avLst/>
          </a:prstGeom>
          <a:noFill/>
          <a:ln w="0">
            <a:noFill/>
          </a:ln>
        </p:spPr>
        <p:txBody>
          <a:bodyPr anchor="ctr">
            <a:noAutofit/>
          </a:bodyPr>
          <a:p>
            <a:pPr>
              <a:lnSpc>
                <a:spcPct val="100000"/>
              </a:lnSpc>
            </a:pPr>
            <a:r>
              <a:rPr b="0" lang="en-US" sz="4400" spc="-1" strike="noStrike">
                <a:solidFill>
                  <a:srgbClr val="00274c"/>
                </a:solidFill>
                <a:latin typeface="Arial"/>
              </a:rPr>
              <a:t>Click to edit Master title style</a:t>
            </a:r>
            <a:endParaRPr b="0" lang="en-US" sz="4400" spc="-1" strike="noStrike">
              <a:solidFill>
                <a:srgbClr val="000000"/>
              </a:solidFill>
              <a:latin typeface="Arial"/>
            </a:endParaRPr>
          </a:p>
        </p:txBody>
      </p:sp>
      <p:sp>
        <p:nvSpPr>
          <p:cNvPr id="220" name="PlaceHolder 2"/>
          <p:cNvSpPr>
            <a:spLocks noGrp="1"/>
          </p:cNvSpPr>
          <p:nvPr>
            <p:ph type="body"/>
          </p:nvPr>
        </p:nvSpPr>
        <p:spPr>
          <a:xfrm>
            <a:off x="812880" y="2133720"/>
            <a:ext cx="14631480" cy="6034320"/>
          </a:xfrm>
          <a:prstGeom prst="rect">
            <a:avLst/>
          </a:prstGeom>
          <a:noFill/>
          <a:ln w="0">
            <a:noFill/>
          </a:ln>
        </p:spPr>
        <p:txBody>
          <a:bodyPr lIns="90000" rIns="90000" tIns="45000" bIns="45000" anchor="t">
            <a:noAutofit/>
          </a:bodyPr>
          <a:p>
            <a:pPr marL="432000" indent="-324000">
              <a:spcBef>
                <a:spcPts val="1417"/>
              </a:spcBef>
              <a:buClr>
                <a:srgbClr val="000000"/>
              </a:buClr>
              <a:buSzPct val="45000"/>
              <a:buFont typeface="Wingdings" charset="2"/>
              <a:buChar char=""/>
            </a:pPr>
            <a:r>
              <a:rPr b="0" lang="en-US" sz="3200" spc="-1" strike="noStrike">
                <a:solidFill>
                  <a:srgbClr val="00274c"/>
                </a:solidFill>
                <a:latin typeface="Arial"/>
              </a:rPr>
              <a:t>Click to edit the outline text format</a:t>
            </a:r>
            <a:endParaRPr b="0" lang="en-US" sz="3200" spc="-1" strike="noStrike">
              <a:solidFill>
                <a:srgbClr val="00274c"/>
              </a:solidFill>
              <a:latin typeface="Arial"/>
            </a:endParaRPr>
          </a:p>
          <a:p>
            <a:pPr lvl="1" marL="864000" indent="-324000">
              <a:spcBef>
                <a:spcPts val="1134"/>
              </a:spcBef>
              <a:buClr>
                <a:srgbClr val="000000"/>
              </a:buClr>
              <a:buSzPct val="75000"/>
              <a:buFont typeface="Symbol" charset="2"/>
              <a:buChar char=""/>
            </a:pPr>
            <a:r>
              <a:rPr b="0" lang="en-US" sz="3200" spc="-1" strike="noStrike">
                <a:solidFill>
                  <a:srgbClr val="000000"/>
                </a:solidFill>
                <a:latin typeface="Arial"/>
              </a:rPr>
              <a:t>Second Outline Level</a:t>
            </a:r>
            <a:endParaRPr b="0" lang="en-US" sz="32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3200" spc="-1" strike="noStrike">
                <a:solidFill>
                  <a:srgbClr val="000000"/>
                </a:solidFill>
                <a:latin typeface="Arial"/>
              </a:rPr>
              <a:t>Third Outline Level</a:t>
            </a:r>
            <a:endParaRPr b="0" lang="en-US" sz="32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3200" spc="-1" strike="noStrike">
                <a:solidFill>
                  <a:srgbClr val="000000"/>
                </a:solidFill>
                <a:latin typeface="Arial"/>
              </a:rPr>
              <a:t>Fourth Outline Level</a:t>
            </a:r>
            <a:endParaRPr b="0" lang="en-US" sz="32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3200" spc="-1" strike="noStrike">
                <a:solidFill>
                  <a:srgbClr val="000000"/>
                </a:solidFill>
                <a:latin typeface="Arial"/>
              </a:rPr>
              <a:t>Fifth Outline Level</a:t>
            </a:r>
            <a:endParaRPr b="0" lang="en-US" sz="32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3200" spc="-1" strike="noStrike">
                <a:solidFill>
                  <a:srgbClr val="000000"/>
                </a:solidFill>
                <a:latin typeface="Arial"/>
              </a:rPr>
              <a:t>Sixth Outline Level</a:t>
            </a:r>
            <a:endParaRPr b="0" lang="en-US" sz="32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3200" spc="-1" strike="noStrike">
                <a:solidFill>
                  <a:srgbClr val="000000"/>
                </a:solidFill>
                <a:latin typeface="Arial"/>
              </a:rPr>
              <a:t>Seventh Outline Level</a:t>
            </a:r>
            <a:endParaRPr b="0" lang="en-US" sz="3200" spc="-1" strike="noStrike">
              <a:solidFill>
                <a:srgbClr val="000000"/>
              </a:solidFill>
              <a:latin typeface="Arial"/>
            </a:endParaRPr>
          </a:p>
        </p:txBody>
      </p:sp>
      <p:sp>
        <p:nvSpPr>
          <p:cNvPr id="221" name="PlaceHolder 3"/>
          <p:cNvSpPr>
            <a:spLocks noGrp="1"/>
          </p:cNvSpPr>
          <p:nvPr>
            <p:ph type="sldNum"/>
          </p:nvPr>
        </p:nvSpPr>
        <p:spPr>
          <a:xfrm>
            <a:off x="0" y="0"/>
            <a:ext cx="0" cy="0"/>
          </a:xfrm>
          <a:prstGeom prst="rect">
            <a:avLst/>
          </a:prstGeom>
          <a:noFill/>
          <a:ln w="0">
            <a:noFill/>
          </a:ln>
        </p:spPr>
        <p:txBody>
          <a:bodyPr lIns="90000" rIns="90000" tIns="45000" bIns="45000" anchor="t">
            <a:noAutofit/>
          </a:bodyPr>
          <a:p>
            <a:pPr>
              <a:lnSpc>
                <a:spcPct val="100000"/>
              </a:lnSpc>
            </a:pPr>
            <a:fld id="{24D2652C-201C-47F4-B488-96643861BA05}" type="slidenum">
              <a:rPr b="0" lang="en-US" sz="3200" spc="-1" strike="noStrike">
                <a:solidFill>
                  <a:srgbClr val="000000"/>
                </a:solidFill>
                <a:latin typeface="Arial"/>
              </a:rPr>
              <a:t>&lt;number&gt;</a:t>
            </a:fld>
            <a:endParaRPr b="0" lang="en-US" sz="3200" spc="-1" strike="noStrike">
              <a:latin typeface="Times New Roman"/>
            </a:endParaRPr>
          </a:p>
        </p:txBody>
      </p:sp>
      <p:sp>
        <p:nvSpPr>
          <p:cNvPr id="222" name="PlaceHolder 4"/>
          <p:cNvSpPr>
            <a:spLocks noGrp="1"/>
          </p:cNvSpPr>
          <p:nvPr>
            <p:ph type="ftr"/>
          </p:nvPr>
        </p:nvSpPr>
        <p:spPr>
          <a:xfrm>
            <a:off x="0" y="0"/>
            <a:ext cx="0" cy="0"/>
          </a:xfrm>
          <a:prstGeom prst="rect">
            <a:avLst/>
          </a:prstGeom>
          <a:noFill/>
          <a:ln w="0">
            <a:noFill/>
          </a:ln>
        </p:spPr>
        <p:txBody>
          <a:bodyPr lIns="90000" rIns="90000" tIns="45000" bIns="45000" anchor="t">
            <a:noAutofit/>
          </a:bodyPr>
          <a:p>
            <a:pPr>
              <a:lnSpc>
                <a:spcPct val="100000"/>
              </a:lnSpc>
            </a:pPr>
            <a:r>
              <a:rPr b="0" lang="en-US" sz="3200" spc="-1" strike="noStrike">
                <a:solidFill>
                  <a:srgbClr val="000000"/>
                </a:solidFill>
                <a:latin typeface="Arial"/>
              </a:rPr>
              <a:t>iMod Group – Prof. Olivier Jolliet</a:t>
            </a:r>
            <a:endParaRPr b="0" lang="en-US" sz="3200" spc="-1" strike="noStrike">
              <a:latin typeface="Times New Roman"/>
            </a:endParaRPr>
          </a:p>
        </p:txBody>
      </p:sp>
    </p:spTree>
  </p:cSld>
  <p:clrMap bg1="lt1" bg2="lt2" tx1="dk1" tx2="dk2" accent1="accent1" accent2="accent2" accent3="accent3" accent4="accent4" accent5="accent5" accent6="accent6" hlink="hlink" folHlink="folHlink"/>
  <p:sldLayoutIdLst>
    <p:sldLayoutId id="2147483714" r:id="rId2"/>
    <p:sldLayoutId id="2147483715" r:id="rId3"/>
    <p:sldLayoutId id="2147483716" r:id="rId4"/>
    <p:sldLayoutId id="2147483717" r:id="rId5"/>
    <p:sldLayoutId id="2147483718" r:id="rId6"/>
    <p:sldLayoutId id="2147483719" r:id="rId7"/>
    <p:sldLayoutId id="2147483720" r:id="rId8"/>
    <p:sldLayoutId id="2147483721" r:id="rId9"/>
    <p:sldLayoutId id="2147483722" r:id="rId10"/>
    <p:sldLayoutId id="2147483723" r:id="rId11"/>
    <p:sldLayoutId id="2147483724" r:id="rId12"/>
    <p:sldLayoutId id="2147483725" r:id="rId13"/>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image" Target="../media/image2.jpeg"/><Relationship Id="rId2" Type="http://schemas.openxmlformats.org/officeDocument/2006/relationships/image" Target="../media/image3.jpeg"/><Relationship Id="rId3" Type="http://schemas.openxmlformats.org/officeDocument/2006/relationships/slideLayout" Target="../slideLayouts/slideLayout13.xml"/>
</Relationships>
</file>

<file path=ppt/slides/_rels/slide3.xml.rels><?xml version="1.0" encoding="UTF-8"?>
<Relationships xmlns="http://schemas.openxmlformats.org/package/2006/relationships"><Relationship Id="rId1" Type="http://schemas.openxmlformats.org/officeDocument/2006/relationships/image" Target="../media/image4.jpeg"/><Relationship Id="rId2" Type="http://schemas.openxmlformats.org/officeDocument/2006/relationships/image" Target="../media/image5.jpeg"/><Relationship Id="rId3" Type="http://schemas.openxmlformats.org/officeDocument/2006/relationships/slideLayout" Target="../slideLayouts/slideLayout25.xml"/><Relationship Id="rId4"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image" Target="../media/image6.png"/><Relationship Id="rId2" Type="http://schemas.openxmlformats.org/officeDocument/2006/relationships/image" Target="../media/image7.jpeg"/><Relationship Id="rId3" Type="http://schemas.openxmlformats.org/officeDocument/2006/relationships/image" Target="../media/image8.jpeg"/><Relationship Id="rId4" Type="http://schemas.openxmlformats.org/officeDocument/2006/relationships/slideLayout" Target="../slideLayouts/slideLayout25.xml"/><Relationship Id="rId5"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44.xml"/>
</Relationships>
</file>

<file path=ppt/slides/_rels/slide6.xml.rels><?xml version="1.0" encoding="UTF-8"?>
<Relationships xmlns="http://schemas.openxmlformats.org/package/2006/relationships"><Relationship Id="rId1" Type="http://schemas.openxmlformats.org/officeDocument/2006/relationships/image" Target="../media/image9.jpeg"/><Relationship Id="rId2" Type="http://schemas.openxmlformats.org/officeDocument/2006/relationships/slideLayout" Target="../slideLayouts/slideLayout25.xml"/><Relationship Id="rId3"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image" Target="../media/image10.jpeg"/><Relationship Id="rId2" Type="http://schemas.openxmlformats.org/officeDocument/2006/relationships/slideLayout" Target="../slideLayouts/slideLayout25.xml"/><Relationship Id="rId3"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image" Target="../media/image11.jpeg"/><Relationship Id="rId2" Type="http://schemas.openxmlformats.org/officeDocument/2006/relationships/image" Target="../media/image12.jpeg"/><Relationship Id="rId3" Type="http://schemas.openxmlformats.org/officeDocument/2006/relationships/slideLayout" Target="../slideLayouts/slideLayout49.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61.xml"/><Relationship Id="rId2" Type="http://schemas.openxmlformats.org/officeDocument/2006/relationships/notesSlide" Target="../notesSlides/notesSlide9.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5" name="Title 7"/>
          <p:cNvSpPr/>
          <p:nvPr/>
        </p:nvSpPr>
        <p:spPr>
          <a:xfrm>
            <a:off x="140760" y="4968000"/>
            <a:ext cx="15922440" cy="1582560"/>
          </a:xfrm>
          <a:prstGeom prst="rect">
            <a:avLst/>
          </a:prstGeom>
          <a:noFill/>
          <a:ln w="0">
            <a:noFill/>
          </a:ln>
        </p:spPr>
        <p:style>
          <a:lnRef idx="0"/>
          <a:fillRef idx="0"/>
          <a:effectRef idx="0"/>
          <a:fontRef idx="minor"/>
        </p:style>
        <p:txBody>
          <a:bodyPr lIns="90000" rIns="90000" tIns="45000" bIns="45000" anchor="t">
            <a:normAutofit fontScale="84000"/>
          </a:bodyPr>
          <a:p>
            <a:pPr>
              <a:lnSpc>
                <a:spcPct val="100000"/>
              </a:lnSpc>
            </a:pPr>
            <a:r>
              <a:rPr b="1" lang="en-US" sz="5400" spc="-1" strike="noStrike">
                <a:solidFill>
                  <a:srgbClr val="00274c"/>
                </a:solidFill>
                <a:latin typeface="Arial"/>
              </a:rPr>
              <a:t>Activity 15 – see indications slide 8</a:t>
            </a:r>
            <a:endParaRPr b="0" lang="en-US" sz="5400" spc="-1" strike="noStrike">
              <a:latin typeface="Arial"/>
            </a:endParaRPr>
          </a:p>
          <a:p>
            <a:pPr>
              <a:lnSpc>
                <a:spcPct val="100000"/>
              </a:lnSpc>
            </a:pPr>
            <a:r>
              <a:rPr b="1" lang="en-US" sz="5400" spc="-1" strike="noStrike">
                <a:solidFill>
                  <a:srgbClr val="d86018"/>
                </a:solidFill>
                <a:latin typeface="Arial"/>
              </a:rPr>
              <a:t>Hands drying: CO</a:t>
            </a:r>
            <a:r>
              <a:rPr b="1" lang="en-US" sz="5400" spc="-1" strike="noStrike" baseline="-25000">
                <a:solidFill>
                  <a:srgbClr val="d86018"/>
                </a:solidFill>
                <a:latin typeface="Arial"/>
              </a:rPr>
              <a:t>2</a:t>
            </a:r>
            <a:r>
              <a:rPr b="1" lang="en-US" sz="5400" spc="-1" strike="noStrike">
                <a:solidFill>
                  <a:srgbClr val="d86018"/>
                </a:solidFill>
                <a:latin typeface="Arial"/>
              </a:rPr>
              <a:t> and energy balance</a:t>
            </a:r>
            <a:endParaRPr b="0" lang="en-US" sz="5400" spc="-1" strike="noStrike">
              <a:latin typeface="Arial"/>
            </a:endParaRPr>
          </a:p>
        </p:txBody>
      </p:sp>
      <p:sp>
        <p:nvSpPr>
          <p:cNvPr id="266" name="TextBox 2"/>
          <p:cNvSpPr/>
          <p:nvPr/>
        </p:nvSpPr>
        <p:spPr>
          <a:xfrm>
            <a:off x="458280" y="6790680"/>
            <a:ext cx="2986920" cy="47124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tabLst>
                <a:tab algn="l" pos="0"/>
              </a:tabLst>
            </a:pPr>
            <a:r>
              <a:rPr b="1" lang="en-US" sz="2500" spc="-1" strike="noStrike">
                <a:solidFill>
                  <a:srgbClr val="00274c"/>
                </a:solidFill>
                <a:latin typeface="Arial"/>
              </a:rPr>
              <a:t>Olivier Jolliet, PhD</a:t>
            </a:r>
            <a:endParaRPr b="0" lang="en-US" sz="2500" spc="-1" strike="noStrike">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7" name="PlaceHolder 1"/>
          <p:cNvSpPr>
            <a:spLocks noGrp="1"/>
          </p:cNvSpPr>
          <p:nvPr>
            <p:ph type="title"/>
          </p:nvPr>
        </p:nvSpPr>
        <p:spPr>
          <a:xfrm>
            <a:off x="878760" y="272160"/>
            <a:ext cx="14631480" cy="870120"/>
          </a:xfrm>
          <a:prstGeom prst="rect">
            <a:avLst/>
          </a:prstGeom>
          <a:noFill/>
          <a:ln w="0">
            <a:noFill/>
          </a:ln>
        </p:spPr>
        <p:txBody>
          <a:bodyPr anchor="ctr">
            <a:noAutofit/>
          </a:bodyPr>
          <a:p>
            <a:pPr>
              <a:lnSpc>
                <a:spcPct val="100000"/>
              </a:lnSpc>
            </a:pPr>
            <a:r>
              <a:rPr b="0" lang="en-US" sz="4400" spc="-1" strike="noStrike">
                <a:solidFill>
                  <a:srgbClr val="00274c"/>
                </a:solidFill>
                <a:latin typeface="Arial"/>
              </a:rPr>
              <a:t>Hands dryer: Activity answer key</a:t>
            </a:r>
            <a:endParaRPr b="0" lang="en-US" sz="4400" spc="-1" strike="noStrike">
              <a:solidFill>
                <a:srgbClr val="000000"/>
              </a:solidFill>
              <a:latin typeface="Arial"/>
            </a:endParaRPr>
          </a:p>
        </p:txBody>
      </p:sp>
      <p:sp>
        <p:nvSpPr>
          <p:cNvPr id="268" name="PlaceHolder 2"/>
          <p:cNvSpPr>
            <a:spLocks noGrp="1"/>
          </p:cNvSpPr>
          <p:nvPr>
            <p:ph/>
          </p:nvPr>
        </p:nvSpPr>
        <p:spPr>
          <a:xfrm>
            <a:off x="878760" y="1257120"/>
            <a:ext cx="14863320" cy="2243520"/>
          </a:xfrm>
          <a:prstGeom prst="rect">
            <a:avLst/>
          </a:prstGeom>
          <a:noFill/>
          <a:ln w="0">
            <a:noFill/>
          </a:ln>
        </p:spPr>
        <p:txBody>
          <a:bodyPr anchor="t">
            <a:noAutofit/>
          </a:bodyPr>
          <a:p>
            <a:pPr>
              <a:lnSpc>
                <a:spcPct val="100000"/>
              </a:lnSpc>
              <a:spcAft>
                <a:spcPts val="2001"/>
              </a:spcAft>
              <a:tabLst>
                <a:tab algn="l" pos="0"/>
              </a:tabLst>
            </a:pPr>
            <a:r>
              <a:rPr b="0" lang="en-US" sz="2800" spc="-1" strike="noStrike">
                <a:solidFill>
                  <a:srgbClr val="00274c"/>
                </a:solidFill>
                <a:latin typeface="Arial"/>
              </a:rPr>
              <a:t>In public restrooms, different types of hand dryers exist.  What is the best type of hand dryer?  </a:t>
            </a:r>
            <a:endParaRPr b="0" lang="en-US" sz="2800" spc="-1" strike="noStrike">
              <a:solidFill>
                <a:srgbClr val="00274c"/>
              </a:solidFill>
              <a:latin typeface="Arial"/>
            </a:endParaRPr>
          </a:p>
          <a:p>
            <a:pPr>
              <a:lnSpc>
                <a:spcPct val="100000"/>
              </a:lnSpc>
              <a:spcAft>
                <a:spcPts val="2001"/>
              </a:spcAft>
              <a:tabLst>
                <a:tab algn="l" pos="0"/>
              </a:tabLst>
            </a:pPr>
            <a:r>
              <a:rPr b="0" lang="en-US" sz="2800" spc="-1" strike="noStrike">
                <a:solidFill>
                  <a:srgbClr val="00274c"/>
                </a:solidFill>
                <a:latin typeface="Arial"/>
              </a:rPr>
              <a:t>Objective: Compare two types of hand drying: </a:t>
            </a:r>
            <a:br/>
            <a:r>
              <a:rPr b="0" lang="en-US" sz="2800" spc="-1" strike="noStrike">
                <a:solidFill>
                  <a:srgbClr val="00274c"/>
                </a:solidFill>
                <a:latin typeface="Arial"/>
              </a:rPr>
              <a:t>A. The paper towel</a:t>
            </a:r>
            <a:br/>
            <a:r>
              <a:rPr b="0" lang="en-US" sz="2800" spc="-1" strike="noStrike">
                <a:solidFill>
                  <a:srgbClr val="00274c"/>
                </a:solidFill>
                <a:latin typeface="Arial"/>
              </a:rPr>
              <a:t>B. The air-dryer with hot air</a:t>
            </a:r>
            <a:endParaRPr b="0" lang="en-US" sz="2800" spc="-1" strike="noStrike">
              <a:solidFill>
                <a:srgbClr val="00274c"/>
              </a:solidFill>
              <a:latin typeface="Arial"/>
            </a:endParaRPr>
          </a:p>
        </p:txBody>
      </p:sp>
      <p:sp>
        <p:nvSpPr>
          <p:cNvPr id="269" name="Rectangle 3"/>
          <p:cNvSpPr/>
          <p:nvPr/>
        </p:nvSpPr>
        <p:spPr>
          <a:xfrm>
            <a:off x="878760" y="3711960"/>
            <a:ext cx="13534200" cy="3839040"/>
          </a:xfrm>
          <a:prstGeom prst="rect">
            <a:avLst/>
          </a:prstGeom>
          <a:noFill/>
          <a:ln w="0">
            <a:noFill/>
          </a:ln>
        </p:spPr>
        <p:style>
          <a:lnRef idx="0"/>
          <a:fillRef idx="0"/>
          <a:effectRef idx="0"/>
          <a:fontRef idx="minor"/>
        </p:style>
        <p:txBody>
          <a:bodyPr lIns="90000" rIns="90000" tIns="45000" bIns="45000" anchor="t">
            <a:spAutoFit/>
          </a:bodyPr>
          <a:p>
            <a:pPr>
              <a:lnSpc>
                <a:spcPct val="100000"/>
              </a:lnSpc>
              <a:spcAft>
                <a:spcPts val="2001"/>
              </a:spcAft>
            </a:pPr>
            <a:r>
              <a:rPr b="0" lang="en-US" sz="2800" spc="-1" strike="noStrike">
                <a:solidFill>
                  <a:srgbClr val="000000"/>
                </a:solidFill>
                <a:latin typeface="Arial"/>
              </a:rPr>
              <a:t>Method:</a:t>
            </a:r>
            <a:endParaRPr b="0" lang="en-US" sz="2800" spc="-1" strike="noStrike">
              <a:latin typeface="Arial"/>
            </a:endParaRPr>
          </a:p>
          <a:p>
            <a:pPr>
              <a:lnSpc>
                <a:spcPct val="100000"/>
              </a:lnSpc>
              <a:spcAft>
                <a:spcPts val="2001"/>
              </a:spcAft>
            </a:pPr>
            <a:r>
              <a:rPr b="0" lang="en-US" sz="2800" spc="-1" strike="noStrike">
                <a:solidFill>
                  <a:srgbClr val="000000"/>
                </a:solidFill>
                <a:latin typeface="Arial"/>
              </a:rPr>
              <a:t>1. describe the function of the system (slide 2); </a:t>
            </a:r>
            <a:endParaRPr b="0" lang="en-US" sz="2800" spc="-1" strike="noStrike">
              <a:latin typeface="Arial"/>
            </a:endParaRPr>
          </a:p>
          <a:p>
            <a:pPr>
              <a:lnSpc>
                <a:spcPct val="100000"/>
              </a:lnSpc>
              <a:spcAft>
                <a:spcPts val="2001"/>
              </a:spcAft>
            </a:pPr>
            <a:r>
              <a:rPr b="0" lang="en-US" sz="2800" spc="-1" strike="noStrike">
                <a:solidFill>
                  <a:srgbClr val="000000"/>
                </a:solidFill>
                <a:latin typeface="Arial"/>
              </a:rPr>
              <a:t>2. choose the functional unit that represents the function of the system </a:t>
            </a:r>
            <a:br/>
            <a:r>
              <a:rPr b="0" lang="en-US" sz="2800" spc="-1" strike="noStrike">
                <a:solidFill>
                  <a:srgbClr val="000000"/>
                </a:solidFill>
                <a:latin typeface="Arial"/>
              </a:rPr>
              <a:t>(including a number that qualify the FU) – slide 2; </a:t>
            </a:r>
            <a:endParaRPr b="0" lang="en-US" sz="2800" spc="-1" strike="noStrike">
              <a:latin typeface="Arial"/>
            </a:endParaRPr>
          </a:p>
          <a:p>
            <a:pPr>
              <a:lnSpc>
                <a:spcPct val="100000"/>
              </a:lnSpc>
              <a:spcAft>
                <a:spcPts val="2001"/>
              </a:spcAft>
            </a:pPr>
            <a:r>
              <a:rPr b="0" lang="en-US" sz="2800" spc="-1" strike="noStrike">
                <a:solidFill>
                  <a:srgbClr val="000000"/>
                </a:solidFill>
                <a:latin typeface="Arial"/>
              </a:rPr>
              <a:t>3. for each scenario, and using the data on slide 4, list the reference flows corresponding to the selected functional unit. Do provide for each reference flow the QUANTITY used per functional unit.</a:t>
            </a:r>
            <a:endParaRPr b="0" lang="en-US" sz="2800" spc="-1" strike="noStrike">
              <a:latin typeface="Arial"/>
            </a:endParaRPr>
          </a:p>
        </p:txBody>
      </p:sp>
      <p:sp>
        <p:nvSpPr>
          <p:cNvPr id="270" name="Rectangle 4"/>
          <p:cNvSpPr/>
          <p:nvPr/>
        </p:nvSpPr>
        <p:spPr>
          <a:xfrm>
            <a:off x="878760" y="3615480"/>
            <a:ext cx="14052600" cy="3974040"/>
          </a:xfrm>
          <a:prstGeom prst="rect">
            <a:avLst/>
          </a:prstGeom>
          <a:noFill/>
          <a:ln w="31750">
            <a:solidFill>
              <a:srgbClr val="ffcb05"/>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pic>
        <p:nvPicPr>
          <p:cNvPr id="271" name="Picture 4" descr="sèche-main"/>
          <p:cNvPicPr/>
          <p:nvPr/>
        </p:nvPicPr>
        <p:blipFill>
          <a:blip r:embed="rId1"/>
          <a:stretch/>
        </p:blipFill>
        <p:spPr>
          <a:xfrm>
            <a:off x="12092400" y="1919880"/>
            <a:ext cx="1777680" cy="1462320"/>
          </a:xfrm>
          <a:prstGeom prst="rect">
            <a:avLst/>
          </a:prstGeom>
          <a:ln w="0">
            <a:noFill/>
          </a:ln>
        </p:spPr>
      </p:pic>
      <p:pic>
        <p:nvPicPr>
          <p:cNvPr id="272" name="Picture 5" descr="seche-mainpapier"/>
          <p:cNvPicPr/>
          <p:nvPr/>
        </p:nvPicPr>
        <p:blipFill>
          <a:blip r:embed="rId2"/>
          <a:stretch/>
        </p:blipFill>
        <p:spPr>
          <a:xfrm>
            <a:off x="9867600" y="1919880"/>
            <a:ext cx="1563840" cy="1563840"/>
          </a:xfrm>
          <a:prstGeom prst="rect">
            <a:avLst/>
          </a:prstGeom>
          <a:ln w="0">
            <a:noFill/>
          </a:ln>
        </p:spPr>
      </p:pic>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3" name="TextBox 34"/>
          <p:cNvSpPr/>
          <p:nvPr/>
        </p:nvSpPr>
        <p:spPr>
          <a:xfrm>
            <a:off x="7966440" y="8264880"/>
            <a:ext cx="184320" cy="369000"/>
          </a:xfrm>
          <a:prstGeom prst="rect">
            <a:avLst/>
          </a:prstGeom>
          <a:noFill/>
          <a:ln w="0">
            <a:noFill/>
          </a:ln>
        </p:spPr>
        <p:style>
          <a:lnRef idx="0"/>
          <a:fillRef idx="0"/>
          <a:effectRef idx="0"/>
          <a:fontRef idx="minor"/>
        </p:style>
      </p:sp>
      <p:sp>
        <p:nvSpPr>
          <p:cNvPr id="274" name="Rectangle 43"/>
          <p:cNvSpPr/>
          <p:nvPr/>
        </p:nvSpPr>
        <p:spPr>
          <a:xfrm>
            <a:off x="2844360" y="3924360"/>
            <a:ext cx="1978200" cy="1477800"/>
          </a:xfrm>
          <a:prstGeom prst="rect">
            <a:avLst/>
          </a:prstGeom>
          <a:solidFill>
            <a:schemeClr val="accent6">
              <a:alpha val="29000"/>
            </a:schemeClr>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275" name="Rectangle 51"/>
          <p:cNvSpPr/>
          <p:nvPr/>
        </p:nvSpPr>
        <p:spPr>
          <a:xfrm>
            <a:off x="3042000" y="3309120"/>
            <a:ext cx="1671840" cy="337680"/>
          </a:xfrm>
          <a:prstGeom prst="rect">
            <a:avLst/>
          </a:prstGeom>
          <a:noFill/>
          <a:ln w="25400">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marL="45720">
              <a:lnSpc>
                <a:spcPct val="100000"/>
              </a:lnSpc>
            </a:pPr>
            <a:r>
              <a:rPr b="1" lang="en-US" sz="1600" spc="-1" strike="noStrike">
                <a:solidFill>
                  <a:srgbClr val="00274c"/>
                </a:solidFill>
                <a:latin typeface="Arial"/>
              </a:rPr>
              <a:t>PRODUCTS</a:t>
            </a:r>
            <a:endParaRPr b="0" lang="en-US" sz="1600" spc="-1" strike="noStrike">
              <a:latin typeface="Arial"/>
            </a:endParaRPr>
          </a:p>
        </p:txBody>
      </p:sp>
      <p:sp>
        <p:nvSpPr>
          <p:cNvPr id="276" name="Rectangle 52"/>
          <p:cNvSpPr/>
          <p:nvPr/>
        </p:nvSpPr>
        <p:spPr>
          <a:xfrm>
            <a:off x="5790240" y="3324600"/>
            <a:ext cx="2022480" cy="351000"/>
          </a:xfrm>
          <a:prstGeom prst="rect">
            <a:avLst/>
          </a:prstGeom>
          <a:noFill/>
          <a:ln w="25400">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marL="45720">
              <a:lnSpc>
                <a:spcPct val="100000"/>
              </a:lnSpc>
            </a:pPr>
            <a:r>
              <a:rPr b="1" lang="en-US" sz="1600" spc="-1" strike="noStrike">
                <a:solidFill>
                  <a:srgbClr val="00274c"/>
                </a:solidFill>
                <a:latin typeface="Arial"/>
              </a:rPr>
              <a:t>MAIN FUNCTION</a:t>
            </a:r>
            <a:endParaRPr b="0" lang="en-US" sz="1600" spc="-1" strike="noStrike">
              <a:latin typeface="Arial"/>
            </a:endParaRPr>
          </a:p>
        </p:txBody>
      </p:sp>
      <p:sp>
        <p:nvSpPr>
          <p:cNvPr id="277" name="Straight Connector 55"/>
          <p:cNvSpPr/>
          <p:nvPr/>
        </p:nvSpPr>
        <p:spPr>
          <a:xfrm>
            <a:off x="2844000" y="3911400"/>
            <a:ext cx="10412280" cy="360"/>
          </a:xfrm>
          <a:prstGeom prst="line">
            <a:avLst/>
          </a:prstGeom>
          <a:ln w="38100">
            <a:solidFill>
              <a:srgbClr val="e4e1df">
                <a:lumMod val="90000"/>
              </a:srgbClr>
            </a:solidFill>
            <a:round/>
          </a:ln>
        </p:spPr>
        <p:style>
          <a:lnRef idx="2">
            <a:schemeClr val="accent1"/>
          </a:lnRef>
          <a:fillRef idx="0">
            <a:schemeClr val="accent1"/>
          </a:fillRef>
          <a:effectRef idx="1">
            <a:schemeClr val="accent1"/>
          </a:effectRef>
          <a:fontRef idx="minor"/>
        </p:style>
      </p:sp>
      <p:sp>
        <p:nvSpPr>
          <p:cNvPr id="278" name="Rectangle 57"/>
          <p:cNvSpPr/>
          <p:nvPr/>
        </p:nvSpPr>
        <p:spPr>
          <a:xfrm>
            <a:off x="8821440" y="3207600"/>
            <a:ext cx="4419000" cy="664200"/>
          </a:xfrm>
          <a:prstGeom prst="rect">
            <a:avLst/>
          </a:prstGeom>
          <a:noFill/>
          <a:ln w="25400">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marL="45720" algn="ctr">
              <a:lnSpc>
                <a:spcPct val="100000"/>
              </a:lnSpc>
            </a:pPr>
            <a:r>
              <a:rPr b="1" lang="en-US" sz="1600" spc="-1" strike="noStrike">
                <a:solidFill>
                  <a:srgbClr val="00274c"/>
                </a:solidFill>
                <a:latin typeface="Arial"/>
              </a:rPr>
              <a:t>SECONDARY FUNCTION &amp; </a:t>
            </a:r>
            <a:br/>
            <a:r>
              <a:rPr b="1" lang="en-US" sz="1600" spc="-1" strike="noStrike">
                <a:solidFill>
                  <a:srgbClr val="00274c"/>
                </a:solidFill>
                <a:latin typeface="Arial"/>
              </a:rPr>
              <a:t>OTHER PERFORMANCES</a:t>
            </a:r>
            <a:endParaRPr b="0" lang="en-US" sz="1600" spc="-1" strike="noStrike">
              <a:latin typeface="Arial"/>
            </a:endParaRPr>
          </a:p>
        </p:txBody>
      </p:sp>
      <p:sp>
        <p:nvSpPr>
          <p:cNvPr id="279" name="Rectangle 59"/>
          <p:cNvSpPr/>
          <p:nvPr/>
        </p:nvSpPr>
        <p:spPr>
          <a:xfrm>
            <a:off x="3008160" y="3955680"/>
            <a:ext cx="1659600" cy="664200"/>
          </a:xfrm>
          <a:prstGeom prst="rect">
            <a:avLst/>
          </a:prstGeom>
          <a:noFill/>
          <a:ln w="25400">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marL="45720">
              <a:lnSpc>
                <a:spcPct val="100000"/>
              </a:lnSpc>
            </a:pPr>
            <a:r>
              <a:rPr b="1" lang="en-US" sz="1600" spc="-1" strike="noStrike">
                <a:solidFill>
                  <a:srgbClr val="00274c"/>
                </a:solidFill>
                <a:latin typeface="Arial"/>
              </a:rPr>
              <a:t>Paper towel</a:t>
            </a:r>
            <a:endParaRPr b="0" lang="en-US" sz="1600" spc="-1" strike="noStrike">
              <a:latin typeface="Arial"/>
            </a:endParaRPr>
          </a:p>
        </p:txBody>
      </p:sp>
      <p:sp>
        <p:nvSpPr>
          <p:cNvPr id="280" name="Rectangle 60"/>
          <p:cNvSpPr/>
          <p:nvPr/>
        </p:nvSpPr>
        <p:spPr>
          <a:xfrm>
            <a:off x="3008160" y="4690440"/>
            <a:ext cx="1659600" cy="664200"/>
          </a:xfrm>
          <a:prstGeom prst="rect">
            <a:avLst/>
          </a:prstGeom>
          <a:noFill/>
          <a:ln w="25400">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marL="45720">
              <a:lnSpc>
                <a:spcPct val="100000"/>
              </a:lnSpc>
            </a:pPr>
            <a:r>
              <a:rPr b="1" lang="en-US" sz="1600" spc="-1" strike="noStrike">
                <a:solidFill>
                  <a:srgbClr val="00274c"/>
                </a:solidFill>
                <a:latin typeface="Arial"/>
              </a:rPr>
              <a:t>Air dryer</a:t>
            </a:r>
            <a:endParaRPr b="0" lang="en-US" sz="1600" spc="-1" strike="noStrike">
              <a:latin typeface="Arial"/>
            </a:endParaRPr>
          </a:p>
        </p:txBody>
      </p:sp>
      <p:sp>
        <p:nvSpPr>
          <p:cNvPr id="281" name="Straight Connector 62"/>
          <p:cNvSpPr/>
          <p:nvPr/>
        </p:nvSpPr>
        <p:spPr>
          <a:xfrm>
            <a:off x="4822920" y="3153960"/>
            <a:ext cx="360" cy="2260800"/>
          </a:xfrm>
          <a:prstGeom prst="line">
            <a:avLst/>
          </a:prstGeom>
          <a:ln>
            <a:solidFill>
              <a:srgbClr val="e4e1df">
                <a:lumMod val="90000"/>
              </a:srgbClr>
            </a:solidFill>
            <a:round/>
          </a:ln>
        </p:spPr>
        <p:style>
          <a:lnRef idx="2">
            <a:schemeClr val="accent1"/>
          </a:lnRef>
          <a:fillRef idx="0">
            <a:schemeClr val="accent1"/>
          </a:fillRef>
          <a:effectRef idx="1">
            <a:schemeClr val="accent1"/>
          </a:effectRef>
          <a:fontRef idx="minor"/>
        </p:style>
      </p:sp>
      <p:sp>
        <p:nvSpPr>
          <p:cNvPr id="282" name="Straight Connector 63"/>
          <p:cNvSpPr/>
          <p:nvPr/>
        </p:nvSpPr>
        <p:spPr>
          <a:xfrm>
            <a:off x="8836920" y="3153960"/>
            <a:ext cx="360" cy="2260800"/>
          </a:xfrm>
          <a:prstGeom prst="line">
            <a:avLst/>
          </a:prstGeom>
          <a:ln>
            <a:solidFill>
              <a:srgbClr val="e4e1df">
                <a:lumMod val="90000"/>
              </a:srgbClr>
            </a:solidFill>
            <a:round/>
          </a:ln>
        </p:spPr>
        <p:style>
          <a:lnRef idx="2">
            <a:schemeClr val="accent1"/>
          </a:lnRef>
          <a:fillRef idx="0">
            <a:schemeClr val="accent1"/>
          </a:fillRef>
          <a:effectRef idx="1">
            <a:schemeClr val="accent1"/>
          </a:effectRef>
          <a:fontRef idx="minor"/>
        </p:style>
      </p:sp>
      <p:sp>
        <p:nvSpPr>
          <p:cNvPr id="283" name="Rectangle 64"/>
          <p:cNvSpPr/>
          <p:nvPr/>
        </p:nvSpPr>
        <p:spPr>
          <a:xfrm>
            <a:off x="2844360" y="3153960"/>
            <a:ext cx="10411560" cy="2248200"/>
          </a:xfrm>
          <a:prstGeom prst="rect">
            <a:avLst/>
          </a:prstGeom>
          <a:noFill/>
          <a:ln w="25400">
            <a:solidFill>
              <a:srgbClr val="e4e1df">
                <a:lumMod val="90000"/>
              </a:srgbClr>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284" name="Title 1"/>
          <p:cNvSpPr/>
          <p:nvPr/>
        </p:nvSpPr>
        <p:spPr>
          <a:xfrm>
            <a:off x="1041480" y="288720"/>
            <a:ext cx="14631480" cy="870120"/>
          </a:xfrm>
          <a:prstGeom prst="rect">
            <a:avLst/>
          </a:prstGeom>
          <a:noFill/>
          <a:ln w="0">
            <a:noFill/>
          </a:ln>
        </p:spPr>
        <p:style>
          <a:lnRef idx="0"/>
          <a:fillRef idx="0"/>
          <a:effectRef idx="0"/>
          <a:fontRef idx="minor"/>
        </p:style>
        <p:txBody>
          <a:bodyPr anchor="ctr">
            <a:noAutofit/>
          </a:bodyPr>
          <a:p>
            <a:pPr>
              <a:lnSpc>
                <a:spcPct val="100000"/>
              </a:lnSpc>
            </a:pPr>
            <a:r>
              <a:rPr b="0" lang="en-US" sz="4400" spc="-1" strike="noStrike">
                <a:solidFill>
                  <a:srgbClr val="00274c"/>
                </a:solidFill>
                <a:latin typeface="Arial"/>
              </a:rPr>
              <a:t>Function and functional unit</a:t>
            </a:r>
            <a:endParaRPr b="0" lang="en-US" sz="4400" spc="-1" strike="noStrike">
              <a:latin typeface="Arial"/>
            </a:endParaRPr>
          </a:p>
        </p:txBody>
      </p:sp>
      <p:pic>
        <p:nvPicPr>
          <p:cNvPr id="285" name="Picture 4" descr="sèche-main"/>
          <p:cNvPicPr/>
          <p:nvPr/>
        </p:nvPicPr>
        <p:blipFill>
          <a:blip r:embed="rId1"/>
          <a:stretch/>
        </p:blipFill>
        <p:spPr>
          <a:xfrm>
            <a:off x="1311840" y="4709160"/>
            <a:ext cx="1125360" cy="925560"/>
          </a:xfrm>
          <a:prstGeom prst="rect">
            <a:avLst/>
          </a:prstGeom>
          <a:ln w="0">
            <a:noFill/>
          </a:ln>
        </p:spPr>
      </p:pic>
      <p:pic>
        <p:nvPicPr>
          <p:cNvPr id="286" name="Picture 5" descr="seche-mainpapier"/>
          <p:cNvPicPr/>
          <p:nvPr/>
        </p:nvPicPr>
        <p:blipFill>
          <a:blip r:embed="rId2"/>
          <a:stretch/>
        </p:blipFill>
        <p:spPr>
          <a:xfrm>
            <a:off x="1441800" y="3750120"/>
            <a:ext cx="870120" cy="870120"/>
          </a:xfrm>
          <a:prstGeom prst="rect">
            <a:avLst/>
          </a:prstGeom>
          <a:ln w="0">
            <a:noFill/>
          </a:ln>
        </p:spPr>
      </p:pic>
      <p:sp>
        <p:nvSpPr>
          <p:cNvPr id="287" name="Rectangle 29"/>
          <p:cNvSpPr/>
          <p:nvPr/>
        </p:nvSpPr>
        <p:spPr>
          <a:xfrm>
            <a:off x="5074560" y="4269600"/>
            <a:ext cx="3674160" cy="664200"/>
          </a:xfrm>
          <a:prstGeom prst="rect">
            <a:avLst/>
          </a:prstGeom>
          <a:noFill/>
          <a:ln w="25400">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marL="331560" indent="-285840">
              <a:lnSpc>
                <a:spcPct val="100000"/>
              </a:lnSpc>
              <a:buClr>
                <a:srgbClr val="ff0000"/>
              </a:buClr>
              <a:buFont typeface="Arial"/>
              <a:buChar char="•"/>
            </a:pPr>
            <a:r>
              <a:rPr b="1" lang="en-US" sz="1600" spc="-1" strike="noStrike">
                <a:solidFill>
                  <a:srgbClr val="ff0000"/>
                </a:solidFill>
                <a:latin typeface="Arial"/>
              </a:rPr>
              <a:t>Dry hands after washing</a:t>
            </a:r>
            <a:endParaRPr b="0" lang="en-US" sz="1600" spc="-1" strike="noStrike">
              <a:latin typeface="Arial"/>
            </a:endParaRPr>
          </a:p>
        </p:txBody>
      </p:sp>
      <p:sp>
        <p:nvSpPr>
          <p:cNvPr id="288" name="Rectangle 30"/>
          <p:cNvSpPr/>
          <p:nvPr/>
        </p:nvSpPr>
        <p:spPr>
          <a:xfrm>
            <a:off x="9155880" y="4310640"/>
            <a:ext cx="3307320" cy="664200"/>
          </a:xfrm>
          <a:prstGeom prst="rect">
            <a:avLst/>
          </a:prstGeom>
          <a:noFill/>
          <a:ln w="25400">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marL="331560" indent="-285840">
              <a:lnSpc>
                <a:spcPct val="100000"/>
              </a:lnSpc>
              <a:buClr>
                <a:srgbClr val="ff0000"/>
              </a:buClr>
              <a:buFont typeface="Arial"/>
              <a:buChar char="•"/>
            </a:pPr>
            <a:r>
              <a:rPr b="1" lang="en-US" sz="1600" spc="-1" strike="noStrike">
                <a:solidFill>
                  <a:srgbClr val="ff0000"/>
                </a:solidFill>
                <a:latin typeface="Arial"/>
              </a:rPr>
              <a:t>Clean up a spill</a:t>
            </a:r>
            <a:endParaRPr b="0" lang="en-US" sz="1600" spc="-1" strike="noStrike">
              <a:latin typeface="Arial"/>
            </a:endParaRPr>
          </a:p>
          <a:p>
            <a:pPr marL="331560" indent="-285840">
              <a:lnSpc>
                <a:spcPct val="100000"/>
              </a:lnSpc>
              <a:buClr>
                <a:srgbClr val="ff0000"/>
              </a:buClr>
              <a:buFont typeface="Arial"/>
              <a:buChar char="•"/>
            </a:pPr>
            <a:r>
              <a:rPr b="1" lang="en-US" sz="1600" spc="-1" strike="noStrike">
                <a:solidFill>
                  <a:srgbClr val="ff0000"/>
                </a:solidFill>
                <a:latin typeface="Arial"/>
              </a:rPr>
              <a:t>Blow nose</a:t>
            </a:r>
            <a:endParaRPr b="0" lang="en-US" sz="1600" spc="-1" strike="noStrike">
              <a:latin typeface="Arial"/>
            </a:endParaRPr>
          </a:p>
          <a:p>
            <a:pPr marL="331560" indent="-285840">
              <a:lnSpc>
                <a:spcPct val="100000"/>
              </a:lnSpc>
              <a:buClr>
                <a:srgbClr val="ff0000"/>
              </a:buClr>
              <a:buFont typeface="Arial"/>
              <a:buChar char="•"/>
            </a:pPr>
            <a:r>
              <a:rPr b="1" lang="en-US" sz="1600" spc="-1" strike="noStrike">
                <a:solidFill>
                  <a:srgbClr val="ff0000"/>
                </a:solidFill>
                <a:latin typeface="Arial"/>
              </a:rPr>
              <a:t>Take to eat food in car</a:t>
            </a:r>
            <a:endParaRPr b="0" lang="en-US" sz="1600" spc="-1" strike="noStrike">
              <a:latin typeface="Arial"/>
            </a:endParaRPr>
          </a:p>
          <a:p>
            <a:pPr marL="331560" indent="-285840">
              <a:lnSpc>
                <a:spcPct val="100000"/>
              </a:lnSpc>
              <a:buClr>
                <a:srgbClr val="ff0000"/>
              </a:buClr>
              <a:buFont typeface="Arial"/>
              <a:buChar char="•"/>
            </a:pPr>
            <a:r>
              <a:rPr b="1" lang="en-US" sz="1600" spc="-1" strike="noStrike">
                <a:solidFill>
                  <a:srgbClr val="ff0000"/>
                </a:solidFill>
                <a:latin typeface="Arial"/>
              </a:rPr>
              <a:t>Noise level</a:t>
            </a:r>
            <a:endParaRPr b="0" lang="en-US" sz="1600" spc="-1" strike="noStrike">
              <a:latin typeface="Arial"/>
            </a:endParaRPr>
          </a:p>
          <a:p>
            <a:pPr marL="331560" indent="-285840">
              <a:lnSpc>
                <a:spcPct val="100000"/>
              </a:lnSpc>
              <a:buClr>
                <a:srgbClr val="ff0000"/>
              </a:buClr>
              <a:buFont typeface="Arial"/>
              <a:buChar char="•"/>
            </a:pPr>
            <a:r>
              <a:rPr b="1" lang="en-US" sz="1600" spc="-1" strike="noStrike">
                <a:solidFill>
                  <a:srgbClr val="ff0000"/>
                </a:solidFill>
                <a:latin typeface="Arial"/>
              </a:rPr>
              <a:t>Dry wet hair or clothes</a:t>
            </a:r>
            <a:endParaRPr b="0" lang="en-US" sz="1600" spc="-1" strike="noStrike">
              <a:latin typeface="Arial"/>
            </a:endParaRPr>
          </a:p>
          <a:p>
            <a:pPr marL="331560" indent="-285840">
              <a:lnSpc>
                <a:spcPct val="100000"/>
              </a:lnSpc>
              <a:buClr>
                <a:srgbClr val="ff0000"/>
              </a:buClr>
              <a:buFont typeface="Arial"/>
              <a:buChar char="•"/>
            </a:pPr>
            <a:r>
              <a:rPr b="1" lang="en-US" sz="1600" spc="-1" strike="noStrike">
                <a:solidFill>
                  <a:srgbClr val="ff0000"/>
                </a:solidFill>
                <a:latin typeface="Arial"/>
              </a:rPr>
              <a:t>Heat the building in Winter</a:t>
            </a:r>
            <a:endParaRPr b="0" lang="en-US" sz="1600" spc="-1" strike="noStrike">
              <a:latin typeface="Arial"/>
            </a:endParaRPr>
          </a:p>
        </p:txBody>
      </p:sp>
      <p:sp>
        <p:nvSpPr>
          <p:cNvPr id="289" name="Rectangle 1"/>
          <p:cNvSpPr/>
          <p:nvPr/>
        </p:nvSpPr>
        <p:spPr>
          <a:xfrm>
            <a:off x="1092960" y="5635080"/>
            <a:ext cx="11353680" cy="179676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b="0" lang="en-US" sz="2800" spc="-1" strike="noStrike">
                <a:solidFill>
                  <a:srgbClr val="000000"/>
                </a:solidFill>
                <a:latin typeface="Arial"/>
              </a:rPr>
              <a:t>2. choose the functional unit that represents the function of the system </a:t>
            </a:r>
            <a:endParaRPr b="0" lang="en-US" sz="2800" spc="-1" strike="noStrike">
              <a:latin typeface="Arial"/>
            </a:endParaRPr>
          </a:p>
          <a:p>
            <a:pPr>
              <a:lnSpc>
                <a:spcPct val="100000"/>
              </a:lnSpc>
            </a:pPr>
            <a:r>
              <a:rPr b="0" lang="en-US" sz="2800" spc="-1" strike="noStrike">
                <a:solidFill>
                  <a:srgbClr val="000000"/>
                </a:solidFill>
                <a:latin typeface="Arial"/>
              </a:rPr>
              <a:t>(including a number that qualify the FU) </a:t>
            </a:r>
            <a:endParaRPr b="0" lang="en-US" sz="2800" spc="-1" strike="noStrike">
              <a:latin typeface="Arial"/>
            </a:endParaRPr>
          </a:p>
          <a:p>
            <a:pPr>
              <a:lnSpc>
                <a:spcPct val="100000"/>
              </a:lnSpc>
            </a:pPr>
            <a:endParaRPr b="0" lang="en-US" sz="2800" spc="-1" strike="noStrike">
              <a:latin typeface="Arial"/>
            </a:endParaRPr>
          </a:p>
          <a:p>
            <a:pPr>
              <a:lnSpc>
                <a:spcPct val="100000"/>
              </a:lnSpc>
            </a:pPr>
            <a:r>
              <a:rPr b="0" lang="en-US" sz="2800" spc="-1" strike="noStrike">
                <a:solidFill>
                  <a:srgbClr val="000000"/>
                </a:solidFill>
                <a:latin typeface="Arial"/>
              </a:rPr>
              <a:t>Selected functional unit : </a:t>
            </a:r>
            <a:r>
              <a:rPr b="0" lang="en-US" sz="2800" spc="-1" strike="noStrike">
                <a:solidFill>
                  <a:srgbClr val="ff0000"/>
                </a:solidFill>
                <a:latin typeface="Arial"/>
              </a:rPr>
              <a:t>1 pair of dried hands</a:t>
            </a:r>
            <a:endParaRPr b="0" lang="en-US" sz="2800" spc="-1" strike="noStrike">
              <a:latin typeface="Arial"/>
            </a:endParaRPr>
          </a:p>
        </p:txBody>
      </p:sp>
      <p:sp>
        <p:nvSpPr>
          <p:cNvPr id="290" name="Rectangle 2"/>
          <p:cNvSpPr/>
          <p:nvPr/>
        </p:nvSpPr>
        <p:spPr>
          <a:xfrm>
            <a:off x="1049760" y="1371600"/>
            <a:ext cx="11114280" cy="185760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b="0" lang="en-US" sz="2800" spc="-1" strike="noStrike">
                <a:solidFill>
                  <a:srgbClr val="000000"/>
                </a:solidFill>
                <a:latin typeface="Arial"/>
              </a:rPr>
              <a:t>1. describe the function of the system by filling the table below </a:t>
            </a:r>
            <a:br/>
            <a:r>
              <a:rPr b="0" lang="en-US" sz="2800" spc="-1" strike="noStrike">
                <a:solidFill>
                  <a:srgbClr val="000000"/>
                </a:solidFill>
                <a:latin typeface="Arial"/>
              </a:rPr>
              <a:t>(For each scenario, find a secondary function that might save energy </a:t>
            </a:r>
            <a:br/>
            <a:r>
              <a:rPr b="0" lang="en-US" sz="2800" spc="-1" strike="noStrike">
                <a:solidFill>
                  <a:srgbClr val="000000"/>
                </a:solidFill>
                <a:latin typeface="Arial"/>
              </a:rPr>
              <a:t>beyond the main hand drying function)</a:t>
            </a:r>
            <a:endParaRPr b="0" lang="en-US" sz="2800" spc="-1" strike="noStrike">
              <a:latin typeface="Arial"/>
            </a:endParaRPr>
          </a:p>
          <a:p>
            <a:pPr>
              <a:lnSpc>
                <a:spcPct val="100000"/>
              </a:lnSpc>
            </a:pPr>
            <a:endParaRPr b="0" lang="en-US" sz="2800" spc="-1" strike="noStrike">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291" name="Picture 2" descr=""/>
          <p:cNvPicPr/>
          <p:nvPr/>
        </p:nvPicPr>
        <p:blipFill>
          <a:blip r:embed="rId1"/>
          <a:stretch/>
        </p:blipFill>
        <p:spPr>
          <a:xfrm>
            <a:off x="1216800" y="2432160"/>
            <a:ext cx="13868640" cy="5056920"/>
          </a:xfrm>
          <a:prstGeom prst="rect">
            <a:avLst/>
          </a:prstGeom>
          <a:ln w="0">
            <a:noFill/>
          </a:ln>
        </p:spPr>
      </p:pic>
      <p:sp>
        <p:nvSpPr>
          <p:cNvPr id="292" name="TextBox 34"/>
          <p:cNvSpPr/>
          <p:nvPr/>
        </p:nvSpPr>
        <p:spPr>
          <a:xfrm>
            <a:off x="7966440" y="8264880"/>
            <a:ext cx="184320" cy="369000"/>
          </a:xfrm>
          <a:prstGeom prst="rect">
            <a:avLst/>
          </a:prstGeom>
          <a:noFill/>
          <a:ln w="0">
            <a:noFill/>
          </a:ln>
        </p:spPr>
        <p:style>
          <a:lnRef idx="0"/>
          <a:fillRef idx="0"/>
          <a:effectRef idx="0"/>
          <a:fontRef idx="minor"/>
        </p:style>
      </p:sp>
      <p:sp>
        <p:nvSpPr>
          <p:cNvPr id="293" name="Rectangle 76"/>
          <p:cNvSpPr/>
          <p:nvPr/>
        </p:nvSpPr>
        <p:spPr>
          <a:xfrm>
            <a:off x="1302480" y="3676680"/>
            <a:ext cx="1659600" cy="333360"/>
          </a:xfrm>
          <a:prstGeom prst="rect">
            <a:avLst/>
          </a:prstGeom>
          <a:noFill/>
          <a:ln w="25400">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marL="45720">
              <a:lnSpc>
                <a:spcPct val="100000"/>
              </a:lnSpc>
            </a:pPr>
            <a:r>
              <a:rPr b="1" lang="en-US" sz="1600" spc="-1" strike="noStrike">
                <a:solidFill>
                  <a:srgbClr val="00274c"/>
                </a:solidFill>
                <a:latin typeface="Arial"/>
              </a:rPr>
              <a:t>Paper towel</a:t>
            </a:r>
            <a:endParaRPr b="0" lang="en-US" sz="1600" spc="-1" strike="noStrike">
              <a:latin typeface="Arial"/>
            </a:endParaRPr>
          </a:p>
        </p:txBody>
      </p:sp>
      <p:sp>
        <p:nvSpPr>
          <p:cNvPr id="294" name="Rectangle 77"/>
          <p:cNvSpPr/>
          <p:nvPr/>
        </p:nvSpPr>
        <p:spPr>
          <a:xfrm>
            <a:off x="1302480" y="5598720"/>
            <a:ext cx="1659600" cy="327960"/>
          </a:xfrm>
          <a:prstGeom prst="rect">
            <a:avLst/>
          </a:prstGeom>
          <a:noFill/>
          <a:ln w="25400">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marL="45720">
              <a:lnSpc>
                <a:spcPct val="100000"/>
              </a:lnSpc>
            </a:pPr>
            <a:r>
              <a:rPr b="1" lang="en-US" sz="1600" spc="-1" strike="noStrike">
                <a:solidFill>
                  <a:srgbClr val="00274c"/>
                </a:solidFill>
                <a:latin typeface="Arial"/>
              </a:rPr>
              <a:t>Air dryer</a:t>
            </a:r>
            <a:endParaRPr b="0" lang="en-US" sz="1600" spc="-1" strike="noStrike">
              <a:latin typeface="Arial"/>
            </a:endParaRPr>
          </a:p>
        </p:txBody>
      </p:sp>
      <p:sp>
        <p:nvSpPr>
          <p:cNvPr id="295" name="Title 1"/>
          <p:cNvSpPr/>
          <p:nvPr/>
        </p:nvSpPr>
        <p:spPr>
          <a:xfrm>
            <a:off x="1041480" y="288720"/>
            <a:ext cx="14631480" cy="870120"/>
          </a:xfrm>
          <a:prstGeom prst="rect">
            <a:avLst/>
          </a:prstGeom>
          <a:noFill/>
          <a:ln w="0">
            <a:noFill/>
          </a:ln>
        </p:spPr>
        <p:style>
          <a:lnRef idx="0"/>
          <a:fillRef idx="0"/>
          <a:effectRef idx="0"/>
          <a:fontRef idx="minor"/>
        </p:style>
        <p:txBody>
          <a:bodyPr anchor="ctr">
            <a:noAutofit/>
          </a:bodyPr>
          <a:p>
            <a:pPr>
              <a:lnSpc>
                <a:spcPct val="100000"/>
              </a:lnSpc>
            </a:pPr>
            <a:r>
              <a:rPr b="0" lang="en-US" sz="4400" spc="-1" strike="noStrike">
                <a:solidFill>
                  <a:srgbClr val="00274c"/>
                </a:solidFill>
                <a:latin typeface="Arial"/>
              </a:rPr>
              <a:t>Reference flows and key environmental parameters</a:t>
            </a:r>
            <a:endParaRPr b="0" lang="en-US" sz="4400" spc="-1" strike="noStrike">
              <a:latin typeface="Arial"/>
            </a:endParaRPr>
          </a:p>
        </p:txBody>
      </p:sp>
      <p:sp>
        <p:nvSpPr>
          <p:cNvPr id="296" name="Rectangle 29"/>
          <p:cNvSpPr/>
          <p:nvPr/>
        </p:nvSpPr>
        <p:spPr>
          <a:xfrm>
            <a:off x="887040" y="1323720"/>
            <a:ext cx="14575320" cy="137016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0" lang="en-US" sz="2800" spc="-1" strike="noStrike">
                <a:solidFill>
                  <a:srgbClr val="000000"/>
                </a:solidFill>
                <a:latin typeface="Arial"/>
              </a:rPr>
              <a:t>To make your life easier to compare with the answer keys, I have now selected a functional unit of 1 pair of dried hands:  </a:t>
            </a:r>
            <a:r>
              <a:rPr b="0" lang="en-US" sz="2800" spc="-1" strike="noStrike">
                <a:solidFill>
                  <a:srgbClr val="ff0000"/>
                </a:solidFill>
                <a:latin typeface="Arial"/>
              </a:rPr>
              <a:t>keep your reference flows simple, only what you directly buy!</a:t>
            </a:r>
            <a:endParaRPr b="0" lang="en-US" sz="2800" spc="-1" strike="noStrike">
              <a:latin typeface="Arial"/>
            </a:endParaRPr>
          </a:p>
          <a:p>
            <a:pPr>
              <a:lnSpc>
                <a:spcPct val="100000"/>
              </a:lnSpc>
            </a:pPr>
            <a:endParaRPr b="0" lang="en-US" sz="2800" spc="-1" strike="noStrike">
              <a:latin typeface="Arial"/>
            </a:endParaRPr>
          </a:p>
        </p:txBody>
      </p:sp>
      <p:sp>
        <p:nvSpPr>
          <p:cNvPr id="297" name="Rectangle 30"/>
          <p:cNvSpPr/>
          <p:nvPr/>
        </p:nvSpPr>
        <p:spPr>
          <a:xfrm>
            <a:off x="4047480" y="4987080"/>
            <a:ext cx="1659600" cy="333360"/>
          </a:xfrm>
          <a:prstGeom prst="rect">
            <a:avLst/>
          </a:prstGeom>
          <a:noFill/>
          <a:ln w="25400">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marL="45720">
              <a:lnSpc>
                <a:spcPct val="100000"/>
              </a:lnSpc>
            </a:pPr>
            <a:r>
              <a:rPr b="1" lang="en-US" sz="1600" spc="-1" strike="noStrike">
                <a:solidFill>
                  <a:srgbClr val="00274c"/>
                </a:solidFill>
                <a:latin typeface="Arial"/>
              </a:rPr>
              <a:t>1 pair of dried hands</a:t>
            </a:r>
            <a:endParaRPr b="0" lang="en-US" sz="1600" spc="-1" strike="noStrike">
              <a:latin typeface="Arial"/>
            </a:endParaRPr>
          </a:p>
        </p:txBody>
      </p:sp>
      <p:sp>
        <p:nvSpPr>
          <p:cNvPr id="298" name="Rectangle 22"/>
          <p:cNvSpPr/>
          <p:nvPr/>
        </p:nvSpPr>
        <p:spPr>
          <a:xfrm>
            <a:off x="6209640" y="3702960"/>
            <a:ext cx="3585960" cy="1384200"/>
          </a:xfrm>
          <a:prstGeom prst="rect">
            <a:avLst/>
          </a:prstGeom>
          <a:noFill/>
          <a:ln w="25400">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marL="45720">
              <a:lnSpc>
                <a:spcPct val="100000"/>
              </a:lnSpc>
            </a:pPr>
            <a:r>
              <a:rPr b="1" lang="en-US" sz="1600" spc="-1" strike="noStrike">
                <a:solidFill>
                  <a:srgbClr val="ff0000"/>
                </a:solidFill>
                <a:latin typeface="Arial"/>
              </a:rPr>
              <a:t>1.5 towels /FU</a:t>
            </a:r>
            <a:endParaRPr b="0" lang="en-US" sz="1600" spc="-1" strike="noStrike">
              <a:latin typeface="Arial"/>
            </a:endParaRPr>
          </a:p>
          <a:p>
            <a:pPr marL="45720">
              <a:lnSpc>
                <a:spcPct val="100000"/>
              </a:lnSpc>
            </a:pPr>
            <a:endParaRPr b="0" lang="en-US" sz="1600" spc="-1" strike="noStrike">
              <a:latin typeface="Arial"/>
            </a:endParaRPr>
          </a:p>
          <a:p>
            <a:pPr marL="45720">
              <a:lnSpc>
                <a:spcPct val="100000"/>
              </a:lnSpc>
            </a:pPr>
            <a:r>
              <a:rPr b="0" lang="en-US" sz="1600" spc="-1" strike="noStrike">
                <a:solidFill>
                  <a:srgbClr val="ff0000"/>
                </a:solidFill>
                <a:latin typeface="Arial"/>
              </a:rPr>
              <a:t>1/(365*10*50)/FU = </a:t>
            </a:r>
            <a:endParaRPr b="0" lang="en-US" sz="1600" spc="-1" strike="noStrike">
              <a:latin typeface="Arial"/>
            </a:endParaRPr>
          </a:p>
          <a:p>
            <a:pPr marL="45720">
              <a:lnSpc>
                <a:spcPct val="100000"/>
              </a:lnSpc>
            </a:pPr>
            <a:r>
              <a:rPr b="1" lang="en-US" sz="1600" spc="-1" strike="noStrike">
                <a:solidFill>
                  <a:srgbClr val="ff0000"/>
                </a:solidFill>
                <a:latin typeface="Arial"/>
              </a:rPr>
              <a:t>(1/182500) plastic distributor/FU</a:t>
            </a:r>
            <a:endParaRPr b="0" lang="en-US" sz="1600" spc="-1" strike="noStrike">
              <a:latin typeface="Arial"/>
            </a:endParaRPr>
          </a:p>
        </p:txBody>
      </p:sp>
      <p:sp>
        <p:nvSpPr>
          <p:cNvPr id="299" name="Rectangle 23"/>
          <p:cNvSpPr/>
          <p:nvPr/>
        </p:nvSpPr>
        <p:spPr>
          <a:xfrm>
            <a:off x="6029280" y="5565240"/>
            <a:ext cx="3766320" cy="1384200"/>
          </a:xfrm>
          <a:prstGeom prst="rect">
            <a:avLst/>
          </a:prstGeom>
          <a:noFill/>
          <a:ln w="25400">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marL="45720">
              <a:lnSpc>
                <a:spcPct val="100000"/>
              </a:lnSpc>
            </a:pPr>
            <a:r>
              <a:rPr b="0" lang="en-US" sz="1600" spc="-1" strike="noStrike">
                <a:solidFill>
                  <a:srgbClr val="ff0000"/>
                </a:solidFill>
                <a:latin typeface="Arial"/>
              </a:rPr>
              <a:t>1800 W ∙ 30s/FU = 54000 J  (or W∙s)</a:t>
            </a:r>
            <a:endParaRPr b="0" lang="en-US" sz="1600" spc="-1" strike="noStrike">
              <a:latin typeface="Arial"/>
            </a:endParaRPr>
          </a:p>
          <a:p>
            <a:pPr marL="45720">
              <a:lnSpc>
                <a:spcPct val="100000"/>
              </a:lnSpc>
            </a:pPr>
            <a:r>
              <a:rPr b="0" lang="en-US" sz="1600" spc="-1" strike="noStrike">
                <a:solidFill>
                  <a:srgbClr val="ff0000"/>
                </a:solidFill>
                <a:latin typeface="Arial"/>
              </a:rPr>
              <a:t>= 54000 W∙s /(3600 s/h) / (1000 W/kW)</a:t>
            </a:r>
            <a:endParaRPr b="0" lang="en-US" sz="1600" spc="-1" strike="noStrike">
              <a:latin typeface="Arial"/>
            </a:endParaRPr>
          </a:p>
          <a:p>
            <a:pPr marL="45720">
              <a:lnSpc>
                <a:spcPct val="100000"/>
              </a:lnSpc>
            </a:pPr>
            <a:r>
              <a:rPr b="1" lang="en-US" sz="1600" spc="-1" strike="noStrike">
                <a:solidFill>
                  <a:srgbClr val="ff0000"/>
                </a:solidFill>
                <a:latin typeface="Arial"/>
              </a:rPr>
              <a:t>= 0.015 kWh/FU electricity</a:t>
            </a:r>
            <a:endParaRPr b="0" lang="en-US" sz="1600" spc="-1" strike="noStrike">
              <a:latin typeface="Arial"/>
            </a:endParaRPr>
          </a:p>
          <a:p>
            <a:pPr marL="45720">
              <a:lnSpc>
                <a:spcPct val="100000"/>
              </a:lnSpc>
            </a:pPr>
            <a:endParaRPr b="0" lang="en-US" sz="1600" spc="-1" strike="noStrike">
              <a:latin typeface="Arial"/>
            </a:endParaRPr>
          </a:p>
          <a:p>
            <a:pPr marL="45720">
              <a:lnSpc>
                <a:spcPct val="100000"/>
              </a:lnSpc>
            </a:pPr>
            <a:r>
              <a:rPr b="0" lang="en-US" sz="1600" spc="-1" strike="noStrike">
                <a:solidFill>
                  <a:srgbClr val="ff0000"/>
                </a:solidFill>
                <a:latin typeface="Arial"/>
              </a:rPr>
              <a:t>1/(365*20*50)/FU = </a:t>
            </a:r>
            <a:endParaRPr b="0" lang="en-US" sz="1600" spc="-1" strike="noStrike">
              <a:latin typeface="Arial"/>
            </a:endParaRPr>
          </a:p>
          <a:p>
            <a:pPr marL="45720">
              <a:lnSpc>
                <a:spcPct val="100000"/>
              </a:lnSpc>
            </a:pPr>
            <a:r>
              <a:rPr b="1" lang="en-US" sz="1600" spc="-1" strike="noStrike">
                <a:solidFill>
                  <a:srgbClr val="ff0000"/>
                </a:solidFill>
                <a:latin typeface="Arial"/>
              </a:rPr>
              <a:t>(1/365000) air dryer device /FU</a:t>
            </a:r>
            <a:endParaRPr b="0" lang="en-US" sz="1600" spc="-1" strike="noStrike">
              <a:latin typeface="Arial"/>
            </a:endParaRPr>
          </a:p>
        </p:txBody>
      </p:sp>
      <p:sp>
        <p:nvSpPr>
          <p:cNvPr id="300" name="Rectangle 24"/>
          <p:cNvSpPr/>
          <p:nvPr/>
        </p:nvSpPr>
        <p:spPr>
          <a:xfrm>
            <a:off x="9835920" y="3702960"/>
            <a:ext cx="5209560" cy="2725560"/>
          </a:xfrm>
          <a:prstGeom prst="rect">
            <a:avLst/>
          </a:prstGeom>
          <a:noFill/>
          <a:ln w="25400">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marL="331560" indent="-285840">
              <a:lnSpc>
                <a:spcPct val="100000"/>
              </a:lnSpc>
              <a:buClr>
                <a:srgbClr val="ff0000"/>
              </a:buClr>
              <a:buFont typeface="Arial"/>
              <a:buChar char="•"/>
            </a:pPr>
            <a:r>
              <a:rPr b="1" lang="en-US" sz="1600" spc="-1" strike="noStrike">
                <a:solidFill>
                  <a:srgbClr val="ff0000"/>
                </a:solidFill>
                <a:latin typeface="Arial"/>
              </a:rPr>
              <a:t>Number of towels used to dry 1 pair of hand</a:t>
            </a:r>
            <a:r>
              <a:rPr b="0" lang="en-US" sz="1600" spc="-1" strike="noStrike">
                <a:solidFill>
                  <a:srgbClr val="ff0000"/>
                </a:solidFill>
                <a:latin typeface="Arial"/>
              </a:rPr>
              <a:t>: According to a screening survey at our Swiss University, 1 towel/pair of dry hands in the men bathroom, 2 towels/pair of dry hands in the women bathroom, thus 1.5 on average)</a:t>
            </a:r>
            <a:endParaRPr b="0" lang="en-US" sz="1600" spc="-1" strike="noStrike">
              <a:latin typeface="Arial"/>
            </a:endParaRPr>
          </a:p>
          <a:p>
            <a:pPr marL="45720">
              <a:lnSpc>
                <a:spcPct val="100000"/>
              </a:lnSpc>
            </a:pPr>
            <a:endParaRPr b="0" lang="en-US" sz="1600" spc="-1" strike="noStrike">
              <a:latin typeface="Arial"/>
            </a:endParaRPr>
          </a:p>
          <a:p>
            <a:pPr marL="331560" indent="-285840">
              <a:lnSpc>
                <a:spcPct val="100000"/>
              </a:lnSpc>
              <a:buClr>
                <a:srgbClr val="ff0000"/>
              </a:buClr>
              <a:buFont typeface="Arial"/>
              <a:buChar char="•"/>
            </a:pPr>
            <a:r>
              <a:rPr b="1" lang="en-US" sz="1600" spc="-1" strike="noStrike">
                <a:solidFill>
                  <a:srgbClr val="ff0000"/>
                </a:solidFill>
                <a:latin typeface="Arial"/>
              </a:rPr>
              <a:t>Weight of a paper towel </a:t>
            </a:r>
            <a:r>
              <a:rPr b="0" lang="en-US" sz="1600" spc="-1" strike="noStrike">
                <a:solidFill>
                  <a:srgbClr val="ff0000"/>
                </a:solidFill>
                <a:latin typeface="Arial"/>
              </a:rPr>
              <a:t>(material extraction and manufacturing)</a:t>
            </a:r>
            <a:endParaRPr b="0" lang="en-US" sz="1600" spc="-1" strike="noStrike">
              <a:latin typeface="Arial"/>
            </a:endParaRPr>
          </a:p>
          <a:p>
            <a:pPr>
              <a:lnSpc>
                <a:spcPct val="100000"/>
              </a:lnSpc>
            </a:pPr>
            <a:endParaRPr b="0" lang="en-US" sz="1600" spc="-1" strike="noStrike">
              <a:latin typeface="Arial"/>
            </a:endParaRPr>
          </a:p>
          <a:p>
            <a:pPr marL="331560" indent="-285840">
              <a:lnSpc>
                <a:spcPct val="100000"/>
              </a:lnSpc>
              <a:buClr>
                <a:srgbClr val="ff0000"/>
              </a:buClr>
              <a:buFont typeface="Arial"/>
              <a:buChar char="•"/>
            </a:pPr>
            <a:r>
              <a:rPr b="0" i="1" lang="en-US" sz="1600" spc="-1" strike="noStrike">
                <a:solidFill>
                  <a:srgbClr val="ff0000"/>
                </a:solidFill>
                <a:latin typeface="Arial"/>
              </a:rPr>
              <a:t>Lifespan of the devices and amount and type of materials per device, plastic or iron </a:t>
            </a:r>
            <a:r>
              <a:rPr b="0" lang="en-US" sz="1600" spc="-1" strike="noStrike">
                <a:solidFill>
                  <a:srgbClr val="ff0000"/>
                </a:solidFill>
                <a:latin typeface="Arial"/>
              </a:rPr>
              <a:t>(material extraction and manufacturing stages: whereas the fraction is so low that it does not really matter much)</a:t>
            </a:r>
            <a:endParaRPr b="0" lang="en-US" sz="1600" spc="-1" strike="noStrike">
              <a:latin typeface="Arial"/>
            </a:endParaRPr>
          </a:p>
          <a:p>
            <a:pPr>
              <a:lnSpc>
                <a:spcPct val="100000"/>
              </a:lnSpc>
            </a:pPr>
            <a:endParaRPr b="0" lang="en-US" sz="1600" spc="-1" strike="noStrike">
              <a:latin typeface="Arial"/>
            </a:endParaRPr>
          </a:p>
          <a:p>
            <a:pPr marL="331560" indent="-285840">
              <a:lnSpc>
                <a:spcPct val="100000"/>
              </a:lnSpc>
              <a:buClr>
                <a:srgbClr val="ff0000"/>
              </a:buClr>
              <a:buFont typeface="Arial"/>
              <a:buChar char="•"/>
            </a:pPr>
            <a:r>
              <a:rPr b="1" lang="en-US" sz="1600" spc="-1" strike="noStrike">
                <a:solidFill>
                  <a:srgbClr val="ff0000"/>
                </a:solidFill>
                <a:latin typeface="Arial"/>
              </a:rPr>
              <a:t>Duration of the air drying (use stage: newer dryers with high flow only need 10s)</a:t>
            </a:r>
            <a:endParaRPr b="0" lang="en-US" sz="1600" spc="-1" strike="noStrike">
              <a:latin typeface="Arial"/>
            </a:endParaRPr>
          </a:p>
          <a:p>
            <a:pPr>
              <a:lnSpc>
                <a:spcPct val="100000"/>
              </a:lnSpc>
            </a:pPr>
            <a:endParaRPr b="0" lang="en-US" sz="1600" spc="-1" strike="noStrike">
              <a:latin typeface="Arial"/>
            </a:endParaRPr>
          </a:p>
          <a:p>
            <a:pPr marL="45720">
              <a:lnSpc>
                <a:spcPct val="100000"/>
              </a:lnSpc>
            </a:pPr>
            <a:endParaRPr b="0" lang="en-US" sz="1600" spc="-1" strike="noStrike">
              <a:latin typeface="Arial"/>
            </a:endParaRPr>
          </a:p>
        </p:txBody>
      </p:sp>
      <p:pic>
        <p:nvPicPr>
          <p:cNvPr id="301" name="Picture 12" descr="sèche-main"/>
          <p:cNvPicPr/>
          <p:nvPr/>
        </p:nvPicPr>
        <p:blipFill>
          <a:blip r:embed="rId2"/>
          <a:stretch/>
        </p:blipFill>
        <p:spPr>
          <a:xfrm>
            <a:off x="1531440" y="6227280"/>
            <a:ext cx="1116000" cy="917640"/>
          </a:xfrm>
          <a:prstGeom prst="rect">
            <a:avLst/>
          </a:prstGeom>
          <a:ln w="0">
            <a:noFill/>
          </a:ln>
        </p:spPr>
      </p:pic>
      <p:pic>
        <p:nvPicPr>
          <p:cNvPr id="302" name="Picture 13" descr="seche-mainpapier"/>
          <p:cNvPicPr/>
          <p:nvPr/>
        </p:nvPicPr>
        <p:blipFill>
          <a:blip r:embed="rId3"/>
          <a:stretch/>
        </p:blipFill>
        <p:spPr>
          <a:xfrm>
            <a:off x="1517040" y="4133880"/>
            <a:ext cx="843840" cy="843840"/>
          </a:xfrm>
          <a:prstGeom prst="rect">
            <a:avLst/>
          </a:prstGeom>
          <a:ln w="0">
            <a:noFill/>
          </a:ln>
        </p:spPr>
      </p:pic>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3" name="PlaceHolder 1"/>
          <p:cNvSpPr>
            <a:spLocks noGrp="1"/>
          </p:cNvSpPr>
          <p:nvPr>
            <p:ph type="sldNum"/>
          </p:nvPr>
        </p:nvSpPr>
        <p:spPr>
          <a:xfrm>
            <a:off x="0" y="0"/>
            <a:ext cx="0" cy="0"/>
          </a:xfrm>
          <a:prstGeom prst="rect">
            <a:avLst/>
          </a:prstGeom>
          <a:noFill/>
          <a:ln w="0">
            <a:noFill/>
          </a:ln>
        </p:spPr>
        <p:txBody>
          <a:bodyPr lIns="90000" rIns="90000" tIns="45000" bIns="45000" anchor="t">
            <a:noAutofit/>
          </a:bodyPr>
          <a:p>
            <a:pPr>
              <a:lnSpc>
                <a:spcPct val="100000"/>
              </a:lnSpc>
            </a:pPr>
            <a:fld id="{17C8C29B-8FC3-4ED3-A210-E66F44FE49C6}" type="slidenum">
              <a:rPr b="0" lang="en-US" sz="1870" spc="-1" strike="noStrike">
                <a:solidFill>
                  <a:srgbClr val="000000"/>
                </a:solidFill>
                <a:latin typeface="Arial"/>
              </a:rPr>
              <a:t>&lt;number&gt;</a:t>
            </a:fld>
            <a:endParaRPr b="0" lang="en-US" sz="1870" spc="-1" strike="noStrike">
              <a:latin typeface="Times New Roman"/>
            </a:endParaRPr>
          </a:p>
        </p:txBody>
      </p:sp>
      <p:sp>
        <p:nvSpPr>
          <p:cNvPr id="304" name="PlaceHolder 2"/>
          <p:cNvSpPr>
            <a:spLocks noGrp="1"/>
          </p:cNvSpPr>
          <p:nvPr>
            <p:ph type="title"/>
          </p:nvPr>
        </p:nvSpPr>
        <p:spPr>
          <a:xfrm>
            <a:off x="846000" y="138960"/>
            <a:ext cx="16251480" cy="1176480"/>
          </a:xfrm>
          <a:prstGeom prst="rect">
            <a:avLst/>
          </a:prstGeom>
          <a:noFill/>
          <a:ln w="0">
            <a:noFill/>
          </a:ln>
        </p:spPr>
        <p:txBody>
          <a:bodyPr anchor="ctr">
            <a:noAutofit/>
          </a:bodyPr>
          <a:p>
            <a:pPr>
              <a:lnSpc>
                <a:spcPct val="100000"/>
              </a:lnSpc>
            </a:pPr>
            <a:r>
              <a:rPr b="0" lang="en-US" sz="4270" spc="-1" strike="noStrike">
                <a:solidFill>
                  <a:srgbClr val="00274c"/>
                </a:solidFill>
                <a:latin typeface="Arial"/>
              </a:rPr>
              <a:t>Hand Dryers – Intermediary Flows</a:t>
            </a:r>
            <a:endParaRPr b="0" lang="en-US" sz="4270" spc="-1" strike="noStrike">
              <a:solidFill>
                <a:srgbClr val="000000"/>
              </a:solidFill>
              <a:latin typeface="Arial"/>
            </a:endParaRPr>
          </a:p>
        </p:txBody>
      </p:sp>
      <p:graphicFrame>
        <p:nvGraphicFramePr>
          <p:cNvPr id="305" name="Group 54"/>
          <p:cNvGraphicFramePr/>
          <p:nvPr/>
        </p:nvGraphicFramePr>
        <p:xfrm>
          <a:off x="9922680" y="1485720"/>
          <a:ext cx="5384520" cy="3676320"/>
        </p:xfrm>
        <a:graphic>
          <a:graphicData uri="http://schemas.openxmlformats.org/drawingml/2006/table">
            <a:tbl>
              <a:tblPr/>
              <a:tblGrid>
                <a:gridCol w="2495520"/>
                <a:gridCol w="2889000"/>
              </a:tblGrid>
              <a:tr h="547560">
                <a:tc>
                  <a:tcPr anchor="t" marL="121680" marR="121680">
                    <a:lnL w="12240">
                      <a:solidFill>
                        <a:srgbClr val="000000"/>
                      </a:solidFill>
                    </a:lnL>
                    <a:lnR w="12240">
                      <a:solidFill>
                        <a:srgbClr val="000000"/>
                      </a:solidFill>
                    </a:lnR>
                    <a:lnT w="12240">
                      <a:solidFill>
                        <a:srgbClr val="000000"/>
                      </a:solidFill>
                    </a:lnT>
                    <a:lnB w="12240">
                      <a:solidFill>
                        <a:srgbClr val="000000"/>
                      </a:solidFill>
                    </a:lnB>
                    <a:noFill/>
                  </a:tcPr>
                </a:tc>
                <a:tc>
                  <a:txBody>
                    <a:bodyPr lIns="121680" rIns="121680" tIns="60840" bIns="60840" anchor="ctr">
                      <a:noAutofit/>
                    </a:bodyPr>
                    <a:p>
                      <a:pPr marL="343080" indent="-343080" algn="ctr">
                        <a:lnSpc>
                          <a:spcPct val="100000"/>
                        </a:lnSpc>
                        <a:tabLst>
                          <a:tab algn="l" pos="0"/>
                        </a:tabLst>
                      </a:pPr>
                      <a:r>
                        <a:rPr b="1" lang="en-US" sz="2100" spc="-1" strike="noStrike">
                          <a:solidFill>
                            <a:srgbClr val="000000"/>
                          </a:solidFill>
                          <a:latin typeface="Arial"/>
                        </a:rPr>
                        <a:t>Hot air hand dryer</a:t>
                      </a:r>
                      <a:endParaRPr b="0" lang="en-US" sz="2100" spc="-1" strike="noStrike">
                        <a:latin typeface="Arial"/>
                      </a:endParaRPr>
                    </a:p>
                  </a:txBody>
                  <a:tcPr anchor="ctr" marL="121680" marR="121680">
                    <a:lnL w="12240">
                      <a:solidFill>
                        <a:srgbClr val="000000"/>
                      </a:solidFill>
                    </a:lnL>
                    <a:lnR w="12240">
                      <a:solidFill>
                        <a:srgbClr val="000000"/>
                      </a:solidFill>
                    </a:lnR>
                    <a:lnT w="12240">
                      <a:solidFill>
                        <a:srgbClr val="000000"/>
                      </a:solidFill>
                    </a:lnT>
                    <a:lnB w="12240">
                      <a:solidFill>
                        <a:srgbClr val="000000"/>
                      </a:solidFill>
                    </a:lnB>
                    <a:noFill/>
                  </a:tcPr>
                </a:tc>
              </a:tr>
              <a:tr h="446760">
                <a:tc>
                  <a:txBody>
                    <a:bodyPr lIns="121680" rIns="121680" tIns="60840" bIns="60840" anchor="ctr">
                      <a:noAutofit/>
                    </a:bodyPr>
                    <a:p>
                      <a:pPr marL="343080" indent="-343080" algn="just">
                        <a:lnSpc>
                          <a:spcPct val="100000"/>
                        </a:lnSpc>
                        <a:tabLst>
                          <a:tab algn="l" pos="0"/>
                        </a:tabLst>
                      </a:pPr>
                      <a:r>
                        <a:rPr b="0" lang="en-US" sz="2100" spc="-1" strike="noStrike">
                          <a:solidFill>
                            <a:srgbClr val="000000"/>
                          </a:solidFill>
                          <a:latin typeface="Arial"/>
                        </a:rPr>
                        <a:t>Weight</a:t>
                      </a:r>
                      <a:endParaRPr b="0" lang="en-US" sz="2100" spc="-1" strike="noStrike">
                        <a:latin typeface="Arial"/>
                      </a:endParaRPr>
                    </a:p>
                  </a:txBody>
                  <a:tcPr anchor="ctr" marL="121680" marR="121680">
                    <a:lnL w="12240">
                      <a:solidFill>
                        <a:srgbClr val="000000"/>
                      </a:solidFill>
                    </a:lnL>
                    <a:lnR w="12240">
                      <a:solidFill>
                        <a:srgbClr val="000000"/>
                      </a:solidFill>
                    </a:lnR>
                    <a:lnT w="12240">
                      <a:solidFill>
                        <a:srgbClr val="000000"/>
                      </a:solidFill>
                    </a:lnT>
                    <a:lnB w="12240">
                      <a:solidFill>
                        <a:srgbClr val="000000"/>
                      </a:solidFill>
                    </a:lnB>
                    <a:noFill/>
                  </a:tcPr>
                </a:tc>
                <a:tc>
                  <a:txBody>
                    <a:bodyPr lIns="121680" rIns="121680" tIns="60840" bIns="60840" anchor="ctr">
                      <a:noAutofit/>
                    </a:bodyPr>
                    <a:p>
                      <a:pPr marL="343080" indent="-343080" algn="just">
                        <a:lnSpc>
                          <a:spcPct val="100000"/>
                        </a:lnSpc>
                        <a:tabLst>
                          <a:tab algn="l" pos="0"/>
                        </a:tabLst>
                      </a:pPr>
                      <a:r>
                        <a:rPr b="0" lang="en-US" sz="2100" spc="-1" strike="noStrike">
                          <a:solidFill>
                            <a:srgbClr val="000000"/>
                          </a:solidFill>
                          <a:latin typeface="Arial"/>
                        </a:rPr>
                        <a:t>12 kg</a:t>
                      </a:r>
                      <a:endParaRPr b="0" lang="en-US" sz="2100" spc="-1" strike="noStrike">
                        <a:latin typeface="Arial"/>
                      </a:endParaRPr>
                    </a:p>
                  </a:txBody>
                  <a:tcPr anchor="ctr" marL="121680" marR="121680">
                    <a:lnL w="12240">
                      <a:solidFill>
                        <a:srgbClr val="000000"/>
                      </a:solidFill>
                    </a:lnL>
                    <a:lnR w="12240">
                      <a:solidFill>
                        <a:srgbClr val="000000"/>
                      </a:solidFill>
                    </a:lnR>
                    <a:lnT w="12240">
                      <a:solidFill>
                        <a:srgbClr val="000000"/>
                      </a:solidFill>
                    </a:lnT>
                    <a:lnB w="12240">
                      <a:solidFill>
                        <a:srgbClr val="000000"/>
                      </a:solidFill>
                    </a:lnB>
                    <a:noFill/>
                  </a:tcPr>
                </a:tc>
              </a:tr>
              <a:tr h="446760">
                <a:tc>
                  <a:txBody>
                    <a:bodyPr lIns="121680" rIns="121680" tIns="60840" bIns="60840" anchor="ctr">
                      <a:noAutofit/>
                    </a:bodyPr>
                    <a:p>
                      <a:pPr marL="343080" indent="-343080" algn="just">
                        <a:lnSpc>
                          <a:spcPct val="100000"/>
                        </a:lnSpc>
                        <a:tabLst>
                          <a:tab algn="l" pos="0"/>
                        </a:tabLst>
                      </a:pPr>
                      <a:r>
                        <a:rPr b="0" lang="en-US" sz="2100" spc="-1" strike="noStrike">
                          <a:solidFill>
                            <a:srgbClr val="000000"/>
                          </a:solidFill>
                          <a:latin typeface="Arial"/>
                        </a:rPr>
                        <a:t>Carcass</a:t>
                      </a:r>
                      <a:endParaRPr b="0" lang="en-US" sz="2100" spc="-1" strike="noStrike">
                        <a:latin typeface="Arial"/>
                      </a:endParaRPr>
                    </a:p>
                  </a:txBody>
                  <a:tcPr anchor="ctr" marL="121680" marR="121680">
                    <a:lnL w="12240">
                      <a:solidFill>
                        <a:srgbClr val="000000"/>
                      </a:solidFill>
                    </a:lnL>
                    <a:lnR w="12240">
                      <a:solidFill>
                        <a:srgbClr val="000000"/>
                      </a:solidFill>
                    </a:lnR>
                    <a:lnT w="12240">
                      <a:solidFill>
                        <a:srgbClr val="000000"/>
                      </a:solidFill>
                    </a:lnT>
                    <a:lnB w="12240">
                      <a:solidFill>
                        <a:srgbClr val="000000"/>
                      </a:solidFill>
                    </a:lnB>
                    <a:noFill/>
                  </a:tcPr>
                </a:tc>
                <a:tc>
                  <a:txBody>
                    <a:bodyPr lIns="121680" rIns="121680" tIns="60840" bIns="60840" anchor="ctr">
                      <a:noAutofit/>
                    </a:bodyPr>
                    <a:p>
                      <a:pPr marL="343080" indent="-343080" algn="just">
                        <a:lnSpc>
                          <a:spcPct val="100000"/>
                        </a:lnSpc>
                        <a:tabLst>
                          <a:tab algn="l" pos="0"/>
                        </a:tabLst>
                      </a:pPr>
                      <a:r>
                        <a:rPr b="0" lang="en-US" sz="2100" spc="-1" strike="noStrike">
                          <a:solidFill>
                            <a:srgbClr val="000000"/>
                          </a:solidFill>
                          <a:latin typeface="Arial"/>
                        </a:rPr>
                        <a:t>8 kg Cast iron</a:t>
                      </a:r>
                      <a:endParaRPr b="0" lang="en-US" sz="2100" spc="-1" strike="noStrike">
                        <a:latin typeface="Arial"/>
                      </a:endParaRPr>
                    </a:p>
                  </a:txBody>
                  <a:tcPr anchor="ctr" marL="121680" marR="121680">
                    <a:lnL w="12240">
                      <a:solidFill>
                        <a:srgbClr val="000000"/>
                      </a:solidFill>
                    </a:lnL>
                    <a:lnR w="12240">
                      <a:solidFill>
                        <a:srgbClr val="000000"/>
                      </a:solidFill>
                    </a:lnR>
                    <a:lnT w="12240">
                      <a:solidFill>
                        <a:srgbClr val="000000"/>
                      </a:solidFill>
                    </a:lnT>
                    <a:lnB w="12240">
                      <a:solidFill>
                        <a:srgbClr val="000000"/>
                      </a:solidFill>
                    </a:lnB>
                    <a:noFill/>
                  </a:tcPr>
                </a:tc>
              </a:tr>
              <a:tr h="446760">
                <a:tc>
                  <a:txBody>
                    <a:bodyPr lIns="121680" rIns="121680" tIns="60840" bIns="60840" anchor="ctr">
                      <a:noAutofit/>
                    </a:bodyPr>
                    <a:p>
                      <a:pPr marL="343080" indent="-343080" algn="just">
                        <a:lnSpc>
                          <a:spcPct val="100000"/>
                        </a:lnSpc>
                        <a:tabLst>
                          <a:tab algn="l" pos="0"/>
                        </a:tabLst>
                      </a:pPr>
                      <a:r>
                        <a:rPr b="0" lang="en-US" sz="2100" spc="-1" strike="noStrike">
                          <a:solidFill>
                            <a:srgbClr val="000000"/>
                          </a:solidFill>
                          <a:latin typeface="Arial"/>
                        </a:rPr>
                        <a:t>Base</a:t>
                      </a:r>
                      <a:endParaRPr b="0" lang="en-US" sz="2100" spc="-1" strike="noStrike">
                        <a:latin typeface="Arial"/>
                      </a:endParaRPr>
                    </a:p>
                  </a:txBody>
                  <a:tcPr anchor="ctr" marL="121680" marR="121680">
                    <a:lnL w="12240">
                      <a:solidFill>
                        <a:srgbClr val="000000"/>
                      </a:solidFill>
                    </a:lnL>
                    <a:lnR w="12240">
                      <a:solidFill>
                        <a:srgbClr val="000000"/>
                      </a:solidFill>
                    </a:lnR>
                    <a:lnT w="12240">
                      <a:solidFill>
                        <a:srgbClr val="000000"/>
                      </a:solidFill>
                    </a:lnT>
                    <a:lnB w="12240">
                      <a:solidFill>
                        <a:srgbClr val="000000"/>
                      </a:solidFill>
                    </a:lnB>
                    <a:noFill/>
                  </a:tcPr>
                </a:tc>
                <a:tc>
                  <a:txBody>
                    <a:bodyPr lIns="121680" rIns="121680" tIns="60840" bIns="60840" anchor="ctr">
                      <a:noAutofit/>
                    </a:bodyPr>
                    <a:p>
                      <a:pPr marL="343080" indent="-343080" algn="just">
                        <a:lnSpc>
                          <a:spcPct val="100000"/>
                        </a:lnSpc>
                        <a:tabLst>
                          <a:tab algn="l" pos="0"/>
                        </a:tabLst>
                      </a:pPr>
                      <a:r>
                        <a:rPr b="0" lang="en-US" sz="2100" spc="-1" strike="noStrike">
                          <a:solidFill>
                            <a:srgbClr val="000000"/>
                          </a:solidFill>
                          <a:latin typeface="Arial"/>
                        </a:rPr>
                        <a:t>4 kg steel</a:t>
                      </a:r>
                      <a:endParaRPr b="0" lang="en-US" sz="2100" spc="-1" strike="noStrike">
                        <a:latin typeface="Arial"/>
                      </a:endParaRPr>
                    </a:p>
                  </a:txBody>
                  <a:tcPr anchor="ctr" marL="121680" marR="121680">
                    <a:lnL w="12240">
                      <a:solidFill>
                        <a:srgbClr val="000000"/>
                      </a:solidFill>
                    </a:lnL>
                    <a:lnR w="12240">
                      <a:solidFill>
                        <a:srgbClr val="000000"/>
                      </a:solidFill>
                    </a:lnR>
                    <a:lnT w="12240">
                      <a:solidFill>
                        <a:srgbClr val="000000"/>
                      </a:solidFill>
                    </a:lnT>
                    <a:lnB w="12240">
                      <a:solidFill>
                        <a:srgbClr val="000000"/>
                      </a:solidFill>
                    </a:lnB>
                    <a:noFill/>
                  </a:tcPr>
                </a:tc>
              </a:tr>
              <a:tr h="446760">
                <a:tc>
                  <a:txBody>
                    <a:bodyPr lIns="121680" rIns="121680" tIns="60840" bIns="60840" anchor="ctr">
                      <a:noAutofit/>
                    </a:bodyPr>
                    <a:p>
                      <a:pPr marL="343080" indent="-343080" algn="just">
                        <a:lnSpc>
                          <a:spcPct val="100000"/>
                        </a:lnSpc>
                        <a:tabLst>
                          <a:tab algn="l" pos="0"/>
                        </a:tabLst>
                      </a:pPr>
                      <a:r>
                        <a:rPr b="0" lang="en-US" sz="2100" spc="-1" strike="noStrike">
                          <a:solidFill>
                            <a:srgbClr val="000000"/>
                          </a:solidFill>
                          <a:latin typeface="Arial"/>
                        </a:rPr>
                        <a:t>Device Life time</a:t>
                      </a:r>
                      <a:endParaRPr b="0" lang="en-US" sz="2100" spc="-1" strike="noStrike">
                        <a:latin typeface="Arial"/>
                      </a:endParaRPr>
                    </a:p>
                  </a:txBody>
                  <a:tcPr anchor="ctr" marL="121680" marR="121680">
                    <a:lnL w="12240">
                      <a:solidFill>
                        <a:srgbClr val="000000"/>
                      </a:solidFill>
                    </a:lnL>
                    <a:lnR w="12240">
                      <a:solidFill>
                        <a:srgbClr val="000000"/>
                      </a:solidFill>
                    </a:lnR>
                    <a:lnT w="12240">
                      <a:solidFill>
                        <a:srgbClr val="000000"/>
                      </a:solidFill>
                    </a:lnT>
                    <a:lnB w="12240">
                      <a:solidFill>
                        <a:srgbClr val="000000"/>
                      </a:solidFill>
                    </a:lnB>
                    <a:noFill/>
                  </a:tcPr>
                </a:tc>
                <a:tc>
                  <a:txBody>
                    <a:bodyPr lIns="121680" rIns="121680" tIns="60840" bIns="60840" anchor="ctr">
                      <a:noAutofit/>
                    </a:bodyPr>
                    <a:p>
                      <a:pPr marL="343080" indent="-343080" algn="just">
                        <a:lnSpc>
                          <a:spcPct val="100000"/>
                        </a:lnSpc>
                        <a:tabLst>
                          <a:tab algn="l" pos="0"/>
                        </a:tabLst>
                      </a:pPr>
                      <a:r>
                        <a:rPr b="0" lang="en-US" sz="2100" spc="-1" strike="noStrike">
                          <a:solidFill>
                            <a:srgbClr val="000000"/>
                          </a:solidFill>
                          <a:latin typeface="Arial"/>
                        </a:rPr>
                        <a:t>20 years</a:t>
                      </a:r>
                      <a:endParaRPr b="0" lang="en-US" sz="2100" spc="-1" strike="noStrike">
                        <a:latin typeface="Arial"/>
                      </a:endParaRPr>
                    </a:p>
                  </a:txBody>
                  <a:tcPr anchor="ctr" marL="121680" marR="121680">
                    <a:lnL w="12240">
                      <a:solidFill>
                        <a:srgbClr val="000000"/>
                      </a:solidFill>
                    </a:lnL>
                    <a:lnR w="12240">
                      <a:solidFill>
                        <a:srgbClr val="000000"/>
                      </a:solidFill>
                    </a:lnR>
                    <a:lnT w="12240">
                      <a:solidFill>
                        <a:srgbClr val="000000"/>
                      </a:solidFill>
                    </a:lnT>
                    <a:lnB w="12240">
                      <a:solidFill>
                        <a:srgbClr val="000000"/>
                      </a:solidFill>
                    </a:lnB>
                    <a:noFill/>
                  </a:tcPr>
                </a:tc>
              </a:tr>
              <a:tr h="446760">
                <a:tc>
                  <a:txBody>
                    <a:bodyPr lIns="121680" rIns="121680" tIns="60840" bIns="60840" anchor="ctr">
                      <a:noAutofit/>
                    </a:bodyPr>
                    <a:p>
                      <a:pPr marL="343080" indent="-343080" algn="just">
                        <a:lnSpc>
                          <a:spcPct val="100000"/>
                        </a:lnSpc>
                        <a:tabLst>
                          <a:tab algn="l" pos="0"/>
                        </a:tabLst>
                      </a:pPr>
                      <a:r>
                        <a:rPr b="0" lang="en-US" sz="2100" spc="-1" strike="noStrike">
                          <a:solidFill>
                            <a:srgbClr val="000000"/>
                          </a:solidFill>
                          <a:latin typeface="Arial"/>
                        </a:rPr>
                        <a:t>Electricity rate</a:t>
                      </a:r>
                      <a:endParaRPr b="0" lang="en-US" sz="2100" spc="-1" strike="noStrike">
                        <a:latin typeface="Arial"/>
                      </a:endParaRPr>
                    </a:p>
                  </a:txBody>
                  <a:tcPr anchor="ctr" marL="121680" marR="121680">
                    <a:lnL w="12240">
                      <a:solidFill>
                        <a:srgbClr val="000000"/>
                      </a:solidFill>
                    </a:lnL>
                    <a:lnR w="12240">
                      <a:solidFill>
                        <a:srgbClr val="000000"/>
                      </a:solidFill>
                    </a:lnR>
                    <a:lnT w="12240">
                      <a:solidFill>
                        <a:srgbClr val="000000"/>
                      </a:solidFill>
                    </a:lnT>
                    <a:lnB w="12240">
                      <a:solidFill>
                        <a:srgbClr val="000000"/>
                      </a:solidFill>
                    </a:lnB>
                    <a:noFill/>
                  </a:tcPr>
                </a:tc>
                <a:tc>
                  <a:txBody>
                    <a:bodyPr lIns="121680" rIns="121680" tIns="60840" bIns="60840" anchor="ctr">
                      <a:noAutofit/>
                    </a:bodyPr>
                    <a:p>
                      <a:pPr marL="343080" indent="-343080" algn="just">
                        <a:lnSpc>
                          <a:spcPct val="100000"/>
                        </a:lnSpc>
                        <a:tabLst>
                          <a:tab algn="l" pos="0"/>
                        </a:tabLst>
                      </a:pPr>
                      <a:r>
                        <a:rPr b="0" lang="en-US" sz="2100" spc="-1" strike="noStrike">
                          <a:solidFill>
                            <a:srgbClr val="000000"/>
                          </a:solidFill>
                          <a:latin typeface="Arial"/>
                        </a:rPr>
                        <a:t>1800 W</a:t>
                      </a:r>
                      <a:endParaRPr b="0" lang="en-US" sz="2100" spc="-1" strike="noStrike">
                        <a:latin typeface="Arial"/>
                      </a:endParaRPr>
                    </a:p>
                  </a:txBody>
                  <a:tcPr anchor="ctr" marL="121680" marR="121680">
                    <a:lnL w="12240">
                      <a:solidFill>
                        <a:srgbClr val="000000"/>
                      </a:solidFill>
                    </a:lnL>
                    <a:lnR w="12240">
                      <a:solidFill>
                        <a:srgbClr val="000000"/>
                      </a:solidFill>
                    </a:lnR>
                    <a:lnT w="12240">
                      <a:solidFill>
                        <a:srgbClr val="000000"/>
                      </a:solidFill>
                    </a:lnT>
                    <a:lnB w="12240">
                      <a:solidFill>
                        <a:srgbClr val="000000"/>
                      </a:solidFill>
                    </a:lnB>
                    <a:noFill/>
                  </a:tcPr>
                </a:tc>
              </a:tr>
              <a:tr h="446760">
                <a:tc>
                  <a:txBody>
                    <a:bodyPr lIns="121680" rIns="121680" tIns="60840" bIns="60840" anchor="ctr">
                      <a:noAutofit/>
                    </a:bodyPr>
                    <a:p>
                      <a:pPr marL="343080" indent="-343080" algn="just">
                        <a:lnSpc>
                          <a:spcPct val="100000"/>
                        </a:lnSpc>
                        <a:tabLst>
                          <a:tab algn="l" pos="0"/>
                        </a:tabLst>
                      </a:pPr>
                      <a:r>
                        <a:rPr b="0" lang="en-US" sz="2100" spc="-1" strike="noStrike">
                          <a:solidFill>
                            <a:srgbClr val="000000"/>
                          </a:solidFill>
                          <a:latin typeface="Arial"/>
                        </a:rPr>
                        <a:t>Drying time</a:t>
                      </a:r>
                      <a:endParaRPr b="0" lang="en-US" sz="2100" spc="-1" strike="noStrike">
                        <a:latin typeface="Arial"/>
                      </a:endParaRPr>
                    </a:p>
                  </a:txBody>
                  <a:tcPr anchor="ctr" marL="121680" marR="121680">
                    <a:lnL w="12240">
                      <a:solidFill>
                        <a:srgbClr val="000000"/>
                      </a:solidFill>
                    </a:lnL>
                    <a:lnR w="12240">
                      <a:solidFill>
                        <a:srgbClr val="000000"/>
                      </a:solidFill>
                    </a:lnR>
                    <a:lnT w="12240">
                      <a:solidFill>
                        <a:srgbClr val="000000"/>
                      </a:solidFill>
                    </a:lnT>
                    <a:lnB w="12240">
                      <a:solidFill>
                        <a:srgbClr val="000000"/>
                      </a:solidFill>
                    </a:lnB>
                    <a:noFill/>
                  </a:tcPr>
                </a:tc>
                <a:tc>
                  <a:txBody>
                    <a:bodyPr lIns="121680" rIns="121680" tIns="60840" bIns="60840" anchor="ctr">
                      <a:noAutofit/>
                    </a:bodyPr>
                    <a:p>
                      <a:pPr marL="343080" indent="-343080" algn="just">
                        <a:lnSpc>
                          <a:spcPct val="100000"/>
                        </a:lnSpc>
                        <a:tabLst>
                          <a:tab algn="l" pos="0"/>
                        </a:tabLst>
                      </a:pPr>
                      <a:r>
                        <a:rPr b="0" lang="en-US" sz="2100" spc="-1" strike="noStrike">
                          <a:solidFill>
                            <a:srgbClr val="000000"/>
                          </a:solidFill>
                          <a:latin typeface="Arial"/>
                        </a:rPr>
                        <a:t>30 s</a:t>
                      </a:r>
                      <a:endParaRPr b="0" lang="en-US" sz="2100" spc="-1" strike="noStrike">
                        <a:latin typeface="Arial"/>
                      </a:endParaRPr>
                    </a:p>
                  </a:txBody>
                  <a:tcPr anchor="ctr" marL="121680" marR="121680">
                    <a:lnL w="12240">
                      <a:solidFill>
                        <a:srgbClr val="000000"/>
                      </a:solidFill>
                    </a:lnL>
                    <a:lnR w="12240">
                      <a:solidFill>
                        <a:srgbClr val="000000"/>
                      </a:solidFill>
                    </a:lnR>
                    <a:lnT w="12240">
                      <a:solidFill>
                        <a:srgbClr val="000000"/>
                      </a:solidFill>
                    </a:lnT>
                    <a:lnB w="12240">
                      <a:solidFill>
                        <a:srgbClr val="000000"/>
                      </a:solidFill>
                    </a:lnB>
                    <a:noFill/>
                  </a:tcPr>
                </a:tc>
              </a:tr>
              <a:tr h="448200">
                <a:tc>
                  <a:txBody>
                    <a:bodyPr lIns="121680" rIns="121680" tIns="60840" bIns="60840" anchor="ctr">
                      <a:noAutofit/>
                    </a:bodyPr>
                    <a:p>
                      <a:pPr marL="343080" indent="-343080" algn="just">
                        <a:lnSpc>
                          <a:spcPct val="100000"/>
                        </a:lnSpc>
                        <a:tabLst>
                          <a:tab algn="l" pos="0"/>
                        </a:tabLst>
                      </a:pPr>
                      <a:r>
                        <a:rPr b="0" lang="en-US" sz="2100" spc="-1" strike="noStrike">
                          <a:solidFill>
                            <a:srgbClr val="000000"/>
                          </a:solidFill>
                          <a:latin typeface="Arial"/>
                        </a:rPr>
                        <a:t>Transport</a:t>
                      </a:r>
                      <a:endParaRPr b="0" lang="en-US" sz="2100" spc="-1" strike="noStrike">
                        <a:latin typeface="Arial"/>
                      </a:endParaRPr>
                    </a:p>
                  </a:txBody>
                  <a:tcPr anchor="ctr" marL="121680" marR="121680">
                    <a:lnL w="12240">
                      <a:solidFill>
                        <a:srgbClr val="000000"/>
                      </a:solidFill>
                    </a:lnL>
                    <a:lnR w="12240">
                      <a:solidFill>
                        <a:srgbClr val="000000"/>
                      </a:solidFill>
                    </a:lnR>
                    <a:lnT w="12240">
                      <a:solidFill>
                        <a:srgbClr val="000000"/>
                      </a:solidFill>
                    </a:lnT>
                    <a:lnB w="12240">
                      <a:solidFill>
                        <a:srgbClr val="000000"/>
                      </a:solidFill>
                    </a:lnB>
                    <a:noFill/>
                  </a:tcPr>
                </a:tc>
                <a:tc>
                  <a:txBody>
                    <a:bodyPr lIns="121680" rIns="121680" tIns="60840" bIns="60840" anchor="ctr">
                      <a:noAutofit/>
                    </a:bodyPr>
                    <a:p>
                      <a:pPr marL="343080" indent="-343080" algn="just">
                        <a:lnSpc>
                          <a:spcPct val="100000"/>
                        </a:lnSpc>
                        <a:tabLst>
                          <a:tab algn="l" pos="0"/>
                        </a:tabLst>
                      </a:pPr>
                      <a:r>
                        <a:rPr b="0" lang="en-US" sz="2100" spc="-1" strike="noStrike">
                          <a:solidFill>
                            <a:srgbClr val="000000"/>
                          </a:solidFill>
                          <a:latin typeface="Arial"/>
                        </a:rPr>
                        <a:t>100km truck</a:t>
                      </a:r>
                      <a:endParaRPr b="0" lang="en-US" sz="2100" spc="-1" strike="noStrike">
                        <a:latin typeface="Arial"/>
                      </a:endParaRPr>
                    </a:p>
                  </a:txBody>
                  <a:tcPr anchor="ctr" marL="121680" marR="121680">
                    <a:lnL w="12240">
                      <a:solidFill>
                        <a:srgbClr val="000000"/>
                      </a:solidFill>
                    </a:lnL>
                    <a:lnR w="12240">
                      <a:solidFill>
                        <a:srgbClr val="000000"/>
                      </a:solidFill>
                    </a:lnR>
                    <a:lnT w="12240">
                      <a:solidFill>
                        <a:srgbClr val="000000"/>
                      </a:solidFill>
                    </a:lnT>
                    <a:lnB w="12240">
                      <a:solidFill>
                        <a:srgbClr val="000000"/>
                      </a:solidFill>
                    </a:lnB>
                    <a:noFill/>
                  </a:tcPr>
                </a:tc>
              </a:tr>
            </a:tbl>
          </a:graphicData>
        </a:graphic>
      </p:graphicFrame>
      <p:graphicFrame>
        <p:nvGraphicFramePr>
          <p:cNvPr id="306" name="Group 33"/>
          <p:cNvGraphicFramePr/>
          <p:nvPr/>
        </p:nvGraphicFramePr>
        <p:xfrm>
          <a:off x="9922680" y="5562000"/>
          <a:ext cx="5384520" cy="2091600"/>
        </p:xfrm>
        <a:graphic>
          <a:graphicData uri="http://schemas.openxmlformats.org/drawingml/2006/table">
            <a:tbl>
              <a:tblPr/>
              <a:tblGrid>
                <a:gridCol w="3432960"/>
                <a:gridCol w="1951560"/>
              </a:tblGrid>
              <a:tr h="585360">
                <a:tc>
                  <a:tcPr anchor="ctr" marL="121680" marR="121680">
                    <a:lnL w="12240">
                      <a:solidFill>
                        <a:srgbClr val="000000"/>
                      </a:solidFill>
                    </a:lnL>
                    <a:lnR w="12240">
                      <a:solidFill>
                        <a:srgbClr val="000000"/>
                      </a:solidFill>
                    </a:lnR>
                    <a:lnT w="12240">
                      <a:solidFill>
                        <a:srgbClr val="000000"/>
                      </a:solidFill>
                    </a:lnT>
                    <a:lnB w="12240">
                      <a:solidFill>
                        <a:srgbClr val="000000"/>
                      </a:solidFill>
                    </a:lnB>
                    <a:noFill/>
                  </a:tcPr>
                </a:tc>
                <a:tc>
                  <a:txBody>
                    <a:bodyPr lIns="121680" rIns="121680" tIns="60840" bIns="60840" anchor="ctr">
                      <a:noAutofit/>
                    </a:bodyPr>
                    <a:p>
                      <a:pPr marL="343080" indent="-343080" algn="ctr">
                        <a:lnSpc>
                          <a:spcPct val="100000"/>
                        </a:lnSpc>
                        <a:tabLst>
                          <a:tab algn="l" pos="0"/>
                        </a:tabLst>
                      </a:pPr>
                      <a:r>
                        <a:rPr b="1" lang="en-US" sz="2100" spc="-1" strike="noStrike">
                          <a:solidFill>
                            <a:srgbClr val="000000"/>
                          </a:solidFill>
                          <a:latin typeface="Arial"/>
                        </a:rPr>
                        <a:t>paper towel</a:t>
                      </a:r>
                      <a:endParaRPr b="0" lang="en-US" sz="2100" spc="-1" strike="noStrike">
                        <a:latin typeface="Arial"/>
                      </a:endParaRPr>
                    </a:p>
                  </a:txBody>
                  <a:tcPr anchor="ctr" marL="121680" marR="121680">
                    <a:lnL w="12240">
                      <a:solidFill>
                        <a:srgbClr val="000000"/>
                      </a:solidFill>
                    </a:lnL>
                    <a:lnR w="12240">
                      <a:solidFill>
                        <a:srgbClr val="000000"/>
                      </a:solidFill>
                    </a:lnR>
                    <a:lnT w="12240">
                      <a:solidFill>
                        <a:srgbClr val="000000"/>
                      </a:solidFill>
                    </a:lnT>
                    <a:lnB w="12240">
                      <a:solidFill>
                        <a:srgbClr val="000000"/>
                      </a:solidFill>
                    </a:lnB>
                    <a:noFill/>
                  </a:tcPr>
                </a:tc>
              </a:tr>
              <a:tr h="419400">
                <a:tc>
                  <a:txBody>
                    <a:bodyPr lIns="121680" rIns="121680" tIns="60840" bIns="60840" anchor="ctr">
                      <a:noAutofit/>
                    </a:bodyPr>
                    <a:p>
                      <a:pPr marL="343080" indent="-343080" algn="just">
                        <a:lnSpc>
                          <a:spcPct val="100000"/>
                        </a:lnSpc>
                        <a:tabLst>
                          <a:tab algn="l" pos="0"/>
                        </a:tabLst>
                      </a:pPr>
                      <a:r>
                        <a:rPr b="0" lang="en-US" sz="2100" spc="-1" strike="noStrike">
                          <a:solidFill>
                            <a:srgbClr val="000000"/>
                          </a:solidFill>
                          <a:latin typeface="Arial"/>
                        </a:rPr>
                        <a:t>Towel weight</a:t>
                      </a:r>
                      <a:endParaRPr b="0" lang="en-US" sz="2100" spc="-1" strike="noStrike">
                        <a:latin typeface="Arial"/>
                      </a:endParaRPr>
                    </a:p>
                  </a:txBody>
                  <a:tcPr anchor="ctr" marL="121680" marR="121680">
                    <a:lnL w="12240">
                      <a:solidFill>
                        <a:srgbClr val="000000"/>
                      </a:solidFill>
                    </a:lnL>
                    <a:lnR w="12240">
                      <a:solidFill>
                        <a:srgbClr val="000000"/>
                      </a:solidFill>
                    </a:lnR>
                    <a:lnT w="12240">
                      <a:solidFill>
                        <a:srgbClr val="000000"/>
                      </a:solidFill>
                    </a:lnT>
                    <a:lnB w="12240">
                      <a:solidFill>
                        <a:srgbClr val="000000"/>
                      </a:solidFill>
                    </a:lnB>
                    <a:noFill/>
                  </a:tcPr>
                </a:tc>
                <a:tc>
                  <a:txBody>
                    <a:bodyPr lIns="121680" rIns="121680" tIns="60840" bIns="60840" anchor="ctr">
                      <a:noAutofit/>
                    </a:bodyPr>
                    <a:p>
                      <a:pPr marL="343080" indent="-343080" algn="just">
                        <a:lnSpc>
                          <a:spcPct val="100000"/>
                        </a:lnSpc>
                        <a:tabLst>
                          <a:tab algn="l" pos="0"/>
                        </a:tabLst>
                      </a:pPr>
                      <a:r>
                        <a:rPr b="0" lang="en-US" sz="2100" spc="-1" strike="noStrike">
                          <a:solidFill>
                            <a:srgbClr val="000000"/>
                          </a:solidFill>
                          <a:latin typeface="Arial"/>
                        </a:rPr>
                        <a:t>3.58 g</a:t>
                      </a:r>
                      <a:endParaRPr b="0" lang="en-US" sz="2100" spc="-1" strike="noStrike">
                        <a:latin typeface="Arial"/>
                      </a:endParaRPr>
                    </a:p>
                  </a:txBody>
                  <a:tcPr anchor="ctr" marL="121680" marR="121680">
                    <a:lnL w="12240">
                      <a:solidFill>
                        <a:srgbClr val="000000"/>
                      </a:solidFill>
                    </a:lnL>
                    <a:lnR w="12240">
                      <a:solidFill>
                        <a:srgbClr val="000000"/>
                      </a:solidFill>
                    </a:lnR>
                    <a:lnT w="12240">
                      <a:solidFill>
                        <a:srgbClr val="000000"/>
                      </a:solidFill>
                    </a:lnT>
                    <a:lnB w="12240">
                      <a:solidFill>
                        <a:srgbClr val="000000"/>
                      </a:solidFill>
                    </a:lnB>
                    <a:noFill/>
                  </a:tcPr>
                </a:tc>
              </a:tr>
              <a:tr h="419400">
                <a:tc>
                  <a:txBody>
                    <a:bodyPr lIns="121680" rIns="121680" tIns="60840" bIns="60840" anchor="ctr">
                      <a:noAutofit/>
                    </a:bodyPr>
                    <a:p>
                      <a:pPr marL="343080" indent="-343080" algn="just">
                        <a:lnSpc>
                          <a:spcPct val="100000"/>
                        </a:lnSpc>
                        <a:tabLst>
                          <a:tab algn="l" pos="0"/>
                        </a:tabLst>
                      </a:pPr>
                      <a:r>
                        <a:rPr b="0" lang="en-US" sz="2100" spc="-1" strike="noStrike">
                          <a:solidFill>
                            <a:srgbClr val="000000"/>
                          </a:solidFill>
                          <a:latin typeface="Arial"/>
                        </a:rPr>
                        <a:t>Weight of towel container</a:t>
                      </a:r>
                      <a:endParaRPr b="0" lang="en-US" sz="2100" spc="-1" strike="noStrike">
                        <a:latin typeface="Arial"/>
                      </a:endParaRPr>
                    </a:p>
                  </a:txBody>
                  <a:tcPr anchor="ctr" marL="121680" marR="121680">
                    <a:lnL w="12240">
                      <a:solidFill>
                        <a:srgbClr val="000000"/>
                      </a:solidFill>
                    </a:lnL>
                    <a:lnR w="12240">
                      <a:solidFill>
                        <a:srgbClr val="000000"/>
                      </a:solidFill>
                    </a:lnR>
                    <a:lnT w="12240">
                      <a:solidFill>
                        <a:srgbClr val="000000"/>
                      </a:solidFill>
                    </a:lnT>
                    <a:lnB w="12240">
                      <a:solidFill>
                        <a:srgbClr val="000000"/>
                      </a:solidFill>
                    </a:lnB>
                    <a:noFill/>
                  </a:tcPr>
                </a:tc>
                <a:tc>
                  <a:txBody>
                    <a:bodyPr lIns="121680" rIns="121680" tIns="60840" bIns="60840" anchor="ctr">
                      <a:noAutofit/>
                    </a:bodyPr>
                    <a:p>
                      <a:pPr marL="343080" indent="-343080" algn="just">
                        <a:lnSpc>
                          <a:spcPct val="100000"/>
                        </a:lnSpc>
                        <a:tabLst>
                          <a:tab algn="l" pos="0"/>
                        </a:tabLst>
                      </a:pPr>
                      <a:r>
                        <a:rPr b="0" lang="en-US" sz="2100" spc="-1" strike="noStrike">
                          <a:solidFill>
                            <a:srgbClr val="000000"/>
                          </a:solidFill>
                          <a:latin typeface="Arial"/>
                        </a:rPr>
                        <a:t>3 kg plastic</a:t>
                      </a:r>
                      <a:endParaRPr b="0" lang="en-US" sz="2100" spc="-1" strike="noStrike">
                        <a:latin typeface="Arial"/>
                      </a:endParaRPr>
                    </a:p>
                  </a:txBody>
                  <a:tcPr anchor="ctr" marL="121680" marR="121680">
                    <a:lnL w="12240">
                      <a:solidFill>
                        <a:srgbClr val="000000"/>
                      </a:solidFill>
                    </a:lnL>
                    <a:lnR w="12240">
                      <a:solidFill>
                        <a:srgbClr val="000000"/>
                      </a:solidFill>
                    </a:lnR>
                    <a:lnT w="12240">
                      <a:solidFill>
                        <a:srgbClr val="000000"/>
                      </a:solidFill>
                    </a:lnT>
                    <a:lnB w="12240">
                      <a:solidFill>
                        <a:srgbClr val="000000"/>
                      </a:solidFill>
                    </a:lnB>
                    <a:noFill/>
                  </a:tcPr>
                </a:tc>
              </a:tr>
              <a:tr h="419400">
                <a:tc>
                  <a:txBody>
                    <a:bodyPr lIns="121680" rIns="121680" tIns="60840" bIns="60840" anchor="ctr">
                      <a:noAutofit/>
                    </a:bodyPr>
                    <a:p>
                      <a:pPr marL="343080" indent="-343080" algn="just">
                        <a:lnSpc>
                          <a:spcPct val="100000"/>
                        </a:lnSpc>
                        <a:tabLst>
                          <a:tab algn="l" pos="0"/>
                        </a:tabLst>
                      </a:pPr>
                      <a:r>
                        <a:rPr b="0" lang="en-US" sz="2100" spc="-1" strike="noStrike">
                          <a:solidFill>
                            <a:srgbClr val="000000"/>
                          </a:solidFill>
                          <a:latin typeface="Arial"/>
                        </a:rPr>
                        <a:t>Device life-time</a:t>
                      </a:r>
                      <a:endParaRPr b="0" lang="en-US" sz="2100" spc="-1" strike="noStrike">
                        <a:latin typeface="Arial"/>
                      </a:endParaRPr>
                    </a:p>
                  </a:txBody>
                  <a:tcPr anchor="ctr" marL="121680" marR="121680">
                    <a:lnL w="12240">
                      <a:solidFill>
                        <a:srgbClr val="000000"/>
                      </a:solidFill>
                    </a:lnL>
                    <a:lnR w="12240">
                      <a:solidFill>
                        <a:srgbClr val="000000"/>
                      </a:solidFill>
                    </a:lnR>
                    <a:lnT w="12240">
                      <a:solidFill>
                        <a:srgbClr val="000000"/>
                      </a:solidFill>
                    </a:lnT>
                    <a:lnB w="12240">
                      <a:solidFill>
                        <a:srgbClr val="000000"/>
                      </a:solidFill>
                    </a:lnB>
                    <a:noFill/>
                  </a:tcPr>
                </a:tc>
                <a:tc>
                  <a:txBody>
                    <a:bodyPr lIns="121680" rIns="121680" tIns="60840" bIns="60840" anchor="ctr">
                      <a:noAutofit/>
                    </a:bodyPr>
                    <a:p>
                      <a:pPr marL="343080" indent="-343080" algn="just">
                        <a:lnSpc>
                          <a:spcPct val="100000"/>
                        </a:lnSpc>
                        <a:tabLst>
                          <a:tab algn="l" pos="0"/>
                        </a:tabLst>
                      </a:pPr>
                      <a:r>
                        <a:rPr b="0" lang="en-US" sz="2100" spc="-1" strike="noStrike">
                          <a:solidFill>
                            <a:srgbClr val="000000"/>
                          </a:solidFill>
                          <a:latin typeface="Arial"/>
                        </a:rPr>
                        <a:t>10 years</a:t>
                      </a:r>
                      <a:endParaRPr b="0" lang="en-US" sz="2100" spc="-1" strike="noStrike">
                        <a:latin typeface="Arial"/>
                      </a:endParaRPr>
                    </a:p>
                  </a:txBody>
                  <a:tcPr anchor="ctr" marL="121680" marR="121680">
                    <a:lnL w="12240">
                      <a:solidFill>
                        <a:srgbClr val="000000"/>
                      </a:solidFill>
                    </a:lnL>
                    <a:lnR w="12240">
                      <a:solidFill>
                        <a:srgbClr val="000000"/>
                      </a:solidFill>
                    </a:lnR>
                    <a:lnT w="12240">
                      <a:solidFill>
                        <a:srgbClr val="000000"/>
                      </a:solidFill>
                    </a:lnT>
                    <a:lnB w="12240">
                      <a:solidFill>
                        <a:srgbClr val="000000"/>
                      </a:solidFill>
                    </a:lnB>
                    <a:noFill/>
                  </a:tcPr>
                </a:tc>
              </a:tr>
              <a:tr h="419400">
                <a:tc>
                  <a:txBody>
                    <a:bodyPr lIns="121680" rIns="121680" tIns="60840" bIns="60840" anchor="ctr">
                      <a:noAutofit/>
                    </a:bodyPr>
                    <a:p>
                      <a:pPr marL="343080" indent="-343080" algn="just">
                        <a:lnSpc>
                          <a:spcPct val="100000"/>
                        </a:lnSpc>
                        <a:tabLst>
                          <a:tab algn="l" pos="0"/>
                        </a:tabLst>
                      </a:pPr>
                      <a:r>
                        <a:rPr b="0" lang="en-US" sz="2100" spc="-1" strike="noStrike">
                          <a:solidFill>
                            <a:srgbClr val="000000"/>
                          </a:solidFill>
                          <a:latin typeface="Arial"/>
                        </a:rPr>
                        <a:t>Transport</a:t>
                      </a:r>
                      <a:endParaRPr b="0" lang="en-US" sz="2100" spc="-1" strike="noStrike">
                        <a:latin typeface="Arial"/>
                      </a:endParaRPr>
                    </a:p>
                  </a:txBody>
                  <a:tcPr anchor="ctr" marL="121680" marR="121680">
                    <a:lnL w="12240">
                      <a:solidFill>
                        <a:srgbClr val="000000"/>
                      </a:solidFill>
                    </a:lnL>
                    <a:lnR w="12240">
                      <a:solidFill>
                        <a:srgbClr val="000000"/>
                      </a:solidFill>
                    </a:lnR>
                    <a:lnT w="12240">
                      <a:solidFill>
                        <a:srgbClr val="000000"/>
                      </a:solidFill>
                    </a:lnT>
                    <a:lnB w="12240">
                      <a:solidFill>
                        <a:srgbClr val="000000"/>
                      </a:solidFill>
                    </a:lnB>
                    <a:noFill/>
                  </a:tcPr>
                </a:tc>
                <a:tc>
                  <a:txBody>
                    <a:bodyPr lIns="121680" rIns="121680" tIns="60840" bIns="60840" anchor="ctr">
                      <a:noAutofit/>
                    </a:bodyPr>
                    <a:p>
                      <a:pPr marL="343080" indent="-343080" algn="just">
                        <a:lnSpc>
                          <a:spcPct val="100000"/>
                        </a:lnSpc>
                        <a:tabLst>
                          <a:tab algn="l" pos="0"/>
                        </a:tabLst>
                      </a:pPr>
                      <a:r>
                        <a:rPr b="0" lang="en-US" sz="2100" spc="-1" strike="noStrike">
                          <a:solidFill>
                            <a:srgbClr val="000000"/>
                          </a:solidFill>
                          <a:latin typeface="Arial"/>
                        </a:rPr>
                        <a:t>100km truck</a:t>
                      </a:r>
                      <a:endParaRPr b="0" lang="en-US" sz="2100" spc="-1" strike="noStrike">
                        <a:latin typeface="Arial"/>
                      </a:endParaRPr>
                    </a:p>
                  </a:txBody>
                  <a:tcPr anchor="ctr" marL="121680" marR="121680">
                    <a:lnL w="12240">
                      <a:solidFill>
                        <a:srgbClr val="000000"/>
                      </a:solidFill>
                    </a:lnL>
                    <a:lnR w="12240">
                      <a:solidFill>
                        <a:srgbClr val="000000"/>
                      </a:solidFill>
                    </a:lnR>
                    <a:lnT w="12240">
                      <a:solidFill>
                        <a:srgbClr val="000000"/>
                      </a:solidFill>
                    </a:lnT>
                    <a:lnB w="12240">
                      <a:solidFill>
                        <a:srgbClr val="000000"/>
                      </a:solidFill>
                    </a:lnB>
                    <a:noFill/>
                  </a:tcPr>
                </a:tc>
              </a:tr>
            </a:tbl>
          </a:graphicData>
        </a:graphic>
      </p:graphicFrame>
      <p:sp>
        <p:nvSpPr>
          <p:cNvPr id="307" name="Rectangle 6"/>
          <p:cNvSpPr/>
          <p:nvPr/>
        </p:nvSpPr>
        <p:spPr>
          <a:xfrm>
            <a:off x="736920" y="1315800"/>
            <a:ext cx="9185400" cy="801252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1" lang="en-US" sz="2800" spc="-1" strike="noStrike">
                <a:solidFill>
                  <a:srgbClr val="000000"/>
                </a:solidFill>
                <a:latin typeface="Arial"/>
              </a:rPr>
              <a:t>For all systems: </a:t>
            </a:r>
            <a:endParaRPr b="0" lang="en-US" sz="2800" spc="-1" strike="noStrike">
              <a:latin typeface="Arial"/>
            </a:endParaRPr>
          </a:p>
          <a:p>
            <a:pPr>
              <a:lnSpc>
                <a:spcPct val="100000"/>
              </a:lnSpc>
            </a:pPr>
            <a:r>
              <a:rPr b="0" lang="en-US" sz="2800" spc="-1" strike="noStrike">
                <a:solidFill>
                  <a:srgbClr val="000000"/>
                </a:solidFill>
                <a:latin typeface="Arial"/>
              </a:rPr>
              <a:t>50 uses per day</a:t>
            </a:r>
            <a:endParaRPr b="0" lang="en-US" sz="2800" spc="-1" strike="noStrike">
              <a:latin typeface="Arial"/>
            </a:endParaRPr>
          </a:p>
          <a:p>
            <a:pPr>
              <a:lnSpc>
                <a:spcPct val="100000"/>
              </a:lnSpc>
            </a:pPr>
            <a:endParaRPr b="0" lang="en-US" sz="2800" spc="-1" strike="noStrike">
              <a:latin typeface="Arial"/>
            </a:endParaRPr>
          </a:p>
          <a:p>
            <a:pPr>
              <a:lnSpc>
                <a:spcPct val="100000"/>
              </a:lnSpc>
            </a:pPr>
            <a:r>
              <a:rPr b="1" lang="en-US" sz="2800" spc="-1" strike="noStrike">
                <a:solidFill>
                  <a:srgbClr val="000000"/>
                </a:solidFill>
                <a:latin typeface="Arial"/>
              </a:rPr>
              <a:t>Hot air hand-dryer</a:t>
            </a:r>
            <a:endParaRPr b="0" lang="en-US" sz="2800" spc="-1" strike="noStrike">
              <a:latin typeface="Arial"/>
            </a:endParaRPr>
          </a:p>
          <a:p>
            <a:pPr>
              <a:lnSpc>
                <a:spcPct val="100000"/>
              </a:lnSpc>
            </a:pPr>
            <a:r>
              <a:rPr b="0" lang="en-US" sz="2800" spc="-1" strike="noStrike">
                <a:solidFill>
                  <a:srgbClr val="000000"/>
                </a:solidFill>
                <a:latin typeface="Arial"/>
              </a:rPr>
              <a:t>The device is made out of cast iron with white coating (no need to go in the detail of the device composition at this stage; for the reference flows – just give the number of devices per FU). </a:t>
            </a:r>
            <a:r>
              <a:rPr b="0" lang="en-US" sz="2800" spc="-1" strike="noStrike">
                <a:solidFill>
                  <a:srgbClr val="c00000"/>
                </a:solidFill>
                <a:latin typeface="Arial"/>
              </a:rPr>
              <a:t>The device is landfilled at the end of its life.</a:t>
            </a:r>
            <a:endParaRPr b="0" lang="en-US" sz="2800" spc="-1" strike="noStrike">
              <a:latin typeface="Arial"/>
            </a:endParaRPr>
          </a:p>
          <a:p>
            <a:pPr>
              <a:lnSpc>
                <a:spcPct val="100000"/>
              </a:lnSpc>
            </a:pPr>
            <a:r>
              <a:rPr b="0" lang="en-US" sz="2800" spc="-1" strike="noStrike">
                <a:solidFill>
                  <a:srgbClr val="000000"/>
                </a:solidFill>
                <a:latin typeface="Arial"/>
              </a:rPr>
              <a:t>The air dryer is handled by a press button that is regulated for a 30 s usage.</a:t>
            </a:r>
            <a:endParaRPr b="0" lang="en-US" sz="2800" spc="-1" strike="noStrike">
              <a:latin typeface="Arial"/>
            </a:endParaRPr>
          </a:p>
          <a:p>
            <a:pPr>
              <a:lnSpc>
                <a:spcPct val="100000"/>
              </a:lnSpc>
            </a:pPr>
            <a:endParaRPr b="0" lang="en-US" sz="2800" spc="-1" strike="noStrike">
              <a:latin typeface="Arial"/>
            </a:endParaRPr>
          </a:p>
          <a:p>
            <a:pPr>
              <a:lnSpc>
                <a:spcPct val="100000"/>
              </a:lnSpc>
            </a:pPr>
            <a:r>
              <a:rPr b="1" lang="en-US" sz="2800" spc="-1" strike="noStrike">
                <a:solidFill>
                  <a:srgbClr val="000000"/>
                </a:solidFill>
                <a:latin typeface="Arial"/>
              </a:rPr>
              <a:t>Paper towel </a:t>
            </a:r>
            <a:endParaRPr b="0" lang="en-US" sz="2800" spc="-1" strike="noStrike">
              <a:latin typeface="Arial"/>
            </a:endParaRPr>
          </a:p>
          <a:p>
            <a:pPr>
              <a:lnSpc>
                <a:spcPct val="100000"/>
              </a:lnSpc>
            </a:pPr>
            <a:r>
              <a:rPr b="0" lang="en-US" sz="2800" spc="-1" strike="noStrike">
                <a:solidFill>
                  <a:srgbClr val="000000"/>
                </a:solidFill>
                <a:latin typeface="Arial"/>
              </a:rPr>
              <a:t>Assume 1.5 towel used on average per hands drying</a:t>
            </a:r>
            <a:endParaRPr b="0" lang="en-US" sz="2800" spc="-1" strike="noStrike">
              <a:latin typeface="Arial"/>
            </a:endParaRPr>
          </a:p>
          <a:p>
            <a:pPr>
              <a:lnSpc>
                <a:spcPct val="100000"/>
              </a:lnSpc>
            </a:pPr>
            <a:r>
              <a:rPr b="0" lang="en-US" sz="2800" spc="-1" strike="noStrike">
                <a:solidFill>
                  <a:srgbClr val="c00000"/>
                </a:solidFill>
                <a:latin typeface="Arial"/>
              </a:rPr>
              <a:t>Paper towel are incinerated once used. When incinerated, paper towel produces 18 MJ/kg, of which 25% is recovered as useful electricity and substitute electricity. The plastic dispenser is landfilled at the end of its life</a:t>
            </a:r>
            <a:endParaRPr b="0" lang="en-US" sz="2800" spc="-1" strike="noStrike">
              <a:latin typeface="Arial"/>
            </a:endParaRPr>
          </a:p>
          <a:p>
            <a:pPr>
              <a:lnSpc>
                <a:spcPct val="100000"/>
              </a:lnSpc>
            </a:pPr>
            <a:endParaRPr b="0" lang="en-US" sz="2800" spc="-1" strike="noStrike">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8" name="PlaceHolder 1"/>
          <p:cNvSpPr>
            <a:spLocks noGrp="1"/>
          </p:cNvSpPr>
          <p:nvPr>
            <p:ph type="title"/>
          </p:nvPr>
        </p:nvSpPr>
        <p:spPr>
          <a:xfrm>
            <a:off x="812880" y="279360"/>
            <a:ext cx="15291000" cy="870120"/>
          </a:xfrm>
          <a:prstGeom prst="rect">
            <a:avLst/>
          </a:prstGeom>
          <a:noFill/>
          <a:ln w="0">
            <a:noFill/>
          </a:ln>
        </p:spPr>
        <p:txBody>
          <a:bodyPr anchor="ctr">
            <a:noAutofit/>
          </a:bodyPr>
          <a:p>
            <a:pPr>
              <a:lnSpc>
                <a:spcPct val="100000"/>
              </a:lnSpc>
            </a:pPr>
            <a:r>
              <a:rPr b="0" lang="en-US" sz="3600" spc="-1" strike="noStrike">
                <a:solidFill>
                  <a:srgbClr val="00274c"/>
                </a:solidFill>
                <a:latin typeface="Arial"/>
              </a:rPr>
              <a:t>Process Tree: Hands drying - paper towel : Activity answer key</a:t>
            </a:r>
            <a:endParaRPr b="0" lang="en-US" sz="3600" spc="-1" strike="noStrike">
              <a:solidFill>
                <a:srgbClr val="000000"/>
              </a:solidFill>
              <a:latin typeface="Arial"/>
            </a:endParaRPr>
          </a:p>
        </p:txBody>
      </p:sp>
      <p:sp>
        <p:nvSpPr>
          <p:cNvPr id="309" name="Text Box 41"/>
          <p:cNvSpPr/>
          <p:nvPr/>
        </p:nvSpPr>
        <p:spPr>
          <a:xfrm>
            <a:off x="6843600" y="3744000"/>
            <a:ext cx="3955680" cy="1005120"/>
          </a:xfrm>
          <a:prstGeom prst="rect">
            <a:avLst/>
          </a:prstGeom>
          <a:solidFill>
            <a:schemeClr val="accent4">
              <a:alpha val="20000"/>
            </a:schemeClr>
          </a:solidFill>
          <a:ln w="9525">
            <a:noFill/>
          </a:ln>
        </p:spPr>
        <p:style>
          <a:lnRef idx="0"/>
          <a:fillRef idx="0"/>
          <a:effectRef idx="0"/>
          <a:fontRef idx="minor"/>
        </p:style>
        <p:txBody>
          <a:bodyPr lIns="90000" rIns="90000" tIns="45000" bIns="45000" anchor="t">
            <a:spAutoFit/>
          </a:bodyPr>
          <a:p>
            <a:pPr algn="ctr">
              <a:lnSpc>
                <a:spcPct val="100000"/>
              </a:lnSpc>
            </a:pPr>
            <a:r>
              <a:rPr b="0" lang="en-US" sz="2000" spc="-1" strike="noStrike">
                <a:solidFill>
                  <a:srgbClr val="00274c"/>
                </a:solidFill>
                <a:latin typeface="Arial"/>
              </a:rPr>
              <a:t>transportation - truck </a:t>
            </a:r>
            <a:br/>
            <a:r>
              <a:rPr b="0" lang="en-US" sz="2000" spc="-1" strike="noStrike">
                <a:solidFill>
                  <a:srgbClr val="00274c"/>
                </a:solidFill>
                <a:latin typeface="Arial"/>
              </a:rPr>
              <a:t>(0.0164 g + 5.37 g) x 100 / 1000 = 0.54 kg.km</a:t>
            </a:r>
            <a:endParaRPr b="0" lang="en-US" sz="2000" spc="-1" strike="noStrike">
              <a:latin typeface="Arial"/>
            </a:endParaRPr>
          </a:p>
        </p:txBody>
      </p:sp>
      <p:sp>
        <p:nvSpPr>
          <p:cNvPr id="310" name="Text Box 41"/>
          <p:cNvSpPr/>
          <p:nvPr/>
        </p:nvSpPr>
        <p:spPr>
          <a:xfrm>
            <a:off x="490680" y="3897720"/>
            <a:ext cx="2522520" cy="700200"/>
          </a:xfrm>
          <a:prstGeom prst="rect">
            <a:avLst/>
          </a:prstGeom>
          <a:solidFill>
            <a:schemeClr val="accent4">
              <a:alpha val="20000"/>
            </a:schemeClr>
          </a:solidFill>
          <a:ln w="9525">
            <a:noFill/>
          </a:ln>
        </p:spPr>
        <p:style>
          <a:lnRef idx="0"/>
          <a:fillRef idx="0"/>
          <a:effectRef idx="0"/>
          <a:fontRef idx="minor"/>
        </p:style>
        <p:txBody>
          <a:bodyPr lIns="90000" rIns="90000" tIns="45000" bIns="45000" anchor="t">
            <a:spAutoFit/>
          </a:bodyPr>
          <a:p>
            <a:pPr algn="ctr">
              <a:lnSpc>
                <a:spcPct val="100000"/>
              </a:lnSpc>
            </a:pPr>
            <a:r>
              <a:rPr b="0" lang="en-US" sz="2000" spc="-1" strike="noStrike">
                <a:solidFill>
                  <a:srgbClr val="00274c"/>
                </a:solidFill>
                <a:latin typeface="Arial"/>
              </a:rPr>
              <a:t>3 kg x 1000 / 18250 = 0.0164 g plastic</a:t>
            </a:r>
            <a:endParaRPr b="0" lang="en-US" sz="2000" spc="-1" strike="noStrike">
              <a:latin typeface="Arial"/>
            </a:endParaRPr>
          </a:p>
        </p:txBody>
      </p:sp>
      <p:sp>
        <p:nvSpPr>
          <p:cNvPr id="311" name="Elbow Connector 14"/>
          <p:cNvSpPr/>
          <p:nvPr/>
        </p:nvSpPr>
        <p:spPr>
          <a:xfrm>
            <a:off x="3013560" y="4251960"/>
            <a:ext cx="885240" cy="360"/>
          </a:xfrm>
          <a:custGeom>
            <a:avLst/>
            <a:gdLst/>
            <a:ahLst/>
            <a:rect l="l" t="t" r="r" b="b"/>
            <a:pathLst>
              <a:path w="21600" h="21600">
                <a:moveTo>
                  <a:pt x="0" y="0"/>
                </a:moveTo>
                <a:lnTo>
                  <a:pt x="21600" y="21600"/>
                </a:lnTo>
              </a:path>
            </a:pathLst>
          </a:custGeom>
          <a:noFill/>
          <a:ln w="28575">
            <a:solidFill>
              <a:srgbClr val="ffcb05"/>
            </a:solidFill>
            <a:round/>
            <a:tailEnd len="med" type="arrow" w="med"/>
          </a:ln>
        </p:spPr>
        <p:style>
          <a:lnRef idx="0"/>
          <a:fillRef idx="0"/>
          <a:effectRef idx="0"/>
          <a:fontRef idx="minor"/>
        </p:style>
      </p:sp>
      <p:sp>
        <p:nvSpPr>
          <p:cNvPr id="312" name="Text Box 41"/>
          <p:cNvSpPr/>
          <p:nvPr/>
        </p:nvSpPr>
        <p:spPr>
          <a:xfrm>
            <a:off x="11683080" y="3897720"/>
            <a:ext cx="2742120" cy="700200"/>
          </a:xfrm>
          <a:prstGeom prst="rect">
            <a:avLst/>
          </a:prstGeom>
          <a:solidFill>
            <a:schemeClr val="accent6">
              <a:alpha val="20000"/>
            </a:schemeClr>
          </a:solidFill>
          <a:ln w="9525">
            <a:noFill/>
          </a:ln>
        </p:spPr>
        <p:style>
          <a:lnRef idx="0"/>
          <a:fillRef idx="0"/>
          <a:effectRef idx="0"/>
          <a:fontRef idx="minor"/>
        </p:style>
        <p:txBody>
          <a:bodyPr lIns="90000" rIns="90000" tIns="45000" bIns="45000" anchor="t">
            <a:spAutoFit/>
          </a:bodyPr>
          <a:p>
            <a:pPr algn="ctr">
              <a:lnSpc>
                <a:spcPct val="100000"/>
              </a:lnSpc>
            </a:pPr>
            <a:r>
              <a:rPr b="0" lang="en-US" sz="2000" spc="-1" strike="noStrike">
                <a:solidFill>
                  <a:srgbClr val="00b2a9"/>
                </a:solidFill>
                <a:latin typeface="Arial"/>
              </a:rPr>
              <a:t>1 pair of dried hands, paper towel</a:t>
            </a:r>
            <a:endParaRPr b="0" lang="en-US" sz="2000" spc="-1" strike="noStrike">
              <a:latin typeface="Arial"/>
            </a:endParaRPr>
          </a:p>
        </p:txBody>
      </p:sp>
      <p:sp>
        <p:nvSpPr>
          <p:cNvPr id="313" name="Text Box 41"/>
          <p:cNvSpPr/>
          <p:nvPr/>
        </p:nvSpPr>
        <p:spPr>
          <a:xfrm>
            <a:off x="3899520" y="3744000"/>
            <a:ext cx="1964880" cy="1005120"/>
          </a:xfrm>
          <a:prstGeom prst="rect">
            <a:avLst/>
          </a:prstGeom>
          <a:solidFill>
            <a:schemeClr val="accent4">
              <a:alpha val="20000"/>
            </a:schemeClr>
          </a:solidFill>
          <a:ln w="9525">
            <a:noFill/>
          </a:ln>
        </p:spPr>
        <p:style>
          <a:lnRef idx="0"/>
          <a:fillRef idx="0"/>
          <a:effectRef idx="0"/>
          <a:fontRef idx="minor"/>
        </p:style>
        <p:txBody>
          <a:bodyPr lIns="90000" rIns="90000" tIns="45000" bIns="45000" anchor="t">
            <a:spAutoFit/>
          </a:bodyPr>
          <a:p>
            <a:pPr algn="ctr">
              <a:lnSpc>
                <a:spcPct val="100000"/>
              </a:lnSpc>
            </a:pPr>
            <a:r>
              <a:rPr b="0" lang="en-US" sz="2000" spc="-1" strike="noStrike">
                <a:solidFill>
                  <a:srgbClr val="00274c"/>
                </a:solidFill>
                <a:latin typeface="Arial"/>
              </a:rPr>
              <a:t>1/182500 plastic distributor</a:t>
            </a:r>
            <a:endParaRPr b="0" lang="en-US" sz="2000" spc="-1" strike="noStrike">
              <a:latin typeface="Arial"/>
            </a:endParaRPr>
          </a:p>
        </p:txBody>
      </p:sp>
      <p:sp>
        <p:nvSpPr>
          <p:cNvPr id="314" name="Text Box 41"/>
          <p:cNvSpPr/>
          <p:nvPr/>
        </p:nvSpPr>
        <p:spPr>
          <a:xfrm>
            <a:off x="3576960" y="1890000"/>
            <a:ext cx="2464200" cy="700200"/>
          </a:xfrm>
          <a:prstGeom prst="rect">
            <a:avLst/>
          </a:prstGeom>
          <a:solidFill>
            <a:schemeClr val="accent4">
              <a:alpha val="20000"/>
            </a:schemeClr>
          </a:solidFill>
          <a:ln w="9525">
            <a:noFill/>
          </a:ln>
        </p:spPr>
        <p:style>
          <a:lnRef idx="0"/>
          <a:fillRef idx="0"/>
          <a:effectRef idx="0"/>
          <a:fontRef idx="minor"/>
        </p:style>
        <p:txBody>
          <a:bodyPr lIns="90000" rIns="90000" tIns="45000" bIns="45000" anchor="t">
            <a:spAutoFit/>
          </a:bodyPr>
          <a:p>
            <a:pPr algn="ctr">
              <a:lnSpc>
                <a:spcPct val="100000"/>
              </a:lnSpc>
            </a:pPr>
            <a:r>
              <a:rPr b="0" lang="en-US" sz="2000" spc="-1" strike="noStrike">
                <a:solidFill>
                  <a:srgbClr val="00274c"/>
                </a:solidFill>
                <a:latin typeface="Arial"/>
              </a:rPr>
              <a:t>1.5 x 3.58 = 5.37 g</a:t>
            </a:r>
            <a:br/>
            <a:r>
              <a:rPr b="0" lang="en-US" sz="2000" spc="-1" strike="noStrike">
                <a:solidFill>
                  <a:srgbClr val="00274c"/>
                </a:solidFill>
                <a:latin typeface="Arial"/>
              </a:rPr>
              <a:t>paper towel</a:t>
            </a:r>
            <a:endParaRPr b="0" lang="en-US" sz="2000" spc="-1" strike="noStrike">
              <a:latin typeface="Arial"/>
            </a:endParaRPr>
          </a:p>
        </p:txBody>
      </p:sp>
      <p:sp>
        <p:nvSpPr>
          <p:cNvPr id="315" name="Elbow Connector 20"/>
          <p:cNvSpPr/>
          <p:nvPr/>
        </p:nvSpPr>
        <p:spPr>
          <a:xfrm>
            <a:off x="4781160" y="2610360"/>
            <a:ext cx="360" cy="1011240"/>
          </a:xfrm>
          <a:custGeom>
            <a:avLst/>
            <a:gdLst/>
            <a:ahLst/>
            <a:rect l="l" t="t" r="r" b="b"/>
            <a:pathLst>
              <a:path w="21600" h="21600">
                <a:moveTo>
                  <a:pt x="0" y="0"/>
                </a:moveTo>
                <a:lnTo>
                  <a:pt x="21600" y="21600"/>
                </a:lnTo>
              </a:path>
            </a:pathLst>
          </a:custGeom>
          <a:noFill/>
          <a:ln w="28575">
            <a:solidFill>
              <a:srgbClr val="ffcb05"/>
            </a:solidFill>
            <a:round/>
            <a:tailEnd len="med" type="arrow" w="med"/>
          </a:ln>
        </p:spPr>
        <p:style>
          <a:lnRef idx="0"/>
          <a:fillRef idx="0"/>
          <a:effectRef idx="0"/>
          <a:fontRef idx="minor"/>
        </p:style>
      </p:sp>
      <p:sp>
        <p:nvSpPr>
          <p:cNvPr id="316" name="Elbow Connector 14"/>
          <p:cNvSpPr/>
          <p:nvPr/>
        </p:nvSpPr>
        <p:spPr>
          <a:xfrm flipV="1">
            <a:off x="10799640" y="4251240"/>
            <a:ext cx="883080" cy="360"/>
          </a:xfrm>
          <a:custGeom>
            <a:avLst/>
            <a:gdLst/>
            <a:ahLst/>
            <a:rect l="l" t="t" r="r" b="b"/>
            <a:pathLst>
              <a:path w="21600" h="21600">
                <a:moveTo>
                  <a:pt x="0" y="0"/>
                </a:moveTo>
                <a:lnTo>
                  <a:pt x="21600" y="21600"/>
                </a:lnTo>
              </a:path>
            </a:pathLst>
          </a:custGeom>
          <a:noFill/>
          <a:ln w="28575">
            <a:solidFill>
              <a:srgbClr val="ffcb05"/>
            </a:solidFill>
            <a:round/>
            <a:tailEnd len="med" type="arrow" w="med"/>
          </a:ln>
        </p:spPr>
        <p:style>
          <a:lnRef idx="0"/>
          <a:fillRef idx="0"/>
          <a:effectRef idx="0"/>
          <a:fontRef idx="minor"/>
        </p:style>
      </p:sp>
      <p:sp>
        <p:nvSpPr>
          <p:cNvPr id="317" name="Elbow Connector 14"/>
          <p:cNvSpPr/>
          <p:nvPr/>
        </p:nvSpPr>
        <p:spPr>
          <a:xfrm>
            <a:off x="5960160" y="4251960"/>
            <a:ext cx="883080" cy="360"/>
          </a:xfrm>
          <a:custGeom>
            <a:avLst/>
            <a:gdLst/>
            <a:ahLst/>
            <a:rect l="l" t="t" r="r" b="b"/>
            <a:pathLst>
              <a:path w="21600" h="21600">
                <a:moveTo>
                  <a:pt x="0" y="0"/>
                </a:moveTo>
                <a:lnTo>
                  <a:pt x="21600" y="21600"/>
                </a:lnTo>
              </a:path>
            </a:pathLst>
          </a:custGeom>
          <a:noFill/>
          <a:ln w="28575">
            <a:solidFill>
              <a:srgbClr val="ffcb05"/>
            </a:solidFill>
            <a:round/>
            <a:tailEnd len="med" type="arrow" w="med"/>
          </a:ln>
        </p:spPr>
        <p:style>
          <a:lnRef idx="0"/>
          <a:fillRef idx="0"/>
          <a:effectRef idx="0"/>
          <a:fontRef idx="minor"/>
        </p:style>
      </p:sp>
      <p:sp>
        <p:nvSpPr>
          <p:cNvPr id="318" name="Text Box 41"/>
          <p:cNvSpPr/>
          <p:nvPr/>
        </p:nvSpPr>
        <p:spPr>
          <a:xfrm>
            <a:off x="11682360" y="5697720"/>
            <a:ext cx="2742840" cy="700200"/>
          </a:xfrm>
          <a:prstGeom prst="rect">
            <a:avLst/>
          </a:prstGeom>
          <a:solidFill>
            <a:schemeClr val="accent4">
              <a:alpha val="20000"/>
            </a:schemeClr>
          </a:solidFill>
          <a:ln w="9525">
            <a:noFill/>
          </a:ln>
        </p:spPr>
        <p:style>
          <a:lnRef idx="0"/>
          <a:fillRef idx="0"/>
          <a:effectRef idx="0"/>
          <a:fontRef idx="minor"/>
        </p:style>
        <p:txBody>
          <a:bodyPr lIns="90000" rIns="90000" tIns="45000" bIns="45000" anchor="t">
            <a:spAutoFit/>
          </a:bodyPr>
          <a:p>
            <a:pPr algn="ctr">
              <a:lnSpc>
                <a:spcPct val="100000"/>
              </a:lnSpc>
            </a:pPr>
            <a:r>
              <a:rPr b="0" lang="en-US" sz="2000" spc="-1" strike="noStrike">
                <a:solidFill>
                  <a:srgbClr val="00274c"/>
                </a:solidFill>
                <a:latin typeface="Arial"/>
              </a:rPr>
              <a:t>landfilled plastic</a:t>
            </a:r>
            <a:br/>
            <a:r>
              <a:rPr b="0" lang="en-US" sz="2000" spc="-1" strike="noStrike">
                <a:solidFill>
                  <a:srgbClr val="00274c"/>
                </a:solidFill>
                <a:latin typeface="Arial"/>
              </a:rPr>
              <a:t> distributor (0.0164 g)</a:t>
            </a:r>
            <a:endParaRPr b="0" lang="en-US" sz="2000" spc="-1" strike="noStrike">
              <a:latin typeface="Arial"/>
            </a:endParaRPr>
          </a:p>
        </p:txBody>
      </p:sp>
      <p:sp>
        <p:nvSpPr>
          <p:cNvPr id="319" name="Text Box 41"/>
          <p:cNvSpPr/>
          <p:nvPr/>
        </p:nvSpPr>
        <p:spPr>
          <a:xfrm>
            <a:off x="11682360" y="1992960"/>
            <a:ext cx="2742840" cy="700200"/>
          </a:xfrm>
          <a:prstGeom prst="rect">
            <a:avLst/>
          </a:prstGeom>
          <a:solidFill>
            <a:schemeClr val="accent4">
              <a:alpha val="20000"/>
            </a:schemeClr>
          </a:solidFill>
          <a:ln w="9525">
            <a:noFill/>
          </a:ln>
        </p:spPr>
        <p:style>
          <a:lnRef idx="0"/>
          <a:fillRef idx="0"/>
          <a:effectRef idx="0"/>
          <a:fontRef idx="minor"/>
        </p:style>
        <p:txBody>
          <a:bodyPr lIns="90000" rIns="90000" tIns="45000" bIns="45000" anchor="t">
            <a:spAutoFit/>
          </a:bodyPr>
          <a:p>
            <a:pPr algn="ctr">
              <a:lnSpc>
                <a:spcPct val="100000"/>
              </a:lnSpc>
            </a:pPr>
            <a:r>
              <a:rPr b="0" lang="en-US" sz="2000" spc="-1" strike="noStrike">
                <a:solidFill>
                  <a:srgbClr val="00274c"/>
                </a:solidFill>
                <a:latin typeface="Arial"/>
              </a:rPr>
              <a:t>Incinerated paper towel (5.37 g)</a:t>
            </a:r>
            <a:endParaRPr b="0" lang="en-US" sz="2000" spc="-1" strike="noStrike">
              <a:latin typeface="Arial"/>
            </a:endParaRPr>
          </a:p>
        </p:txBody>
      </p:sp>
      <p:sp>
        <p:nvSpPr>
          <p:cNvPr id="320" name="Elbow Connector 14"/>
          <p:cNvSpPr/>
          <p:nvPr/>
        </p:nvSpPr>
        <p:spPr>
          <a:xfrm flipH="1" flipV="1">
            <a:off x="13053240" y="2700720"/>
            <a:ext cx="360" cy="1196640"/>
          </a:xfrm>
          <a:custGeom>
            <a:avLst/>
            <a:gdLst/>
            <a:ahLst/>
            <a:rect l="l" t="t" r="r" b="b"/>
            <a:pathLst>
              <a:path w="21600" h="21600">
                <a:moveTo>
                  <a:pt x="0" y="0"/>
                </a:moveTo>
                <a:lnTo>
                  <a:pt x="21600" y="21600"/>
                </a:lnTo>
              </a:path>
            </a:pathLst>
          </a:custGeom>
          <a:noFill/>
          <a:ln w="28575">
            <a:solidFill>
              <a:srgbClr val="ffcb05"/>
            </a:solidFill>
            <a:round/>
            <a:tailEnd len="med" type="arrow" w="med"/>
          </a:ln>
        </p:spPr>
        <p:style>
          <a:lnRef idx="0"/>
          <a:fillRef idx="0"/>
          <a:effectRef idx="0"/>
          <a:fontRef idx="minor"/>
        </p:style>
      </p:sp>
      <p:sp>
        <p:nvSpPr>
          <p:cNvPr id="321" name="Elbow Connector 10"/>
          <p:cNvSpPr/>
          <p:nvPr/>
        </p:nvSpPr>
        <p:spPr>
          <a:xfrm flipH="1" rot="16200000">
            <a:off x="7635600" y="2005200"/>
            <a:ext cx="1291680" cy="6800040"/>
          </a:xfrm>
          <a:prstGeom prst="bentConnector2">
            <a:avLst/>
          </a:prstGeom>
          <a:noFill/>
          <a:ln w="28575">
            <a:solidFill>
              <a:srgbClr val="ffcb05"/>
            </a:solidFill>
            <a:round/>
            <a:tailEnd len="med" type="arrow" w="med"/>
          </a:ln>
        </p:spPr>
        <p:style>
          <a:lnRef idx="0"/>
          <a:fillRef idx="0"/>
          <a:effectRef idx="0"/>
          <a:fontRef idx="minor"/>
        </p:style>
      </p:sp>
      <p:pic>
        <p:nvPicPr>
          <p:cNvPr id="322" name="Picture 5" descr="seche-mainpapier"/>
          <p:cNvPicPr/>
          <p:nvPr/>
        </p:nvPicPr>
        <p:blipFill>
          <a:blip r:embed="rId1"/>
          <a:stretch/>
        </p:blipFill>
        <p:spPr>
          <a:xfrm>
            <a:off x="688680" y="1538280"/>
            <a:ext cx="1160640" cy="1160640"/>
          </a:xfrm>
          <a:prstGeom prst="rect">
            <a:avLst/>
          </a:prstGeom>
          <a:ln w="0">
            <a:noFill/>
          </a:ln>
        </p:spPr>
      </p:pic>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3" name="PlaceHolder 1"/>
          <p:cNvSpPr>
            <a:spLocks noGrp="1"/>
          </p:cNvSpPr>
          <p:nvPr>
            <p:ph type="title"/>
          </p:nvPr>
        </p:nvSpPr>
        <p:spPr>
          <a:xfrm>
            <a:off x="812880" y="279360"/>
            <a:ext cx="14631480" cy="870120"/>
          </a:xfrm>
          <a:prstGeom prst="rect">
            <a:avLst/>
          </a:prstGeom>
          <a:noFill/>
          <a:ln w="0">
            <a:noFill/>
          </a:ln>
        </p:spPr>
        <p:txBody>
          <a:bodyPr anchor="ctr">
            <a:noAutofit/>
          </a:bodyPr>
          <a:p>
            <a:pPr>
              <a:lnSpc>
                <a:spcPct val="100000"/>
              </a:lnSpc>
            </a:pPr>
            <a:r>
              <a:rPr b="0" lang="en-US" sz="3600" spc="-1" strike="noStrike">
                <a:solidFill>
                  <a:srgbClr val="00274c"/>
                </a:solidFill>
                <a:latin typeface="Arial"/>
              </a:rPr>
              <a:t>Process Tree: Hands drying  - air dryer: Activity answer key</a:t>
            </a:r>
            <a:endParaRPr b="0" lang="en-US" sz="3600" spc="-1" strike="noStrike">
              <a:solidFill>
                <a:srgbClr val="000000"/>
              </a:solidFill>
              <a:latin typeface="Arial"/>
            </a:endParaRPr>
          </a:p>
        </p:txBody>
      </p:sp>
      <p:sp>
        <p:nvSpPr>
          <p:cNvPr id="324" name="Text Box 41"/>
          <p:cNvSpPr/>
          <p:nvPr/>
        </p:nvSpPr>
        <p:spPr>
          <a:xfrm>
            <a:off x="11373120" y="4562280"/>
            <a:ext cx="2135520" cy="700200"/>
          </a:xfrm>
          <a:prstGeom prst="rect">
            <a:avLst/>
          </a:prstGeom>
          <a:solidFill>
            <a:schemeClr val="accent6">
              <a:alpha val="20000"/>
            </a:schemeClr>
          </a:solidFill>
          <a:ln w="9525">
            <a:noFill/>
          </a:ln>
        </p:spPr>
        <p:style>
          <a:lnRef idx="0"/>
          <a:fillRef idx="0"/>
          <a:effectRef idx="0"/>
          <a:fontRef idx="minor"/>
        </p:style>
        <p:txBody>
          <a:bodyPr lIns="90000" rIns="90000" tIns="45000" bIns="45000" anchor="t">
            <a:spAutoFit/>
          </a:bodyPr>
          <a:p>
            <a:pPr algn="ctr">
              <a:lnSpc>
                <a:spcPct val="100000"/>
              </a:lnSpc>
            </a:pPr>
            <a:r>
              <a:rPr b="0" lang="en-US" sz="2000" spc="-1" strike="noStrike">
                <a:solidFill>
                  <a:srgbClr val="00b2a9"/>
                </a:solidFill>
                <a:latin typeface="Arial"/>
              </a:rPr>
              <a:t>1 pair of dried hands, air dryer</a:t>
            </a:r>
            <a:endParaRPr b="0" lang="en-US" sz="2000" spc="-1" strike="noStrike">
              <a:latin typeface="Arial"/>
            </a:endParaRPr>
          </a:p>
        </p:txBody>
      </p:sp>
      <p:sp>
        <p:nvSpPr>
          <p:cNvPr id="325" name="Text Box 41"/>
          <p:cNvSpPr/>
          <p:nvPr/>
        </p:nvSpPr>
        <p:spPr>
          <a:xfrm>
            <a:off x="8836200" y="5722560"/>
            <a:ext cx="1920600" cy="700200"/>
          </a:xfrm>
          <a:prstGeom prst="rect">
            <a:avLst/>
          </a:prstGeom>
          <a:solidFill>
            <a:schemeClr val="accent4">
              <a:alpha val="20000"/>
            </a:schemeClr>
          </a:solidFill>
          <a:ln w="9525">
            <a:noFill/>
          </a:ln>
        </p:spPr>
        <p:style>
          <a:lnRef idx="0"/>
          <a:fillRef idx="0"/>
          <a:effectRef idx="0"/>
          <a:fontRef idx="minor"/>
        </p:style>
        <p:txBody>
          <a:bodyPr lIns="90000" rIns="90000" tIns="45000" bIns="45000" anchor="t">
            <a:spAutoFit/>
          </a:bodyPr>
          <a:p>
            <a:pPr algn="ctr">
              <a:lnSpc>
                <a:spcPct val="100000"/>
              </a:lnSpc>
            </a:pPr>
            <a:r>
              <a:rPr b="0" lang="en-US" sz="2000" spc="-1" strike="noStrike">
                <a:solidFill>
                  <a:srgbClr val="00274c"/>
                </a:solidFill>
                <a:latin typeface="Arial"/>
              </a:rPr>
              <a:t>Electricity</a:t>
            </a:r>
            <a:endParaRPr b="0" lang="en-US" sz="2000" spc="-1" strike="noStrike">
              <a:latin typeface="Arial"/>
            </a:endParaRPr>
          </a:p>
          <a:p>
            <a:pPr algn="ctr">
              <a:lnSpc>
                <a:spcPct val="100000"/>
              </a:lnSpc>
            </a:pPr>
            <a:r>
              <a:rPr b="0" lang="en-US" sz="2000" spc="-1" strike="noStrike">
                <a:solidFill>
                  <a:srgbClr val="00274c"/>
                </a:solidFill>
                <a:latin typeface="Arial"/>
              </a:rPr>
              <a:t>0.015 kWh</a:t>
            </a:r>
            <a:endParaRPr b="0" lang="en-US" sz="2000" spc="-1" strike="noStrike">
              <a:latin typeface="Arial"/>
            </a:endParaRPr>
          </a:p>
        </p:txBody>
      </p:sp>
      <p:sp>
        <p:nvSpPr>
          <p:cNvPr id="326" name="Elbow Connector 10"/>
          <p:cNvSpPr/>
          <p:nvPr/>
        </p:nvSpPr>
        <p:spPr>
          <a:xfrm flipV="1">
            <a:off x="10757160" y="5269320"/>
            <a:ext cx="1683720" cy="806040"/>
          </a:xfrm>
          <a:prstGeom prst="bentConnector2">
            <a:avLst/>
          </a:prstGeom>
          <a:noFill/>
          <a:ln w="28575">
            <a:solidFill>
              <a:srgbClr val="ffcb05"/>
            </a:solidFill>
            <a:round/>
            <a:tailEnd len="med" type="arrow" w="med"/>
          </a:ln>
        </p:spPr>
        <p:style>
          <a:lnRef idx="0"/>
          <a:fillRef idx="0"/>
          <a:effectRef idx="0"/>
          <a:fontRef idx="minor"/>
        </p:style>
      </p:sp>
      <p:sp>
        <p:nvSpPr>
          <p:cNvPr id="327" name="Text Box 41"/>
          <p:cNvSpPr/>
          <p:nvPr/>
        </p:nvSpPr>
        <p:spPr>
          <a:xfrm>
            <a:off x="335880" y="3465360"/>
            <a:ext cx="2552760" cy="1005120"/>
          </a:xfrm>
          <a:prstGeom prst="rect">
            <a:avLst/>
          </a:prstGeom>
          <a:solidFill>
            <a:schemeClr val="accent4">
              <a:alpha val="20000"/>
            </a:schemeClr>
          </a:solidFill>
          <a:ln w="9525">
            <a:noFill/>
          </a:ln>
        </p:spPr>
        <p:style>
          <a:lnRef idx="0"/>
          <a:fillRef idx="0"/>
          <a:effectRef idx="0"/>
          <a:fontRef idx="minor"/>
        </p:style>
        <p:txBody>
          <a:bodyPr lIns="90000" rIns="90000" tIns="45000" bIns="45000" anchor="t">
            <a:spAutoFit/>
          </a:bodyPr>
          <a:p>
            <a:pPr algn="ctr">
              <a:lnSpc>
                <a:spcPct val="100000"/>
              </a:lnSpc>
            </a:pPr>
            <a:r>
              <a:rPr b="0" lang="en-US" sz="2000" spc="-1" strike="noStrike">
                <a:solidFill>
                  <a:srgbClr val="00274c"/>
                </a:solidFill>
                <a:latin typeface="Arial"/>
              </a:rPr>
              <a:t>Cast iron</a:t>
            </a:r>
            <a:endParaRPr b="0" lang="en-US" sz="2000" spc="-1" strike="noStrike">
              <a:latin typeface="Arial"/>
            </a:endParaRPr>
          </a:p>
          <a:p>
            <a:pPr algn="ctr">
              <a:lnSpc>
                <a:spcPct val="100000"/>
              </a:lnSpc>
            </a:pPr>
            <a:r>
              <a:rPr b="0" lang="en-US" sz="2000" spc="-1" strike="noStrike">
                <a:solidFill>
                  <a:srgbClr val="00274c"/>
                </a:solidFill>
                <a:latin typeface="Arial"/>
              </a:rPr>
              <a:t>8 kg x 1000 / 365000 = 0.022 g </a:t>
            </a:r>
            <a:endParaRPr b="0" lang="en-US" sz="2000" spc="-1" strike="noStrike">
              <a:latin typeface="Arial"/>
            </a:endParaRPr>
          </a:p>
        </p:txBody>
      </p:sp>
      <p:sp>
        <p:nvSpPr>
          <p:cNvPr id="328" name="Text Box 41"/>
          <p:cNvSpPr/>
          <p:nvPr/>
        </p:nvSpPr>
        <p:spPr>
          <a:xfrm>
            <a:off x="333720" y="5279760"/>
            <a:ext cx="2552760" cy="1005120"/>
          </a:xfrm>
          <a:prstGeom prst="rect">
            <a:avLst/>
          </a:prstGeom>
          <a:solidFill>
            <a:schemeClr val="accent4">
              <a:alpha val="20000"/>
            </a:schemeClr>
          </a:solidFill>
          <a:ln w="9525">
            <a:noFill/>
          </a:ln>
        </p:spPr>
        <p:style>
          <a:lnRef idx="0"/>
          <a:fillRef idx="0"/>
          <a:effectRef idx="0"/>
          <a:fontRef idx="minor"/>
        </p:style>
        <p:txBody>
          <a:bodyPr lIns="90000" rIns="90000" tIns="45000" bIns="45000" anchor="t">
            <a:spAutoFit/>
          </a:bodyPr>
          <a:p>
            <a:pPr algn="ctr">
              <a:lnSpc>
                <a:spcPct val="100000"/>
              </a:lnSpc>
            </a:pPr>
            <a:r>
              <a:rPr b="0" lang="en-US" sz="2000" spc="-1" strike="noStrike">
                <a:solidFill>
                  <a:srgbClr val="00274c"/>
                </a:solidFill>
                <a:latin typeface="Arial"/>
              </a:rPr>
              <a:t>Steel</a:t>
            </a:r>
            <a:endParaRPr b="0" lang="en-US" sz="2000" spc="-1" strike="noStrike">
              <a:latin typeface="Arial"/>
            </a:endParaRPr>
          </a:p>
          <a:p>
            <a:pPr algn="ctr">
              <a:lnSpc>
                <a:spcPct val="100000"/>
              </a:lnSpc>
            </a:pPr>
            <a:r>
              <a:rPr b="0" lang="en-US" sz="2000" spc="-1" strike="noStrike">
                <a:solidFill>
                  <a:srgbClr val="00274c"/>
                </a:solidFill>
                <a:latin typeface="Arial"/>
              </a:rPr>
              <a:t>4 kg x 1000 / 365000 = 0.011 g</a:t>
            </a:r>
            <a:endParaRPr b="0" lang="en-US" sz="2000" spc="-1" strike="noStrike">
              <a:latin typeface="Arial"/>
            </a:endParaRPr>
          </a:p>
        </p:txBody>
      </p:sp>
      <p:sp>
        <p:nvSpPr>
          <p:cNvPr id="329" name="Elbow Connector 14"/>
          <p:cNvSpPr/>
          <p:nvPr/>
        </p:nvSpPr>
        <p:spPr>
          <a:xfrm flipV="1">
            <a:off x="2852280" y="5054400"/>
            <a:ext cx="1560960" cy="849240"/>
          </a:xfrm>
          <a:prstGeom prst="bentConnector3">
            <a:avLst>
              <a:gd name="adj1" fmla="val 50000"/>
            </a:avLst>
          </a:prstGeom>
          <a:noFill/>
          <a:ln w="28575">
            <a:solidFill>
              <a:srgbClr val="ffcb05"/>
            </a:solidFill>
            <a:round/>
            <a:tailEnd len="med" type="arrow" w="med"/>
          </a:ln>
        </p:spPr>
        <p:style>
          <a:lnRef idx="0"/>
          <a:fillRef idx="0"/>
          <a:effectRef idx="0"/>
          <a:fontRef idx="minor"/>
        </p:style>
      </p:sp>
      <p:sp>
        <p:nvSpPr>
          <p:cNvPr id="330" name="Elbow Connector 15"/>
          <p:cNvSpPr/>
          <p:nvPr/>
        </p:nvSpPr>
        <p:spPr>
          <a:xfrm>
            <a:off x="2889000" y="3973320"/>
            <a:ext cx="1523880" cy="785160"/>
          </a:xfrm>
          <a:prstGeom prst="bentConnector3">
            <a:avLst>
              <a:gd name="adj1" fmla="val 50000"/>
            </a:avLst>
          </a:prstGeom>
          <a:noFill/>
          <a:ln w="28575">
            <a:solidFill>
              <a:srgbClr val="ffcb05"/>
            </a:solidFill>
            <a:round/>
            <a:tailEnd len="med" type="arrow" w="med"/>
          </a:ln>
        </p:spPr>
        <p:style>
          <a:lnRef idx="0"/>
          <a:fillRef idx="0"/>
          <a:effectRef idx="0"/>
          <a:fontRef idx="minor"/>
        </p:style>
      </p:sp>
      <p:sp>
        <p:nvSpPr>
          <p:cNvPr id="331" name="Text Box 41"/>
          <p:cNvSpPr/>
          <p:nvPr/>
        </p:nvSpPr>
        <p:spPr>
          <a:xfrm>
            <a:off x="6966360" y="4408560"/>
            <a:ext cx="3819240" cy="1005120"/>
          </a:xfrm>
          <a:prstGeom prst="rect">
            <a:avLst/>
          </a:prstGeom>
          <a:solidFill>
            <a:schemeClr val="accent4">
              <a:alpha val="20000"/>
            </a:schemeClr>
          </a:solidFill>
          <a:ln w="9525">
            <a:noFill/>
          </a:ln>
        </p:spPr>
        <p:style>
          <a:lnRef idx="0"/>
          <a:fillRef idx="0"/>
          <a:effectRef idx="0"/>
          <a:fontRef idx="minor"/>
        </p:style>
        <p:txBody>
          <a:bodyPr lIns="90000" rIns="90000" tIns="45000" bIns="45000" anchor="t">
            <a:spAutoFit/>
          </a:bodyPr>
          <a:p>
            <a:pPr algn="ctr">
              <a:lnSpc>
                <a:spcPct val="100000"/>
              </a:lnSpc>
            </a:pPr>
            <a:r>
              <a:rPr b="0" lang="en-US" sz="2000" spc="-1" strike="noStrike">
                <a:solidFill>
                  <a:srgbClr val="00274c"/>
                </a:solidFill>
                <a:latin typeface="Arial"/>
              </a:rPr>
              <a:t>Transportation - Truck </a:t>
            </a:r>
            <a:br/>
            <a:r>
              <a:rPr b="0" lang="en-US" sz="2000" spc="-1" strike="noStrike">
                <a:solidFill>
                  <a:srgbClr val="00274c"/>
                </a:solidFill>
                <a:latin typeface="Arial"/>
              </a:rPr>
              <a:t>(0.022 g + 0.011 g) x 100 / 1000 = 0.0033 kg.km</a:t>
            </a:r>
            <a:endParaRPr b="0" lang="en-US" sz="2000" spc="-1" strike="noStrike">
              <a:latin typeface="Arial"/>
            </a:endParaRPr>
          </a:p>
        </p:txBody>
      </p:sp>
      <p:sp>
        <p:nvSpPr>
          <p:cNvPr id="332" name="Text Box 41"/>
          <p:cNvSpPr/>
          <p:nvPr/>
        </p:nvSpPr>
        <p:spPr>
          <a:xfrm>
            <a:off x="4413240" y="4572000"/>
            <a:ext cx="1920600" cy="700200"/>
          </a:xfrm>
          <a:prstGeom prst="rect">
            <a:avLst/>
          </a:prstGeom>
          <a:solidFill>
            <a:schemeClr val="accent4">
              <a:alpha val="20000"/>
            </a:schemeClr>
          </a:solidFill>
          <a:ln w="9525">
            <a:noFill/>
          </a:ln>
        </p:spPr>
        <p:style>
          <a:lnRef idx="0"/>
          <a:fillRef idx="0"/>
          <a:effectRef idx="0"/>
          <a:fontRef idx="minor"/>
        </p:style>
        <p:txBody>
          <a:bodyPr lIns="90000" rIns="90000" tIns="45000" bIns="45000" anchor="t">
            <a:spAutoFit/>
          </a:bodyPr>
          <a:p>
            <a:pPr algn="ctr">
              <a:lnSpc>
                <a:spcPct val="100000"/>
              </a:lnSpc>
            </a:pPr>
            <a:r>
              <a:rPr b="0" lang="en-US" sz="2000" spc="-1" strike="noStrike">
                <a:solidFill>
                  <a:srgbClr val="00274c"/>
                </a:solidFill>
                <a:latin typeface="Arial"/>
              </a:rPr>
              <a:t>1/365000 device</a:t>
            </a:r>
            <a:endParaRPr b="0" lang="en-US" sz="2000" spc="-1" strike="noStrike">
              <a:latin typeface="Arial"/>
            </a:endParaRPr>
          </a:p>
        </p:txBody>
      </p:sp>
      <p:sp>
        <p:nvSpPr>
          <p:cNvPr id="333" name="Elbow Connector 14"/>
          <p:cNvSpPr/>
          <p:nvPr/>
        </p:nvSpPr>
        <p:spPr>
          <a:xfrm>
            <a:off x="10761480" y="4919760"/>
            <a:ext cx="611280" cy="360"/>
          </a:xfrm>
          <a:custGeom>
            <a:avLst/>
            <a:gdLst/>
            <a:ahLst/>
            <a:rect l="l" t="t" r="r" b="b"/>
            <a:pathLst>
              <a:path w="21600" h="21600">
                <a:moveTo>
                  <a:pt x="0" y="0"/>
                </a:moveTo>
                <a:lnTo>
                  <a:pt x="21600" y="21600"/>
                </a:lnTo>
              </a:path>
            </a:pathLst>
          </a:custGeom>
          <a:noFill/>
          <a:ln w="28575">
            <a:solidFill>
              <a:srgbClr val="ffcb05"/>
            </a:solidFill>
            <a:round/>
            <a:tailEnd len="med" type="arrow" w="med"/>
          </a:ln>
        </p:spPr>
        <p:style>
          <a:lnRef idx="0"/>
          <a:fillRef idx="0"/>
          <a:effectRef idx="0"/>
          <a:fontRef idx="minor"/>
        </p:style>
      </p:sp>
      <p:sp>
        <p:nvSpPr>
          <p:cNvPr id="334" name="Elbow Connector 14"/>
          <p:cNvSpPr/>
          <p:nvPr/>
        </p:nvSpPr>
        <p:spPr>
          <a:xfrm flipV="1">
            <a:off x="6334200" y="4916160"/>
            <a:ext cx="631800" cy="9360"/>
          </a:xfrm>
          <a:custGeom>
            <a:avLst/>
            <a:gdLst/>
            <a:ahLst/>
            <a:rect l="l" t="t" r="r" b="b"/>
            <a:pathLst>
              <a:path w="21600" h="21600">
                <a:moveTo>
                  <a:pt x="0" y="0"/>
                </a:moveTo>
                <a:lnTo>
                  <a:pt x="21600" y="21600"/>
                </a:lnTo>
              </a:path>
            </a:pathLst>
          </a:custGeom>
          <a:noFill/>
          <a:ln w="28575">
            <a:solidFill>
              <a:srgbClr val="ffcb05"/>
            </a:solidFill>
            <a:round/>
            <a:tailEnd len="med" type="arrow" w="med"/>
          </a:ln>
        </p:spPr>
        <p:style>
          <a:lnRef idx="0"/>
          <a:fillRef idx="0"/>
          <a:effectRef idx="0"/>
          <a:fontRef idx="minor"/>
        </p:style>
      </p:sp>
      <p:sp>
        <p:nvSpPr>
          <p:cNvPr id="335" name="Text Box 41"/>
          <p:cNvSpPr/>
          <p:nvPr/>
        </p:nvSpPr>
        <p:spPr>
          <a:xfrm>
            <a:off x="11373120" y="2679120"/>
            <a:ext cx="2135520" cy="700200"/>
          </a:xfrm>
          <a:prstGeom prst="rect">
            <a:avLst/>
          </a:prstGeom>
          <a:solidFill>
            <a:schemeClr val="accent4">
              <a:alpha val="20000"/>
            </a:schemeClr>
          </a:solidFill>
          <a:ln w="9525">
            <a:noFill/>
          </a:ln>
        </p:spPr>
        <p:style>
          <a:lnRef idx="0"/>
          <a:fillRef idx="0"/>
          <a:effectRef idx="0"/>
          <a:fontRef idx="minor"/>
        </p:style>
        <p:txBody>
          <a:bodyPr lIns="90000" rIns="90000" tIns="45000" bIns="45000" anchor="t">
            <a:spAutoFit/>
          </a:bodyPr>
          <a:p>
            <a:pPr algn="ctr">
              <a:lnSpc>
                <a:spcPct val="100000"/>
              </a:lnSpc>
            </a:pPr>
            <a:r>
              <a:rPr b="0" lang="en-US" sz="2000" spc="-1" strike="noStrike">
                <a:solidFill>
                  <a:srgbClr val="00274c"/>
                </a:solidFill>
                <a:latin typeface="Arial"/>
              </a:rPr>
              <a:t>0.022 g cast iron to landfill </a:t>
            </a:r>
            <a:endParaRPr b="0" lang="en-US" sz="2000" spc="-1" strike="noStrike">
              <a:latin typeface="Arial"/>
            </a:endParaRPr>
          </a:p>
        </p:txBody>
      </p:sp>
      <p:sp>
        <p:nvSpPr>
          <p:cNvPr id="336" name="Elbow Connector 22"/>
          <p:cNvSpPr/>
          <p:nvPr/>
        </p:nvSpPr>
        <p:spPr>
          <a:xfrm flipH="1" flipV="1" rot="5400000">
            <a:off x="6276960" y="-1631160"/>
            <a:ext cx="432000" cy="9760320"/>
          </a:xfrm>
          <a:prstGeom prst="bentConnector2">
            <a:avLst/>
          </a:prstGeom>
          <a:noFill/>
          <a:ln w="28575">
            <a:solidFill>
              <a:srgbClr val="ffcb05"/>
            </a:solidFill>
            <a:round/>
            <a:tailEnd len="med" type="arrow" w="med"/>
          </a:ln>
        </p:spPr>
        <p:style>
          <a:lnRef idx="0"/>
          <a:fillRef idx="0"/>
          <a:effectRef idx="0"/>
          <a:fontRef idx="minor"/>
        </p:style>
      </p:sp>
      <p:sp>
        <p:nvSpPr>
          <p:cNvPr id="337" name="Text Box 41"/>
          <p:cNvSpPr/>
          <p:nvPr/>
        </p:nvSpPr>
        <p:spPr>
          <a:xfrm>
            <a:off x="11373120" y="6796800"/>
            <a:ext cx="2135520" cy="700200"/>
          </a:xfrm>
          <a:prstGeom prst="rect">
            <a:avLst/>
          </a:prstGeom>
          <a:solidFill>
            <a:schemeClr val="accent4">
              <a:alpha val="20000"/>
            </a:schemeClr>
          </a:solidFill>
          <a:ln w="9525">
            <a:noFill/>
          </a:ln>
        </p:spPr>
        <p:style>
          <a:lnRef idx="0"/>
          <a:fillRef idx="0"/>
          <a:effectRef idx="0"/>
          <a:fontRef idx="minor"/>
        </p:style>
        <p:txBody>
          <a:bodyPr lIns="90000" rIns="90000" tIns="45000" bIns="45000" anchor="t">
            <a:spAutoFit/>
          </a:bodyPr>
          <a:p>
            <a:pPr algn="ctr">
              <a:lnSpc>
                <a:spcPct val="100000"/>
              </a:lnSpc>
            </a:pPr>
            <a:r>
              <a:rPr b="0" lang="en-US" sz="2000" spc="-1" strike="noStrike">
                <a:solidFill>
                  <a:srgbClr val="00274c"/>
                </a:solidFill>
                <a:latin typeface="Arial"/>
              </a:rPr>
              <a:t>0.011 g steel</a:t>
            </a:r>
            <a:br/>
            <a:r>
              <a:rPr b="0" lang="en-US" sz="2000" spc="-1" strike="noStrike">
                <a:solidFill>
                  <a:srgbClr val="00274c"/>
                </a:solidFill>
                <a:latin typeface="Arial"/>
              </a:rPr>
              <a:t>to landfill </a:t>
            </a:r>
            <a:endParaRPr b="0" lang="en-US" sz="2000" spc="-1" strike="noStrike">
              <a:latin typeface="Arial"/>
            </a:endParaRPr>
          </a:p>
        </p:txBody>
      </p:sp>
      <p:sp>
        <p:nvSpPr>
          <p:cNvPr id="338" name="Elbow Connector 28"/>
          <p:cNvSpPr/>
          <p:nvPr/>
        </p:nvSpPr>
        <p:spPr>
          <a:xfrm flipH="1" rot="16200000">
            <a:off x="6063840" y="1841760"/>
            <a:ext cx="854640" cy="9762120"/>
          </a:xfrm>
          <a:prstGeom prst="bentConnector2">
            <a:avLst/>
          </a:prstGeom>
          <a:noFill/>
          <a:ln w="28575">
            <a:solidFill>
              <a:srgbClr val="ffcb05"/>
            </a:solidFill>
            <a:round/>
            <a:tailEnd len="med" type="arrow" w="med"/>
          </a:ln>
        </p:spPr>
        <p:style>
          <a:lnRef idx="0"/>
          <a:fillRef idx="0"/>
          <a:effectRef idx="0"/>
          <a:fontRef idx="minor"/>
        </p:style>
      </p:sp>
      <p:pic>
        <p:nvPicPr>
          <p:cNvPr id="339" name="Picture 4" descr="sèche-main"/>
          <p:cNvPicPr/>
          <p:nvPr/>
        </p:nvPicPr>
        <p:blipFill>
          <a:blip r:embed="rId1"/>
          <a:stretch/>
        </p:blipFill>
        <p:spPr>
          <a:xfrm>
            <a:off x="812880" y="1662120"/>
            <a:ext cx="1359360" cy="1118160"/>
          </a:xfrm>
          <a:prstGeom prst="rect">
            <a:avLst/>
          </a:prstGeom>
          <a:ln w="0">
            <a:noFill/>
          </a:ln>
        </p:spPr>
      </p:pic>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0" name="PlaceHolder 1"/>
          <p:cNvSpPr>
            <a:spLocks noGrp="1"/>
          </p:cNvSpPr>
          <p:nvPr>
            <p:ph type="sldNum"/>
          </p:nvPr>
        </p:nvSpPr>
        <p:spPr>
          <a:xfrm>
            <a:off x="0" y="0"/>
            <a:ext cx="0" cy="0"/>
          </a:xfrm>
          <a:prstGeom prst="rect">
            <a:avLst/>
          </a:prstGeom>
          <a:noFill/>
          <a:ln w="0">
            <a:noFill/>
          </a:ln>
        </p:spPr>
        <p:txBody>
          <a:bodyPr lIns="90000" rIns="90000" tIns="45000" bIns="45000" anchor="t">
            <a:noAutofit/>
          </a:bodyPr>
          <a:p>
            <a:pPr>
              <a:lnSpc>
                <a:spcPct val="100000"/>
              </a:lnSpc>
            </a:pPr>
            <a:fld id="{2D214C21-1B46-4146-B219-BBAF04CE8605}" type="slidenum">
              <a:rPr b="0" lang="en-US" sz="3200" spc="-1" strike="noStrike">
                <a:solidFill>
                  <a:srgbClr val="000000"/>
                </a:solidFill>
                <a:latin typeface="Arial"/>
              </a:rPr>
              <a:t>&lt;number&gt;</a:t>
            </a:fld>
            <a:endParaRPr b="0" lang="en-US" sz="3200" spc="-1" strike="noStrike">
              <a:latin typeface="Times New Roman"/>
            </a:endParaRPr>
          </a:p>
        </p:txBody>
      </p:sp>
      <p:sp>
        <p:nvSpPr>
          <p:cNvPr id="341" name="PlaceHolder 2"/>
          <p:cNvSpPr>
            <a:spLocks noGrp="1"/>
          </p:cNvSpPr>
          <p:nvPr>
            <p:ph type="title"/>
          </p:nvPr>
        </p:nvSpPr>
        <p:spPr>
          <a:xfrm>
            <a:off x="1050840" y="45360"/>
            <a:ext cx="15205680" cy="1176480"/>
          </a:xfrm>
          <a:prstGeom prst="rect">
            <a:avLst/>
          </a:prstGeom>
          <a:noFill/>
          <a:ln w="0">
            <a:noFill/>
          </a:ln>
        </p:spPr>
        <p:txBody>
          <a:bodyPr anchor="ctr">
            <a:noAutofit/>
          </a:bodyPr>
          <a:p>
            <a:pPr>
              <a:lnSpc>
                <a:spcPct val="100000"/>
              </a:lnSpc>
            </a:pPr>
            <a:r>
              <a:rPr b="0" lang="en-US" sz="3740" spc="-1" strike="noStrike">
                <a:solidFill>
                  <a:srgbClr val="00274c"/>
                </a:solidFill>
                <a:latin typeface="Arial"/>
              </a:rPr>
              <a:t>Activity 15 Part 2 Hand Dryers – Energy and CO2 balance</a:t>
            </a:r>
            <a:endParaRPr b="0" lang="en-US" sz="3740" spc="-1" strike="noStrike">
              <a:solidFill>
                <a:srgbClr val="000000"/>
              </a:solidFill>
              <a:latin typeface="Arial"/>
            </a:endParaRPr>
          </a:p>
        </p:txBody>
      </p:sp>
      <p:sp>
        <p:nvSpPr>
          <p:cNvPr id="342" name="PlaceHolder 3"/>
          <p:cNvSpPr>
            <a:spLocks noGrp="1"/>
          </p:cNvSpPr>
          <p:nvPr>
            <p:ph/>
          </p:nvPr>
        </p:nvSpPr>
        <p:spPr>
          <a:xfrm>
            <a:off x="585000" y="1202400"/>
            <a:ext cx="15032880" cy="6537960"/>
          </a:xfrm>
          <a:prstGeom prst="rect">
            <a:avLst/>
          </a:prstGeom>
          <a:noFill/>
          <a:ln w="0">
            <a:noFill/>
          </a:ln>
        </p:spPr>
        <p:txBody>
          <a:bodyPr anchor="t">
            <a:noAutofit/>
          </a:bodyPr>
          <a:p>
            <a:pPr>
              <a:lnSpc>
                <a:spcPct val="90000"/>
              </a:lnSpc>
              <a:spcBef>
                <a:spcPts val="1321"/>
              </a:spcBef>
              <a:tabLst>
                <a:tab algn="l" pos="0"/>
              </a:tabLst>
            </a:pPr>
            <a:r>
              <a:rPr b="0" lang="en-US" sz="2400" spc="-1" strike="noStrike">
                <a:solidFill>
                  <a:srgbClr val="00274c"/>
                </a:solidFill>
                <a:latin typeface="Arial"/>
              </a:rPr>
              <a:t>Given</a:t>
            </a:r>
            <a:endParaRPr b="0" lang="en-US" sz="2400" spc="-1" strike="noStrike">
              <a:solidFill>
                <a:srgbClr val="00274c"/>
              </a:solidFill>
              <a:latin typeface="Arial"/>
            </a:endParaRPr>
          </a:p>
          <a:p>
            <a:pPr marL="999000" indent="-366120">
              <a:lnSpc>
                <a:spcPct val="90000"/>
              </a:lnSpc>
              <a:spcBef>
                <a:spcPts val="1321"/>
              </a:spcBef>
              <a:tabLst>
                <a:tab algn="l" pos="0"/>
              </a:tabLst>
            </a:pPr>
            <a:r>
              <a:rPr b="0" lang="en-US" sz="2400" spc="-1" strike="noStrike">
                <a:solidFill>
                  <a:srgbClr val="000000"/>
                </a:solidFill>
                <a:latin typeface="Arial"/>
              </a:rPr>
              <a:t>The hand dryer scenarios discussed in previous exercise (see slide 2 to 5 above, including end of life (EOL) scenarios on slide 5)</a:t>
            </a:r>
            <a:endParaRPr b="0" lang="en-US" sz="2400" spc="-1" strike="noStrike">
              <a:solidFill>
                <a:srgbClr val="00274c"/>
              </a:solidFill>
              <a:latin typeface="Arial"/>
            </a:endParaRPr>
          </a:p>
          <a:p>
            <a:pPr marL="999000" indent="-366120">
              <a:lnSpc>
                <a:spcPct val="90000"/>
              </a:lnSpc>
              <a:spcBef>
                <a:spcPts val="1321"/>
              </a:spcBef>
              <a:tabLst>
                <a:tab algn="l" pos="0"/>
              </a:tabLst>
            </a:pPr>
            <a:r>
              <a:rPr b="0" lang="en-US" sz="2400" spc="-1" strike="noStrike">
                <a:solidFill>
                  <a:srgbClr val="000000"/>
                </a:solidFill>
                <a:latin typeface="Arial"/>
              </a:rPr>
              <a:t>The intermediary flows and the process tree from activity 3.3.2C on slides 6 and 7</a:t>
            </a:r>
            <a:endParaRPr b="0" lang="en-US" sz="2400" spc="-1" strike="noStrike">
              <a:solidFill>
                <a:srgbClr val="00274c"/>
              </a:solidFill>
              <a:latin typeface="Arial"/>
            </a:endParaRPr>
          </a:p>
          <a:p>
            <a:pPr marL="999000" indent="-366120">
              <a:lnSpc>
                <a:spcPct val="90000"/>
              </a:lnSpc>
              <a:spcBef>
                <a:spcPts val="1321"/>
              </a:spcBef>
              <a:tabLst>
                <a:tab algn="l" pos="0"/>
              </a:tabLst>
            </a:pPr>
            <a:r>
              <a:rPr b="0" lang="en-US" sz="2400" spc="-1" strike="noStrike">
                <a:solidFill>
                  <a:srgbClr val="000000"/>
                </a:solidFill>
                <a:latin typeface="Arial"/>
              </a:rPr>
              <a:t>The energy use and emissions factor of database processes on slide 9</a:t>
            </a:r>
            <a:endParaRPr b="0" lang="en-US" sz="2400" spc="-1" strike="noStrike">
              <a:solidFill>
                <a:srgbClr val="00274c"/>
              </a:solidFill>
              <a:latin typeface="Arial"/>
            </a:endParaRPr>
          </a:p>
          <a:p>
            <a:pPr>
              <a:lnSpc>
                <a:spcPct val="90000"/>
              </a:lnSpc>
              <a:spcBef>
                <a:spcPts val="1321"/>
              </a:spcBef>
              <a:buClr>
                <a:srgbClr val="00274c"/>
              </a:buClr>
              <a:buFont typeface="Arial"/>
              <a:buAutoNum type="arabicPeriod"/>
              <a:tabLst>
                <a:tab algn="l" pos="0"/>
              </a:tabLst>
            </a:pPr>
            <a:r>
              <a:rPr b="0" lang="en-US" sz="2400" spc="-1" strike="noStrike">
                <a:solidFill>
                  <a:srgbClr val="00274c"/>
                </a:solidFill>
                <a:latin typeface="Arial"/>
              </a:rPr>
              <a:t>Find in the ecoinvent database - file EHS672_Activity 3.3.2 Ecoinvent Energy and CO2 data 1a.xlsx the primary energy and CO</a:t>
            </a:r>
            <a:r>
              <a:rPr b="0" lang="en-US" sz="2400" spc="-1" strike="noStrike" baseline="-25000">
                <a:solidFill>
                  <a:srgbClr val="00274c"/>
                </a:solidFill>
                <a:latin typeface="Arial"/>
              </a:rPr>
              <a:t>2</a:t>
            </a:r>
            <a:r>
              <a:rPr b="0" lang="en-US" sz="2400" spc="-1" strike="noStrike">
                <a:solidFill>
                  <a:srgbClr val="00274c"/>
                </a:solidFill>
                <a:latin typeface="Arial"/>
              </a:rPr>
              <a:t> for the two transport processes defined in the table of slide 4 (lorry 3.5-7.5t, EURO4, and , lorry &gt;32t, EURO3) as well as disposal of Polypropylene (PP).</a:t>
            </a:r>
            <a:endParaRPr b="0" lang="en-US" sz="2400" spc="-1" strike="noStrike">
              <a:solidFill>
                <a:srgbClr val="00274c"/>
              </a:solidFill>
              <a:latin typeface="Arial"/>
            </a:endParaRPr>
          </a:p>
          <a:p>
            <a:pPr>
              <a:lnSpc>
                <a:spcPct val="90000"/>
              </a:lnSpc>
              <a:spcBef>
                <a:spcPts val="1321"/>
              </a:spcBef>
              <a:buClr>
                <a:srgbClr val="00274c"/>
              </a:buClr>
              <a:buFont typeface="Arial"/>
              <a:buAutoNum type="arabicPeriod"/>
              <a:tabLst>
                <a:tab algn="l" pos="0"/>
              </a:tabLst>
            </a:pPr>
            <a:r>
              <a:rPr b="0" lang="en-US" sz="2400" spc="-1" strike="noStrike">
                <a:solidFill>
                  <a:srgbClr val="00274c"/>
                </a:solidFill>
                <a:latin typeface="Arial"/>
              </a:rPr>
              <a:t>Estimate the energy used and CO</a:t>
            </a:r>
            <a:r>
              <a:rPr b="0" lang="en-US" sz="2400" spc="-1" strike="noStrike" baseline="-25000">
                <a:solidFill>
                  <a:srgbClr val="00274c"/>
                </a:solidFill>
                <a:latin typeface="Arial"/>
              </a:rPr>
              <a:t>2</a:t>
            </a:r>
            <a:r>
              <a:rPr b="0" lang="en-US" sz="2400" spc="-1" strike="noStrike">
                <a:solidFill>
                  <a:srgbClr val="00274c"/>
                </a:solidFill>
                <a:latin typeface="Arial"/>
              </a:rPr>
              <a:t> emissions due to the two different hand drying scenarios, by completing the excel template “EHS672_Activity_3.3.3_Energy and CO2 balance Hands drying template 1a.xlsx”.</a:t>
            </a:r>
            <a:endParaRPr b="0" lang="en-US" sz="2400" spc="-1" strike="noStrike">
              <a:solidFill>
                <a:srgbClr val="00274c"/>
              </a:solidFill>
              <a:latin typeface="Arial"/>
            </a:endParaRPr>
          </a:p>
          <a:p>
            <a:pPr>
              <a:lnSpc>
                <a:spcPct val="90000"/>
              </a:lnSpc>
              <a:spcBef>
                <a:spcPts val="1321"/>
              </a:spcBef>
              <a:buClr>
                <a:srgbClr val="00274c"/>
              </a:buClr>
              <a:buFont typeface="Arial"/>
              <a:buAutoNum type="arabicPeriod"/>
              <a:tabLst>
                <a:tab algn="l" pos="0"/>
              </a:tabLst>
            </a:pPr>
            <a:r>
              <a:rPr b="0" lang="en-US" sz="2400" spc="-1" strike="noStrike">
                <a:solidFill>
                  <a:srgbClr val="00274c"/>
                </a:solidFill>
                <a:latin typeface="Arial"/>
              </a:rPr>
              <a:t>Briefly discuss the results, identifying for each scenario the dominant contributions and ranking between the two scenarios, filling in your answer in cells B39-B41 of the excel sheet.</a:t>
            </a:r>
            <a:endParaRPr b="0" lang="en-US" sz="2400" spc="-1" strike="noStrike">
              <a:solidFill>
                <a:srgbClr val="00274c"/>
              </a:solidFill>
              <a:latin typeface="Arial"/>
            </a:endParaRPr>
          </a:p>
          <a:p>
            <a:pPr>
              <a:lnSpc>
                <a:spcPct val="90000"/>
              </a:lnSpc>
              <a:spcBef>
                <a:spcPts val="1321"/>
              </a:spcBef>
              <a:buClr>
                <a:srgbClr val="00274c"/>
              </a:buClr>
              <a:buFont typeface="Arial"/>
              <a:buAutoNum type="arabicPeriod"/>
              <a:tabLst>
                <a:tab algn="l" pos="0"/>
              </a:tabLst>
            </a:pPr>
            <a:r>
              <a:rPr b="0" lang="en-US" sz="2400" spc="-1" strike="noStrike">
                <a:solidFill>
                  <a:srgbClr val="00274c"/>
                </a:solidFill>
                <a:latin typeface="Arial"/>
              </a:rPr>
              <a:t>Discuss in cell B42 whether the ratios gCO2/MJ in column J make sense, and what you learn from them</a:t>
            </a:r>
            <a:endParaRPr b="0" lang="en-US" sz="2400" spc="-1" strike="noStrike">
              <a:solidFill>
                <a:srgbClr val="00274c"/>
              </a:solidFill>
              <a:latin typeface="Arial"/>
            </a:endParaRPr>
          </a:p>
          <a:p>
            <a:pPr>
              <a:lnSpc>
                <a:spcPct val="90000"/>
              </a:lnSpc>
              <a:spcBef>
                <a:spcPts val="1321"/>
              </a:spcBef>
              <a:buClr>
                <a:srgbClr val="00274c"/>
              </a:buClr>
              <a:buFont typeface="Arial"/>
              <a:buAutoNum type="arabicPeriod"/>
              <a:tabLst>
                <a:tab algn="l" pos="0"/>
              </a:tabLst>
            </a:pPr>
            <a:r>
              <a:rPr b="0" lang="en-US" sz="2400" spc="-1" strike="noStrike">
                <a:solidFill>
                  <a:srgbClr val="00274c"/>
                </a:solidFill>
                <a:latin typeface="Arial"/>
              </a:rPr>
              <a:t> </a:t>
            </a:r>
            <a:r>
              <a:rPr b="0" lang="en-US" sz="2400" spc="-1" strike="noStrike">
                <a:solidFill>
                  <a:srgbClr val="00274c"/>
                </a:solidFill>
                <a:latin typeface="Arial"/>
              </a:rPr>
              <a:t>(a bit more difficult) Try to complete cell B18 to calculate for the hand scenario the reduction in primary energy and CO2 obtained by incinerating the hand towel (18 MJ/kg, of which 25% is recovered as useful electricity - </a:t>
            </a:r>
            <a:r>
              <a:rPr b="0" i="1" lang="en-US" sz="2400" spc="-1" strike="noStrike">
                <a:solidFill>
                  <a:srgbClr val="00274c"/>
                </a:solidFill>
                <a:latin typeface="Arial"/>
              </a:rPr>
              <a:t>hint convert this to kWh</a:t>
            </a:r>
            <a:r>
              <a:rPr b="0" lang="en-US" sz="2400" spc="-1" strike="noStrike">
                <a:solidFill>
                  <a:srgbClr val="00274c"/>
                </a:solidFill>
                <a:latin typeface="Arial"/>
              </a:rPr>
              <a:t>) via heat recovery and production of electricity, which substitute US electricity mix. Discuss in cell B43 the importance of this heat recovery and electricity substitution compared to the primary energy consumed and CO2 emitted per FU.</a:t>
            </a:r>
            <a:endParaRPr b="0" lang="en-US" sz="2400" spc="-1" strike="noStrike">
              <a:solidFill>
                <a:srgbClr val="00274c"/>
              </a:solidFill>
              <a:latin typeface="Arial"/>
            </a:endParaRPr>
          </a:p>
          <a:p>
            <a:pPr>
              <a:lnSpc>
                <a:spcPct val="90000"/>
              </a:lnSpc>
              <a:spcBef>
                <a:spcPts val="1321"/>
              </a:spcBef>
              <a:tabLst>
                <a:tab algn="l" pos="0"/>
              </a:tabLst>
            </a:pPr>
            <a:r>
              <a:rPr b="0" lang="en-US" sz="2400" spc="-1" strike="noStrike">
                <a:solidFill>
                  <a:srgbClr val="00274c"/>
                </a:solidFill>
                <a:latin typeface="Arial"/>
              </a:rPr>
              <a:t>Upload your excel file under EHS672_Activity_3.3.3 part 2.</a:t>
            </a:r>
            <a:endParaRPr b="0" lang="en-US" sz="2400" spc="-1" strike="noStrike">
              <a:solidFill>
                <a:srgbClr val="00274c"/>
              </a:solidFill>
              <a:latin typeface="Arial"/>
            </a:endParaRPr>
          </a:p>
        </p:txBody>
      </p:sp>
      <p:pic>
        <p:nvPicPr>
          <p:cNvPr id="343" name="Picture 4" descr="sèche-main"/>
          <p:cNvPicPr/>
          <p:nvPr/>
        </p:nvPicPr>
        <p:blipFill>
          <a:blip r:embed="rId1"/>
          <a:stretch/>
        </p:blipFill>
        <p:spPr>
          <a:xfrm>
            <a:off x="14258520" y="2346120"/>
            <a:ext cx="1359360" cy="1118160"/>
          </a:xfrm>
          <a:prstGeom prst="rect">
            <a:avLst/>
          </a:prstGeom>
          <a:ln w="0">
            <a:noFill/>
          </a:ln>
        </p:spPr>
      </p:pic>
      <p:pic>
        <p:nvPicPr>
          <p:cNvPr id="344" name="Picture 5" descr="seche-mainpapier"/>
          <p:cNvPicPr/>
          <p:nvPr/>
        </p:nvPicPr>
        <p:blipFill>
          <a:blip r:embed="rId2"/>
          <a:stretch/>
        </p:blipFill>
        <p:spPr>
          <a:xfrm>
            <a:off x="12807720" y="2303640"/>
            <a:ext cx="1160640" cy="1160640"/>
          </a:xfrm>
          <a:prstGeom prst="rect">
            <a:avLst/>
          </a:prstGeom>
          <a:ln w="0">
            <a:noFill/>
          </a:ln>
        </p:spPr>
      </p:pic>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5" name="PlaceHolder 1"/>
          <p:cNvSpPr>
            <a:spLocks noGrp="1"/>
          </p:cNvSpPr>
          <p:nvPr>
            <p:ph type="sldNum"/>
          </p:nvPr>
        </p:nvSpPr>
        <p:spPr>
          <a:xfrm>
            <a:off x="0" y="0"/>
            <a:ext cx="0" cy="0"/>
          </a:xfrm>
          <a:prstGeom prst="rect">
            <a:avLst/>
          </a:prstGeom>
          <a:noFill/>
          <a:ln w="0">
            <a:noFill/>
          </a:ln>
        </p:spPr>
        <p:txBody>
          <a:bodyPr lIns="90000" rIns="90000" tIns="45000" bIns="45000" anchor="t">
            <a:noAutofit/>
          </a:bodyPr>
          <a:p>
            <a:pPr>
              <a:lnSpc>
                <a:spcPct val="100000"/>
              </a:lnSpc>
            </a:pPr>
            <a:fld id="{90249F1B-0B75-4D9A-B1F7-FC20F5F9F8B2}" type="slidenum">
              <a:rPr b="0" lang="en-US" sz="3200" spc="-1" strike="noStrike">
                <a:solidFill>
                  <a:srgbClr val="000000"/>
                </a:solidFill>
                <a:latin typeface="Arial"/>
              </a:rPr>
              <a:t>&lt;number&gt;</a:t>
            </a:fld>
            <a:endParaRPr b="0" lang="en-US" sz="3200" spc="-1" strike="noStrike">
              <a:latin typeface="Times New Roman"/>
            </a:endParaRPr>
          </a:p>
        </p:txBody>
      </p:sp>
      <p:sp>
        <p:nvSpPr>
          <p:cNvPr id="346" name="PlaceHolder 2"/>
          <p:cNvSpPr>
            <a:spLocks noGrp="1"/>
          </p:cNvSpPr>
          <p:nvPr>
            <p:ph type="title"/>
          </p:nvPr>
        </p:nvSpPr>
        <p:spPr>
          <a:xfrm>
            <a:off x="0" y="347040"/>
            <a:ext cx="16251480" cy="812520"/>
          </a:xfrm>
          <a:prstGeom prst="rect">
            <a:avLst/>
          </a:prstGeom>
          <a:noFill/>
          <a:ln w="0">
            <a:noFill/>
          </a:ln>
        </p:spPr>
        <p:txBody>
          <a:bodyPr anchor="ctr">
            <a:noAutofit/>
          </a:bodyPr>
          <a:p>
            <a:pPr>
              <a:lnSpc>
                <a:spcPct val="100000"/>
              </a:lnSpc>
            </a:pPr>
            <a:r>
              <a:rPr b="0" lang="en-US" sz="4270" spc="-1" strike="noStrike">
                <a:solidFill>
                  <a:srgbClr val="00274c"/>
                </a:solidFill>
                <a:latin typeface="Arial"/>
              </a:rPr>
              <a:t>IN CLASS EXERCISE: Hand dryers – Energy and CO2 data</a:t>
            </a:r>
            <a:endParaRPr b="0" lang="en-US" sz="4270" spc="-1" strike="noStrike">
              <a:solidFill>
                <a:srgbClr val="000000"/>
              </a:solidFill>
              <a:latin typeface="Arial"/>
            </a:endParaRPr>
          </a:p>
        </p:txBody>
      </p:sp>
      <p:graphicFrame>
        <p:nvGraphicFramePr>
          <p:cNvPr id="347" name="Group 69"/>
          <p:cNvGraphicFramePr/>
          <p:nvPr/>
        </p:nvGraphicFramePr>
        <p:xfrm>
          <a:off x="165600" y="1485720"/>
          <a:ext cx="15920280" cy="7105320"/>
        </p:xfrm>
        <a:graphic>
          <a:graphicData uri="http://schemas.openxmlformats.org/drawingml/2006/table">
            <a:tbl>
              <a:tblPr/>
              <a:tblGrid>
                <a:gridCol w="3082320"/>
                <a:gridCol w="1623960"/>
                <a:gridCol w="6767640"/>
                <a:gridCol w="4446360"/>
              </a:tblGrid>
              <a:tr h="892800">
                <a:tc>
                  <a:txBody>
                    <a:bodyPr lIns="121680" rIns="121680" tIns="60840" bIns="60840" anchor="ctr">
                      <a:noAutofit/>
                    </a:bodyPr>
                    <a:p>
                      <a:pPr algn="ctr">
                        <a:lnSpc>
                          <a:spcPct val="100000"/>
                        </a:lnSpc>
                        <a:spcBef>
                          <a:spcPts val="479"/>
                        </a:spcBef>
                        <a:tabLst>
                          <a:tab algn="l" pos="0"/>
                        </a:tabLst>
                      </a:pPr>
                      <a:r>
                        <a:rPr b="1" lang="en-US" sz="2400" spc="-1" strike="noStrike">
                          <a:solidFill>
                            <a:srgbClr val="01035b"/>
                          </a:solidFill>
                          <a:latin typeface="Arial"/>
                        </a:rPr>
                        <a:t>Database process</a:t>
                      </a:r>
                      <a:endParaRPr b="0" lang="en-US" sz="2400" spc="-1" strike="noStrike">
                        <a:latin typeface="Arial"/>
                      </a:endParaRPr>
                    </a:p>
                  </a:txBody>
                  <a:tcPr anchor="ctr" marL="121680" marR="121680">
                    <a:lnL w="38160">
                      <a:solidFill>
                        <a:srgbClr val="000000"/>
                      </a:solidFill>
                    </a:lnL>
                    <a:lnR w="38160">
                      <a:solidFill>
                        <a:srgbClr val="000000"/>
                      </a:solidFill>
                    </a:lnR>
                    <a:lnT w="38160">
                      <a:solidFill>
                        <a:srgbClr val="000000"/>
                      </a:solidFill>
                    </a:lnT>
                    <a:lnB w="38160">
                      <a:solidFill>
                        <a:srgbClr val="000000"/>
                      </a:solidFill>
                    </a:lnB>
                    <a:noFill/>
                  </a:tcPr>
                </a:tc>
                <a:tc>
                  <a:txBody>
                    <a:bodyPr lIns="121680" rIns="121680" tIns="60840" bIns="60840" anchor="ctr">
                      <a:noAutofit/>
                    </a:bodyPr>
                    <a:p>
                      <a:pPr algn="ctr">
                        <a:lnSpc>
                          <a:spcPct val="100000"/>
                        </a:lnSpc>
                        <a:spcBef>
                          <a:spcPts val="479"/>
                        </a:spcBef>
                        <a:tabLst>
                          <a:tab algn="l" pos="0"/>
                        </a:tabLst>
                      </a:pPr>
                      <a:r>
                        <a:rPr b="1" lang="en-US" sz="2400" spc="-1" strike="noStrike">
                          <a:solidFill>
                            <a:srgbClr val="01035b"/>
                          </a:solidFill>
                          <a:latin typeface="Arial"/>
                        </a:rPr>
                        <a:t>Unit</a:t>
                      </a:r>
                      <a:endParaRPr b="0" lang="en-US" sz="2400" spc="-1" strike="noStrike">
                        <a:latin typeface="Arial"/>
                      </a:endParaRPr>
                    </a:p>
                  </a:txBody>
                  <a:tcPr anchor="ctr" marL="121680" marR="121680">
                    <a:lnL w="38160">
                      <a:solidFill>
                        <a:srgbClr val="000000"/>
                      </a:solidFill>
                    </a:lnL>
                    <a:lnR w="12240">
                      <a:solidFill>
                        <a:srgbClr val="000000"/>
                      </a:solidFill>
                    </a:lnR>
                    <a:lnT w="38160">
                      <a:solidFill>
                        <a:srgbClr val="000000"/>
                      </a:solidFill>
                    </a:lnT>
                    <a:lnB w="38160">
                      <a:solidFill>
                        <a:srgbClr val="000000"/>
                      </a:solidFill>
                    </a:lnB>
                    <a:noFill/>
                  </a:tcPr>
                </a:tc>
                <a:tc>
                  <a:txBody>
                    <a:bodyPr lIns="121680" rIns="121680" tIns="60840" bIns="60840" anchor="ctr">
                      <a:noAutofit/>
                    </a:bodyPr>
                    <a:p>
                      <a:pPr algn="ctr">
                        <a:lnSpc>
                          <a:spcPct val="100000"/>
                        </a:lnSpc>
                        <a:spcBef>
                          <a:spcPts val="479"/>
                        </a:spcBef>
                        <a:tabLst>
                          <a:tab algn="l" pos="0"/>
                        </a:tabLst>
                      </a:pPr>
                      <a:r>
                        <a:rPr b="1" lang="en-US" sz="2400" spc="-1" strike="noStrike">
                          <a:solidFill>
                            <a:srgbClr val="01035b"/>
                          </a:solidFill>
                          <a:latin typeface="Arial"/>
                        </a:rPr>
                        <a:t>Energy [MJ/unit]</a:t>
                      </a:r>
                      <a:endParaRPr b="0" lang="en-US" sz="2400" spc="-1" strike="noStrike">
                        <a:latin typeface="Arial"/>
                      </a:endParaRPr>
                    </a:p>
                  </a:txBody>
                  <a:tcPr anchor="ctr" marL="121680" marR="121680">
                    <a:lnL w="12240">
                      <a:solidFill>
                        <a:srgbClr val="000000"/>
                      </a:solidFill>
                    </a:lnL>
                    <a:lnR w="12240">
                      <a:solidFill>
                        <a:srgbClr val="000000"/>
                      </a:solidFill>
                    </a:lnR>
                    <a:lnT w="38160">
                      <a:solidFill>
                        <a:srgbClr val="000000"/>
                      </a:solidFill>
                    </a:lnT>
                    <a:lnB w="38160">
                      <a:solidFill>
                        <a:srgbClr val="000000"/>
                      </a:solidFill>
                    </a:lnB>
                    <a:noFill/>
                  </a:tcPr>
                </a:tc>
                <a:tc>
                  <a:txBody>
                    <a:bodyPr lIns="121680" rIns="121680" tIns="60840" bIns="60840" anchor="ctr">
                      <a:noAutofit/>
                    </a:bodyPr>
                    <a:p>
                      <a:pPr algn="ctr">
                        <a:lnSpc>
                          <a:spcPct val="100000"/>
                        </a:lnSpc>
                        <a:spcBef>
                          <a:spcPts val="479"/>
                        </a:spcBef>
                        <a:tabLst>
                          <a:tab algn="l" pos="0"/>
                        </a:tabLst>
                      </a:pPr>
                      <a:r>
                        <a:rPr b="1" lang="en-US" sz="2400" spc="-1" strike="noStrike">
                          <a:solidFill>
                            <a:srgbClr val="01035b"/>
                          </a:solidFill>
                          <a:latin typeface="Arial"/>
                        </a:rPr>
                        <a:t>CO2 [kg</a:t>
                      </a:r>
                      <a:r>
                        <a:rPr b="1" lang="en-US" sz="2400" spc="-1" strike="noStrike" baseline="-25000">
                          <a:solidFill>
                            <a:srgbClr val="01035b"/>
                          </a:solidFill>
                          <a:latin typeface="Arial"/>
                        </a:rPr>
                        <a:t>CO2</a:t>
                      </a:r>
                      <a:r>
                        <a:rPr b="1" lang="en-US" sz="2400" spc="-1" strike="noStrike">
                          <a:solidFill>
                            <a:srgbClr val="01035b"/>
                          </a:solidFill>
                          <a:latin typeface="Arial"/>
                        </a:rPr>
                        <a:t>/unit]</a:t>
                      </a:r>
                      <a:endParaRPr b="0" lang="en-US" sz="2400" spc="-1" strike="noStrike">
                        <a:latin typeface="Arial"/>
                      </a:endParaRPr>
                    </a:p>
                  </a:txBody>
                  <a:tcPr anchor="ctr" marL="121680" marR="121680">
                    <a:lnL w="12240">
                      <a:solidFill>
                        <a:srgbClr val="000000"/>
                      </a:solidFill>
                    </a:lnL>
                    <a:lnR w="38160">
                      <a:solidFill>
                        <a:srgbClr val="000000"/>
                      </a:solidFill>
                    </a:lnR>
                    <a:lnT w="38160">
                      <a:solidFill>
                        <a:srgbClr val="000000"/>
                      </a:solidFill>
                    </a:lnT>
                    <a:lnB w="38160">
                      <a:solidFill>
                        <a:srgbClr val="000000"/>
                      </a:solidFill>
                    </a:lnB>
                    <a:noFill/>
                  </a:tcPr>
                </a:tc>
              </a:tr>
              <a:tr h="510120">
                <a:tc>
                  <a:txBody>
                    <a:bodyPr lIns="121680" rIns="121680" tIns="60840" bIns="60840" anchor="t">
                      <a:noAutofit/>
                    </a:bodyPr>
                    <a:p>
                      <a:pPr>
                        <a:lnSpc>
                          <a:spcPct val="100000"/>
                        </a:lnSpc>
                        <a:spcBef>
                          <a:spcPts val="479"/>
                        </a:spcBef>
                        <a:tabLst>
                          <a:tab algn="l" pos="0"/>
                        </a:tabLst>
                      </a:pPr>
                      <a:r>
                        <a:rPr b="1" lang="en-US" sz="2400" spc="-1" strike="noStrike">
                          <a:solidFill>
                            <a:srgbClr val="01035b"/>
                          </a:solidFill>
                          <a:latin typeface="Arial"/>
                        </a:rPr>
                        <a:t>Electricity mix</a:t>
                      </a:r>
                      <a:endParaRPr b="0" lang="en-US" sz="2400" spc="-1" strike="noStrike">
                        <a:latin typeface="Arial"/>
                      </a:endParaRPr>
                    </a:p>
                  </a:txBody>
                  <a:tcPr anchor="t" marL="121680" marR="121680">
                    <a:lnL w="38160">
                      <a:solidFill>
                        <a:srgbClr val="000000"/>
                      </a:solidFill>
                    </a:lnL>
                    <a:lnR w="38160">
                      <a:solidFill>
                        <a:srgbClr val="000000"/>
                      </a:solidFill>
                    </a:lnR>
                    <a:lnT w="38160">
                      <a:solidFill>
                        <a:srgbClr val="000000"/>
                      </a:solidFill>
                    </a:lnT>
                    <a:lnB w="12240">
                      <a:solidFill>
                        <a:srgbClr val="000000"/>
                      </a:solidFill>
                    </a:lnB>
                    <a:noFill/>
                  </a:tcPr>
                </a:tc>
                <a:tc>
                  <a:txBody>
                    <a:bodyPr lIns="121680" rIns="121680" tIns="60840" bIns="60840" anchor="ctr">
                      <a:noAutofit/>
                    </a:bodyPr>
                    <a:p>
                      <a:pPr algn="ctr">
                        <a:lnSpc>
                          <a:spcPct val="100000"/>
                        </a:lnSpc>
                        <a:spcBef>
                          <a:spcPts val="479"/>
                        </a:spcBef>
                        <a:tabLst>
                          <a:tab algn="l" pos="0"/>
                        </a:tabLst>
                      </a:pPr>
                      <a:r>
                        <a:rPr b="0" lang="en-US" sz="2400" spc="-1" strike="noStrike">
                          <a:solidFill>
                            <a:srgbClr val="01035b"/>
                          </a:solidFill>
                          <a:latin typeface="Arial"/>
                        </a:rPr>
                        <a:t>1 kWh</a:t>
                      </a:r>
                      <a:endParaRPr b="0" lang="en-US" sz="2400" spc="-1" strike="noStrike">
                        <a:latin typeface="Arial"/>
                      </a:endParaRPr>
                    </a:p>
                  </a:txBody>
                  <a:tcPr anchor="ctr" marL="121680" marR="121680">
                    <a:lnL w="38160">
                      <a:solidFill>
                        <a:srgbClr val="000000"/>
                      </a:solidFill>
                    </a:lnL>
                    <a:lnR w="12240">
                      <a:solidFill>
                        <a:srgbClr val="000000"/>
                      </a:solidFill>
                    </a:lnR>
                    <a:lnT w="38160">
                      <a:solidFill>
                        <a:srgbClr val="000000"/>
                      </a:solidFill>
                    </a:lnT>
                    <a:lnB w="12240">
                      <a:solidFill>
                        <a:srgbClr val="000000"/>
                      </a:solidFill>
                    </a:lnB>
                    <a:noFill/>
                  </a:tcPr>
                </a:tc>
                <a:tc>
                  <a:txBody>
                    <a:bodyPr lIns="121680" rIns="121680" tIns="60840" bIns="60840" anchor="ctr">
                      <a:noAutofit/>
                    </a:bodyPr>
                    <a:p>
                      <a:pPr algn="ctr">
                        <a:lnSpc>
                          <a:spcPct val="100000"/>
                        </a:lnSpc>
                        <a:spcBef>
                          <a:spcPts val="479"/>
                        </a:spcBef>
                        <a:tabLst>
                          <a:tab algn="l" pos="0"/>
                        </a:tabLst>
                      </a:pPr>
                      <a:r>
                        <a:rPr b="0" lang="en-US" sz="2400" spc="-1" strike="noStrike">
                          <a:solidFill>
                            <a:srgbClr val="01035b"/>
                          </a:solidFill>
                          <a:latin typeface="Arial"/>
                        </a:rPr>
                        <a:t>12.1</a:t>
                      </a:r>
                      <a:endParaRPr b="0" lang="en-US" sz="2400" spc="-1" strike="noStrike">
                        <a:latin typeface="Arial"/>
                      </a:endParaRPr>
                    </a:p>
                  </a:txBody>
                  <a:tcPr anchor="ctr" marL="121680" marR="121680">
                    <a:lnL w="12240">
                      <a:solidFill>
                        <a:srgbClr val="000000"/>
                      </a:solidFill>
                    </a:lnL>
                    <a:lnR w="12240">
                      <a:solidFill>
                        <a:srgbClr val="000000"/>
                      </a:solidFill>
                    </a:lnR>
                    <a:lnT w="38160">
                      <a:solidFill>
                        <a:srgbClr val="000000"/>
                      </a:solidFill>
                    </a:lnT>
                    <a:lnB w="12240">
                      <a:solidFill>
                        <a:srgbClr val="000000"/>
                      </a:solidFill>
                    </a:lnB>
                    <a:noFill/>
                  </a:tcPr>
                </a:tc>
                <a:tc>
                  <a:txBody>
                    <a:bodyPr lIns="121680" rIns="121680" tIns="60840" bIns="60840" anchor="ctr">
                      <a:noAutofit/>
                    </a:bodyPr>
                    <a:p>
                      <a:pPr algn="ctr">
                        <a:lnSpc>
                          <a:spcPct val="100000"/>
                        </a:lnSpc>
                        <a:spcBef>
                          <a:spcPts val="479"/>
                        </a:spcBef>
                        <a:tabLst>
                          <a:tab algn="l" pos="0"/>
                        </a:tabLst>
                      </a:pPr>
                      <a:r>
                        <a:rPr b="0" lang="en-US" sz="2400" spc="-1" strike="noStrike">
                          <a:solidFill>
                            <a:srgbClr val="01035b"/>
                          </a:solidFill>
                          <a:latin typeface="Arial"/>
                        </a:rPr>
                        <a:t>0.71</a:t>
                      </a:r>
                      <a:endParaRPr b="0" lang="en-US" sz="2400" spc="-1" strike="noStrike">
                        <a:latin typeface="Arial"/>
                      </a:endParaRPr>
                    </a:p>
                  </a:txBody>
                  <a:tcPr anchor="ctr" marL="121680" marR="121680">
                    <a:lnL w="12240">
                      <a:solidFill>
                        <a:srgbClr val="000000"/>
                      </a:solidFill>
                    </a:lnL>
                    <a:lnR w="38160">
                      <a:solidFill>
                        <a:srgbClr val="000000"/>
                      </a:solidFill>
                    </a:lnR>
                    <a:lnT w="38160">
                      <a:solidFill>
                        <a:srgbClr val="000000"/>
                      </a:solidFill>
                    </a:lnT>
                    <a:lnB w="12240">
                      <a:solidFill>
                        <a:srgbClr val="000000"/>
                      </a:solidFill>
                    </a:lnB>
                    <a:noFill/>
                  </a:tcPr>
                </a:tc>
              </a:tr>
              <a:tr h="510120">
                <a:tc>
                  <a:txBody>
                    <a:bodyPr lIns="121680" rIns="121680" tIns="60840" bIns="60840" anchor="t">
                      <a:noAutofit/>
                    </a:bodyPr>
                    <a:p>
                      <a:pPr>
                        <a:lnSpc>
                          <a:spcPct val="100000"/>
                        </a:lnSpc>
                        <a:spcBef>
                          <a:spcPts val="479"/>
                        </a:spcBef>
                        <a:tabLst>
                          <a:tab algn="l" pos="0"/>
                        </a:tabLst>
                      </a:pPr>
                      <a:r>
                        <a:rPr b="1" lang="en-US" sz="2400" spc="-1" strike="noStrike">
                          <a:solidFill>
                            <a:srgbClr val="01035b"/>
                          </a:solidFill>
                          <a:latin typeface="Arial"/>
                        </a:rPr>
                        <a:t>PP (plastic)</a:t>
                      </a:r>
                      <a:endParaRPr b="0" lang="en-US" sz="2400" spc="-1" strike="noStrike">
                        <a:latin typeface="Arial"/>
                      </a:endParaRPr>
                    </a:p>
                  </a:txBody>
                  <a:tcPr anchor="t" marL="121680" marR="121680">
                    <a:lnL w="38160">
                      <a:solidFill>
                        <a:srgbClr val="000000"/>
                      </a:solidFill>
                    </a:lnL>
                    <a:lnR w="38160">
                      <a:solidFill>
                        <a:srgbClr val="000000"/>
                      </a:solidFill>
                    </a:lnR>
                    <a:lnT w="12240">
                      <a:solidFill>
                        <a:srgbClr val="000000"/>
                      </a:solidFill>
                    </a:lnT>
                    <a:lnB w="12240">
                      <a:solidFill>
                        <a:srgbClr val="000000"/>
                      </a:solidFill>
                    </a:lnB>
                    <a:noFill/>
                  </a:tcPr>
                </a:tc>
                <a:tc>
                  <a:txBody>
                    <a:bodyPr lIns="121680" rIns="121680" tIns="60840" bIns="60840" anchor="ctr">
                      <a:noAutofit/>
                    </a:bodyPr>
                    <a:p>
                      <a:pPr algn="ctr">
                        <a:lnSpc>
                          <a:spcPct val="100000"/>
                        </a:lnSpc>
                        <a:spcBef>
                          <a:spcPts val="479"/>
                        </a:spcBef>
                        <a:tabLst>
                          <a:tab algn="l" pos="0"/>
                        </a:tabLst>
                      </a:pPr>
                      <a:r>
                        <a:rPr b="0" lang="en-US" sz="2400" spc="-1" strike="noStrike">
                          <a:solidFill>
                            <a:srgbClr val="01035b"/>
                          </a:solidFill>
                          <a:latin typeface="Arial"/>
                        </a:rPr>
                        <a:t>1 kg</a:t>
                      </a:r>
                      <a:endParaRPr b="0" lang="en-US" sz="2400" spc="-1" strike="noStrike">
                        <a:latin typeface="Arial"/>
                      </a:endParaRPr>
                    </a:p>
                  </a:txBody>
                  <a:tcPr anchor="ctr" marL="121680" marR="121680">
                    <a:lnL w="38160">
                      <a:solidFill>
                        <a:srgbClr val="000000"/>
                      </a:solidFill>
                    </a:lnL>
                    <a:lnR w="12240">
                      <a:solidFill>
                        <a:srgbClr val="000000"/>
                      </a:solidFill>
                    </a:lnR>
                    <a:lnT w="12240">
                      <a:solidFill>
                        <a:srgbClr val="000000"/>
                      </a:solidFill>
                    </a:lnT>
                    <a:lnB w="12240">
                      <a:solidFill>
                        <a:srgbClr val="000000"/>
                      </a:solidFill>
                    </a:lnB>
                    <a:noFill/>
                  </a:tcPr>
                </a:tc>
                <a:tc>
                  <a:txBody>
                    <a:bodyPr lIns="121680" rIns="121680" tIns="60840" bIns="60840" anchor="ctr">
                      <a:noAutofit/>
                    </a:bodyPr>
                    <a:p>
                      <a:pPr algn="ctr">
                        <a:lnSpc>
                          <a:spcPct val="100000"/>
                        </a:lnSpc>
                        <a:spcBef>
                          <a:spcPts val="479"/>
                        </a:spcBef>
                        <a:tabLst>
                          <a:tab algn="l" pos="0"/>
                        </a:tabLst>
                      </a:pPr>
                      <a:r>
                        <a:rPr b="0" lang="en-US" sz="2400" spc="-1" strike="noStrike">
                          <a:solidFill>
                            <a:srgbClr val="01035b"/>
                          </a:solidFill>
                          <a:latin typeface="Arial"/>
                        </a:rPr>
                        <a:t>74.6</a:t>
                      </a:r>
                      <a:endParaRPr b="0" lang="en-US" sz="2400" spc="-1" strike="noStrike">
                        <a:latin typeface="Arial"/>
                      </a:endParaRPr>
                    </a:p>
                  </a:txBody>
                  <a:tcPr anchor="ctr" marL="121680" marR="121680">
                    <a:lnL w="12240">
                      <a:solidFill>
                        <a:srgbClr val="000000"/>
                      </a:solidFill>
                    </a:lnL>
                    <a:lnR w="12240">
                      <a:solidFill>
                        <a:srgbClr val="000000"/>
                      </a:solidFill>
                    </a:lnR>
                    <a:lnT w="12240">
                      <a:solidFill>
                        <a:srgbClr val="000000"/>
                      </a:solidFill>
                    </a:lnT>
                    <a:lnB w="12240">
                      <a:solidFill>
                        <a:srgbClr val="000000"/>
                      </a:solidFill>
                    </a:lnB>
                    <a:noFill/>
                  </a:tcPr>
                </a:tc>
                <a:tc>
                  <a:txBody>
                    <a:bodyPr lIns="121680" rIns="121680" tIns="60840" bIns="60840" anchor="ctr">
                      <a:noAutofit/>
                    </a:bodyPr>
                    <a:p>
                      <a:pPr algn="ctr">
                        <a:lnSpc>
                          <a:spcPct val="100000"/>
                        </a:lnSpc>
                        <a:spcBef>
                          <a:spcPts val="479"/>
                        </a:spcBef>
                        <a:tabLst>
                          <a:tab algn="l" pos="0"/>
                        </a:tabLst>
                      </a:pPr>
                      <a:r>
                        <a:rPr b="0" lang="en-US" sz="2400" spc="-1" strike="noStrike">
                          <a:solidFill>
                            <a:srgbClr val="01035b"/>
                          </a:solidFill>
                          <a:latin typeface="Arial"/>
                        </a:rPr>
                        <a:t>1.67</a:t>
                      </a:r>
                      <a:endParaRPr b="0" lang="en-US" sz="2400" spc="-1" strike="noStrike">
                        <a:latin typeface="Arial"/>
                      </a:endParaRPr>
                    </a:p>
                  </a:txBody>
                  <a:tcPr anchor="ctr" marL="121680" marR="121680">
                    <a:lnL w="12240">
                      <a:solidFill>
                        <a:srgbClr val="000000"/>
                      </a:solidFill>
                    </a:lnL>
                    <a:lnR w="38160">
                      <a:solidFill>
                        <a:srgbClr val="000000"/>
                      </a:solidFill>
                    </a:lnR>
                    <a:lnT w="12240">
                      <a:solidFill>
                        <a:srgbClr val="000000"/>
                      </a:solidFill>
                    </a:lnT>
                    <a:lnB w="12240">
                      <a:solidFill>
                        <a:srgbClr val="000000"/>
                      </a:solidFill>
                    </a:lnB>
                    <a:noFill/>
                  </a:tcPr>
                </a:tc>
              </a:tr>
              <a:tr h="510120">
                <a:tc>
                  <a:txBody>
                    <a:bodyPr lIns="121680" rIns="121680" tIns="60840" bIns="60840" anchor="t">
                      <a:noAutofit/>
                    </a:bodyPr>
                    <a:p>
                      <a:pPr>
                        <a:lnSpc>
                          <a:spcPct val="100000"/>
                        </a:lnSpc>
                        <a:spcBef>
                          <a:spcPts val="479"/>
                        </a:spcBef>
                        <a:tabLst>
                          <a:tab algn="l" pos="0"/>
                        </a:tabLst>
                      </a:pPr>
                      <a:r>
                        <a:rPr b="1" lang="en-US" sz="2400" spc="-1" strike="noStrike">
                          <a:solidFill>
                            <a:srgbClr val="01035b"/>
                          </a:solidFill>
                          <a:latin typeface="Arial"/>
                        </a:rPr>
                        <a:t>Cast iron</a:t>
                      </a:r>
                      <a:endParaRPr b="0" lang="en-US" sz="2400" spc="-1" strike="noStrike">
                        <a:latin typeface="Arial"/>
                      </a:endParaRPr>
                    </a:p>
                  </a:txBody>
                  <a:tcPr anchor="t" marL="121680" marR="121680">
                    <a:lnL w="38160">
                      <a:solidFill>
                        <a:srgbClr val="000000"/>
                      </a:solidFill>
                    </a:lnL>
                    <a:lnR w="38160">
                      <a:solidFill>
                        <a:srgbClr val="000000"/>
                      </a:solidFill>
                    </a:lnR>
                    <a:lnT w="12240">
                      <a:solidFill>
                        <a:srgbClr val="000000"/>
                      </a:solidFill>
                    </a:lnT>
                    <a:lnB w="12240">
                      <a:solidFill>
                        <a:srgbClr val="000000"/>
                      </a:solidFill>
                    </a:lnB>
                    <a:noFill/>
                  </a:tcPr>
                </a:tc>
                <a:tc>
                  <a:txBody>
                    <a:bodyPr lIns="121680" rIns="121680" tIns="60840" bIns="60840" anchor="ctr">
                      <a:noAutofit/>
                    </a:bodyPr>
                    <a:p>
                      <a:pPr algn="ctr">
                        <a:lnSpc>
                          <a:spcPct val="100000"/>
                        </a:lnSpc>
                        <a:spcBef>
                          <a:spcPts val="479"/>
                        </a:spcBef>
                        <a:tabLst>
                          <a:tab algn="l" pos="0"/>
                        </a:tabLst>
                      </a:pPr>
                      <a:r>
                        <a:rPr b="0" lang="en-US" sz="2400" spc="-1" strike="noStrike">
                          <a:solidFill>
                            <a:srgbClr val="01035b"/>
                          </a:solidFill>
                          <a:latin typeface="Arial"/>
                        </a:rPr>
                        <a:t>1 kg</a:t>
                      </a:r>
                      <a:endParaRPr b="0" lang="en-US" sz="2400" spc="-1" strike="noStrike">
                        <a:latin typeface="Arial"/>
                      </a:endParaRPr>
                    </a:p>
                  </a:txBody>
                  <a:tcPr anchor="ctr" marL="121680" marR="121680">
                    <a:lnL w="38160">
                      <a:solidFill>
                        <a:srgbClr val="000000"/>
                      </a:solidFill>
                    </a:lnL>
                    <a:lnR w="12240">
                      <a:solidFill>
                        <a:srgbClr val="000000"/>
                      </a:solidFill>
                    </a:lnR>
                    <a:lnT w="12240">
                      <a:solidFill>
                        <a:srgbClr val="000000"/>
                      </a:solidFill>
                    </a:lnT>
                    <a:lnB w="12240">
                      <a:solidFill>
                        <a:srgbClr val="000000"/>
                      </a:solidFill>
                    </a:lnB>
                    <a:noFill/>
                  </a:tcPr>
                </a:tc>
                <a:tc>
                  <a:txBody>
                    <a:bodyPr lIns="121680" rIns="121680" tIns="60840" bIns="60840" anchor="ctr">
                      <a:noAutofit/>
                    </a:bodyPr>
                    <a:p>
                      <a:pPr algn="ctr">
                        <a:lnSpc>
                          <a:spcPct val="100000"/>
                        </a:lnSpc>
                        <a:spcBef>
                          <a:spcPts val="479"/>
                        </a:spcBef>
                        <a:tabLst>
                          <a:tab algn="l" pos="0"/>
                        </a:tabLst>
                      </a:pPr>
                      <a:r>
                        <a:rPr b="0" lang="en-US" sz="2400" spc="-1" strike="noStrike">
                          <a:solidFill>
                            <a:srgbClr val="01035b"/>
                          </a:solidFill>
                          <a:latin typeface="Arial"/>
                        </a:rPr>
                        <a:t>24.5</a:t>
                      </a:r>
                      <a:endParaRPr b="0" lang="en-US" sz="2400" spc="-1" strike="noStrike">
                        <a:latin typeface="Arial"/>
                      </a:endParaRPr>
                    </a:p>
                  </a:txBody>
                  <a:tcPr anchor="ctr" marL="121680" marR="121680">
                    <a:lnL w="12240">
                      <a:solidFill>
                        <a:srgbClr val="000000"/>
                      </a:solidFill>
                    </a:lnL>
                    <a:lnR w="12240">
                      <a:solidFill>
                        <a:srgbClr val="000000"/>
                      </a:solidFill>
                    </a:lnR>
                    <a:lnT w="12240">
                      <a:solidFill>
                        <a:srgbClr val="000000"/>
                      </a:solidFill>
                    </a:lnT>
                    <a:lnB w="12240">
                      <a:solidFill>
                        <a:srgbClr val="000000"/>
                      </a:solidFill>
                    </a:lnB>
                    <a:noFill/>
                  </a:tcPr>
                </a:tc>
                <a:tc>
                  <a:txBody>
                    <a:bodyPr lIns="121680" rIns="121680" tIns="60840" bIns="60840" anchor="ctr">
                      <a:noAutofit/>
                    </a:bodyPr>
                    <a:p>
                      <a:pPr algn="ctr">
                        <a:lnSpc>
                          <a:spcPct val="100000"/>
                        </a:lnSpc>
                        <a:spcBef>
                          <a:spcPts val="479"/>
                        </a:spcBef>
                        <a:tabLst>
                          <a:tab algn="l" pos="0"/>
                        </a:tabLst>
                      </a:pPr>
                      <a:r>
                        <a:rPr b="0" lang="en-US" sz="2400" spc="-1" strike="noStrike">
                          <a:solidFill>
                            <a:srgbClr val="01035b"/>
                          </a:solidFill>
                          <a:latin typeface="Arial"/>
                        </a:rPr>
                        <a:t>1.35</a:t>
                      </a:r>
                      <a:endParaRPr b="0" lang="en-US" sz="2400" spc="-1" strike="noStrike">
                        <a:latin typeface="Arial"/>
                      </a:endParaRPr>
                    </a:p>
                  </a:txBody>
                  <a:tcPr anchor="ctr" marL="121680" marR="121680">
                    <a:lnL w="12240">
                      <a:solidFill>
                        <a:srgbClr val="000000"/>
                      </a:solidFill>
                    </a:lnL>
                    <a:lnR w="38160">
                      <a:solidFill>
                        <a:srgbClr val="000000"/>
                      </a:solidFill>
                    </a:lnR>
                    <a:lnT w="12240">
                      <a:solidFill>
                        <a:srgbClr val="000000"/>
                      </a:solidFill>
                    </a:lnT>
                    <a:lnB w="12240">
                      <a:solidFill>
                        <a:srgbClr val="000000"/>
                      </a:solidFill>
                    </a:lnB>
                    <a:noFill/>
                  </a:tcPr>
                </a:tc>
              </a:tr>
              <a:tr h="510120">
                <a:tc>
                  <a:txBody>
                    <a:bodyPr lIns="121680" rIns="121680" tIns="60840" bIns="60840" anchor="t">
                      <a:noAutofit/>
                    </a:bodyPr>
                    <a:p>
                      <a:pPr>
                        <a:lnSpc>
                          <a:spcPct val="100000"/>
                        </a:lnSpc>
                        <a:spcBef>
                          <a:spcPts val="479"/>
                        </a:spcBef>
                        <a:tabLst>
                          <a:tab algn="l" pos="0"/>
                        </a:tabLst>
                      </a:pPr>
                      <a:r>
                        <a:rPr b="1" lang="en-US" sz="2400" spc="-1" strike="noStrike">
                          <a:solidFill>
                            <a:srgbClr val="01035b"/>
                          </a:solidFill>
                          <a:latin typeface="Arial"/>
                        </a:rPr>
                        <a:t>Steel</a:t>
                      </a:r>
                      <a:endParaRPr b="0" lang="en-US" sz="2400" spc="-1" strike="noStrike">
                        <a:latin typeface="Arial"/>
                      </a:endParaRPr>
                    </a:p>
                  </a:txBody>
                  <a:tcPr anchor="t" marL="121680" marR="121680">
                    <a:lnL w="38160">
                      <a:solidFill>
                        <a:srgbClr val="000000"/>
                      </a:solidFill>
                    </a:lnL>
                    <a:lnR w="38160">
                      <a:solidFill>
                        <a:srgbClr val="000000"/>
                      </a:solidFill>
                    </a:lnR>
                    <a:lnT w="12240">
                      <a:solidFill>
                        <a:srgbClr val="000000"/>
                      </a:solidFill>
                    </a:lnT>
                    <a:lnB w="12240">
                      <a:solidFill>
                        <a:srgbClr val="000000"/>
                      </a:solidFill>
                    </a:lnB>
                    <a:noFill/>
                  </a:tcPr>
                </a:tc>
                <a:tc>
                  <a:txBody>
                    <a:bodyPr lIns="121680" rIns="121680" tIns="60840" bIns="60840" anchor="ctr">
                      <a:noAutofit/>
                    </a:bodyPr>
                    <a:p>
                      <a:pPr algn="ctr">
                        <a:lnSpc>
                          <a:spcPct val="100000"/>
                        </a:lnSpc>
                        <a:spcBef>
                          <a:spcPts val="479"/>
                        </a:spcBef>
                        <a:tabLst>
                          <a:tab algn="l" pos="0"/>
                        </a:tabLst>
                      </a:pPr>
                      <a:r>
                        <a:rPr b="0" lang="en-US" sz="2400" spc="-1" strike="noStrike">
                          <a:solidFill>
                            <a:srgbClr val="01035b"/>
                          </a:solidFill>
                          <a:latin typeface="Arial"/>
                        </a:rPr>
                        <a:t>1 kg</a:t>
                      </a:r>
                      <a:endParaRPr b="0" lang="en-US" sz="2400" spc="-1" strike="noStrike">
                        <a:latin typeface="Arial"/>
                      </a:endParaRPr>
                    </a:p>
                  </a:txBody>
                  <a:tcPr anchor="ctr" marL="121680" marR="121680">
                    <a:lnL w="38160">
                      <a:solidFill>
                        <a:srgbClr val="000000"/>
                      </a:solidFill>
                    </a:lnL>
                    <a:lnR w="12240">
                      <a:solidFill>
                        <a:srgbClr val="000000"/>
                      </a:solidFill>
                    </a:lnR>
                    <a:lnT w="12240">
                      <a:solidFill>
                        <a:srgbClr val="000000"/>
                      </a:solidFill>
                    </a:lnT>
                    <a:lnB w="12240">
                      <a:solidFill>
                        <a:srgbClr val="000000"/>
                      </a:solidFill>
                    </a:lnB>
                    <a:noFill/>
                  </a:tcPr>
                </a:tc>
                <a:tc>
                  <a:txBody>
                    <a:bodyPr lIns="121680" rIns="121680" tIns="60840" bIns="60840" anchor="ctr">
                      <a:noAutofit/>
                    </a:bodyPr>
                    <a:p>
                      <a:pPr algn="ctr">
                        <a:lnSpc>
                          <a:spcPct val="100000"/>
                        </a:lnSpc>
                        <a:spcBef>
                          <a:spcPts val="479"/>
                        </a:spcBef>
                        <a:tabLst>
                          <a:tab algn="l" pos="0"/>
                        </a:tabLst>
                      </a:pPr>
                      <a:r>
                        <a:rPr b="0" lang="en-US" sz="2400" spc="-1" strike="noStrike">
                          <a:solidFill>
                            <a:srgbClr val="01035b"/>
                          </a:solidFill>
                          <a:latin typeface="Arial"/>
                        </a:rPr>
                        <a:t>27.5</a:t>
                      </a:r>
                      <a:endParaRPr b="0" lang="en-US" sz="2400" spc="-1" strike="noStrike">
                        <a:latin typeface="Arial"/>
                      </a:endParaRPr>
                    </a:p>
                  </a:txBody>
                  <a:tcPr anchor="ctr" marL="121680" marR="121680">
                    <a:lnL w="12240">
                      <a:solidFill>
                        <a:srgbClr val="000000"/>
                      </a:solidFill>
                    </a:lnL>
                    <a:lnR w="12240">
                      <a:solidFill>
                        <a:srgbClr val="000000"/>
                      </a:solidFill>
                    </a:lnR>
                    <a:lnT w="12240">
                      <a:solidFill>
                        <a:srgbClr val="000000"/>
                      </a:solidFill>
                    </a:lnT>
                    <a:lnB w="12240">
                      <a:solidFill>
                        <a:srgbClr val="000000"/>
                      </a:solidFill>
                    </a:lnB>
                    <a:noFill/>
                  </a:tcPr>
                </a:tc>
                <a:tc>
                  <a:txBody>
                    <a:bodyPr lIns="121680" rIns="121680" tIns="60840" bIns="60840" anchor="ctr">
                      <a:noAutofit/>
                    </a:bodyPr>
                    <a:p>
                      <a:pPr algn="ctr">
                        <a:lnSpc>
                          <a:spcPct val="100000"/>
                        </a:lnSpc>
                        <a:spcBef>
                          <a:spcPts val="479"/>
                        </a:spcBef>
                        <a:tabLst>
                          <a:tab algn="l" pos="0"/>
                        </a:tabLst>
                      </a:pPr>
                      <a:r>
                        <a:rPr b="0" lang="en-US" sz="2400" spc="-1" strike="noStrike">
                          <a:solidFill>
                            <a:srgbClr val="01035b"/>
                          </a:solidFill>
                          <a:latin typeface="Arial"/>
                        </a:rPr>
                        <a:t>1.63</a:t>
                      </a:r>
                      <a:endParaRPr b="0" lang="en-US" sz="2400" spc="-1" strike="noStrike">
                        <a:latin typeface="Arial"/>
                      </a:endParaRPr>
                    </a:p>
                  </a:txBody>
                  <a:tcPr anchor="ctr" marL="121680" marR="121680">
                    <a:lnL w="12240">
                      <a:solidFill>
                        <a:srgbClr val="000000"/>
                      </a:solidFill>
                    </a:lnL>
                    <a:lnR w="38160">
                      <a:solidFill>
                        <a:srgbClr val="000000"/>
                      </a:solidFill>
                    </a:lnR>
                    <a:lnT w="12240">
                      <a:solidFill>
                        <a:srgbClr val="000000"/>
                      </a:solidFill>
                    </a:lnT>
                    <a:lnB w="12240">
                      <a:solidFill>
                        <a:srgbClr val="000000"/>
                      </a:solidFill>
                    </a:lnB>
                    <a:noFill/>
                  </a:tcPr>
                </a:tc>
              </a:tr>
              <a:tr h="510120">
                <a:tc>
                  <a:txBody>
                    <a:bodyPr lIns="121680" rIns="121680" tIns="60840" bIns="60840" anchor="t">
                      <a:noAutofit/>
                    </a:bodyPr>
                    <a:p>
                      <a:pPr>
                        <a:lnSpc>
                          <a:spcPct val="100000"/>
                        </a:lnSpc>
                        <a:spcBef>
                          <a:spcPts val="479"/>
                        </a:spcBef>
                        <a:tabLst>
                          <a:tab algn="l" pos="0"/>
                        </a:tabLst>
                      </a:pPr>
                      <a:r>
                        <a:rPr b="1" lang="en-US" sz="2400" spc="-1" strike="noStrike">
                          <a:solidFill>
                            <a:srgbClr val="01035b"/>
                          </a:solidFill>
                          <a:latin typeface="Arial"/>
                        </a:rPr>
                        <a:t>Paper towels </a:t>
                      </a:r>
                      <a:endParaRPr b="0" lang="en-US" sz="2400" spc="-1" strike="noStrike">
                        <a:latin typeface="Arial"/>
                      </a:endParaRPr>
                    </a:p>
                  </a:txBody>
                  <a:tcPr anchor="t" marL="121680" marR="121680">
                    <a:lnL w="38160">
                      <a:solidFill>
                        <a:srgbClr val="000000"/>
                      </a:solidFill>
                    </a:lnL>
                    <a:lnR w="38160">
                      <a:solidFill>
                        <a:srgbClr val="000000"/>
                      </a:solidFill>
                    </a:lnR>
                    <a:lnT w="12240">
                      <a:solidFill>
                        <a:srgbClr val="000000"/>
                      </a:solidFill>
                    </a:lnT>
                    <a:lnB w="12240">
                      <a:solidFill>
                        <a:srgbClr val="000000"/>
                      </a:solidFill>
                    </a:lnB>
                    <a:noFill/>
                  </a:tcPr>
                </a:tc>
                <a:tc>
                  <a:txBody>
                    <a:bodyPr lIns="121680" rIns="121680" tIns="60840" bIns="60840" anchor="ctr">
                      <a:noAutofit/>
                    </a:bodyPr>
                    <a:p>
                      <a:pPr algn="ctr">
                        <a:lnSpc>
                          <a:spcPct val="100000"/>
                        </a:lnSpc>
                        <a:spcBef>
                          <a:spcPts val="479"/>
                        </a:spcBef>
                        <a:tabLst>
                          <a:tab algn="l" pos="0"/>
                        </a:tabLst>
                      </a:pPr>
                      <a:r>
                        <a:rPr b="0" lang="en-US" sz="2400" spc="-1" strike="noStrike">
                          <a:solidFill>
                            <a:srgbClr val="01035b"/>
                          </a:solidFill>
                          <a:latin typeface="Arial"/>
                        </a:rPr>
                        <a:t>1 kg</a:t>
                      </a:r>
                      <a:endParaRPr b="0" lang="en-US" sz="2400" spc="-1" strike="noStrike">
                        <a:latin typeface="Arial"/>
                      </a:endParaRPr>
                    </a:p>
                  </a:txBody>
                  <a:tcPr anchor="ctr" marL="121680" marR="121680">
                    <a:lnL w="38160">
                      <a:solidFill>
                        <a:srgbClr val="000000"/>
                      </a:solidFill>
                    </a:lnL>
                    <a:lnR w="12240">
                      <a:solidFill>
                        <a:srgbClr val="000000"/>
                      </a:solidFill>
                    </a:lnR>
                    <a:lnT w="12240">
                      <a:solidFill>
                        <a:srgbClr val="000000"/>
                      </a:solidFill>
                    </a:lnT>
                    <a:lnB w="12240">
                      <a:solidFill>
                        <a:srgbClr val="000000"/>
                      </a:solidFill>
                    </a:lnB>
                    <a:noFill/>
                  </a:tcPr>
                </a:tc>
                <a:tc>
                  <a:txBody>
                    <a:bodyPr lIns="121680" rIns="121680" tIns="60840" bIns="60840" anchor="ctr">
                      <a:noAutofit/>
                    </a:bodyPr>
                    <a:p>
                      <a:pPr algn="ctr">
                        <a:lnSpc>
                          <a:spcPct val="100000"/>
                        </a:lnSpc>
                        <a:spcBef>
                          <a:spcPts val="479"/>
                        </a:spcBef>
                        <a:tabLst>
                          <a:tab algn="l" pos="0"/>
                        </a:tabLst>
                      </a:pPr>
                      <a:r>
                        <a:rPr b="0" lang="en-US" sz="2400" spc="-1" strike="noStrike">
                          <a:solidFill>
                            <a:srgbClr val="01035b"/>
                          </a:solidFill>
                          <a:latin typeface="Arial"/>
                        </a:rPr>
                        <a:t>19.4</a:t>
                      </a:r>
                      <a:endParaRPr b="0" lang="en-US" sz="2400" spc="-1" strike="noStrike">
                        <a:latin typeface="Arial"/>
                      </a:endParaRPr>
                    </a:p>
                  </a:txBody>
                  <a:tcPr anchor="ctr" marL="121680" marR="121680">
                    <a:lnL w="12240">
                      <a:solidFill>
                        <a:srgbClr val="000000"/>
                      </a:solidFill>
                    </a:lnL>
                    <a:lnR w="12240">
                      <a:solidFill>
                        <a:srgbClr val="000000"/>
                      </a:solidFill>
                    </a:lnR>
                    <a:lnT w="12240">
                      <a:solidFill>
                        <a:srgbClr val="000000"/>
                      </a:solidFill>
                    </a:lnT>
                    <a:lnB w="12240">
                      <a:solidFill>
                        <a:srgbClr val="000000"/>
                      </a:solidFill>
                    </a:lnB>
                    <a:noFill/>
                  </a:tcPr>
                </a:tc>
                <a:tc>
                  <a:txBody>
                    <a:bodyPr lIns="121680" rIns="121680" tIns="60840" bIns="60840" anchor="ctr">
                      <a:noAutofit/>
                    </a:bodyPr>
                    <a:p>
                      <a:pPr algn="ctr">
                        <a:lnSpc>
                          <a:spcPct val="100000"/>
                        </a:lnSpc>
                        <a:spcBef>
                          <a:spcPts val="479"/>
                        </a:spcBef>
                        <a:tabLst>
                          <a:tab algn="l" pos="0"/>
                        </a:tabLst>
                      </a:pPr>
                      <a:r>
                        <a:rPr b="0" lang="en-US" sz="2400" spc="-1" strike="noStrike">
                          <a:solidFill>
                            <a:srgbClr val="01035b"/>
                          </a:solidFill>
                          <a:latin typeface="Arial"/>
                        </a:rPr>
                        <a:t>1.03</a:t>
                      </a:r>
                      <a:endParaRPr b="0" lang="en-US" sz="2400" spc="-1" strike="noStrike">
                        <a:latin typeface="Arial"/>
                      </a:endParaRPr>
                    </a:p>
                  </a:txBody>
                  <a:tcPr anchor="ctr" marL="121680" marR="121680">
                    <a:lnL w="12240">
                      <a:solidFill>
                        <a:srgbClr val="000000"/>
                      </a:solidFill>
                    </a:lnL>
                    <a:lnR w="38160">
                      <a:solidFill>
                        <a:srgbClr val="000000"/>
                      </a:solidFill>
                    </a:lnR>
                    <a:lnT w="12240">
                      <a:solidFill>
                        <a:srgbClr val="000000"/>
                      </a:solidFill>
                    </a:lnT>
                    <a:lnB w="12240">
                      <a:solidFill>
                        <a:srgbClr val="000000"/>
                      </a:solidFill>
                    </a:lnB>
                    <a:noFill/>
                  </a:tcPr>
                </a:tc>
              </a:tr>
              <a:tr h="893160">
                <a:tc>
                  <a:txBody>
                    <a:bodyPr lIns="121680" rIns="121680" tIns="60840" bIns="60840" anchor="t">
                      <a:noAutofit/>
                    </a:bodyPr>
                    <a:p>
                      <a:pPr>
                        <a:lnSpc>
                          <a:spcPct val="100000"/>
                        </a:lnSpc>
                        <a:spcBef>
                          <a:spcPts val="479"/>
                        </a:spcBef>
                        <a:tabLst>
                          <a:tab algn="l" pos="0"/>
                        </a:tabLst>
                      </a:pPr>
                      <a:r>
                        <a:rPr b="1" lang="en-US" sz="2400" spc="-1" strike="noStrike">
                          <a:solidFill>
                            <a:srgbClr val="01035b"/>
                          </a:solidFill>
                          <a:latin typeface="Arial"/>
                        </a:rPr>
                        <a:t>Truck transport paper towel</a:t>
                      </a:r>
                      <a:endParaRPr b="0" lang="en-US" sz="2400" spc="-1" strike="noStrike">
                        <a:latin typeface="Arial"/>
                      </a:endParaRPr>
                    </a:p>
                  </a:txBody>
                  <a:tcPr anchor="t" marL="121680" marR="121680">
                    <a:lnL w="38160">
                      <a:solidFill>
                        <a:srgbClr val="000000"/>
                      </a:solidFill>
                    </a:lnL>
                    <a:lnR w="38160">
                      <a:solidFill>
                        <a:srgbClr val="000000"/>
                      </a:solidFill>
                    </a:lnR>
                    <a:lnT w="12240">
                      <a:solidFill>
                        <a:srgbClr val="000000"/>
                      </a:solidFill>
                    </a:lnT>
                    <a:lnB w="12240">
                      <a:solidFill>
                        <a:srgbClr val="000000"/>
                      </a:solidFill>
                    </a:lnB>
                    <a:noFill/>
                  </a:tcPr>
                </a:tc>
                <a:tc>
                  <a:txBody>
                    <a:bodyPr lIns="121680" rIns="121680" tIns="60840" bIns="60840" anchor="ctr">
                      <a:noAutofit/>
                    </a:bodyPr>
                    <a:p>
                      <a:pPr algn="ctr">
                        <a:lnSpc>
                          <a:spcPct val="100000"/>
                        </a:lnSpc>
                        <a:spcBef>
                          <a:spcPts val="479"/>
                        </a:spcBef>
                        <a:tabLst>
                          <a:tab algn="l" pos="0"/>
                        </a:tabLst>
                      </a:pPr>
                      <a:r>
                        <a:rPr b="0" lang="en-US" sz="2400" spc="-1" strike="noStrike">
                          <a:solidFill>
                            <a:srgbClr val="01035b"/>
                          </a:solidFill>
                          <a:latin typeface="Arial"/>
                        </a:rPr>
                        <a:t>1 t-km</a:t>
                      </a:r>
                      <a:endParaRPr b="0" lang="en-US" sz="2400" spc="-1" strike="noStrike">
                        <a:latin typeface="Arial"/>
                      </a:endParaRPr>
                    </a:p>
                  </a:txBody>
                  <a:tcPr anchor="ctr" marL="121680" marR="121680">
                    <a:lnL w="38160">
                      <a:solidFill>
                        <a:srgbClr val="000000"/>
                      </a:solidFill>
                    </a:lnL>
                    <a:lnR w="12240">
                      <a:solidFill>
                        <a:srgbClr val="000000"/>
                      </a:solidFill>
                    </a:lnR>
                    <a:lnT w="12240">
                      <a:solidFill>
                        <a:srgbClr val="000000"/>
                      </a:solidFill>
                    </a:lnT>
                    <a:lnB w="12240">
                      <a:solidFill>
                        <a:srgbClr val="000000"/>
                      </a:solidFill>
                    </a:lnB>
                    <a:noFill/>
                  </a:tcPr>
                </a:tc>
                <a:tc>
                  <a:txBody>
                    <a:bodyPr lIns="121680" rIns="121680" tIns="60840" bIns="60840" anchor="ctr">
                      <a:noAutofit/>
                    </a:bodyPr>
                    <a:p>
                      <a:pPr algn="ctr">
                        <a:lnSpc>
                          <a:spcPct val="100000"/>
                        </a:lnSpc>
                        <a:spcBef>
                          <a:spcPts val="479"/>
                        </a:spcBef>
                        <a:tabLst>
                          <a:tab algn="l" pos="0"/>
                        </a:tabLst>
                      </a:pPr>
                      <a:r>
                        <a:rPr b="0" lang="en-US" sz="2400" spc="-1" strike="noStrike">
                          <a:solidFill>
                            <a:srgbClr val="01035b"/>
                          </a:solidFill>
                          <a:latin typeface="Arial"/>
                        </a:rPr>
                        <a:t>Look in Ecoinvent file </a:t>
                      </a:r>
                      <a:r>
                        <a:rPr b="0" lang="en-US" sz="2400" spc="-1" strike="noStrike">
                          <a:solidFill>
                            <a:srgbClr val="000000"/>
                          </a:solidFill>
                          <a:latin typeface="Arial"/>
                        </a:rPr>
                        <a:t>EHS672_Activity 3.3.2 Ecoinvent Energy and CO2 data 1a.xlsx </a:t>
                      </a:r>
                      <a:endParaRPr b="0" lang="en-US" sz="2400" spc="-1" strike="noStrike">
                        <a:latin typeface="Arial"/>
                      </a:endParaRPr>
                    </a:p>
                  </a:txBody>
                  <a:tcPr anchor="ctr" marL="121680" marR="121680">
                    <a:lnL w="12240">
                      <a:solidFill>
                        <a:srgbClr val="000000"/>
                      </a:solidFill>
                    </a:lnL>
                    <a:lnR w="12240">
                      <a:solidFill>
                        <a:srgbClr val="000000"/>
                      </a:solidFill>
                    </a:lnR>
                    <a:lnT w="12240">
                      <a:solidFill>
                        <a:srgbClr val="000000"/>
                      </a:solidFill>
                    </a:lnT>
                    <a:lnB w="12240">
                      <a:solidFill>
                        <a:srgbClr val="000000"/>
                      </a:solidFill>
                    </a:lnB>
                    <a:noFill/>
                  </a:tcPr>
                </a:tc>
                <a:tc>
                  <a:txBody>
                    <a:bodyPr lIns="121680" rIns="121680" tIns="60840" bIns="60840" anchor="ctr">
                      <a:noAutofit/>
                    </a:bodyPr>
                    <a:p>
                      <a:pPr algn="ctr">
                        <a:lnSpc>
                          <a:spcPct val="100000"/>
                        </a:lnSpc>
                        <a:spcBef>
                          <a:spcPts val="479"/>
                        </a:spcBef>
                        <a:tabLst>
                          <a:tab algn="l" pos="0"/>
                        </a:tabLst>
                      </a:pPr>
                      <a:r>
                        <a:rPr b="0" lang="en-US" sz="2400" spc="-1" strike="noStrike">
                          <a:solidFill>
                            <a:srgbClr val="01035b"/>
                          </a:solidFill>
                          <a:latin typeface="Arial"/>
                        </a:rPr>
                        <a:t>Under process transport, lorry 3.5-7.5t, EURO4</a:t>
                      </a:r>
                      <a:endParaRPr b="0" lang="en-US" sz="2400" spc="-1" strike="noStrike">
                        <a:latin typeface="Arial"/>
                      </a:endParaRPr>
                    </a:p>
                  </a:txBody>
                  <a:tcPr anchor="ctr" marL="121680" marR="121680">
                    <a:lnL w="12240">
                      <a:solidFill>
                        <a:srgbClr val="000000"/>
                      </a:solidFill>
                    </a:lnL>
                    <a:lnR w="38160">
                      <a:solidFill>
                        <a:srgbClr val="000000"/>
                      </a:solidFill>
                    </a:lnR>
                    <a:lnT w="12240">
                      <a:solidFill>
                        <a:srgbClr val="000000"/>
                      </a:solidFill>
                    </a:lnT>
                    <a:lnB w="12240">
                      <a:solidFill>
                        <a:srgbClr val="000000"/>
                      </a:solidFill>
                    </a:lnB>
                    <a:noFill/>
                  </a:tcPr>
                </a:tc>
              </a:tr>
              <a:tr h="893160">
                <a:tc>
                  <a:txBody>
                    <a:bodyPr lIns="121680" rIns="121680" tIns="60840" bIns="60840" anchor="t">
                      <a:noAutofit/>
                    </a:bodyPr>
                    <a:p>
                      <a:pPr>
                        <a:lnSpc>
                          <a:spcPct val="100000"/>
                        </a:lnSpc>
                        <a:spcBef>
                          <a:spcPts val="479"/>
                        </a:spcBef>
                        <a:tabLst>
                          <a:tab algn="l" pos="0"/>
                        </a:tabLst>
                      </a:pPr>
                      <a:r>
                        <a:rPr b="1" lang="en-US" sz="2400" spc="-1" strike="noStrike">
                          <a:solidFill>
                            <a:srgbClr val="01035b"/>
                          </a:solidFill>
                          <a:latin typeface="Arial"/>
                        </a:rPr>
                        <a:t>Truck transport dispenser / dryer</a:t>
                      </a:r>
                      <a:endParaRPr b="0" lang="en-US" sz="2400" spc="-1" strike="noStrike">
                        <a:latin typeface="Arial"/>
                      </a:endParaRPr>
                    </a:p>
                  </a:txBody>
                  <a:tcPr anchor="t" marL="121680" marR="121680">
                    <a:lnL w="38160">
                      <a:solidFill>
                        <a:srgbClr val="000000"/>
                      </a:solidFill>
                    </a:lnL>
                    <a:lnR w="38160">
                      <a:solidFill>
                        <a:srgbClr val="000000"/>
                      </a:solidFill>
                    </a:lnR>
                    <a:lnT w="12240">
                      <a:solidFill>
                        <a:srgbClr val="000000"/>
                      </a:solidFill>
                    </a:lnT>
                    <a:lnB w="12240">
                      <a:solidFill>
                        <a:srgbClr val="000000"/>
                      </a:solidFill>
                    </a:lnB>
                    <a:noFill/>
                  </a:tcPr>
                </a:tc>
                <a:tc>
                  <a:txBody>
                    <a:bodyPr lIns="121680" rIns="121680" tIns="60840" bIns="60840" anchor="ctr">
                      <a:noAutofit/>
                    </a:bodyPr>
                    <a:p>
                      <a:pPr algn="ctr">
                        <a:lnSpc>
                          <a:spcPct val="100000"/>
                        </a:lnSpc>
                        <a:spcBef>
                          <a:spcPts val="479"/>
                        </a:spcBef>
                        <a:tabLst>
                          <a:tab algn="l" pos="0"/>
                        </a:tabLst>
                      </a:pPr>
                      <a:r>
                        <a:rPr b="0" lang="en-US" sz="2400" spc="-1" strike="noStrike">
                          <a:solidFill>
                            <a:srgbClr val="01035b"/>
                          </a:solidFill>
                          <a:latin typeface="Arial"/>
                        </a:rPr>
                        <a:t>1 t-km</a:t>
                      </a:r>
                      <a:endParaRPr b="0" lang="en-US" sz="2400" spc="-1" strike="noStrike">
                        <a:latin typeface="Arial"/>
                      </a:endParaRPr>
                    </a:p>
                  </a:txBody>
                  <a:tcPr anchor="ctr" marL="121680" marR="121680">
                    <a:lnL w="38160">
                      <a:solidFill>
                        <a:srgbClr val="000000"/>
                      </a:solidFill>
                    </a:lnL>
                    <a:lnR w="12240">
                      <a:solidFill>
                        <a:srgbClr val="000000"/>
                      </a:solidFill>
                    </a:lnR>
                    <a:lnT w="12240">
                      <a:solidFill>
                        <a:srgbClr val="000000"/>
                      </a:solidFill>
                    </a:lnT>
                    <a:lnB w="12240">
                      <a:solidFill>
                        <a:srgbClr val="000000"/>
                      </a:solidFill>
                    </a:lnB>
                    <a:noFill/>
                  </a:tcPr>
                </a:tc>
                <a:tc>
                  <a:txBody>
                    <a:bodyPr lIns="121680" rIns="121680" tIns="60840" bIns="60840" anchor="ctr">
                      <a:noAutofit/>
                    </a:bodyPr>
                    <a:p>
                      <a:pPr algn="ctr">
                        <a:lnSpc>
                          <a:spcPct val="100000"/>
                        </a:lnSpc>
                        <a:spcBef>
                          <a:spcPts val="479"/>
                        </a:spcBef>
                        <a:tabLst>
                          <a:tab algn="l" pos="0"/>
                        </a:tabLst>
                      </a:pPr>
                      <a:r>
                        <a:rPr b="0" lang="en-US" sz="2400" spc="-1" strike="noStrike">
                          <a:solidFill>
                            <a:srgbClr val="01035b"/>
                          </a:solidFill>
                          <a:latin typeface="Arial"/>
                        </a:rPr>
                        <a:t>Look in Ecoinvent file </a:t>
                      </a:r>
                      <a:r>
                        <a:rPr b="0" lang="en-US" sz="2400" spc="-1" strike="noStrike">
                          <a:solidFill>
                            <a:srgbClr val="000000"/>
                          </a:solidFill>
                          <a:latin typeface="Arial"/>
                        </a:rPr>
                        <a:t>EHS672_Activity 3.3.2 Ecoinvent Energy and CO2 data 1a.xlsx </a:t>
                      </a:r>
                      <a:endParaRPr b="0" lang="en-US" sz="2400" spc="-1" strike="noStrike">
                        <a:latin typeface="Arial"/>
                      </a:endParaRPr>
                    </a:p>
                  </a:txBody>
                  <a:tcPr anchor="ctr" marL="121680" marR="121680">
                    <a:lnL w="12240">
                      <a:solidFill>
                        <a:srgbClr val="000000"/>
                      </a:solidFill>
                    </a:lnL>
                    <a:lnR w="12240">
                      <a:solidFill>
                        <a:srgbClr val="000000"/>
                      </a:solidFill>
                    </a:lnR>
                    <a:lnT w="12240">
                      <a:solidFill>
                        <a:srgbClr val="000000"/>
                      </a:solidFill>
                    </a:lnT>
                    <a:lnB w="12240">
                      <a:solidFill>
                        <a:srgbClr val="000000"/>
                      </a:solidFill>
                    </a:lnB>
                    <a:noFill/>
                  </a:tcPr>
                </a:tc>
                <a:tc>
                  <a:txBody>
                    <a:bodyPr lIns="121680" rIns="121680" tIns="60840" bIns="60840" anchor="ctr">
                      <a:noAutofit/>
                    </a:bodyPr>
                    <a:p>
                      <a:pPr algn="ctr">
                        <a:lnSpc>
                          <a:spcPct val="100000"/>
                        </a:lnSpc>
                        <a:spcBef>
                          <a:spcPts val="479"/>
                        </a:spcBef>
                        <a:tabLst>
                          <a:tab algn="l" pos="0"/>
                        </a:tabLst>
                      </a:pPr>
                      <a:r>
                        <a:rPr b="0" lang="en-US" sz="2400" spc="-1" strike="noStrike">
                          <a:solidFill>
                            <a:srgbClr val="01035b"/>
                          </a:solidFill>
                          <a:latin typeface="Arial"/>
                        </a:rPr>
                        <a:t>Under process transport, transport, lorry &gt;32t, EURO3</a:t>
                      </a:r>
                      <a:endParaRPr b="0" lang="en-US" sz="2400" spc="-1" strike="noStrike">
                        <a:latin typeface="Arial"/>
                      </a:endParaRPr>
                    </a:p>
                  </a:txBody>
                  <a:tcPr anchor="ctr" marL="121680" marR="121680">
                    <a:lnL w="12240">
                      <a:solidFill>
                        <a:srgbClr val="000000"/>
                      </a:solidFill>
                    </a:lnL>
                    <a:lnR w="38160">
                      <a:solidFill>
                        <a:srgbClr val="000000"/>
                      </a:solidFill>
                    </a:lnR>
                    <a:lnT w="12240">
                      <a:solidFill>
                        <a:srgbClr val="000000"/>
                      </a:solidFill>
                    </a:lnT>
                    <a:lnB w="12240">
                      <a:solidFill>
                        <a:srgbClr val="000000"/>
                      </a:solidFill>
                    </a:lnB>
                    <a:noFill/>
                  </a:tcPr>
                </a:tc>
              </a:tr>
              <a:tr h="510120">
                <a:tc>
                  <a:txBody>
                    <a:bodyPr lIns="121680" rIns="121680" tIns="60840" bIns="60840" anchor="t">
                      <a:noAutofit/>
                    </a:bodyPr>
                    <a:p>
                      <a:pPr>
                        <a:lnSpc>
                          <a:spcPct val="100000"/>
                        </a:lnSpc>
                        <a:spcBef>
                          <a:spcPts val="479"/>
                        </a:spcBef>
                        <a:tabLst>
                          <a:tab algn="l" pos="0"/>
                        </a:tabLst>
                      </a:pPr>
                      <a:r>
                        <a:rPr b="1" lang="en-US" sz="2400" spc="-1" strike="noStrike">
                          <a:solidFill>
                            <a:srgbClr val="01035b"/>
                          </a:solidFill>
                          <a:latin typeface="Arial"/>
                        </a:rPr>
                        <a:t>Landfilled steel</a:t>
                      </a:r>
                      <a:endParaRPr b="0" lang="en-US" sz="2400" spc="-1" strike="noStrike">
                        <a:latin typeface="Arial"/>
                      </a:endParaRPr>
                    </a:p>
                  </a:txBody>
                  <a:tcPr anchor="t" marL="121680" marR="121680">
                    <a:lnL w="38160">
                      <a:solidFill>
                        <a:srgbClr val="000000"/>
                      </a:solidFill>
                    </a:lnL>
                    <a:lnR w="38160">
                      <a:solidFill>
                        <a:srgbClr val="000000"/>
                      </a:solidFill>
                    </a:lnR>
                    <a:lnT w="12240">
                      <a:solidFill>
                        <a:srgbClr val="000000"/>
                      </a:solidFill>
                    </a:lnT>
                    <a:lnB w="12240">
                      <a:solidFill>
                        <a:srgbClr val="000000"/>
                      </a:solidFill>
                    </a:lnB>
                    <a:noFill/>
                  </a:tcPr>
                </a:tc>
                <a:tc>
                  <a:txBody>
                    <a:bodyPr lIns="121680" rIns="121680" tIns="60840" bIns="60840" anchor="ctr">
                      <a:noAutofit/>
                    </a:bodyPr>
                    <a:p>
                      <a:pPr algn="ctr">
                        <a:lnSpc>
                          <a:spcPct val="100000"/>
                        </a:lnSpc>
                        <a:spcBef>
                          <a:spcPts val="479"/>
                        </a:spcBef>
                        <a:tabLst>
                          <a:tab algn="l" pos="0"/>
                        </a:tabLst>
                      </a:pPr>
                      <a:r>
                        <a:rPr b="0" lang="en-US" sz="2400" spc="-1" strike="noStrike">
                          <a:solidFill>
                            <a:srgbClr val="01035b"/>
                          </a:solidFill>
                          <a:latin typeface="Arial"/>
                        </a:rPr>
                        <a:t>1 kg</a:t>
                      </a:r>
                      <a:endParaRPr b="0" lang="en-US" sz="2400" spc="-1" strike="noStrike">
                        <a:latin typeface="Arial"/>
                      </a:endParaRPr>
                    </a:p>
                  </a:txBody>
                  <a:tcPr anchor="ctr" marL="121680" marR="121680">
                    <a:lnL w="38160">
                      <a:solidFill>
                        <a:srgbClr val="000000"/>
                      </a:solidFill>
                    </a:lnL>
                    <a:lnR w="12240">
                      <a:solidFill>
                        <a:srgbClr val="000000"/>
                      </a:solidFill>
                    </a:lnR>
                    <a:lnT w="12240">
                      <a:solidFill>
                        <a:srgbClr val="000000"/>
                      </a:solidFill>
                    </a:lnT>
                    <a:lnB w="12240">
                      <a:solidFill>
                        <a:srgbClr val="000000"/>
                      </a:solidFill>
                    </a:lnB>
                    <a:noFill/>
                  </a:tcPr>
                </a:tc>
                <a:tc>
                  <a:txBody>
                    <a:bodyPr lIns="121680" rIns="121680" tIns="60840" bIns="60840" anchor="ctr">
                      <a:noAutofit/>
                    </a:bodyPr>
                    <a:p>
                      <a:pPr algn="ctr">
                        <a:lnSpc>
                          <a:spcPct val="100000"/>
                        </a:lnSpc>
                        <a:spcBef>
                          <a:spcPts val="479"/>
                        </a:spcBef>
                        <a:tabLst>
                          <a:tab algn="l" pos="0"/>
                        </a:tabLst>
                      </a:pPr>
                      <a:r>
                        <a:rPr b="0" lang="en-US" sz="2400" spc="-1" strike="noStrike">
                          <a:solidFill>
                            <a:srgbClr val="01035b"/>
                          </a:solidFill>
                          <a:latin typeface="Arial"/>
                        </a:rPr>
                        <a:t>0.32</a:t>
                      </a:r>
                      <a:endParaRPr b="0" lang="en-US" sz="2400" spc="-1" strike="noStrike">
                        <a:latin typeface="Arial"/>
                      </a:endParaRPr>
                    </a:p>
                  </a:txBody>
                  <a:tcPr anchor="ctr" marL="121680" marR="121680">
                    <a:lnL w="12240">
                      <a:solidFill>
                        <a:srgbClr val="000000"/>
                      </a:solidFill>
                    </a:lnL>
                    <a:lnR w="12240">
                      <a:solidFill>
                        <a:srgbClr val="000000"/>
                      </a:solidFill>
                    </a:lnR>
                    <a:lnT w="12240">
                      <a:solidFill>
                        <a:srgbClr val="000000"/>
                      </a:solidFill>
                    </a:lnT>
                    <a:lnB w="12240">
                      <a:solidFill>
                        <a:srgbClr val="000000"/>
                      </a:solidFill>
                    </a:lnB>
                    <a:noFill/>
                  </a:tcPr>
                </a:tc>
                <a:tc>
                  <a:txBody>
                    <a:bodyPr lIns="121680" rIns="121680" tIns="60840" bIns="60840" anchor="ctr">
                      <a:noAutofit/>
                    </a:bodyPr>
                    <a:p>
                      <a:pPr algn="ctr">
                        <a:lnSpc>
                          <a:spcPct val="100000"/>
                        </a:lnSpc>
                        <a:spcBef>
                          <a:spcPts val="479"/>
                        </a:spcBef>
                        <a:tabLst>
                          <a:tab algn="l" pos="0"/>
                        </a:tabLst>
                      </a:pPr>
                      <a:r>
                        <a:rPr b="0" lang="en-US" sz="2400" spc="-1" strike="noStrike">
                          <a:solidFill>
                            <a:srgbClr val="01035b"/>
                          </a:solidFill>
                          <a:latin typeface="Arial"/>
                        </a:rPr>
                        <a:t>0.011</a:t>
                      </a:r>
                      <a:endParaRPr b="0" lang="en-US" sz="2400" spc="-1" strike="noStrike">
                        <a:latin typeface="Arial"/>
                      </a:endParaRPr>
                    </a:p>
                  </a:txBody>
                  <a:tcPr anchor="ctr" marL="121680" marR="121680">
                    <a:lnL w="12240">
                      <a:solidFill>
                        <a:srgbClr val="000000"/>
                      </a:solidFill>
                    </a:lnL>
                    <a:lnR w="38160">
                      <a:solidFill>
                        <a:srgbClr val="000000"/>
                      </a:solidFill>
                    </a:lnR>
                    <a:lnT w="12240">
                      <a:solidFill>
                        <a:srgbClr val="000000"/>
                      </a:solidFill>
                    </a:lnT>
                    <a:lnB w="12240">
                      <a:solidFill>
                        <a:srgbClr val="000000"/>
                      </a:solidFill>
                    </a:lnB>
                    <a:noFill/>
                  </a:tcPr>
                </a:tc>
              </a:tr>
              <a:tr h="853200">
                <a:tc>
                  <a:txBody>
                    <a:bodyPr lIns="121680" rIns="121680" tIns="60840" bIns="60840" anchor="t">
                      <a:noAutofit/>
                    </a:bodyPr>
                    <a:p>
                      <a:pPr>
                        <a:lnSpc>
                          <a:spcPct val="100000"/>
                        </a:lnSpc>
                        <a:spcBef>
                          <a:spcPts val="479"/>
                        </a:spcBef>
                        <a:tabLst>
                          <a:tab algn="l" pos="0"/>
                        </a:tabLst>
                      </a:pPr>
                      <a:r>
                        <a:rPr b="1" lang="en-US" sz="2400" spc="-1" strike="noStrike">
                          <a:solidFill>
                            <a:srgbClr val="01035b"/>
                          </a:solidFill>
                          <a:latin typeface="Arial"/>
                        </a:rPr>
                        <a:t>Landfilled PP</a:t>
                      </a:r>
                      <a:endParaRPr b="0" lang="en-US" sz="2400" spc="-1" strike="noStrike">
                        <a:latin typeface="Arial"/>
                      </a:endParaRPr>
                    </a:p>
                  </a:txBody>
                  <a:tcPr anchor="t" marL="121680" marR="121680">
                    <a:lnL w="38160">
                      <a:solidFill>
                        <a:srgbClr val="000000"/>
                      </a:solidFill>
                    </a:lnL>
                    <a:lnR w="38160">
                      <a:solidFill>
                        <a:srgbClr val="000000"/>
                      </a:solidFill>
                    </a:lnR>
                    <a:lnT w="12240">
                      <a:solidFill>
                        <a:srgbClr val="000000"/>
                      </a:solidFill>
                    </a:lnT>
                    <a:lnB w="12240">
                      <a:solidFill>
                        <a:srgbClr val="000000"/>
                      </a:solidFill>
                    </a:lnB>
                    <a:noFill/>
                  </a:tcPr>
                </a:tc>
                <a:tc>
                  <a:txBody>
                    <a:bodyPr lIns="121680" rIns="121680" tIns="60840" bIns="60840" anchor="ctr">
                      <a:noAutofit/>
                    </a:bodyPr>
                    <a:p>
                      <a:pPr algn="ctr">
                        <a:lnSpc>
                          <a:spcPct val="100000"/>
                        </a:lnSpc>
                        <a:spcBef>
                          <a:spcPts val="479"/>
                        </a:spcBef>
                        <a:tabLst>
                          <a:tab algn="l" pos="0"/>
                        </a:tabLst>
                      </a:pPr>
                      <a:r>
                        <a:rPr b="0" lang="en-US" sz="2400" spc="-1" strike="noStrike">
                          <a:solidFill>
                            <a:srgbClr val="01035b"/>
                          </a:solidFill>
                          <a:latin typeface="Arial"/>
                        </a:rPr>
                        <a:t>1 kg</a:t>
                      </a:r>
                      <a:endParaRPr b="0" lang="en-US" sz="2400" spc="-1" strike="noStrike">
                        <a:latin typeface="Arial"/>
                      </a:endParaRPr>
                    </a:p>
                  </a:txBody>
                  <a:tcPr anchor="ctr" marL="121680" marR="121680">
                    <a:lnL w="38160">
                      <a:solidFill>
                        <a:srgbClr val="000000"/>
                      </a:solidFill>
                    </a:lnL>
                    <a:lnR w="12240">
                      <a:solidFill>
                        <a:srgbClr val="000000"/>
                      </a:solidFill>
                    </a:lnR>
                    <a:lnT w="12240">
                      <a:solidFill>
                        <a:srgbClr val="000000"/>
                      </a:solidFill>
                    </a:lnT>
                    <a:lnB w="12240">
                      <a:solidFill>
                        <a:srgbClr val="000000"/>
                      </a:solidFill>
                    </a:lnB>
                    <a:noFill/>
                  </a:tcPr>
                </a:tc>
                <a:tc>
                  <a:txBody>
                    <a:bodyPr lIns="121680" rIns="121680" tIns="60840" bIns="60840" anchor="ctr">
                      <a:noAutofit/>
                    </a:bodyPr>
                    <a:p>
                      <a:pPr algn="ctr">
                        <a:lnSpc>
                          <a:spcPct val="100000"/>
                        </a:lnSpc>
                        <a:spcBef>
                          <a:spcPts val="479"/>
                        </a:spcBef>
                        <a:tabLst>
                          <a:tab algn="l" pos="0"/>
                        </a:tabLst>
                      </a:pPr>
                      <a:r>
                        <a:rPr b="0" lang="en-US" sz="2400" spc="-1" strike="noStrike">
                          <a:solidFill>
                            <a:srgbClr val="01035b"/>
                          </a:solidFill>
                          <a:latin typeface="Arial"/>
                        </a:rPr>
                        <a:t>Look in Ecoinvent file </a:t>
                      </a:r>
                      <a:r>
                        <a:rPr b="0" lang="en-US" sz="2400" spc="-1" strike="noStrike">
                          <a:solidFill>
                            <a:srgbClr val="000000"/>
                          </a:solidFill>
                          <a:latin typeface="Arial"/>
                        </a:rPr>
                        <a:t>EHS672_Activity 3.3.2 Ecoinvent Energy and CO2 data 1a.xlsx </a:t>
                      </a:r>
                      <a:endParaRPr b="0" lang="en-US" sz="2400" spc="-1" strike="noStrike">
                        <a:latin typeface="Arial"/>
                      </a:endParaRPr>
                    </a:p>
                  </a:txBody>
                  <a:tcPr anchor="ctr" marL="121680" marR="121680">
                    <a:lnL w="12240">
                      <a:solidFill>
                        <a:srgbClr val="000000"/>
                      </a:solidFill>
                    </a:lnL>
                    <a:lnR w="12240">
                      <a:solidFill>
                        <a:srgbClr val="000000"/>
                      </a:solidFill>
                    </a:lnR>
                    <a:lnT w="12240">
                      <a:solidFill>
                        <a:srgbClr val="000000"/>
                      </a:solidFill>
                    </a:lnT>
                    <a:lnB w="12240">
                      <a:solidFill>
                        <a:srgbClr val="000000"/>
                      </a:solidFill>
                    </a:lnB>
                    <a:noFill/>
                  </a:tcPr>
                </a:tc>
                <a:tc>
                  <a:txBody>
                    <a:bodyPr lIns="121680" rIns="121680" tIns="60840" bIns="60840" anchor="ctr">
                      <a:noAutofit/>
                    </a:bodyPr>
                    <a:p>
                      <a:pPr algn="ctr">
                        <a:lnSpc>
                          <a:spcPct val="100000"/>
                        </a:lnSpc>
                        <a:spcBef>
                          <a:spcPts val="479"/>
                        </a:spcBef>
                        <a:tabLst>
                          <a:tab algn="l" pos="0"/>
                        </a:tabLst>
                      </a:pPr>
                      <a:r>
                        <a:rPr b="0" lang="en-US" sz="2400" spc="-1" strike="noStrike">
                          <a:solidFill>
                            <a:srgbClr val="01035b"/>
                          </a:solidFill>
                          <a:latin typeface="Arial"/>
                        </a:rPr>
                        <a:t>Disposal, polypropylene, 15.9% water, to sanitary landfill</a:t>
                      </a:r>
                      <a:endParaRPr b="0" lang="en-US" sz="2400" spc="-1" strike="noStrike">
                        <a:latin typeface="Arial"/>
                      </a:endParaRPr>
                    </a:p>
                  </a:txBody>
                  <a:tcPr anchor="ctr" marL="121680" marR="121680">
                    <a:lnL w="12240">
                      <a:solidFill>
                        <a:srgbClr val="000000"/>
                      </a:solidFill>
                    </a:lnL>
                    <a:lnR w="38160">
                      <a:solidFill>
                        <a:srgbClr val="000000"/>
                      </a:solidFill>
                    </a:lnR>
                    <a:lnT w="12240">
                      <a:solidFill>
                        <a:srgbClr val="000000"/>
                      </a:solidFill>
                    </a:lnT>
                    <a:lnB w="12240">
                      <a:solidFill>
                        <a:srgbClr val="000000"/>
                      </a:solidFill>
                    </a:lnB>
                    <a:noFill/>
                  </a:tcPr>
                </a:tc>
              </a:tr>
              <a:tr h="512280">
                <a:tc>
                  <a:txBody>
                    <a:bodyPr lIns="121680" rIns="121680" tIns="60840" bIns="60840" anchor="t">
                      <a:noAutofit/>
                    </a:bodyPr>
                    <a:p>
                      <a:pPr>
                        <a:lnSpc>
                          <a:spcPct val="100000"/>
                        </a:lnSpc>
                        <a:spcBef>
                          <a:spcPts val="479"/>
                        </a:spcBef>
                        <a:tabLst>
                          <a:tab algn="l" pos="0"/>
                        </a:tabLst>
                      </a:pPr>
                      <a:r>
                        <a:rPr b="1" lang="en-US" sz="2400" spc="-1" strike="noStrike">
                          <a:solidFill>
                            <a:srgbClr val="01035b"/>
                          </a:solidFill>
                          <a:latin typeface="Arial"/>
                        </a:rPr>
                        <a:t>Incinerated paper</a:t>
                      </a:r>
                      <a:endParaRPr b="0" lang="en-US" sz="2400" spc="-1" strike="noStrike">
                        <a:latin typeface="Arial"/>
                      </a:endParaRPr>
                    </a:p>
                  </a:txBody>
                  <a:tcPr anchor="t" marL="121680" marR="121680">
                    <a:lnL w="38160">
                      <a:solidFill>
                        <a:srgbClr val="000000"/>
                      </a:solidFill>
                    </a:lnL>
                    <a:lnR w="38160">
                      <a:solidFill>
                        <a:srgbClr val="000000"/>
                      </a:solidFill>
                    </a:lnR>
                    <a:lnT w="12240">
                      <a:solidFill>
                        <a:srgbClr val="000000"/>
                      </a:solidFill>
                    </a:lnT>
                    <a:lnB w="38160">
                      <a:solidFill>
                        <a:srgbClr val="000000"/>
                      </a:solidFill>
                    </a:lnB>
                    <a:noFill/>
                  </a:tcPr>
                </a:tc>
                <a:tc>
                  <a:txBody>
                    <a:bodyPr lIns="121680" rIns="121680" tIns="60840" bIns="60840" anchor="ctr">
                      <a:noAutofit/>
                    </a:bodyPr>
                    <a:p>
                      <a:pPr algn="ctr">
                        <a:lnSpc>
                          <a:spcPct val="100000"/>
                        </a:lnSpc>
                        <a:spcBef>
                          <a:spcPts val="479"/>
                        </a:spcBef>
                        <a:tabLst>
                          <a:tab algn="l" pos="0"/>
                        </a:tabLst>
                      </a:pPr>
                      <a:r>
                        <a:rPr b="0" lang="en-US" sz="2400" spc="-1" strike="noStrike">
                          <a:solidFill>
                            <a:srgbClr val="01035b"/>
                          </a:solidFill>
                          <a:latin typeface="Arial"/>
                        </a:rPr>
                        <a:t>1 kg</a:t>
                      </a:r>
                      <a:endParaRPr b="0" lang="en-US" sz="2400" spc="-1" strike="noStrike">
                        <a:latin typeface="Arial"/>
                      </a:endParaRPr>
                    </a:p>
                  </a:txBody>
                  <a:tcPr anchor="ctr" marL="121680" marR="121680">
                    <a:lnL w="38160">
                      <a:solidFill>
                        <a:srgbClr val="000000"/>
                      </a:solidFill>
                    </a:lnL>
                    <a:lnR w="12240">
                      <a:solidFill>
                        <a:srgbClr val="000000"/>
                      </a:solidFill>
                    </a:lnR>
                    <a:lnT w="12240">
                      <a:solidFill>
                        <a:srgbClr val="000000"/>
                      </a:solidFill>
                    </a:lnT>
                    <a:lnB w="38160">
                      <a:solidFill>
                        <a:srgbClr val="000000"/>
                      </a:solidFill>
                    </a:lnB>
                    <a:noFill/>
                  </a:tcPr>
                </a:tc>
                <a:tc>
                  <a:txBody>
                    <a:bodyPr lIns="121680" rIns="121680" tIns="60840" bIns="60840" anchor="ctr">
                      <a:noAutofit/>
                    </a:bodyPr>
                    <a:p>
                      <a:pPr algn="ctr">
                        <a:lnSpc>
                          <a:spcPct val="100000"/>
                        </a:lnSpc>
                        <a:spcBef>
                          <a:spcPts val="479"/>
                        </a:spcBef>
                        <a:tabLst>
                          <a:tab algn="l" pos="0"/>
                        </a:tabLst>
                      </a:pPr>
                      <a:r>
                        <a:rPr b="0" lang="en-US" sz="2400" spc="-1" strike="noStrike">
                          <a:solidFill>
                            <a:srgbClr val="01035b"/>
                          </a:solidFill>
                          <a:latin typeface="Arial"/>
                        </a:rPr>
                        <a:t>0.29</a:t>
                      </a:r>
                      <a:endParaRPr b="0" lang="en-US" sz="2400" spc="-1" strike="noStrike">
                        <a:latin typeface="Arial"/>
                      </a:endParaRPr>
                    </a:p>
                  </a:txBody>
                  <a:tcPr anchor="ctr" marL="121680" marR="121680">
                    <a:lnL w="12240">
                      <a:solidFill>
                        <a:srgbClr val="000000"/>
                      </a:solidFill>
                    </a:lnL>
                    <a:lnR w="12240">
                      <a:solidFill>
                        <a:srgbClr val="000000"/>
                      </a:solidFill>
                    </a:lnR>
                    <a:lnT w="12240">
                      <a:solidFill>
                        <a:srgbClr val="000000"/>
                      </a:solidFill>
                    </a:lnT>
                    <a:lnB w="38160">
                      <a:solidFill>
                        <a:srgbClr val="000000"/>
                      </a:solidFill>
                    </a:lnB>
                    <a:noFill/>
                  </a:tcPr>
                </a:tc>
                <a:tc>
                  <a:txBody>
                    <a:bodyPr lIns="121680" rIns="121680" tIns="60840" bIns="60840" anchor="ctr">
                      <a:noAutofit/>
                    </a:bodyPr>
                    <a:p>
                      <a:pPr algn="ctr">
                        <a:lnSpc>
                          <a:spcPct val="100000"/>
                        </a:lnSpc>
                        <a:spcBef>
                          <a:spcPts val="479"/>
                        </a:spcBef>
                        <a:tabLst>
                          <a:tab algn="l" pos="0"/>
                        </a:tabLst>
                      </a:pPr>
                      <a:r>
                        <a:rPr b="0" lang="en-US" sz="2400" spc="-1" strike="noStrike">
                          <a:solidFill>
                            <a:srgbClr val="01035b"/>
                          </a:solidFill>
                          <a:latin typeface="Arial"/>
                        </a:rPr>
                        <a:t>0.018</a:t>
                      </a:r>
                      <a:endParaRPr b="0" lang="en-US" sz="2400" spc="-1" strike="noStrike">
                        <a:latin typeface="Arial"/>
                      </a:endParaRPr>
                    </a:p>
                  </a:txBody>
                  <a:tcPr anchor="ctr" marL="121680" marR="121680">
                    <a:lnL w="12240">
                      <a:solidFill>
                        <a:srgbClr val="000000"/>
                      </a:solidFill>
                    </a:lnL>
                    <a:lnR w="38160">
                      <a:solidFill>
                        <a:srgbClr val="000000"/>
                      </a:solidFill>
                    </a:lnR>
                    <a:lnT w="12240">
                      <a:solidFill>
                        <a:srgbClr val="000000"/>
                      </a:solidFill>
                    </a:lnT>
                    <a:lnB w="38160">
                      <a:solidFill>
                        <a:srgbClr val="000000"/>
                      </a:solidFill>
                    </a:lnB>
                    <a:noFill/>
                  </a:tcPr>
                </a:tc>
              </a:tr>
            </a:tbl>
          </a:graphicData>
        </a:graphic>
      </p:graphicFrame>
    </p:spTree>
  </p:cSld>
  <mc:AlternateContent>
    <mc:Choice Requires="p14">
      <p:transition spd="slow" p14:dur="2000"/>
    </mc:Choice>
    <mc:Fallback>
      <p:transition spd="slow"/>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0274c"/>
      </a:dk2>
      <a:lt2>
        <a:srgbClr val="e4e1df"/>
      </a:lt2>
      <a:accent1>
        <a:srgbClr val="ffcb05"/>
      </a:accent1>
      <a:accent2>
        <a:srgbClr val="9a3324"/>
      </a:accent2>
      <a:accent3>
        <a:srgbClr val="ada400"/>
      </a:accent3>
      <a:accent4>
        <a:srgbClr val="407ec9"/>
      </a:accent4>
      <a:accent5>
        <a:srgbClr val="d86018"/>
      </a:accent5>
      <a:accent6>
        <a:srgbClr val="00b2a9"/>
      </a:accent6>
      <a:hlink>
        <a:srgbClr val="702082"/>
      </a:hlink>
      <a:folHlink>
        <a:srgbClr val="587abc"/>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0274c"/>
      </a:dk2>
      <a:lt2>
        <a:srgbClr val="e4e1df"/>
      </a:lt2>
      <a:accent1>
        <a:srgbClr val="ffcb05"/>
      </a:accent1>
      <a:accent2>
        <a:srgbClr val="9a3324"/>
      </a:accent2>
      <a:accent3>
        <a:srgbClr val="ada400"/>
      </a:accent3>
      <a:accent4>
        <a:srgbClr val="407ec9"/>
      </a:accent4>
      <a:accent5>
        <a:srgbClr val="d86018"/>
      </a:accent5>
      <a:accent6>
        <a:srgbClr val="00b2a9"/>
      </a:accent6>
      <a:hlink>
        <a:srgbClr val="702082"/>
      </a:hlink>
      <a:folHlink>
        <a:srgbClr val="587abc"/>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0274c"/>
      </a:dk2>
      <a:lt2>
        <a:srgbClr val="e4e1df"/>
      </a:lt2>
      <a:accent1>
        <a:srgbClr val="ffcb05"/>
      </a:accent1>
      <a:accent2>
        <a:srgbClr val="9a3324"/>
      </a:accent2>
      <a:accent3>
        <a:srgbClr val="ada400"/>
      </a:accent3>
      <a:accent4>
        <a:srgbClr val="407ec9"/>
      </a:accent4>
      <a:accent5>
        <a:srgbClr val="d86018"/>
      </a:accent5>
      <a:accent6>
        <a:srgbClr val="00b2a9"/>
      </a:accent6>
      <a:hlink>
        <a:srgbClr val="702082"/>
      </a:hlink>
      <a:folHlink>
        <a:srgbClr val="587abc"/>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00274c"/>
      </a:dk2>
      <a:lt2>
        <a:srgbClr val="e4e1df"/>
      </a:lt2>
      <a:accent1>
        <a:srgbClr val="ffcb05"/>
      </a:accent1>
      <a:accent2>
        <a:srgbClr val="9a3324"/>
      </a:accent2>
      <a:accent3>
        <a:srgbClr val="ada400"/>
      </a:accent3>
      <a:accent4>
        <a:srgbClr val="407ec9"/>
      </a:accent4>
      <a:accent5>
        <a:srgbClr val="d86018"/>
      </a:accent5>
      <a:accent6>
        <a:srgbClr val="00b2a9"/>
      </a:accent6>
      <a:hlink>
        <a:srgbClr val="702082"/>
      </a:hlink>
      <a:folHlink>
        <a:srgbClr val="587abc"/>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00274c"/>
      </a:dk2>
      <a:lt2>
        <a:srgbClr val="e4e1df"/>
      </a:lt2>
      <a:accent1>
        <a:srgbClr val="ffcb05"/>
      </a:accent1>
      <a:accent2>
        <a:srgbClr val="9a3324"/>
      </a:accent2>
      <a:accent3>
        <a:srgbClr val="ada400"/>
      </a:accent3>
      <a:accent4>
        <a:srgbClr val="407ec9"/>
      </a:accent4>
      <a:accent5>
        <a:srgbClr val="d86018"/>
      </a:accent5>
      <a:accent6>
        <a:srgbClr val="00b2a9"/>
      </a:accent6>
      <a:hlink>
        <a:srgbClr val="702082"/>
      </a:hlink>
      <a:folHlink>
        <a:srgbClr val="587abc"/>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00274c"/>
      </a:dk2>
      <a:lt2>
        <a:srgbClr val="e4e1df"/>
      </a:lt2>
      <a:accent1>
        <a:srgbClr val="ffcb05"/>
      </a:accent1>
      <a:accent2>
        <a:srgbClr val="9a3324"/>
      </a:accent2>
      <a:accent3>
        <a:srgbClr val="ada400"/>
      </a:accent3>
      <a:accent4>
        <a:srgbClr val="407ec9"/>
      </a:accent4>
      <a:accent5>
        <a:srgbClr val="d86018"/>
      </a:accent5>
      <a:accent6>
        <a:srgbClr val="00b2a9"/>
      </a:accent6>
      <a:hlink>
        <a:srgbClr val="702082"/>
      </a:hlink>
      <a:folHlink>
        <a:srgbClr val="587abc"/>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7.xml><?xml version="1.0" encoding="utf-8"?>
<a:theme xmlns:a="http://schemas.openxmlformats.org/drawingml/2006/main" name="Office Theme">
  <a:themeElements>
    <a:clrScheme name="Office">
      <a:dk1>
        <a:sysClr val="windowText" lastClr="000000"/>
      </a:dk1>
      <a:lt1>
        <a:sysClr val="window" lastClr="FFFFFF"/>
      </a:lt1>
      <a:dk2>
        <a:srgbClr val="00274c"/>
      </a:dk2>
      <a:lt2>
        <a:srgbClr val="e4e1df"/>
      </a:lt2>
      <a:accent1>
        <a:srgbClr val="ffcb05"/>
      </a:accent1>
      <a:accent2>
        <a:srgbClr val="9a3324"/>
      </a:accent2>
      <a:accent3>
        <a:srgbClr val="ada400"/>
      </a:accent3>
      <a:accent4>
        <a:srgbClr val="407ec9"/>
      </a:accent4>
      <a:accent5>
        <a:srgbClr val="d86018"/>
      </a:accent5>
      <a:accent6>
        <a:srgbClr val="00b2a9"/>
      </a:accent6>
      <a:hlink>
        <a:srgbClr val="702082"/>
      </a:hlink>
      <a:folHlink>
        <a:srgbClr val="587abc"/>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Properties xmlns="http://schemas.openxmlformats.org/officeDocument/2006/extended-properties" xmlns:vt="http://schemas.openxmlformats.org/officeDocument/2006/docPropsVTypes">
  <Template>AI_PPT_Template_2.potx</Template>
  <TotalTime>18299</TotalTime>
  <Application>LibreOffice/7.2.4.1$MacOSX_X86_64 LibreOffice_project/27d75539669ac387bb498e35313b970b7fe9c4f9</Application>
  <AppVersion>15.0000</AppVersion>
  <Words>2017</Words>
  <Paragraphs>203</Paragraphs>
  <Company>University of Michigan</Company>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2017-01-17T22:07:36Z</dcterms:created>
  <dc:creator>Scott Mahler</dc:creator>
  <dc:description/>
  <dc:language>en-US</dc:language>
  <cp:lastModifiedBy/>
  <cp:lastPrinted>2020-03-06T14:51:20Z</cp:lastPrinted>
  <dcterms:modified xsi:type="dcterms:W3CDTF">2022-03-10T11:12:34Z</dcterms:modified>
  <cp:revision>825</cp:revision>
  <dc:subject/>
  <dc:title>PowerPoint Presentation</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i4>8</vt:i4>
  </property>
  <property fmtid="{D5CDD505-2E9C-101B-9397-08002B2CF9AE}" pid="3" name="PresentationFormat">
    <vt:lpwstr>Custom</vt:lpwstr>
  </property>
  <property fmtid="{D5CDD505-2E9C-101B-9397-08002B2CF9AE}" pid="4" name="Slides">
    <vt:i4>9</vt:i4>
  </property>
</Properties>
</file>