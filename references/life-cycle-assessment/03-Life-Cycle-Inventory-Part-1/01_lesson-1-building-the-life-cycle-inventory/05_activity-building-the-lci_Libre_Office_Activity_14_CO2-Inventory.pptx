
<file path=[Content_Types].xml><?xml version="1.0" encoding="utf-8"?>
<Types xmlns="http://schemas.openxmlformats.org/package/2006/content-types">
  <Default Extension="xml" ContentType="application/xml"/>
  <Default Extension="rels" ContentType="application/vnd.openxmlformats-package.relationships+xml"/>
  <Default Extension="png" ContentType="image/png"/>
  <Default Extension="jpeg" ContentType="image/jpeg"/>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_rels/.rels" ContentType="application/vnd.openxmlformats-package.relationships+xml"/>
  <Override PartName="/ppt/presentation.xml" ContentType="application/vnd.openxmlformats-officedocument.presentationml.presentation.main+xml"/>
  <Override PartName="/ppt/notesMasters/_rels/notesMaster1.xml.rels" ContentType="application/vnd.openxmlformats-package.relationships+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Masters/_rels/slideMaster3.xml.rels" ContentType="application/vnd.openxmlformats-package.relationships+xml"/>
  <Override PartName="/ppt/slideMasters/_rels/slideMaster1.xml.rels" ContentType="application/vnd.openxmlformats-package.relationships+xml"/>
  <Override PartName="/ppt/slideMasters/_rels/slideMaster2.xml.rels" ContentType="application/vnd.openxmlformats-package.relationships+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_rels/presentation.xml.rels" ContentType="application/vnd.openxmlformats-package.relationships+xml"/>
  <Override PartName="/ppt/media/image1.jpeg" ContentType="image/jpeg"/>
  <Override PartName="/ppt/media/image3.png" ContentType="image/png"/>
  <Override PartName="/ppt/media/image2.png" ContentType="image/png"/>
  <Override PartName="/ppt/media/image4.jpeg" ContentType="image/jpeg"/>
  <Override PartName="/ppt/presProps.xml" ContentType="application/vnd.openxmlformats-officedocument.presentationml.presProps+xml"/>
  <Override PartName="/ppt/slideLayouts/slideLayout19.xml" ContentType="application/vnd.openxmlformats-officedocument.presentationml.slideLayout+xml"/>
  <Override PartName="/ppt/slideLayouts/slideLayout8.xml" ContentType="application/vnd.openxmlformats-officedocument.presentationml.slideLayout+xml"/>
  <Override PartName="/ppt/slideLayouts/slideLayout17.xml" ContentType="application/vnd.openxmlformats-officedocument.presentationml.slideLayout+xml"/>
  <Override PartName="/ppt/slideLayouts/slideLayout20.xml" ContentType="application/vnd.openxmlformats-officedocument.presentationml.slideLayout+xml"/>
  <Override PartName="/ppt/slideLayouts/slideLayout9.xml" ContentType="application/vnd.openxmlformats-officedocument.presentationml.slideLayout+xml"/>
  <Override PartName="/ppt/slideLayouts/slideLayout18.xml" ContentType="application/vnd.openxmlformats-officedocument.presentationml.slideLayout+xml"/>
  <Override PartName="/ppt/slideLayouts/slideLayout21.xml" ContentType="application/vnd.openxmlformats-officedocument.presentationml.slideLayout+xml"/>
  <Override PartName="/ppt/slideLayouts/slideLayout10.xml" ContentType="application/vnd.openxmlformats-officedocument.presentationml.slideLayout+xml"/>
  <Override PartName="/ppt/slideLayouts/slideLayout1.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1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13.xml" ContentType="application/vnd.openxmlformats-officedocument.presentationml.slideLayout+xml"/>
  <Override PartName="/ppt/slideLayouts/_rels/slideLayout34.xml.rels" ContentType="application/vnd.openxmlformats-package.relationships+xml"/>
  <Override PartName="/ppt/slideLayouts/_rels/slideLayout33.xml.rels" ContentType="application/vnd.openxmlformats-package.relationships+xml"/>
  <Override PartName="/ppt/slideLayouts/_rels/slideLayout9.xml.rels" ContentType="application/vnd.openxmlformats-package.relationships+xml"/>
  <Override PartName="/ppt/slideLayouts/_rels/slideLayout32.xml.rels" ContentType="application/vnd.openxmlformats-package.relationships+xml"/>
  <Override PartName="/ppt/slideLayouts/_rels/slideLayout21.xml.rels" ContentType="application/vnd.openxmlformats-package.relationships+xml"/>
  <Override PartName="/ppt/slideLayouts/_rels/slideLayout24.xml.rels" ContentType="application/vnd.openxmlformats-package.relationships+xml"/>
  <Override PartName="/ppt/slideLayouts/_rels/slideLayout16.xml.rels" ContentType="application/vnd.openxmlformats-package.relationships+xml"/>
  <Override PartName="/ppt/slideLayouts/_rels/slideLayout31.xml.rels" ContentType="application/vnd.openxmlformats-package.relationships+xml"/>
  <Override PartName="/ppt/slideLayouts/_rels/slideLayout20.xml.rels" ContentType="application/vnd.openxmlformats-package.relationships+xml"/>
  <Override PartName="/ppt/slideLayouts/_rels/slideLayout23.xml.rels" ContentType="application/vnd.openxmlformats-package.relationships+xml"/>
  <Override PartName="/ppt/slideLayouts/_rels/slideLayout15.xml.rels" ContentType="application/vnd.openxmlformats-package.relationships+xml"/>
  <Override PartName="/ppt/slideLayouts/_rels/slideLayout30.xml.rels" ContentType="application/vnd.openxmlformats-package.relationships+xml"/>
  <Override PartName="/ppt/slideLayouts/_rels/slideLayout29.xml.rels" ContentType="application/vnd.openxmlformats-package.relationships+xml"/>
  <Override PartName="/ppt/slideLayouts/_rels/slideLayout22.xml.rels" ContentType="application/vnd.openxmlformats-package.relationships+xml"/>
  <Override PartName="/ppt/slideLayouts/_rels/slideLayout14.xml.rels" ContentType="application/vnd.openxmlformats-package.relationships+xml"/>
  <Override PartName="/ppt/slideLayouts/_rels/slideLayout28.xml.rels" ContentType="application/vnd.openxmlformats-package.relationships+xml"/>
  <Override PartName="/ppt/slideLayouts/_rels/slideLayout36.xml.rels" ContentType="application/vnd.openxmlformats-package.relationships+xml"/>
  <Override PartName="/ppt/slideLayouts/_rels/slideLayout7.xml.rels" ContentType="application/vnd.openxmlformats-package.relationships+xml"/>
  <Override PartName="/ppt/slideLayouts/_rels/slideLayout6.xml.rels" ContentType="application/vnd.openxmlformats-package.relationships+xml"/>
  <Override PartName="/ppt/slideLayouts/_rels/slideLayout5.xml.rels" ContentType="application/vnd.openxmlformats-package.relationships+xml"/>
  <Override PartName="/ppt/slideLayouts/_rels/slideLayout4.xml.rels" ContentType="application/vnd.openxmlformats-package.relationships+xml"/>
  <Override PartName="/ppt/slideLayouts/_rels/slideLayout27.xml.rels" ContentType="application/vnd.openxmlformats-package.relationships+xml"/>
  <Override PartName="/ppt/slideLayouts/_rels/slideLayout13.xml.rels" ContentType="application/vnd.openxmlformats-package.relationships+xml"/>
  <Override PartName="/ppt/slideLayouts/_rels/slideLayout35.xml.rels" ContentType="application/vnd.openxmlformats-package.relationships+xml"/>
  <Override PartName="/ppt/slideLayouts/_rels/slideLayout3.xml.rels" ContentType="application/vnd.openxmlformats-package.relationships+xml"/>
  <Override PartName="/ppt/slideLayouts/_rels/slideLayout2.xml.rels" ContentType="application/vnd.openxmlformats-package.relationships+xml"/>
  <Override PartName="/ppt/slideLayouts/_rels/slideLayout8.xml.rels" ContentType="application/vnd.openxmlformats-package.relationships+xml"/>
  <Override PartName="/ppt/slideLayouts/_rels/slideLayout1.xml.rels" ContentType="application/vnd.openxmlformats-package.relationships+xml"/>
  <Override PartName="/ppt/slideLayouts/_rels/slideLayout12.xml.rels" ContentType="application/vnd.openxmlformats-package.relationships+xml"/>
  <Override PartName="/ppt/slideLayouts/_rels/slideLayout19.xml.rels" ContentType="application/vnd.openxmlformats-package.relationships+xml"/>
  <Override PartName="/ppt/slideLayouts/_rels/slideLayout25.xml.rels" ContentType="application/vnd.openxmlformats-package.relationships+xml"/>
  <Override PartName="/ppt/slideLayouts/_rels/slideLayout10.xml.rels" ContentType="application/vnd.openxmlformats-package.relationships+xml"/>
  <Override PartName="/ppt/slideLayouts/_rels/slideLayout17.xml.rels" ContentType="application/vnd.openxmlformats-package.relationships+xml"/>
  <Override PartName="/ppt/slideLayouts/_rels/slideLayout26.xml.rels" ContentType="application/vnd.openxmlformats-package.relationships+xml"/>
  <Override PartName="/ppt/slideLayouts/_rels/slideLayout18.xml.rels" ContentType="application/vnd.openxmlformats-package.relationships+xml"/>
  <Override PartName="/ppt/slideLayouts/_rels/slideLayout11.xml.rels" ContentType="application/vnd.openxmlformats-package.relationships+xml"/>
  <Override PartName="/ppt/slideLayouts/slideLayout5.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6.xml" ContentType="application/vnd.openxmlformats-officedocument.presentationml.slideLayout+xml"/>
  <Override PartName="/ppt/slideLayouts/slideLayout16.xml" ContentType="application/vnd.openxmlformats-officedocument.presentationml.slideLayout+xml"/>
  <Override PartName="/ppt/slideLayouts/slideLayout7.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26.xml" ContentType="application/vnd.openxmlformats-officedocument.presentationml.slideLayout+xml"/>
  <Override PartName="/ppt/slideLayouts/slideLayout32.xml" ContentType="application/vnd.openxmlformats-officedocument.presentationml.slideLayout+xml"/>
  <Override PartName="/ppt/slideLayouts/slideLayout27.xml" ContentType="application/vnd.openxmlformats-officedocument.presentationml.slideLayout+xml"/>
  <Override PartName="/ppt/slideLayouts/slideLayout33.xml" ContentType="application/vnd.openxmlformats-officedocument.presentationml.slideLayout+xml"/>
  <Override PartName="/ppt/slideLayouts/slideLayout28.xml" ContentType="application/vnd.openxmlformats-officedocument.presentationml.slideLayout+xml"/>
  <Override PartName="/ppt/slideLayouts/slideLayout34.xml" ContentType="application/vnd.openxmlformats-officedocument.presentationml.slideLayout+xml"/>
  <Override PartName="/ppt/slideLayouts/slideLayout29.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s/slide1.xml" ContentType="application/vnd.openxmlformats-officedocument.presentationml.slide+xml"/>
  <Override PartName="/ppt/slides/_rels/slide4.xml.rels" ContentType="application/vnd.openxmlformats-package.relationships+xml"/>
  <Override PartName="/ppt/slides/_rels/slide2.xml.rels" ContentType="application/vnd.openxmlformats-package.relationships+xml"/>
  <Override PartName="/ppt/slides/_rels/slide3.xml.rels" ContentType="application/vnd.openxmlformats-package.relationships+xml"/>
  <Override PartName="/ppt/slides/_rels/slide1.xml.rels" ContentType="application/vnd.openxmlformats-package.relationships+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notesSlides/_rels/notesSlide2.xml.rels" ContentType="application/vnd.openxmlformats-package.relationships+xml"/>
  <Override PartName="/ppt/notesSlides/_rels/notesSlide1.xml.rels" ContentType="application/vnd.openxmlformats-package.relationships+xml"/>
  <Override PartName="/ppt/notesSlides/notesSlide1.xml" ContentType="application/vnd.openxmlformats-officedocument.presentationml.notesSlide+xml"/>
  <Override PartName="/ppt/notesSlides/notesSlide2.xml" ContentType="application/vnd.openxmlformats-officedocument.presentationml.notesSlide+xml"/>
</Types>
</file>

<file path=_rels/.rels><?xml version="1.0" encoding="UTF-8"?>
<Relationships xmlns="http://schemas.openxmlformats.org/package/2006/relationships"><Relationship Id="rId1" Type="http://schemas.openxmlformats.org/package/2006/relationships/metadata/core-properties" Target="docProps/core.xml"/><Relationship Id="rId2" Type="http://schemas.openxmlformats.org/officeDocument/2006/relationships/extended-properties" Target="docProps/app.xml"/><Relationship Id="rId3" Type="http://schemas.openxmlformats.org/officeDocument/2006/relationships/custom-properties" Target="docProps/custom.xml"/><Relationship Id="rId4" Type="http://schemas.openxmlformats.org/officeDocument/2006/relationships/officeDocument" Target="ppt/presentation.xml"/>
</Relationships>
</file>

<file path=ppt/presentation.xml><?xml version="1.0" encoding="utf-8"?>
<p:presentation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sldMasterIdLst>
    <p:sldMasterId id="2147483648" r:id="rId2"/>
    <p:sldMasterId id="2147483661" r:id="rId3"/>
    <p:sldMasterId id="2147483674" r:id="rId4"/>
  </p:sldMasterIdLst>
  <p:notesMasterIdLst>
    <p:notesMasterId r:id="rId5"/>
  </p:notesMasterIdLst>
  <p:sldIdLst>
    <p:sldId id="256" r:id="rId6"/>
    <p:sldId id="257" r:id="rId7"/>
    <p:sldId id="258" r:id="rId8"/>
    <p:sldId id="259" r:id="rId9"/>
  </p:sldIdLst>
  <p:sldSz cx="16257588" cy="9144000"/>
  <p:notesSz cx="6858000" cy="9144000"/>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ationPr>
</file>

<file path=ppt/_rels/presentation.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Master" Target="slideMasters/slideMaster1.xml"/><Relationship Id="rId3" Type="http://schemas.openxmlformats.org/officeDocument/2006/relationships/slideMaster" Target="slideMasters/slideMaster2.xml"/><Relationship Id="rId4" Type="http://schemas.openxmlformats.org/officeDocument/2006/relationships/slideMaster" Target="slideMasters/slideMaster3.xml"/><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9" Type="http://schemas.openxmlformats.org/officeDocument/2006/relationships/slide" Target="slides/slide4.xml"/><Relationship Id="rId10" Type="http://schemas.openxmlformats.org/officeDocument/2006/relationships/presProps" Target="presProps.xml"/>
</Relationships>
</file>

<file path=ppt/notesMasters/_rels/notesMaster1.xml.rels><?xml version="1.0" encoding="UTF-8"?>
<Relationships xmlns="http://schemas.openxmlformats.org/package/2006/relationships"><Relationship Id="rId1" Type="http://schemas.openxmlformats.org/officeDocument/2006/relationships/theme" Target="../theme/theme4.xml"/>
</Relationships>
</file>

<file path=ppt/notesMasters/notesMaster1.xml><?xml version="1.0" encoding="utf-8"?>
<p:notes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32" name="PlaceHolder 1"/>
          <p:cNvSpPr>
            <a:spLocks noGrp="1"/>
          </p:cNvSpPr>
          <p:nvPr>
            <p:ph type="sldImg"/>
          </p:nvPr>
        </p:nvSpPr>
        <p:spPr>
          <a:xfrm>
            <a:off x="533520" y="764280"/>
            <a:ext cx="6704640" cy="3771360"/>
          </a:xfrm>
          <a:prstGeom prst="rect">
            <a:avLst/>
          </a:prstGeom>
          <a:noFill/>
          <a:ln w="0">
            <a:noFill/>
          </a:ln>
        </p:spPr>
        <p:txBody>
          <a:bodyPr lIns="0" rIns="0" tIns="0" bIns="0" anchor="ctr">
            <a:noAutofit/>
          </a:bodyPr>
          <a:p>
            <a:r>
              <a:rPr b="0" lang="en-US" sz="3200" spc="-1" strike="noStrike">
                <a:solidFill>
                  <a:srgbClr val="00274c"/>
                </a:solidFill>
                <a:latin typeface="Arial"/>
              </a:rPr>
              <a:t>Click to move the slide</a:t>
            </a:r>
            <a:endParaRPr b="0" lang="en-US" sz="3200" spc="-1" strike="noStrike">
              <a:solidFill>
                <a:srgbClr val="00274c"/>
              </a:solidFill>
              <a:latin typeface="Arial"/>
            </a:endParaRPr>
          </a:p>
        </p:txBody>
      </p:sp>
      <p:sp>
        <p:nvSpPr>
          <p:cNvPr id="133" name="PlaceHolder 2"/>
          <p:cNvSpPr>
            <a:spLocks noGrp="1"/>
          </p:cNvSpPr>
          <p:nvPr>
            <p:ph type="body"/>
          </p:nvPr>
        </p:nvSpPr>
        <p:spPr>
          <a:xfrm>
            <a:off x="777240" y="4777560"/>
            <a:ext cx="6217560" cy="4525920"/>
          </a:xfrm>
          <a:prstGeom prst="rect">
            <a:avLst/>
          </a:prstGeom>
          <a:noFill/>
          <a:ln w="0">
            <a:noFill/>
          </a:ln>
        </p:spPr>
        <p:txBody>
          <a:bodyPr lIns="0" rIns="0" tIns="0" bIns="0" anchor="t">
            <a:noAutofit/>
          </a:bodyPr>
          <a:p>
            <a:r>
              <a:rPr b="0" lang="en-US" sz="2000" spc="-1" strike="noStrike">
                <a:latin typeface="Arial"/>
              </a:rPr>
              <a:t>Click to edit the notes format</a:t>
            </a:r>
            <a:endParaRPr b="0" lang="en-US" sz="2000" spc="-1" strike="noStrike">
              <a:latin typeface="Arial"/>
            </a:endParaRPr>
          </a:p>
        </p:txBody>
      </p:sp>
      <p:sp>
        <p:nvSpPr>
          <p:cNvPr id="134" name="PlaceHolder 3"/>
          <p:cNvSpPr>
            <a:spLocks noGrp="1"/>
          </p:cNvSpPr>
          <p:nvPr>
            <p:ph type="hdr"/>
          </p:nvPr>
        </p:nvSpPr>
        <p:spPr>
          <a:xfrm>
            <a:off x="0" y="0"/>
            <a:ext cx="3372840" cy="502560"/>
          </a:xfrm>
          <a:prstGeom prst="rect">
            <a:avLst/>
          </a:prstGeom>
          <a:noFill/>
          <a:ln w="0">
            <a:noFill/>
          </a:ln>
        </p:spPr>
        <p:txBody>
          <a:bodyPr lIns="0" rIns="0" tIns="0" bIns="0" anchor="t">
            <a:noAutofit/>
          </a:bodyPr>
          <a:p>
            <a:r>
              <a:rPr b="0" lang="en-US" sz="1400" spc="-1" strike="noStrike">
                <a:latin typeface="Times New Roman"/>
              </a:rPr>
              <a:t>&lt;header&gt;</a:t>
            </a:r>
            <a:endParaRPr b="0" lang="en-US" sz="1400" spc="-1" strike="noStrike">
              <a:latin typeface="Times New Roman"/>
            </a:endParaRPr>
          </a:p>
        </p:txBody>
      </p:sp>
      <p:sp>
        <p:nvSpPr>
          <p:cNvPr id="135" name="PlaceHolder 4"/>
          <p:cNvSpPr>
            <a:spLocks noGrp="1"/>
          </p:cNvSpPr>
          <p:nvPr>
            <p:ph type="dt"/>
          </p:nvPr>
        </p:nvSpPr>
        <p:spPr>
          <a:xfrm>
            <a:off x="4399200" y="0"/>
            <a:ext cx="3372840" cy="502560"/>
          </a:xfrm>
          <a:prstGeom prst="rect">
            <a:avLst/>
          </a:prstGeom>
          <a:noFill/>
          <a:ln w="0">
            <a:noFill/>
          </a:ln>
        </p:spPr>
        <p:txBody>
          <a:bodyPr lIns="0" rIns="0" tIns="0" bIns="0" anchor="t">
            <a:noAutofit/>
          </a:bodyPr>
          <a:p>
            <a:pPr algn="r"/>
            <a:r>
              <a:rPr b="0" lang="en-US" sz="1400" spc="-1" strike="noStrike">
                <a:latin typeface="Times New Roman"/>
              </a:rPr>
              <a:t>&lt;date/time&gt;</a:t>
            </a:r>
            <a:endParaRPr b="0" lang="en-US" sz="1400" spc="-1" strike="noStrike">
              <a:latin typeface="Times New Roman"/>
            </a:endParaRPr>
          </a:p>
        </p:txBody>
      </p:sp>
      <p:sp>
        <p:nvSpPr>
          <p:cNvPr id="136" name="PlaceHolder 5"/>
          <p:cNvSpPr>
            <a:spLocks noGrp="1"/>
          </p:cNvSpPr>
          <p:nvPr>
            <p:ph type="ftr"/>
          </p:nvPr>
        </p:nvSpPr>
        <p:spPr>
          <a:xfrm>
            <a:off x="0" y="9555480"/>
            <a:ext cx="3372840" cy="502560"/>
          </a:xfrm>
          <a:prstGeom prst="rect">
            <a:avLst/>
          </a:prstGeom>
          <a:noFill/>
          <a:ln w="0">
            <a:noFill/>
          </a:ln>
        </p:spPr>
        <p:txBody>
          <a:bodyPr lIns="0" rIns="0" tIns="0" bIns="0" anchor="b">
            <a:noAutofit/>
          </a:bodyPr>
          <a:p>
            <a:r>
              <a:rPr b="0" lang="en-US" sz="1400" spc="-1" strike="noStrike">
                <a:latin typeface="Times New Roman"/>
              </a:rPr>
              <a:t>&lt;footer&gt;</a:t>
            </a:r>
            <a:endParaRPr b="0" lang="en-US" sz="1400" spc="-1" strike="noStrike">
              <a:latin typeface="Times New Roman"/>
            </a:endParaRPr>
          </a:p>
        </p:txBody>
      </p:sp>
      <p:sp>
        <p:nvSpPr>
          <p:cNvPr id="137" name="PlaceHolder 6"/>
          <p:cNvSpPr>
            <a:spLocks noGrp="1"/>
          </p:cNvSpPr>
          <p:nvPr>
            <p:ph type="sldNum"/>
          </p:nvPr>
        </p:nvSpPr>
        <p:spPr>
          <a:xfrm>
            <a:off x="4399200" y="9555480"/>
            <a:ext cx="3372840" cy="502560"/>
          </a:xfrm>
          <a:prstGeom prst="rect">
            <a:avLst/>
          </a:prstGeom>
          <a:noFill/>
          <a:ln w="0">
            <a:noFill/>
          </a:ln>
        </p:spPr>
        <p:txBody>
          <a:bodyPr lIns="0" rIns="0" tIns="0" bIns="0" anchor="b">
            <a:noAutofit/>
          </a:bodyPr>
          <a:p>
            <a:pPr algn="r"/>
            <a:fld id="{F3CE3BBB-0086-455B-97C9-7E73ACFB98DB}" type="slidenum">
              <a:rPr b="0" lang="en-US" sz="1400" spc="-1" strike="noStrike">
                <a:latin typeface="Times New Roman"/>
              </a:rPr>
              <a:t>&lt;number&gt;</a:t>
            </a:fld>
            <a:endParaRPr b="0" lang="en-US" sz="1400" spc="-1" strike="noStrike">
              <a:latin typeface="Times New Roman"/>
            </a:endParaRPr>
          </a:p>
        </p:txBody>
      </p:sp>
    </p:spTree>
  </p:cSld>
  <p:clrMap bg1="lt1" bg2="lt2" tx1="dk1" tx2="dk2" accent1="accent1" accent2="accent2" accent3="accent3" accent4="accent4" accent5="accent5" accent6="accent6" hlink="hlink" folHlink="folHlink"/>
</p:notesMaster>
</file>

<file path=ppt/notesSlides/_rels/notesSlide1.xml.rels><?xml version="1.0" encoding="UTF-8"?>
<Relationships xmlns="http://schemas.openxmlformats.org/package/2006/relationships"><Relationship Id="rId1" Type="http://schemas.openxmlformats.org/officeDocument/2006/relationships/slide" Target="../slides/slide1.xml"/><Relationship Id="rId2" Type="http://schemas.openxmlformats.org/officeDocument/2006/relationships/notesMaster" Target="../notesMasters/notesMaster1.xml"/>
</Relationships>
</file>

<file path=ppt/notesSlides/_rels/notesSlide2.xml.rels><?xml version="1.0" encoding="UTF-8"?>
<Relationships xmlns="http://schemas.openxmlformats.org/package/2006/relationships"><Relationship Id="rId1" Type="http://schemas.openxmlformats.org/officeDocument/2006/relationships/slide" Target="../slides/slide2.xml"/><Relationship Id="rId2" Type="http://schemas.openxmlformats.org/officeDocument/2006/relationships/notesMaster" Target="../notesMasters/notesMaster1.xml"/>
</Relationships>
</file>

<file path=ppt/notesSlides/notesSlide1.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81" name="PlaceHolder 1"/>
          <p:cNvSpPr>
            <a:spLocks noGrp="1"/>
          </p:cNvSpPr>
          <p:nvPr>
            <p:ph type="sldImg"/>
          </p:nvPr>
        </p:nvSpPr>
        <p:spPr>
          <a:xfrm>
            <a:off x="685800" y="1143000"/>
            <a:ext cx="5486040" cy="3085920"/>
          </a:xfrm>
          <a:prstGeom prst="rect">
            <a:avLst/>
          </a:prstGeom>
          <a:ln w="0">
            <a:noFill/>
          </a:ln>
        </p:spPr>
      </p:sp>
      <p:sp>
        <p:nvSpPr>
          <p:cNvPr id="282" name="PlaceHolder 2"/>
          <p:cNvSpPr>
            <a:spLocks noGrp="1"/>
          </p:cNvSpPr>
          <p:nvPr>
            <p:ph type="body"/>
          </p:nvPr>
        </p:nvSpPr>
        <p:spPr>
          <a:xfrm>
            <a:off x="685800" y="4400640"/>
            <a:ext cx="5486040" cy="3600000"/>
          </a:xfrm>
          <a:prstGeom prst="rect">
            <a:avLst/>
          </a:prstGeom>
          <a:noFill/>
          <a:ln w="0">
            <a:noFill/>
          </a:ln>
        </p:spPr>
        <p:txBody>
          <a:bodyPr anchor="t">
            <a:noAutofit/>
          </a:bodyPr>
          <a:p>
            <a:pPr marL="216000" indent="-216000">
              <a:lnSpc>
                <a:spcPct val="100000"/>
              </a:lnSpc>
            </a:pPr>
            <a:r>
              <a:rPr b="1" lang="en-US" sz="2000" spc="-1" strike="noStrike" u="sng">
                <a:uFillTx/>
                <a:latin typeface="Arial"/>
              </a:rPr>
              <a:t>Faculty Note:</a:t>
            </a:r>
            <a:endParaRPr b="0" lang="en-US" sz="2000" spc="-1" strike="noStrike">
              <a:latin typeface="Arial"/>
            </a:endParaRPr>
          </a:p>
          <a:p>
            <a:pPr marL="216000" indent="-216000">
              <a:lnSpc>
                <a:spcPct val="100000"/>
              </a:lnSpc>
            </a:pPr>
            <a:endParaRPr b="0" lang="en-US" sz="2000" spc="-1" strike="noStrike">
              <a:latin typeface="Arial"/>
            </a:endParaRPr>
          </a:p>
          <a:p>
            <a:pPr marL="216000" indent="-216000">
              <a:lnSpc>
                <a:spcPct val="100000"/>
              </a:lnSpc>
            </a:pPr>
            <a:r>
              <a:rPr b="0" lang="en-US" sz="2000" spc="-1" strike="noStrike">
                <a:latin typeface="Arial"/>
              </a:rPr>
              <a:t>Enter lecture title, and subtitle if present, in the text box above. Enter name and credentials on the second line as shown. The slide background graphic for this introduction slide can be replaced with an alternate image more suited to the topic or department (this step will be handled by our graphics team in the production phase).</a:t>
            </a:r>
            <a:endParaRPr b="0" lang="en-US" sz="2000" spc="-1" strike="noStrike">
              <a:latin typeface="Arial"/>
            </a:endParaRPr>
          </a:p>
        </p:txBody>
      </p:sp>
      <p:sp>
        <p:nvSpPr>
          <p:cNvPr id="283" name="PlaceHolder 3"/>
          <p:cNvSpPr>
            <a:spLocks noGrp="1"/>
          </p:cNvSpPr>
          <p:nvPr>
            <p:ph type="sldNum"/>
          </p:nvPr>
        </p:nvSpPr>
        <p:spPr>
          <a:xfrm>
            <a:off x="3884760" y="8685360"/>
            <a:ext cx="2971440" cy="458280"/>
          </a:xfrm>
          <a:prstGeom prst="rect">
            <a:avLst/>
          </a:prstGeom>
          <a:noFill/>
          <a:ln w="0">
            <a:noFill/>
          </a:ln>
        </p:spPr>
        <p:txBody>
          <a:bodyPr anchor="b">
            <a:noAutofit/>
          </a:bodyPr>
          <a:p>
            <a:pPr algn="r">
              <a:lnSpc>
                <a:spcPct val="100000"/>
              </a:lnSpc>
            </a:pPr>
            <a:fld id="{2E0EFAF7-7073-4B5A-8098-031501239C7E}" type="slidenum">
              <a:rPr b="0" lang="en-US" sz="1200" spc="-1" strike="noStrike">
                <a:latin typeface="Times New Roman"/>
              </a:rPr>
              <a:t>&lt;number&gt;</a:t>
            </a:fld>
            <a:endParaRPr b="0" lang="en-US" sz="1200" spc="-1" strike="noStrike">
              <a:latin typeface="Times New Roman"/>
            </a:endParaRPr>
          </a:p>
        </p:txBody>
      </p:sp>
    </p:spTree>
  </p:cSld>
</p:notes>
</file>

<file path=ppt/notesSlides/notesSlide2.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84" name="PlaceHolder 1"/>
          <p:cNvSpPr>
            <a:spLocks noGrp="1"/>
          </p:cNvSpPr>
          <p:nvPr>
            <p:ph type="sldImg"/>
          </p:nvPr>
        </p:nvSpPr>
        <p:spPr>
          <a:xfrm>
            <a:off x="685800" y="1143000"/>
            <a:ext cx="5486040" cy="3085920"/>
          </a:xfrm>
          <a:prstGeom prst="rect">
            <a:avLst/>
          </a:prstGeom>
          <a:ln w="0">
            <a:noFill/>
          </a:ln>
        </p:spPr>
      </p:sp>
      <p:sp>
        <p:nvSpPr>
          <p:cNvPr id="285" name="PlaceHolder 2"/>
          <p:cNvSpPr>
            <a:spLocks noGrp="1"/>
          </p:cNvSpPr>
          <p:nvPr>
            <p:ph type="body"/>
          </p:nvPr>
        </p:nvSpPr>
        <p:spPr>
          <a:xfrm>
            <a:off x="685800" y="4400640"/>
            <a:ext cx="5486040" cy="3600000"/>
          </a:xfrm>
          <a:prstGeom prst="rect">
            <a:avLst/>
          </a:prstGeom>
          <a:noFill/>
          <a:ln w="0">
            <a:noFill/>
          </a:ln>
        </p:spPr>
        <p:txBody>
          <a:bodyPr anchor="t">
            <a:noAutofit/>
          </a:bodyPr>
          <a:p>
            <a:endParaRPr b="0" lang="en-US" sz="2000" spc="-1" strike="noStrike">
              <a:latin typeface="Arial"/>
            </a:endParaRPr>
          </a:p>
        </p:txBody>
      </p:sp>
      <p:sp>
        <p:nvSpPr>
          <p:cNvPr id="286" name="PlaceHolder 3"/>
          <p:cNvSpPr>
            <a:spLocks noGrp="1"/>
          </p:cNvSpPr>
          <p:nvPr>
            <p:ph type="sldNum"/>
          </p:nvPr>
        </p:nvSpPr>
        <p:spPr>
          <a:xfrm>
            <a:off x="3884760" y="8685360"/>
            <a:ext cx="2971440" cy="458280"/>
          </a:xfrm>
          <a:prstGeom prst="rect">
            <a:avLst/>
          </a:prstGeom>
          <a:noFill/>
          <a:ln w="0">
            <a:noFill/>
          </a:ln>
        </p:spPr>
        <p:txBody>
          <a:bodyPr anchor="b">
            <a:noAutofit/>
          </a:bodyPr>
          <a:p>
            <a:pPr algn="r">
              <a:lnSpc>
                <a:spcPct val="100000"/>
              </a:lnSpc>
            </a:pPr>
            <a:fld id="{C42FECA3-BBBC-4170-8797-6004F02C224F}" type="slidenum">
              <a:rPr b="0" lang="en-US" sz="1200" spc="-1" strike="noStrike">
                <a:latin typeface="Times New Roman"/>
              </a:rPr>
              <a:t>&lt;number&gt;</a:t>
            </a:fld>
            <a:endParaRPr b="0" lang="en-US" sz="1200" spc="-1" strike="noStrike">
              <a:latin typeface="Times New Roman"/>
            </a:endParaRPr>
          </a:p>
        </p:txBody>
      </p:sp>
    </p:spTree>
  </p:cSld>
</p:notes>
</file>

<file path=ppt/slideLayouts/_rels/slideLayout1.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2.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3.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4.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5.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6.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7.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8.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9.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10.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11.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12.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13.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14.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15.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16.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17.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18.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19.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20.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21.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22.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23.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24.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25.xml.rels><?xml version="1.0" encoding="UTF-8"?>
<Relationships xmlns="http://schemas.openxmlformats.org/package/2006/relationships"><Relationship Id="rId1" Type="http://schemas.openxmlformats.org/officeDocument/2006/relationships/slideMaster" Target="../slideMasters/slideMaster3.xml"/>
</Relationships>
</file>

<file path=ppt/slideLayouts/_rels/slideLayout26.xml.rels><?xml version="1.0" encoding="UTF-8"?>
<Relationships xmlns="http://schemas.openxmlformats.org/package/2006/relationships"><Relationship Id="rId1" Type="http://schemas.openxmlformats.org/officeDocument/2006/relationships/slideMaster" Target="../slideMasters/slideMaster3.xml"/>
</Relationships>
</file>

<file path=ppt/slideLayouts/_rels/slideLayout27.xml.rels><?xml version="1.0" encoding="UTF-8"?>
<Relationships xmlns="http://schemas.openxmlformats.org/package/2006/relationships"><Relationship Id="rId1" Type="http://schemas.openxmlformats.org/officeDocument/2006/relationships/slideMaster" Target="../slideMasters/slideMaster3.xml"/>
</Relationships>
</file>

<file path=ppt/slideLayouts/_rels/slideLayout28.xml.rels><?xml version="1.0" encoding="UTF-8"?>
<Relationships xmlns="http://schemas.openxmlformats.org/package/2006/relationships"><Relationship Id="rId1" Type="http://schemas.openxmlformats.org/officeDocument/2006/relationships/slideMaster" Target="../slideMasters/slideMaster3.xml"/>
</Relationships>
</file>

<file path=ppt/slideLayouts/_rels/slideLayout29.xml.rels><?xml version="1.0" encoding="UTF-8"?>
<Relationships xmlns="http://schemas.openxmlformats.org/package/2006/relationships"><Relationship Id="rId1" Type="http://schemas.openxmlformats.org/officeDocument/2006/relationships/slideMaster" Target="../slideMasters/slideMaster3.xml"/>
</Relationships>
</file>

<file path=ppt/slideLayouts/_rels/slideLayout30.xml.rels><?xml version="1.0" encoding="UTF-8"?>
<Relationships xmlns="http://schemas.openxmlformats.org/package/2006/relationships"><Relationship Id="rId1" Type="http://schemas.openxmlformats.org/officeDocument/2006/relationships/slideMaster" Target="../slideMasters/slideMaster3.xml"/>
</Relationships>
</file>

<file path=ppt/slideLayouts/_rels/slideLayout31.xml.rels><?xml version="1.0" encoding="UTF-8"?>
<Relationships xmlns="http://schemas.openxmlformats.org/package/2006/relationships"><Relationship Id="rId1" Type="http://schemas.openxmlformats.org/officeDocument/2006/relationships/slideMaster" Target="../slideMasters/slideMaster3.xml"/>
</Relationships>
</file>

<file path=ppt/slideLayouts/_rels/slideLayout32.xml.rels><?xml version="1.0" encoding="UTF-8"?>
<Relationships xmlns="http://schemas.openxmlformats.org/package/2006/relationships"><Relationship Id="rId1" Type="http://schemas.openxmlformats.org/officeDocument/2006/relationships/slideMaster" Target="../slideMasters/slideMaster3.xml"/>
</Relationships>
</file>

<file path=ppt/slideLayouts/_rels/slideLayout33.xml.rels><?xml version="1.0" encoding="UTF-8"?>
<Relationships xmlns="http://schemas.openxmlformats.org/package/2006/relationships"><Relationship Id="rId1" Type="http://schemas.openxmlformats.org/officeDocument/2006/relationships/slideMaster" Target="../slideMasters/slideMaster3.xml"/>
</Relationships>
</file>

<file path=ppt/slideLayouts/_rels/slideLayout34.xml.rels><?xml version="1.0" encoding="UTF-8"?>
<Relationships xmlns="http://schemas.openxmlformats.org/package/2006/relationships"><Relationship Id="rId1" Type="http://schemas.openxmlformats.org/officeDocument/2006/relationships/slideMaster" Target="../slideMasters/slideMaster3.xml"/>
</Relationships>
</file>

<file path=ppt/slideLayouts/_rels/slideLayout35.xml.rels><?xml version="1.0" encoding="UTF-8"?>
<Relationships xmlns="http://schemas.openxmlformats.org/package/2006/relationships"><Relationship Id="rId1" Type="http://schemas.openxmlformats.org/officeDocument/2006/relationships/slideMaster" Target="../slideMasters/slideMaster3.xml"/>
</Relationships>
</file>

<file path=ppt/slideLayouts/_rels/slideLayout36.xml.rels><?xml version="1.0" encoding="UTF-8"?>
<Relationships xmlns="http://schemas.openxmlformats.org/package/2006/relationships"><Relationship Id="rId1" Type="http://schemas.openxmlformats.org/officeDocument/2006/relationships/slideMaster" Target="../slideMasters/slideMaster3.xml"/>
</Relationships>
</file>

<file path=ppt/slideLayouts/slideLayout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Blank Slide">
    <p:spTree>
      <p:nvGrpSpPr>
        <p:cNvPr id="1" name=""/>
        <p:cNvGrpSpPr/>
        <p:nvPr/>
      </p:nvGrpSpPr>
      <p:grpSpPr>
        <a:xfrm>
          <a:off x="0" y="0"/>
          <a:ext cx="0" cy="0"/>
          <a:chOff x="0" y="0"/>
          <a:chExt cx="0" cy="0"/>
        </a:xfrm>
      </p:grpSpPr>
    </p:spTree>
  </p:cSld>
</p:sldLayout>
</file>

<file path=ppt/slideLayouts/slideLayout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x" preserve="1">
  <p:cSld name="Title Slide">
    <p:spTree>
      <p:nvGrpSpPr>
        <p:cNvPr id="1" name=""/>
        <p:cNvGrpSpPr/>
        <p:nvPr/>
      </p:nvGrpSpPr>
      <p:grpSpPr>
        <a:xfrm>
          <a:off x="0" y="0"/>
          <a:ext cx="0" cy="0"/>
          <a:chOff x="0" y="0"/>
          <a:chExt cx="0" cy="0"/>
        </a:xfrm>
      </p:grpSpPr>
      <p:sp>
        <p:nvSpPr>
          <p:cNvPr id="10" name="PlaceHolder 1"/>
          <p:cNvSpPr>
            <a:spLocks noGrp="1"/>
          </p:cNvSpPr>
          <p:nvPr>
            <p:ph type="title"/>
          </p:nvPr>
        </p:nvSpPr>
        <p:spPr>
          <a:xfrm>
            <a:off x="878760" y="272160"/>
            <a:ext cx="14631480" cy="870120"/>
          </a:xfrm>
          <a:prstGeom prst="rect">
            <a:avLst/>
          </a:prstGeom>
          <a:noFill/>
          <a:ln w="0">
            <a:noFill/>
          </a:ln>
        </p:spPr>
        <p:txBody>
          <a:bodyPr lIns="0" rIns="0" tIns="0" bIns="0" anchor="ctr">
            <a:noAutofit/>
          </a:bodyPr>
          <a:p>
            <a:endParaRPr b="0" lang="en-US" sz="3200" spc="-1" strike="noStrike">
              <a:solidFill>
                <a:srgbClr val="000000"/>
              </a:solidFill>
              <a:latin typeface="Arial"/>
            </a:endParaRPr>
          </a:p>
        </p:txBody>
      </p:sp>
      <p:sp>
        <p:nvSpPr>
          <p:cNvPr id="11" name="PlaceHolder 2"/>
          <p:cNvSpPr>
            <a:spLocks noGrp="1"/>
          </p:cNvSpPr>
          <p:nvPr>
            <p:ph type="subTitle"/>
          </p:nvPr>
        </p:nvSpPr>
        <p:spPr>
          <a:xfrm>
            <a:off x="878760" y="1405800"/>
            <a:ext cx="14631480" cy="6369840"/>
          </a:xfrm>
          <a:prstGeom prst="rect">
            <a:avLst/>
          </a:prstGeom>
          <a:noFill/>
          <a:ln w="0">
            <a:noFill/>
          </a:ln>
        </p:spPr>
        <p:txBody>
          <a:bodyPr lIns="0" rIns="0" tIns="0" bIns="0" anchor="ctr">
            <a:noAutofit/>
          </a:bodyPr>
          <a:p>
            <a:pPr algn="ctr"/>
            <a:endParaRPr b="0" lang="en-US" sz="3200" spc="-1" strike="noStrike">
              <a:latin typeface="Arial"/>
            </a:endParaRPr>
          </a:p>
        </p:txBody>
      </p:sp>
    </p:spTree>
  </p:cSld>
</p:sldLayout>
</file>

<file path=ppt/slideLayouts/slideLayout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 preserve="1">
  <p:cSld name="Title, Content">
    <p:spTree>
      <p:nvGrpSpPr>
        <p:cNvPr id="1" name=""/>
        <p:cNvGrpSpPr/>
        <p:nvPr/>
      </p:nvGrpSpPr>
      <p:grpSpPr>
        <a:xfrm>
          <a:off x="0" y="0"/>
          <a:ext cx="0" cy="0"/>
          <a:chOff x="0" y="0"/>
          <a:chExt cx="0" cy="0"/>
        </a:xfrm>
      </p:grpSpPr>
      <p:sp>
        <p:nvSpPr>
          <p:cNvPr id="12" name="PlaceHolder 1"/>
          <p:cNvSpPr>
            <a:spLocks noGrp="1"/>
          </p:cNvSpPr>
          <p:nvPr>
            <p:ph type="title"/>
          </p:nvPr>
        </p:nvSpPr>
        <p:spPr>
          <a:xfrm>
            <a:off x="878760" y="272160"/>
            <a:ext cx="14631480" cy="870120"/>
          </a:xfrm>
          <a:prstGeom prst="rect">
            <a:avLst/>
          </a:prstGeom>
          <a:noFill/>
          <a:ln w="0">
            <a:noFill/>
          </a:ln>
        </p:spPr>
        <p:txBody>
          <a:bodyPr lIns="0" rIns="0" tIns="0" bIns="0" anchor="ctr">
            <a:noAutofit/>
          </a:bodyPr>
          <a:p>
            <a:endParaRPr b="0" lang="en-US" sz="3200" spc="-1" strike="noStrike">
              <a:solidFill>
                <a:srgbClr val="000000"/>
              </a:solidFill>
              <a:latin typeface="Arial"/>
            </a:endParaRPr>
          </a:p>
        </p:txBody>
      </p:sp>
      <p:sp>
        <p:nvSpPr>
          <p:cNvPr id="13" name="PlaceHolder 2"/>
          <p:cNvSpPr>
            <a:spLocks noGrp="1"/>
          </p:cNvSpPr>
          <p:nvPr>
            <p:ph/>
          </p:nvPr>
        </p:nvSpPr>
        <p:spPr>
          <a:xfrm>
            <a:off x="878760" y="1405800"/>
            <a:ext cx="14631480" cy="6369840"/>
          </a:xfrm>
          <a:prstGeom prst="rect">
            <a:avLst/>
          </a:prstGeom>
          <a:noFill/>
          <a:ln w="0">
            <a:noFill/>
          </a:ln>
        </p:spPr>
        <p:txBody>
          <a:bodyPr lIns="0" rIns="0" tIns="0" bIns="0" anchor="t">
            <a:normAutofit/>
          </a:bodyPr>
          <a:p>
            <a:endParaRPr b="0" lang="en-US" sz="3200" spc="-1" strike="noStrike">
              <a:solidFill>
                <a:srgbClr val="00274c"/>
              </a:solidFill>
              <a:latin typeface="Arial"/>
            </a:endParaRPr>
          </a:p>
        </p:txBody>
      </p:sp>
    </p:spTree>
  </p:cSld>
</p:sldLayout>
</file>

<file path=ppt/slideLayouts/slideLayout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 preserve="1">
  <p:cSld name="Title, 2 Content">
    <p:spTree>
      <p:nvGrpSpPr>
        <p:cNvPr id="1" name=""/>
        <p:cNvGrpSpPr/>
        <p:nvPr/>
      </p:nvGrpSpPr>
      <p:grpSpPr>
        <a:xfrm>
          <a:off x="0" y="0"/>
          <a:ext cx="0" cy="0"/>
          <a:chOff x="0" y="0"/>
          <a:chExt cx="0" cy="0"/>
        </a:xfrm>
      </p:grpSpPr>
      <p:sp>
        <p:nvSpPr>
          <p:cNvPr id="14" name="PlaceHolder 1"/>
          <p:cNvSpPr>
            <a:spLocks noGrp="1"/>
          </p:cNvSpPr>
          <p:nvPr>
            <p:ph type="title"/>
          </p:nvPr>
        </p:nvSpPr>
        <p:spPr>
          <a:xfrm>
            <a:off x="878760" y="272160"/>
            <a:ext cx="14631480" cy="870120"/>
          </a:xfrm>
          <a:prstGeom prst="rect">
            <a:avLst/>
          </a:prstGeom>
          <a:noFill/>
          <a:ln w="0">
            <a:noFill/>
          </a:ln>
        </p:spPr>
        <p:txBody>
          <a:bodyPr lIns="0" rIns="0" tIns="0" bIns="0" anchor="ctr">
            <a:noAutofit/>
          </a:bodyPr>
          <a:p>
            <a:endParaRPr b="0" lang="en-US" sz="3200" spc="-1" strike="noStrike">
              <a:solidFill>
                <a:srgbClr val="000000"/>
              </a:solidFill>
              <a:latin typeface="Arial"/>
            </a:endParaRPr>
          </a:p>
        </p:txBody>
      </p:sp>
      <p:sp>
        <p:nvSpPr>
          <p:cNvPr id="15" name="PlaceHolder 2"/>
          <p:cNvSpPr>
            <a:spLocks noGrp="1"/>
          </p:cNvSpPr>
          <p:nvPr>
            <p:ph/>
          </p:nvPr>
        </p:nvSpPr>
        <p:spPr>
          <a:xfrm>
            <a:off x="878760" y="1405800"/>
            <a:ext cx="7139880" cy="6369840"/>
          </a:xfrm>
          <a:prstGeom prst="rect">
            <a:avLst/>
          </a:prstGeom>
          <a:noFill/>
          <a:ln w="0">
            <a:noFill/>
          </a:ln>
        </p:spPr>
        <p:txBody>
          <a:bodyPr lIns="0" rIns="0" tIns="0" bIns="0" anchor="t">
            <a:normAutofit/>
          </a:bodyPr>
          <a:p>
            <a:endParaRPr b="0" lang="en-US" sz="3200" spc="-1" strike="noStrike">
              <a:solidFill>
                <a:srgbClr val="00274c"/>
              </a:solidFill>
              <a:latin typeface="Arial"/>
            </a:endParaRPr>
          </a:p>
        </p:txBody>
      </p:sp>
      <p:sp>
        <p:nvSpPr>
          <p:cNvPr id="16" name="PlaceHolder 3"/>
          <p:cNvSpPr>
            <a:spLocks noGrp="1"/>
          </p:cNvSpPr>
          <p:nvPr>
            <p:ph/>
          </p:nvPr>
        </p:nvSpPr>
        <p:spPr>
          <a:xfrm>
            <a:off x="8376120" y="1405800"/>
            <a:ext cx="7139880" cy="6369840"/>
          </a:xfrm>
          <a:prstGeom prst="rect">
            <a:avLst/>
          </a:prstGeom>
          <a:noFill/>
          <a:ln w="0">
            <a:noFill/>
          </a:ln>
        </p:spPr>
        <p:txBody>
          <a:bodyPr lIns="0" rIns="0" tIns="0" bIns="0" anchor="t">
            <a:normAutofit/>
          </a:bodyPr>
          <a:p>
            <a:endParaRPr b="0" lang="en-US" sz="3200" spc="-1" strike="noStrike">
              <a:solidFill>
                <a:srgbClr val="00274c"/>
              </a:solidFill>
              <a:latin typeface="Arial"/>
            </a:endParaRPr>
          </a:p>
        </p:txBody>
      </p:sp>
    </p:spTree>
  </p:cSld>
</p:sldLayout>
</file>

<file path=ppt/slideLayouts/slideLayout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Only" preserve="1">
  <p:cSld name="Title Only">
    <p:spTree>
      <p:nvGrpSpPr>
        <p:cNvPr id="1" name=""/>
        <p:cNvGrpSpPr/>
        <p:nvPr/>
      </p:nvGrpSpPr>
      <p:grpSpPr>
        <a:xfrm>
          <a:off x="0" y="0"/>
          <a:ext cx="0" cy="0"/>
          <a:chOff x="0" y="0"/>
          <a:chExt cx="0" cy="0"/>
        </a:xfrm>
      </p:grpSpPr>
      <p:sp>
        <p:nvSpPr>
          <p:cNvPr id="17" name="PlaceHolder 1"/>
          <p:cNvSpPr>
            <a:spLocks noGrp="1"/>
          </p:cNvSpPr>
          <p:nvPr>
            <p:ph type="title"/>
          </p:nvPr>
        </p:nvSpPr>
        <p:spPr>
          <a:xfrm>
            <a:off x="878760" y="272160"/>
            <a:ext cx="14631480" cy="870120"/>
          </a:xfrm>
          <a:prstGeom prst="rect">
            <a:avLst/>
          </a:prstGeom>
          <a:noFill/>
          <a:ln w="0">
            <a:noFill/>
          </a:ln>
        </p:spPr>
        <p:txBody>
          <a:bodyPr lIns="0" rIns="0" tIns="0" bIns="0" anchor="ctr">
            <a:noAutofit/>
          </a:bodyPr>
          <a:p>
            <a:endParaRPr b="0" lang="en-US" sz="3200" spc="-1" strike="noStrike">
              <a:solidFill>
                <a:srgbClr val="000000"/>
              </a:solidFill>
              <a:latin typeface="Arial"/>
            </a:endParaRPr>
          </a:p>
        </p:txBody>
      </p:sp>
    </p:spTree>
  </p:cSld>
</p:sldLayout>
</file>

<file path=ppt/slideLayouts/slideLayout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nly" preserve="1">
  <p:cSld name="Centered Text">
    <p:spTree>
      <p:nvGrpSpPr>
        <p:cNvPr id="1" name=""/>
        <p:cNvGrpSpPr/>
        <p:nvPr/>
      </p:nvGrpSpPr>
      <p:grpSpPr>
        <a:xfrm>
          <a:off x="0" y="0"/>
          <a:ext cx="0" cy="0"/>
          <a:chOff x="0" y="0"/>
          <a:chExt cx="0" cy="0"/>
        </a:xfrm>
      </p:grpSpPr>
      <p:sp>
        <p:nvSpPr>
          <p:cNvPr id="18" name="PlaceHolder 1"/>
          <p:cNvSpPr>
            <a:spLocks noGrp="1"/>
          </p:cNvSpPr>
          <p:nvPr>
            <p:ph type="subTitle"/>
          </p:nvPr>
        </p:nvSpPr>
        <p:spPr>
          <a:xfrm>
            <a:off x="878760" y="272160"/>
            <a:ext cx="14631480" cy="4034520"/>
          </a:xfrm>
          <a:prstGeom prst="rect">
            <a:avLst/>
          </a:prstGeom>
          <a:noFill/>
          <a:ln w="0">
            <a:noFill/>
          </a:ln>
        </p:spPr>
        <p:txBody>
          <a:bodyPr lIns="0" rIns="0" tIns="0" bIns="0" anchor="ctr">
            <a:noAutofit/>
          </a:bodyPr>
          <a:p>
            <a:pPr algn="ctr"/>
            <a:endParaRPr b="0" lang="en-US" sz="3200" spc="-1" strike="noStrike">
              <a:latin typeface="Arial"/>
            </a:endParaRPr>
          </a:p>
        </p:txBody>
      </p:sp>
    </p:spTree>
  </p:cSld>
</p:sldLayout>
</file>

<file path=ppt/slideLayouts/slideLayout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AndObj" preserve="1">
  <p:cSld name="Title, 2 Content and Content">
    <p:spTree>
      <p:nvGrpSpPr>
        <p:cNvPr id="1" name=""/>
        <p:cNvGrpSpPr/>
        <p:nvPr/>
      </p:nvGrpSpPr>
      <p:grpSpPr>
        <a:xfrm>
          <a:off x="0" y="0"/>
          <a:ext cx="0" cy="0"/>
          <a:chOff x="0" y="0"/>
          <a:chExt cx="0" cy="0"/>
        </a:xfrm>
      </p:grpSpPr>
      <p:sp>
        <p:nvSpPr>
          <p:cNvPr id="19" name="PlaceHolder 1"/>
          <p:cNvSpPr>
            <a:spLocks noGrp="1"/>
          </p:cNvSpPr>
          <p:nvPr>
            <p:ph type="title"/>
          </p:nvPr>
        </p:nvSpPr>
        <p:spPr>
          <a:xfrm>
            <a:off x="878760" y="272160"/>
            <a:ext cx="14631480" cy="870120"/>
          </a:xfrm>
          <a:prstGeom prst="rect">
            <a:avLst/>
          </a:prstGeom>
          <a:noFill/>
          <a:ln w="0">
            <a:noFill/>
          </a:ln>
        </p:spPr>
        <p:txBody>
          <a:bodyPr lIns="0" rIns="0" tIns="0" bIns="0" anchor="ctr">
            <a:noAutofit/>
          </a:bodyPr>
          <a:p>
            <a:endParaRPr b="0" lang="en-US" sz="3200" spc="-1" strike="noStrike">
              <a:solidFill>
                <a:srgbClr val="000000"/>
              </a:solidFill>
              <a:latin typeface="Arial"/>
            </a:endParaRPr>
          </a:p>
        </p:txBody>
      </p:sp>
      <p:sp>
        <p:nvSpPr>
          <p:cNvPr id="20" name="PlaceHolder 2"/>
          <p:cNvSpPr>
            <a:spLocks noGrp="1"/>
          </p:cNvSpPr>
          <p:nvPr>
            <p:ph/>
          </p:nvPr>
        </p:nvSpPr>
        <p:spPr>
          <a:xfrm>
            <a:off x="878760" y="1405800"/>
            <a:ext cx="7139880" cy="3038400"/>
          </a:xfrm>
          <a:prstGeom prst="rect">
            <a:avLst/>
          </a:prstGeom>
          <a:noFill/>
          <a:ln w="0">
            <a:noFill/>
          </a:ln>
        </p:spPr>
        <p:txBody>
          <a:bodyPr lIns="0" rIns="0" tIns="0" bIns="0" anchor="t">
            <a:normAutofit/>
          </a:bodyPr>
          <a:p>
            <a:endParaRPr b="0" lang="en-US" sz="3200" spc="-1" strike="noStrike">
              <a:solidFill>
                <a:srgbClr val="00274c"/>
              </a:solidFill>
              <a:latin typeface="Arial"/>
            </a:endParaRPr>
          </a:p>
        </p:txBody>
      </p:sp>
      <p:sp>
        <p:nvSpPr>
          <p:cNvPr id="21" name="PlaceHolder 3"/>
          <p:cNvSpPr>
            <a:spLocks noGrp="1"/>
          </p:cNvSpPr>
          <p:nvPr>
            <p:ph/>
          </p:nvPr>
        </p:nvSpPr>
        <p:spPr>
          <a:xfrm>
            <a:off x="8376120" y="1405800"/>
            <a:ext cx="7139880" cy="6369840"/>
          </a:xfrm>
          <a:prstGeom prst="rect">
            <a:avLst/>
          </a:prstGeom>
          <a:noFill/>
          <a:ln w="0">
            <a:noFill/>
          </a:ln>
        </p:spPr>
        <p:txBody>
          <a:bodyPr lIns="0" rIns="0" tIns="0" bIns="0" anchor="t">
            <a:normAutofit/>
          </a:bodyPr>
          <a:p>
            <a:endParaRPr b="0" lang="en-US" sz="3200" spc="-1" strike="noStrike">
              <a:solidFill>
                <a:srgbClr val="00274c"/>
              </a:solidFill>
              <a:latin typeface="Arial"/>
            </a:endParaRPr>
          </a:p>
        </p:txBody>
      </p:sp>
      <p:sp>
        <p:nvSpPr>
          <p:cNvPr id="22" name="PlaceHolder 4"/>
          <p:cNvSpPr>
            <a:spLocks noGrp="1"/>
          </p:cNvSpPr>
          <p:nvPr>
            <p:ph/>
          </p:nvPr>
        </p:nvSpPr>
        <p:spPr>
          <a:xfrm>
            <a:off x="878760" y="4733280"/>
            <a:ext cx="7139880" cy="3038400"/>
          </a:xfrm>
          <a:prstGeom prst="rect">
            <a:avLst/>
          </a:prstGeom>
          <a:noFill/>
          <a:ln w="0">
            <a:noFill/>
          </a:ln>
        </p:spPr>
        <p:txBody>
          <a:bodyPr lIns="0" rIns="0" tIns="0" bIns="0" anchor="t">
            <a:normAutofit/>
          </a:bodyPr>
          <a:p>
            <a:endParaRPr b="0" lang="en-US" sz="3200" spc="-1" strike="noStrike">
              <a:solidFill>
                <a:srgbClr val="00274c"/>
              </a:solidFill>
              <a:latin typeface="Arial"/>
            </a:endParaRPr>
          </a:p>
        </p:txBody>
      </p:sp>
    </p:spTree>
  </p:cSld>
</p:sldLayout>
</file>

<file path=ppt/slideLayouts/slideLayout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AndTwoObj" preserve="1">
  <p:cSld name="Title Content and 2 Content">
    <p:spTree>
      <p:nvGrpSpPr>
        <p:cNvPr id="1" name=""/>
        <p:cNvGrpSpPr/>
        <p:nvPr/>
      </p:nvGrpSpPr>
      <p:grpSpPr>
        <a:xfrm>
          <a:off x="0" y="0"/>
          <a:ext cx="0" cy="0"/>
          <a:chOff x="0" y="0"/>
          <a:chExt cx="0" cy="0"/>
        </a:xfrm>
      </p:grpSpPr>
      <p:sp>
        <p:nvSpPr>
          <p:cNvPr id="23" name="PlaceHolder 1"/>
          <p:cNvSpPr>
            <a:spLocks noGrp="1"/>
          </p:cNvSpPr>
          <p:nvPr>
            <p:ph type="title"/>
          </p:nvPr>
        </p:nvSpPr>
        <p:spPr>
          <a:xfrm>
            <a:off x="878760" y="272160"/>
            <a:ext cx="14631480" cy="870120"/>
          </a:xfrm>
          <a:prstGeom prst="rect">
            <a:avLst/>
          </a:prstGeom>
          <a:noFill/>
          <a:ln w="0">
            <a:noFill/>
          </a:ln>
        </p:spPr>
        <p:txBody>
          <a:bodyPr lIns="0" rIns="0" tIns="0" bIns="0" anchor="ctr">
            <a:noAutofit/>
          </a:bodyPr>
          <a:p>
            <a:endParaRPr b="0" lang="en-US" sz="3200" spc="-1" strike="noStrike">
              <a:solidFill>
                <a:srgbClr val="000000"/>
              </a:solidFill>
              <a:latin typeface="Arial"/>
            </a:endParaRPr>
          </a:p>
        </p:txBody>
      </p:sp>
      <p:sp>
        <p:nvSpPr>
          <p:cNvPr id="24" name="PlaceHolder 2"/>
          <p:cNvSpPr>
            <a:spLocks noGrp="1"/>
          </p:cNvSpPr>
          <p:nvPr>
            <p:ph/>
          </p:nvPr>
        </p:nvSpPr>
        <p:spPr>
          <a:xfrm>
            <a:off x="878760" y="1405800"/>
            <a:ext cx="7139880" cy="6369840"/>
          </a:xfrm>
          <a:prstGeom prst="rect">
            <a:avLst/>
          </a:prstGeom>
          <a:noFill/>
          <a:ln w="0">
            <a:noFill/>
          </a:ln>
        </p:spPr>
        <p:txBody>
          <a:bodyPr lIns="0" rIns="0" tIns="0" bIns="0" anchor="t">
            <a:normAutofit/>
          </a:bodyPr>
          <a:p>
            <a:endParaRPr b="0" lang="en-US" sz="3200" spc="-1" strike="noStrike">
              <a:solidFill>
                <a:srgbClr val="00274c"/>
              </a:solidFill>
              <a:latin typeface="Arial"/>
            </a:endParaRPr>
          </a:p>
        </p:txBody>
      </p:sp>
      <p:sp>
        <p:nvSpPr>
          <p:cNvPr id="25" name="PlaceHolder 3"/>
          <p:cNvSpPr>
            <a:spLocks noGrp="1"/>
          </p:cNvSpPr>
          <p:nvPr>
            <p:ph/>
          </p:nvPr>
        </p:nvSpPr>
        <p:spPr>
          <a:xfrm>
            <a:off x="8376120" y="1405800"/>
            <a:ext cx="7139880" cy="3038400"/>
          </a:xfrm>
          <a:prstGeom prst="rect">
            <a:avLst/>
          </a:prstGeom>
          <a:noFill/>
          <a:ln w="0">
            <a:noFill/>
          </a:ln>
        </p:spPr>
        <p:txBody>
          <a:bodyPr lIns="0" rIns="0" tIns="0" bIns="0" anchor="t">
            <a:normAutofit/>
          </a:bodyPr>
          <a:p>
            <a:endParaRPr b="0" lang="en-US" sz="3200" spc="-1" strike="noStrike">
              <a:solidFill>
                <a:srgbClr val="00274c"/>
              </a:solidFill>
              <a:latin typeface="Arial"/>
            </a:endParaRPr>
          </a:p>
        </p:txBody>
      </p:sp>
      <p:sp>
        <p:nvSpPr>
          <p:cNvPr id="26" name="PlaceHolder 4"/>
          <p:cNvSpPr>
            <a:spLocks noGrp="1"/>
          </p:cNvSpPr>
          <p:nvPr>
            <p:ph/>
          </p:nvPr>
        </p:nvSpPr>
        <p:spPr>
          <a:xfrm>
            <a:off x="8376120" y="4733280"/>
            <a:ext cx="7139880" cy="3038400"/>
          </a:xfrm>
          <a:prstGeom prst="rect">
            <a:avLst/>
          </a:prstGeom>
          <a:noFill/>
          <a:ln w="0">
            <a:noFill/>
          </a:ln>
        </p:spPr>
        <p:txBody>
          <a:bodyPr lIns="0" rIns="0" tIns="0" bIns="0" anchor="t">
            <a:normAutofit/>
          </a:bodyPr>
          <a:p>
            <a:endParaRPr b="0" lang="en-US" sz="3200" spc="-1" strike="noStrike">
              <a:solidFill>
                <a:srgbClr val="00274c"/>
              </a:solidFill>
              <a:latin typeface="Arial"/>
            </a:endParaRPr>
          </a:p>
        </p:txBody>
      </p:sp>
    </p:spTree>
  </p:cSld>
</p:sldLayout>
</file>

<file path=ppt/slideLayouts/slideLayout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OverTx" preserve="1">
  <p:cSld name="Title, 2 Content over Content">
    <p:spTree>
      <p:nvGrpSpPr>
        <p:cNvPr id="1" name=""/>
        <p:cNvGrpSpPr/>
        <p:nvPr/>
      </p:nvGrpSpPr>
      <p:grpSpPr>
        <a:xfrm>
          <a:off x="0" y="0"/>
          <a:ext cx="0" cy="0"/>
          <a:chOff x="0" y="0"/>
          <a:chExt cx="0" cy="0"/>
        </a:xfrm>
      </p:grpSpPr>
      <p:sp>
        <p:nvSpPr>
          <p:cNvPr id="27" name="PlaceHolder 1"/>
          <p:cNvSpPr>
            <a:spLocks noGrp="1"/>
          </p:cNvSpPr>
          <p:nvPr>
            <p:ph type="title"/>
          </p:nvPr>
        </p:nvSpPr>
        <p:spPr>
          <a:xfrm>
            <a:off x="878760" y="272160"/>
            <a:ext cx="14631480" cy="870120"/>
          </a:xfrm>
          <a:prstGeom prst="rect">
            <a:avLst/>
          </a:prstGeom>
          <a:noFill/>
          <a:ln w="0">
            <a:noFill/>
          </a:ln>
        </p:spPr>
        <p:txBody>
          <a:bodyPr lIns="0" rIns="0" tIns="0" bIns="0" anchor="ctr">
            <a:noAutofit/>
          </a:bodyPr>
          <a:p>
            <a:endParaRPr b="0" lang="en-US" sz="3200" spc="-1" strike="noStrike">
              <a:solidFill>
                <a:srgbClr val="000000"/>
              </a:solidFill>
              <a:latin typeface="Arial"/>
            </a:endParaRPr>
          </a:p>
        </p:txBody>
      </p:sp>
      <p:sp>
        <p:nvSpPr>
          <p:cNvPr id="28" name="PlaceHolder 2"/>
          <p:cNvSpPr>
            <a:spLocks noGrp="1"/>
          </p:cNvSpPr>
          <p:nvPr>
            <p:ph/>
          </p:nvPr>
        </p:nvSpPr>
        <p:spPr>
          <a:xfrm>
            <a:off x="878760" y="1405800"/>
            <a:ext cx="7139880" cy="3038400"/>
          </a:xfrm>
          <a:prstGeom prst="rect">
            <a:avLst/>
          </a:prstGeom>
          <a:noFill/>
          <a:ln w="0">
            <a:noFill/>
          </a:ln>
        </p:spPr>
        <p:txBody>
          <a:bodyPr lIns="0" rIns="0" tIns="0" bIns="0" anchor="t">
            <a:normAutofit/>
          </a:bodyPr>
          <a:p>
            <a:endParaRPr b="0" lang="en-US" sz="3200" spc="-1" strike="noStrike">
              <a:solidFill>
                <a:srgbClr val="00274c"/>
              </a:solidFill>
              <a:latin typeface="Arial"/>
            </a:endParaRPr>
          </a:p>
        </p:txBody>
      </p:sp>
      <p:sp>
        <p:nvSpPr>
          <p:cNvPr id="29" name="PlaceHolder 3"/>
          <p:cNvSpPr>
            <a:spLocks noGrp="1"/>
          </p:cNvSpPr>
          <p:nvPr>
            <p:ph/>
          </p:nvPr>
        </p:nvSpPr>
        <p:spPr>
          <a:xfrm>
            <a:off x="8376120" y="1405800"/>
            <a:ext cx="7139880" cy="3038400"/>
          </a:xfrm>
          <a:prstGeom prst="rect">
            <a:avLst/>
          </a:prstGeom>
          <a:noFill/>
          <a:ln w="0">
            <a:noFill/>
          </a:ln>
        </p:spPr>
        <p:txBody>
          <a:bodyPr lIns="0" rIns="0" tIns="0" bIns="0" anchor="t">
            <a:normAutofit/>
          </a:bodyPr>
          <a:p>
            <a:endParaRPr b="0" lang="en-US" sz="3200" spc="-1" strike="noStrike">
              <a:solidFill>
                <a:srgbClr val="00274c"/>
              </a:solidFill>
              <a:latin typeface="Arial"/>
            </a:endParaRPr>
          </a:p>
        </p:txBody>
      </p:sp>
      <p:sp>
        <p:nvSpPr>
          <p:cNvPr id="30" name="PlaceHolder 4"/>
          <p:cNvSpPr>
            <a:spLocks noGrp="1"/>
          </p:cNvSpPr>
          <p:nvPr>
            <p:ph/>
          </p:nvPr>
        </p:nvSpPr>
        <p:spPr>
          <a:xfrm>
            <a:off x="878760" y="4733280"/>
            <a:ext cx="14631480" cy="3038400"/>
          </a:xfrm>
          <a:prstGeom prst="rect">
            <a:avLst/>
          </a:prstGeom>
          <a:noFill/>
          <a:ln w="0">
            <a:noFill/>
          </a:ln>
        </p:spPr>
        <p:txBody>
          <a:bodyPr lIns="0" rIns="0" tIns="0" bIns="0" anchor="t">
            <a:normAutofit/>
          </a:bodyPr>
          <a:p>
            <a:endParaRPr b="0" lang="en-US" sz="3200" spc="-1" strike="noStrike">
              <a:solidFill>
                <a:srgbClr val="00274c"/>
              </a:solidFill>
              <a:latin typeface="Arial"/>
            </a:endParaRPr>
          </a:p>
        </p:txBody>
      </p:sp>
    </p:spTree>
  </p:cSld>
</p:sldLayout>
</file>

<file path=ppt/slideLayouts/slideLayout10.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verTx" preserve="1">
  <p:cSld name="Title, Content over Content">
    <p:spTree>
      <p:nvGrpSpPr>
        <p:cNvPr id="1" name=""/>
        <p:cNvGrpSpPr/>
        <p:nvPr/>
      </p:nvGrpSpPr>
      <p:grpSpPr>
        <a:xfrm>
          <a:off x="0" y="0"/>
          <a:ext cx="0" cy="0"/>
          <a:chOff x="0" y="0"/>
          <a:chExt cx="0" cy="0"/>
        </a:xfrm>
      </p:grpSpPr>
      <p:sp>
        <p:nvSpPr>
          <p:cNvPr id="31" name="PlaceHolder 1"/>
          <p:cNvSpPr>
            <a:spLocks noGrp="1"/>
          </p:cNvSpPr>
          <p:nvPr>
            <p:ph type="title"/>
          </p:nvPr>
        </p:nvSpPr>
        <p:spPr>
          <a:xfrm>
            <a:off x="878760" y="272160"/>
            <a:ext cx="14631480" cy="870120"/>
          </a:xfrm>
          <a:prstGeom prst="rect">
            <a:avLst/>
          </a:prstGeom>
          <a:noFill/>
          <a:ln w="0">
            <a:noFill/>
          </a:ln>
        </p:spPr>
        <p:txBody>
          <a:bodyPr lIns="0" rIns="0" tIns="0" bIns="0" anchor="ctr">
            <a:noAutofit/>
          </a:bodyPr>
          <a:p>
            <a:endParaRPr b="0" lang="en-US" sz="3200" spc="-1" strike="noStrike">
              <a:solidFill>
                <a:srgbClr val="000000"/>
              </a:solidFill>
              <a:latin typeface="Arial"/>
            </a:endParaRPr>
          </a:p>
        </p:txBody>
      </p:sp>
      <p:sp>
        <p:nvSpPr>
          <p:cNvPr id="32" name="PlaceHolder 2"/>
          <p:cNvSpPr>
            <a:spLocks noGrp="1"/>
          </p:cNvSpPr>
          <p:nvPr>
            <p:ph/>
          </p:nvPr>
        </p:nvSpPr>
        <p:spPr>
          <a:xfrm>
            <a:off x="878760" y="1405800"/>
            <a:ext cx="14631480" cy="3038400"/>
          </a:xfrm>
          <a:prstGeom prst="rect">
            <a:avLst/>
          </a:prstGeom>
          <a:noFill/>
          <a:ln w="0">
            <a:noFill/>
          </a:ln>
        </p:spPr>
        <p:txBody>
          <a:bodyPr lIns="0" rIns="0" tIns="0" bIns="0" anchor="t">
            <a:normAutofit/>
          </a:bodyPr>
          <a:p>
            <a:endParaRPr b="0" lang="en-US" sz="3200" spc="-1" strike="noStrike">
              <a:solidFill>
                <a:srgbClr val="00274c"/>
              </a:solidFill>
              <a:latin typeface="Arial"/>
            </a:endParaRPr>
          </a:p>
        </p:txBody>
      </p:sp>
      <p:sp>
        <p:nvSpPr>
          <p:cNvPr id="33" name="PlaceHolder 3"/>
          <p:cNvSpPr>
            <a:spLocks noGrp="1"/>
          </p:cNvSpPr>
          <p:nvPr>
            <p:ph/>
          </p:nvPr>
        </p:nvSpPr>
        <p:spPr>
          <a:xfrm>
            <a:off x="878760" y="4733280"/>
            <a:ext cx="14631480" cy="3038400"/>
          </a:xfrm>
          <a:prstGeom prst="rect">
            <a:avLst/>
          </a:prstGeom>
          <a:noFill/>
          <a:ln w="0">
            <a:noFill/>
          </a:ln>
        </p:spPr>
        <p:txBody>
          <a:bodyPr lIns="0" rIns="0" tIns="0" bIns="0" anchor="t">
            <a:normAutofit/>
          </a:bodyPr>
          <a:p>
            <a:endParaRPr b="0" lang="en-US" sz="3200" spc="-1" strike="noStrike">
              <a:solidFill>
                <a:srgbClr val="00274c"/>
              </a:solidFill>
              <a:latin typeface="Arial"/>
            </a:endParaRPr>
          </a:p>
        </p:txBody>
      </p:sp>
    </p:spTree>
  </p:cSld>
</p:sldLayout>
</file>

<file path=ppt/slideLayouts/slideLayout1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fourObj" preserve="1">
  <p:cSld name="Title, 4 Content">
    <p:spTree>
      <p:nvGrpSpPr>
        <p:cNvPr id="1" name=""/>
        <p:cNvGrpSpPr/>
        <p:nvPr/>
      </p:nvGrpSpPr>
      <p:grpSpPr>
        <a:xfrm>
          <a:off x="0" y="0"/>
          <a:ext cx="0" cy="0"/>
          <a:chOff x="0" y="0"/>
          <a:chExt cx="0" cy="0"/>
        </a:xfrm>
      </p:grpSpPr>
      <p:sp>
        <p:nvSpPr>
          <p:cNvPr id="34" name="PlaceHolder 1"/>
          <p:cNvSpPr>
            <a:spLocks noGrp="1"/>
          </p:cNvSpPr>
          <p:nvPr>
            <p:ph type="title"/>
          </p:nvPr>
        </p:nvSpPr>
        <p:spPr>
          <a:xfrm>
            <a:off x="878760" y="272160"/>
            <a:ext cx="14631480" cy="870120"/>
          </a:xfrm>
          <a:prstGeom prst="rect">
            <a:avLst/>
          </a:prstGeom>
          <a:noFill/>
          <a:ln w="0">
            <a:noFill/>
          </a:ln>
        </p:spPr>
        <p:txBody>
          <a:bodyPr lIns="0" rIns="0" tIns="0" bIns="0" anchor="ctr">
            <a:noAutofit/>
          </a:bodyPr>
          <a:p>
            <a:endParaRPr b="0" lang="en-US" sz="3200" spc="-1" strike="noStrike">
              <a:solidFill>
                <a:srgbClr val="000000"/>
              </a:solidFill>
              <a:latin typeface="Arial"/>
            </a:endParaRPr>
          </a:p>
        </p:txBody>
      </p:sp>
      <p:sp>
        <p:nvSpPr>
          <p:cNvPr id="35" name="PlaceHolder 2"/>
          <p:cNvSpPr>
            <a:spLocks noGrp="1"/>
          </p:cNvSpPr>
          <p:nvPr>
            <p:ph/>
          </p:nvPr>
        </p:nvSpPr>
        <p:spPr>
          <a:xfrm>
            <a:off x="878760" y="1405800"/>
            <a:ext cx="7139880" cy="3038400"/>
          </a:xfrm>
          <a:prstGeom prst="rect">
            <a:avLst/>
          </a:prstGeom>
          <a:noFill/>
          <a:ln w="0">
            <a:noFill/>
          </a:ln>
        </p:spPr>
        <p:txBody>
          <a:bodyPr lIns="0" rIns="0" tIns="0" bIns="0" anchor="t">
            <a:normAutofit/>
          </a:bodyPr>
          <a:p>
            <a:endParaRPr b="0" lang="en-US" sz="3200" spc="-1" strike="noStrike">
              <a:solidFill>
                <a:srgbClr val="00274c"/>
              </a:solidFill>
              <a:latin typeface="Arial"/>
            </a:endParaRPr>
          </a:p>
        </p:txBody>
      </p:sp>
      <p:sp>
        <p:nvSpPr>
          <p:cNvPr id="36" name="PlaceHolder 3"/>
          <p:cNvSpPr>
            <a:spLocks noGrp="1"/>
          </p:cNvSpPr>
          <p:nvPr>
            <p:ph/>
          </p:nvPr>
        </p:nvSpPr>
        <p:spPr>
          <a:xfrm>
            <a:off x="8376120" y="1405800"/>
            <a:ext cx="7139880" cy="3038400"/>
          </a:xfrm>
          <a:prstGeom prst="rect">
            <a:avLst/>
          </a:prstGeom>
          <a:noFill/>
          <a:ln w="0">
            <a:noFill/>
          </a:ln>
        </p:spPr>
        <p:txBody>
          <a:bodyPr lIns="0" rIns="0" tIns="0" bIns="0" anchor="t">
            <a:normAutofit/>
          </a:bodyPr>
          <a:p>
            <a:endParaRPr b="0" lang="en-US" sz="3200" spc="-1" strike="noStrike">
              <a:solidFill>
                <a:srgbClr val="00274c"/>
              </a:solidFill>
              <a:latin typeface="Arial"/>
            </a:endParaRPr>
          </a:p>
        </p:txBody>
      </p:sp>
      <p:sp>
        <p:nvSpPr>
          <p:cNvPr id="37" name="PlaceHolder 4"/>
          <p:cNvSpPr>
            <a:spLocks noGrp="1"/>
          </p:cNvSpPr>
          <p:nvPr>
            <p:ph/>
          </p:nvPr>
        </p:nvSpPr>
        <p:spPr>
          <a:xfrm>
            <a:off x="878760" y="4733280"/>
            <a:ext cx="7139880" cy="3038400"/>
          </a:xfrm>
          <a:prstGeom prst="rect">
            <a:avLst/>
          </a:prstGeom>
          <a:noFill/>
          <a:ln w="0">
            <a:noFill/>
          </a:ln>
        </p:spPr>
        <p:txBody>
          <a:bodyPr lIns="0" rIns="0" tIns="0" bIns="0" anchor="t">
            <a:normAutofit/>
          </a:bodyPr>
          <a:p>
            <a:endParaRPr b="0" lang="en-US" sz="3200" spc="-1" strike="noStrike">
              <a:solidFill>
                <a:srgbClr val="00274c"/>
              </a:solidFill>
              <a:latin typeface="Arial"/>
            </a:endParaRPr>
          </a:p>
        </p:txBody>
      </p:sp>
      <p:sp>
        <p:nvSpPr>
          <p:cNvPr id="38" name="PlaceHolder 5"/>
          <p:cNvSpPr>
            <a:spLocks noGrp="1"/>
          </p:cNvSpPr>
          <p:nvPr>
            <p:ph/>
          </p:nvPr>
        </p:nvSpPr>
        <p:spPr>
          <a:xfrm>
            <a:off x="8376120" y="4733280"/>
            <a:ext cx="7139880" cy="3038400"/>
          </a:xfrm>
          <a:prstGeom prst="rect">
            <a:avLst/>
          </a:prstGeom>
          <a:noFill/>
          <a:ln w="0">
            <a:noFill/>
          </a:ln>
        </p:spPr>
        <p:txBody>
          <a:bodyPr lIns="0" rIns="0" tIns="0" bIns="0" anchor="t">
            <a:normAutofit/>
          </a:bodyPr>
          <a:p>
            <a:endParaRPr b="0" lang="en-US" sz="3200" spc="-1" strike="noStrike">
              <a:solidFill>
                <a:srgbClr val="00274c"/>
              </a:solidFill>
              <a:latin typeface="Arial"/>
            </a:endParaRPr>
          </a:p>
        </p:txBody>
      </p:sp>
    </p:spTree>
  </p:cSld>
</p:sldLayout>
</file>

<file path=ppt/slideLayouts/slideLayout1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Title, 6 Content">
    <p:spTree>
      <p:nvGrpSpPr>
        <p:cNvPr id="1" name=""/>
        <p:cNvGrpSpPr/>
        <p:nvPr/>
      </p:nvGrpSpPr>
      <p:grpSpPr>
        <a:xfrm>
          <a:off x="0" y="0"/>
          <a:ext cx="0" cy="0"/>
          <a:chOff x="0" y="0"/>
          <a:chExt cx="0" cy="0"/>
        </a:xfrm>
      </p:grpSpPr>
      <p:sp>
        <p:nvSpPr>
          <p:cNvPr id="39" name="PlaceHolder 1"/>
          <p:cNvSpPr>
            <a:spLocks noGrp="1"/>
          </p:cNvSpPr>
          <p:nvPr>
            <p:ph type="title"/>
          </p:nvPr>
        </p:nvSpPr>
        <p:spPr>
          <a:xfrm>
            <a:off x="878760" y="272160"/>
            <a:ext cx="14631480" cy="870120"/>
          </a:xfrm>
          <a:prstGeom prst="rect">
            <a:avLst/>
          </a:prstGeom>
          <a:noFill/>
          <a:ln w="0">
            <a:noFill/>
          </a:ln>
        </p:spPr>
        <p:txBody>
          <a:bodyPr lIns="0" rIns="0" tIns="0" bIns="0" anchor="ctr">
            <a:noAutofit/>
          </a:bodyPr>
          <a:p>
            <a:endParaRPr b="0" lang="en-US" sz="3200" spc="-1" strike="noStrike">
              <a:solidFill>
                <a:srgbClr val="000000"/>
              </a:solidFill>
              <a:latin typeface="Arial"/>
            </a:endParaRPr>
          </a:p>
        </p:txBody>
      </p:sp>
      <p:sp>
        <p:nvSpPr>
          <p:cNvPr id="40" name="PlaceHolder 2"/>
          <p:cNvSpPr>
            <a:spLocks noGrp="1"/>
          </p:cNvSpPr>
          <p:nvPr>
            <p:ph/>
          </p:nvPr>
        </p:nvSpPr>
        <p:spPr>
          <a:xfrm>
            <a:off x="878760" y="1405800"/>
            <a:ext cx="4710960" cy="3038400"/>
          </a:xfrm>
          <a:prstGeom prst="rect">
            <a:avLst/>
          </a:prstGeom>
          <a:noFill/>
          <a:ln w="0">
            <a:noFill/>
          </a:ln>
        </p:spPr>
        <p:txBody>
          <a:bodyPr lIns="0" rIns="0" tIns="0" bIns="0" anchor="t">
            <a:normAutofit/>
          </a:bodyPr>
          <a:p>
            <a:endParaRPr b="0" lang="en-US" sz="3200" spc="-1" strike="noStrike">
              <a:solidFill>
                <a:srgbClr val="00274c"/>
              </a:solidFill>
              <a:latin typeface="Arial"/>
            </a:endParaRPr>
          </a:p>
        </p:txBody>
      </p:sp>
      <p:sp>
        <p:nvSpPr>
          <p:cNvPr id="41" name="PlaceHolder 3"/>
          <p:cNvSpPr>
            <a:spLocks noGrp="1"/>
          </p:cNvSpPr>
          <p:nvPr>
            <p:ph/>
          </p:nvPr>
        </p:nvSpPr>
        <p:spPr>
          <a:xfrm>
            <a:off x="5825520" y="1405800"/>
            <a:ext cx="4710960" cy="3038400"/>
          </a:xfrm>
          <a:prstGeom prst="rect">
            <a:avLst/>
          </a:prstGeom>
          <a:noFill/>
          <a:ln w="0">
            <a:noFill/>
          </a:ln>
        </p:spPr>
        <p:txBody>
          <a:bodyPr lIns="0" rIns="0" tIns="0" bIns="0" anchor="t">
            <a:normAutofit/>
          </a:bodyPr>
          <a:p>
            <a:endParaRPr b="0" lang="en-US" sz="3200" spc="-1" strike="noStrike">
              <a:solidFill>
                <a:srgbClr val="00274c"/>
              </a:solidFill>
              <a:latin typeface="Arial"/>
            </a:endParaRPr>
          </a:p>
        </p:txBody>
      </p:sp>
      <p:sp>
        <p:nvSpPr>
          <p:cNvPr id="42" name="PlaceHolder 4"/>
          <p:cNvSpPr>
            <a:spLocks noGrp="1"/>
          </p:cNvSpPr>
          <p:nvPr>
            <p:ph/>
          </p:nvPr>
        </p:nvSpPr>
        <p:spPr>
          <a:xfrm>
            <a:off x="10772640" y="1405800"/>
            <a:ext cx="4710960" cy="3038400"/>
          </a:xfrm>
          <a:prstGeom prst="rect">
            <a:avLst/>
          </a:prstGeom>
          <a:noFill/>
          <a:ln w="0">
            <a:noFill/>
          </a:ln>
        </p:spPr>
        <p:txBody>
          <a:bodyPr lIns="0" rIns="0" tIns="0" bIns="0" anchor="t">
            <a:normAutofit/>
          </a:bodyPr>
          <a:p>
            <a:endParaRPr b="0" lang="en-US" sz="3200" spc="-1" strike="noStrike">
              <a:solidFill>
                <a:srgbClr val="00274c"/>
              </a:solidFill>
              <a:latin typeface="Arial"/>
            </a:endParaRPr>
          </a:p>
        </p:txBody>
      </p:sp>
      <p:sp>
        <p:nvSpPr>
          <p:cNvPr id="43" name="PlaceHolder 5"/>
          <p:cNvSpPr>
            <a:spLocks noGrp="1"/>
          </p:cNvSpPr>
          <p:nvPr>
            <p:ph/>
          </p:nvPr>
        </p:nvSpPr>
        <p:spPr>
          <a:xfrm>
            <a:off x="878760" y="4733280"/>
            <a:ext cx="4710960" cy="3038400"/>
          </a:xfrm>
          <a:prstGeom prst="rect">
            <a:avLst/>
          </a:prstGeom>
          <a:noFill/>
          <a:ln w="0">
            <a:noFill/>
          </a:ln>
        </p:spPr>
        <p:txBody>
          <a:bodyPr lIns="0" rIns="0" tIns="0" bIns="0" anchor="t">
            <a:normAutofit/>
          </a:bodyPr>
          <a:p>
            <a:endParaRPr b="0" lang="en-US" sz="3200" spc="-1" strike="noStrike">
              <a:solidFill>
                <a:srgbClr val="00274c"/>
              </a:solidFill>
              <a:latin typeface="Arial"/>
            </a:endParaRPr>
          </a:p>
        </p:txBody>
      </p:sp>
      <p:sp>
        <p:nvSpPr>
          <p:cNvPr id="44" name="PlaceHolder 6"/>
          <p:cNvSpPr>
            <a:spLocks noGrp="1"/>
          </p:cNvSpPr>
          <p:nvPr>
            <p:ph/>
          </p:nvPr>
        </p:nvSpPr>
        <p:spPr>
          <a:xfrm>
            <a:off x="5825520" y="4733280"/>
            <a:ext cx="4710960" cy="3038400"/>
          </a:xfrm>
          <a:prstGeom prst="rect">
            <a:avLst/>
          </a:prstGeom>
          <a:noFill/>
          <a:ln w="0">
            <a:noFill/>
          </a:ln>
        </p:spPr>
        <p:txBody>
          <a:bodyPr lIns="0" rIns="0" tIns="0" bIns="0" anchor="t">
            <a:normAutofit/>
          </a:bodyPr>
          <a:p>
            <a:endParaRPr b="0" lang="en-US" sz="3200" spc="-1" strike="noStrike">
              <a:solidFill>
                <a:srgbClr val="00274c"/>
              </a:solidFill>
              <a:latin typeface="Arial"/>
            </a:endParaRPr>
          </a:p>
        </p:txBody>
      </p:sp>
      <p:sp>
        <p:nvSpPr>
          <p:cNvPr id="45" name="PlaceHolder 7"/>
          <p:cNvSpPr>
            <a:spLocks noGrp="1"/>
          </p:cNvSpPr>
          <p:nvPr>
            <p:ph/>
          </p:nvPr>
        </p:nvSpPr>
        <p:spPr>
          <a:xfrm>
            <a:off x="10772640" y="4733280"/>
            <a:ext cx="4710960" cy="3038400"/>
          </a:xfrm>
          <a:prstGeom prst="rect">
            <a:avLst/>
          </a:prstGeom>
          <a:noFill/>
          <a:ln w="0">
            <a:noFill/>
          </a:ln>
        </p:spPr>
        <p:txBody>
          <a:bodyPr lIns="0" rIns="0" tIns="0" bIns="0" anchor="t">
            <a:normAutofit/>
          </a:bodyPr>
          <a:p>
            <a:endParaRPr b="0" lang="en-US" sz="3200" spc="-1" strike="noStrike">
              <a:solidFill>
                <a:srgbClr val="00274c"/>
              </a:solidFill>
              <a:latin typeface="Arial"/>
            </a:endParaRPr>
          </a:p>
        </p:txBody>
      </p:sp>
    </p:spTree>
  </p:cSld>
</p:sldLayout>
</file>

<file path=ppt/slideLayouts/slideLayout1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Blank Slide">
    <p:spTree>
      <p:nvGrpSpPr>
        <p:cNvPr id="1" name=""/>
        <p:cNvGrpSpPr/>
        <p:nvPr/>
      </p:nvGrpSpPr>
      <p:grpSpPr>
        <a:xfrm>
          <a:off x="0" y="0"/>
          <a:ext cx="0" cy="0"/>
          <a:chOff x="0" y="0"/>
          <a:chExt cx="0" cy="0"/>
        </a:xfrm>
      </p:grpSpPr>
    </p:spTree>
  </p:cSld>
</p:sldLayout>
</file>

<file path=ppt/slideLayouts/slideLayout1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x" preserve="1">
  <p:cSld name="Title Slide">
    <p:spTree>
      <p:nvGrpSpPr>
        <p:cNvPr id="1" name=""/>
        <p:cNvGrpSpPr/>
        <p:nvPr/>
      </p:nvGrpSpPr>
      <p:grpSpPr>
        <a:xfrm>
          <a:off x="0" y="0"/>
          <a:ext cx="0" cy="0"/>
          <a:chOff x="0" y="0"/>
          <a:chExt cx="0" cy="0"/>
        </a:xfrm>
      </p:grpSpPr>
      <p:sp>
        <p:nvSpPr>
          <p:cNvPr id="52" name="PlaceHolder 1"/>
          <p:cNvSpPr>
            <a:spLocks noGrp="1"/>
          </p:cNvSpPr>
          <p:nvPr>
            <p:ph type="title"/>
          </p:nvPr>
        </p:nvSpPr>
        <p:spPr>
          <a:xfrm>
            <a:off x="878760" y="272160"/>
            <a:ext cx="14631480" cy="870120"/>
          </a:xfrm>
          <a:prstGeom prst="rect">
            <a:avLst/>
          </a:prstGeom>
          <a:noFill/>
          <a:ln w="0">
            <a:noFill/>
          </a:ln>
        </p:spPr>
        <p:txBody>
          <a:bodyPr lIns="0" rIns="0" tIns="0" bIns="0" anchor="ctr">
            <a:noAutofit/>
          </a:bodyPr>
          <a:p>
            <a:endParaRPr b="0" lang="en-US" sz="3200" spc="-1" strike="noStrike">
              <a:solidFill>
                <a:srgbClr val="000000"/>
              </a:solidFill>
              <a:latin typeface="Arial"/>
            </a:endParaRPr>
          </a:p>
        </p:txBody>
      </p:sp>
      <p:sp>
        <p:nvSpPr>
          <p:cNvPr id="53" name="PlaceHolder 2"/>
          <p:cNvSpPr>
            <a:spLocks noGrp="1"/>
          </p:cNvSpPr>
          <p:nvPr>
            <p:ph type="subTitle"/>
          </p:nvPr>
        </p:nvSpPr>
        <p:spPr>
          <a:xfrm>
            <a:off x="878760" y="1405800"/>
            <a:ext cx="14631480" cy="6369840"/>
          </a:xfrm>
          <a:prstGeom prst="rect">
            <a:avLst/>
          </a:prstGeom>
          <a:noFill/>
          <a:ln w="0">
            <a:noFill/>
          </a:ln>
        </p:spPr>
        <p:txBody>
          <a:bodyPr lIns="0" rIns="0" tIns="0" bIns="0" anchor="ctr">
            <a:noAutofit/>
          </a:bodyPr>
          <a:p>
            <a:pPr algn="ctr"/>
            <a:endParaRPr b="0" lang="en-US" sz="3200" spc="-1" strike="noStrike">
              <a:latin typeface="Arial"/>
            </a:endParaRPr>
          </a:p>
        </p:txBody>
      </p:sp>
    </p:spTree>
  </p:cSld>
</p:sldLayout>
</file>

<file path=ppt/slideLayouts/slideLayout1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 preserve="1">
  <p:cSld name="Title, Content">
    <p:spTree>
      <p:nvGrpSpPr>
        <p:cNvPr id="1" name=""/>
        <p:cNvGrpSpPr/>
        <p:nvPr/>
      </p:nvGrpSpPr>
      <p:grpSpPr>
        <a:xfrm>
          <a:off x="0" y="0"/>
          <a:ext cx="0" cy="0"/>
          <a:chOff x="0" y="0"/>
          <a:chExt cx="0" cy="0"/>
        </a:xfrm>
      </p:grpSpPr>
      <p:sp>
        <p:nvSpPr>
          <p:cNvPr id="54" name="PlaceHolder 1"/>
          <p:cNvSpPr>
            <a:spLocks noGrp="1"/>
          </p:cNvSpPr>
          <p:nvPr>
            <p:ph type="title"/>
          </p:nvPr>
        </p:nvSpPr>
        <p:spPr>
          <a:xfrm>
            <a:off x="878760" y="272160"/>
            <a:ext cx="14631480" cy="870120"/>
          </a:xfrm>
          <a:prstGeom prst="rect">
            <a:avLst/>
          </a:prstGeom>
          <a:noFill/>
          <a:ln w="0">
            <a:noFill/>
          </a:ln>
        </p:spPr>
        <p:txBody>
          <a:bodyPr lIns="0" rIns="0" tIns="0" bIns="0" anchor="ctr">
            <a:noAutofit/>
          </a:bodyPr>
          <a:p>
            <a:endParaRPr b="0" lang="en-US" sz="3200" spc="-1" strike="noStrike">
              <a:solidFill>
                <a:srgbClr val="000000"/>
              </a:solidFill>
              <a:latin typeface="Arial"/>
            </a:endParaRPr>
          </a:p>
        </p:txBody>
      </p:sp>
      <p:sp>
        <p:nvSpPr>
          <p:cNvPr id="55" name="PlaceHolder 2"/>
          <p:cNvSpPr>
            <a:spLocks noGrp="1"/>
          </p:cNvSpPr>
          <p:nvPr>
            <p:ph/>
          </p:nvPr>
        </p:nvSpPr>
        <p:spPr>
          <a:xfrm>
            <a:off x="878760" y="1405800"/>
            <a:ext cx="14631480" cy="6369840"/>
          </a:xfrm>
          <a:prstGeom prst="rect">
            <a:avLst/>
          </a:prstGeom>
          <a:noFill/>
          <a:ln w="0">
            <a:noFill/>
          </a:ln>
        </p:spPr>
        <p:txBody>
          <a:bodyPr lIns="0" rIns="0" tIns="0" bIns="0" anchor="t">
            <a:normAutofit/>
          </a:bodyPr>
          <a:p>
            <a:endParaRPr b="0" lang="en-US" sz="3200" spc="-1" strike="noStrike">
              <a:solidFill>
                <a:srgbClr val="00274c"/>
              </a:solidFill>
              <a:latin typeface="Arial"/>
            </a:endParaRPr>
          </a:p>
        </p:txBody>
      </p:sp>
    </p:spTree>
  </p:cSld>
</p:sldLayout>
</file>

<file path=ppt/slideLayouts/slideLayout1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 preserve="1">
  <p:cSld name="Title, 2 Content">
    <p:spTree>
      <p:nvGrpSpPr>
        <p:cNvPr id="1" name=""/>
        <p:cNvGrpSpPr/>
        <p:nvPr/>
      </p:nvGrpSpPr>
      <p:grpSpPr>
        <a:xfrm>
          <a:off x="0" y="0"/>
          <a:ext cx="0" cy="0"/>
          <a:chOff x="0" y="0"/>
          <a:chExt cx="0" cy="0"/>
        </a:xfrm>
      </p:grpSpPr>
      <p:sp>
        <p:nvSpPr>
          <p:cNvPr id="56" name="PlaceHolder 1"/>
          <p:cNvSpPr>
            <a:spLocks noGrp="1"/>
          </p:cNvSpPr>
          <p:nvPr>
            <p:ph type="title"/>
          </p:nvPr>
        </p:nvSpPr>
        <p:spPr>
          <a:xfrm>
            <a:off x="878760" y="272160"/>
            <a:ext cx="14631480" cy="870120"/>
          </a:xfrm>
          <a:prstGeom prst="rect">
            <a:avLst/>
          </a:prstGeom>
          <a:noFill/>
          <a:ln w="0">
            <a:noFill/>
          </a:ln>
        </p:spPr>
        <p:txBody>
          <a:bodyPr lIns="0" rIns="0" tIns="0" bIns="0" anchor="ctr">
            <a:noAutofit/>
          </a:bodyPr>
          <a:p>
            <a:endParaRPr b="0" lang="en-US" sz="3200" spc="-1" strike="noStrike">
              <a:solidFill>
                <a:srgbClr val="000000"/>
              </a:solidFill>
              <a:latin typeface="Arial"/>
            </a:endParaRPr>
          </a:p>
        </p:txBody>
      </p:sp>
      <p:sp>
        <p:nvSpPr>
          <p:cNvPr id="57" name="PlaceHolder 2"/>
          <p:cNvSpPr>
            <a:spLocks noGrp="1"/>
          </p:cNvSpPr>
          <p:nvPr>
            <p:ph/>
          </p:nvPr>
        </p:nvSpPr>
        <p:spPr>
          <a:xfrm>
            <a:off x="878760" y="1405800"/>
            <a:ext cx="7139880" cy="6369840"/>
          </a:xfrm>
          <a:prstGeom prst="rect">
            <a:avLst/>
          </a:prstGeom>
          <a:noFill/>
          <a:ln w="0">
            <a:noFill/>
          </a:ln>
        </p:spPr>
        <p:txBody>
          <a:bodyPr lIns="0" rIns="0" tIns="0" bIns="0" anchor="t">
            <a:normAutofit/>
          </a:bodyPr>
          <a:p>
            <a:endParaRPr b="0" lang="en-US" sz="3200" spc="-1" strike="noStrike">
              <a:solidFill>
                <a:srgbClr val="00274c"/>
              </a:solidFill>
              <a:latin typeface="Arial"/>
            </a:endParaRPr>
          </a:p>
        </p:txBody>
      </p:sp>
      <p:sp>
        <p:nvSpPr>
          <p:cNvPr id="58" name="PlaceHolder 3"/>
          <p:cNvSpPr>
            <a:spLocks noGrp="1"/>
          </p:cNvSpPr>
          <p:nvPr>
            <p:ph/>
          </p:nvPr>
        </p:nvSpPr>
        <p:spPr>
          <a:xfrm>
            <a:off x="8376120" y="1405800"/>
            <a:ext cx="7139880" cy="6369840"/>
          </a:xfrm>
          <a:prstGeom prst="rect">
            <a:avLst/>
          </a:prstGeom>
          <a:noFill/>
          <a:ln w="0">
            <a:noFill/>
          </a:ln>
        </p:spPr>
        <p:txBody>
          <a:bodyPr lIns="0" rIns="0" tIns="0" bIns="0" anchor="t">
            <a:normAutofit/>
          </a:bodyPr>
          <a:p>
            <a:endParaRPr b="0" lang="en-US" sz="3200" spc="-1" strike="noStrike">
              <a:solidFill>
                <a:srgbClr val="00274c"/>
              </a:solidFill>
              <a:latin typeface="Arial"/>
            </a:endParaRPr>
          </a:p>
        </p:txBody>
      </p:sp>
    </p:spTree>
  </p:cSld>
</p:sldLayout>
</file>

<file path=ppt/slideLayouts/slideLayout1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Only" preserve="1">
  <p:cSld name="Title Only">
    <p:spTree>
      <p:nvGrpSpPr>
        <p:cNvPr id="1" name=""/>
        <p:cNvGrpSpPr/>
        <p:nvPr/>
      </p:nvGrpSpPr>
      <p:grpSpPr>
        <a:xfrm>
          <a:off x="0" y="0"/>
          <a:ext cx="0" cy="0"/>
          <a:chOff x="0" y="0"/>
          <a:chExt cx="0" cy="0"/>
        </a:xfrm>
      </p:grpSpPr>
      <p:sp>
        <p:nvSpPr>
          <p:cNvPr id="59" name="PlaceHolder 1"/>
          <p:cNvSpPr>
            <a:spLocks noGrp="1"/>
          </p:cNvSpPr>
          <p:nvPr>
            <p:ph type="title"/>
          </p:nvPr>
        </p:nvSpPr>
        <p:spPr>
          <a:xfrm>
            <a:off x="878760" y="272160"/>
            <a:ext cx="14631480" cy="870120"/>
          </a:xfrm>
          <a:prstGeom prst="rect">
            <a:avLst/>
          </a:prstGeom>
          <a:noFill/>
          <a:ln w="0">
            <a:noFill/>
          </a:ln>
        </p:spPr>
        <p:txBody>
          <a:bodyPr lIns="0" rIns="0" tIns="0" bIns="0" anchor="ctr">
            <a:noAutofit/>
          </a:bodyPr>
          <a:p>
            <a:endParaRPr b="0" lang="en-US" sz="3200" spc="-1" strike="noStrike">
              <a:solidFill>
                <a:srgbClr val="000000"/>
              </a:solidFill>
              <a:latin typeface="Arial"/>
            </a:endParaRPr>
          </a:p>
        </p:txBody>
      </p:sp>
    </p:spTree>
  </p:cSld>
</p:sldLayout>
</file>

<file path=ppt/slideLayouts/slideLayout1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nly" preserve="1">
  <p:cSld name="Centered Text">
    <p:spTree>
      <p:nvGrpSpPr>
        <p:cNvPr id="1" name=""/>
        <p:cNvGrpSpPr/>
        <p:nvPr/>
      </p:nvGrpSpPr>
      <p:grpSpPr>
        <a:xfrm>
          <a:off x="0" y="0"/>
          <a:ext cx="0" cy="0"/>
          <a:chOff x="0" y="0"/>
          <a:chExt cx="0" cy="0"/>
        </a:xfrm>
      </p:grpSpPr>
      <p:sp>
        <p:nvSpPr>
          <p:cNvPr id="60" name="PlaceHolder 1"/>
          <p:cNvSpPr>
            <a:spLocks noGrp="1"/>
          </p:cNvSpPr>
          <p:nvPr>
            <p:ph type="subTitle"/>
          </p:nvPr>
        </p:nvSpPr>
        <p:spPr>
          <a:xfrm>
            <a:off x="878760" y="272160"/>
            <a:ext cx="14631480" cy="4034520"/>
          </a:xfrm>
          <a:prstGeom prst="rect">
            <a:avLst/>
          </a:prstGeom>
          <a:noFill/>
          <a:ln w="0">
            <a:noFill/>
          </a:ln>
        </p:spPr>
        <p:txBody>
          <a:bodyPr lIns="0" rIns="0" tIns="0" bIns="0" anchor="ctr">
            <a:noAutofit/>
          </a:bodyPr>
          <a:p>
            <a:pPr algn="ctr"/>
            <a:endParaRPr b="0" lang="en-US" sz="3200" spc="-1" strike="noStrike">
              <a:latin typeface="Arial"/>
            </a:endParaRPr>
          </a:p>
        </p:txBody>
      </p:sp>
    </p:spTree>
  </p:cSld>
</p:sldLayout>
</file>

<file path=ppt/slideLayouts/slideLayout1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AndObj" preserve="1">
  <p:cSld name="Title, 2 Content and Content">
    <p:spTree>
      <p:nvGrpSpPr>
        <p:cNvPr id="1" name=""/>
        <p:cNvGrpSpPr/>
        <p:nvPr/>
      </p:nvGrpSpPr>
      <p:grpSpPr>
        <a:xfrm>
          <a:off x="0" y="0"/>
          <a:ext cx="0" cy="0"/>
          <a:chOff x="0" y="0"/>
          <a:chExt cx="0" cy="0"/>
        </a:xfrm>
      </p:grpSpPr>
      <p:sp>
        <p:nvSpPr>
          <p:cNvPr id="61" name="PlaceHolder 1"/>
          <p:cNvSpPr>
            <a:spLocks noGrp="1"/>
          </p:cNvSpPr>
          <p:nvPr>
            <p:ph type="title"/>
          </p:nvPr>
        </p:nvSpPr>
        <p:spPr>
          <a:xfrm>
            <a:off x="878760" y="272160"/>
            <a:ext cx="14631480" cy="870120"/>
          </a:xfrm>
          <a:prstGeom prst="rect">
            <a:avLst/>
          </a:prstGeom>
          <a:noFill/>
          <a:ln w="0">
            <a:noFill/>
          </a:ln>
        </p:spPr>
        <p:txBody>
          <a:bodyPr lIns="0" rIns="0" tIns="0" bIns="0" anchor="ctr">
            <a:noAutofit/>
          </a:bodyPr>
          <a:p>
            <a:endParaRPr b="0" lang="en-US" sz="3200" spc="-1" strike="noStrike">
              <a:solidFill>
                <a:srgbClr val="000000"/>
              </a:solidFill>
              <a:latin typeface="Arial"/>
            </a:endParaRPr>
          </a:p>
        </p:txBody>
      </p:sp>
      <p:sp>
        <p:nvSpPr>
          <p:cNvPr id="62" name="PlaceHolder 2"/>
          <p:cNvSpPr>
            <a:spLocks noGrp="1"/>
          </p:cNvSpPr>
          <p:nvPr>
            <p:ph/>
          </p:nvPr>
        </p:nvSpPr>
        <p:spPr>
          <a:xfrm>
            <a:off x="878760" y="1405800"/>
            <a:ext cx="7139880" cy="3038400"/>
          </a:xfrm>
          <a:prstGeom prst="rect">
            <a:avLst/>
          </a:prstGeom>
          <a:noFill/>
          <a:ln w="0">
            <a:noFill/>
          </a:ln>
        </p:spPr>
        <p:txBody>
          <a:bodyPr lIns="0" rIns="0" tIns="0" bIns="0" anchor="t">
            <a:normAutofit/>
          </a:bodyPr>
          <a:p>
            <a:endParaRPr b="0" lang="en-US" sz="3200" spc="-1" strike="noStrike">
              <a:solidFill>
                <a:srgbClr val="00274c"/>
              </a:solidFill>
              <a:latin typeface="Arial"/>
            </a:endParaRPr>
          </a:p>
        </p:txBody>
      </p:sp>
      <p:sp>
        <p:nvSpPr>
          <p:cNvPr id="63" name="PlaceHolder 3"/>
          <p:cNvSpPr>
            <a:spLocks noGrp="1"/>
          </p:cNvSpPr>
          <p:nvPr>
            <p:ph/>
          </p:nvPr>
        </p:nvSpPr>
        <p:spPr>
          <a:xfrm>
            <a:off x="8376120" y="1405800"/>
            <a:ext cx="7139880" cy="6369840"/>
          </a:xfrm>
          <a:prstGeom prst="rect">
            <a:avLst/>
          </a:prstGeom>
          <a:noFill/>
          <a:ln w="0">
            <a:noFill/>
          </a:ln>
        </p:spPr>
        <p:txBody>
          <a:bodyPr lIns="0" rIns="0" tIns="0" bIns="0" anchor="t">
            <a:normAutofit/>
          </a:bodyPr>
          <a:p>
            <a:endParaRPr b="0" lang="en-US" sz="3200" spc="-1" strike="noStrike">
              <a:solidFill>
                <a:srgbClr val="00274c"/>
              </a:solidFill>
              <a:latin typeface="Arial"/>
            </a:endParaRPr>
          </a:p>
        </p:txBody>
      </p:sp>
      <p:sp>
        <p:nvSpPr>
          <p:cNvPr id="64" name="PlaceHolder 4"/>
          <p:cNvSpPr>
            <a:spLocks noGrp="1"/>
          </p:cNvSpPr>
          <p:nvPr>
            <p:ph/>
          </p:nvPr>
        </p:nvSpPr>
        <p:spPr>
          <a:xfrm>
            <a:off x="878760" y="4733280"/>
            <a:ext cx="7139880" cy="3038400"/>
          </a:xfrm>
          <a:prstGeom prst="rect">
            <a:avLst/>
          </a:prstGeom>
          <a:noFill/>
          <a:ln w="0">
            <a:noFill/>
          </a:ln>
        </p:spPr>
        <p:txBody>
          <a:bodyPr lIns="0" rIns="0" tIns="0" bIns="0" anchor="t">
            <a:normAutofit/>
          </a:bodyPr>
          <a:p>
            <a:endParaRPr b="0" lang="en-US" sz="3200" spc="-1" strike="noStrike">
              <a:solidFill>
                <a:srgbClr val="00274c"/>
              </a:solidFill>
              <a:latin typeface="Arial"/>
            </a:endParaRPr>
          </a:p>
        </p:txBody>
      </p:sp>
    </p:spTree>
  </p:cSld>
</p:sldLayout>
</file>

<file path=ppt/slideLayouts/slideLayout20.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AndTwoObj" preserve="1">
  <p:cSld name="Title Content and 2 Content">
    <p:spTree>
      <p:nvGrpSpPr>
        <p:cNvPr id="1" name=""/>
        <p:cNvGrpSpPr/>
        <p:nvPr/>
      </p:nvGrpSpPr>
      <p:grpSpPr>
        <a:xfrm>
          <a:off x="0" y="0"/>
          <a:ext cx="0" cy="0"/>
          <a:chOff x="0" y="0"/>
          <a:chExt cx="0" cy="0"/>
        </a:xfrm>
      </p:grpSpPr>
      <p:sp>
        <p:nvSpPr>
          <p:cNvPr id="65" name="PlaceHolder 1"/>
          <p:cNvSpPr>
            <a:spLocks noGrp="1"/>
          </p:cNvSpPr>
          <p:nvPr>
            <p:ph type="title"/>
          </p:nvPr>
        </p:nvSpPr>
        <p:spPr>
          <a:xfrm>
            <a:off x="878760" y="272160"/>
            <a:ext cx="14631480" cy="870120"/>
          </a:xfrm>
          <a:prstGeom prst="rect">
            <a:avLst/>
          </a:prstGeom>
          <a:noFill/>
          <a:ln w="0">
            <a:noFill/>
          </a:ln>
        </p:spPr>
        <p:txBody>
          <a:bodyPr lIns="0" rIns="0" tIns="0" bIns="0" anchor="ctr">
            <a:noAutofit/>
          </a:bodyPr>
          <a:p>
            <a:endParaRPr b="0" lang="en-US" sz="3200" spc="-1" strike="noStrike">
              <a:solidFill>
                <a:srgbClr val="000000"/>
              </a:solidFill>
              <a:latin typeface="Arial"/>
            </a:endParaRPr>
          </a:p>
        </p:txBody>
      </p:sp>
      <p:sp>
        <p:nvSpPr>
          <p:cNvPr id="66" name="PlaceHolder 2"/>
          <p:cNvSpPr>
            <a:spLocks noGrp="1"/>
          </p:cNvSpPr>
          <p:nvPr>
            <p:ph/>
          </p:nvPr>
        </p:nvSpPr>
        <p:spPr>
          <a:xfrm>
            <a:off x="878760" y="1405800"/>
            <a:ext cx="7139880" cy="6369840"/>
          </a:xfrm>
          <a:prstGeom prst="rect">
            <a:avLst/>
          </a:prstGeom>
          <a:noFill/>
          <a:ln w="0">
            <a:noFill/>
          </a:ln>
        </p:spPr>
        <p:txBody>
          <a:bodyPr lIns="0" rIns="0" tIns="0" bIns="0" anchor="t">
            <a:normAutofit/>
          </a:bodyPr>
          <a:p>
            <a:endParaRPr b="0" lang="en-US" sz="3200" spc="-1" strike="noStrike">
              <a:solidFill>
                <a:srgbClr val="00274c"/>
              </a:solidFill>
              <a:latin typeface="Arial"/>
            </a:endParaRPr>
          </a:p>
        </p:txBody>
      </p:sp>
      <p:sp>
        <p:nvSpPr>
          <p:cNvPr id="67" name="PlaceHolder 3"/>
          <p:cNvSpPr>
            <a:spLocks noGrp="1"/>
          </p:cNvSpPr>
          <p:nvPr>
            <p:ph/>
          </p:nvPr>
        </p:nvSpPr>
        <p:spPr>
          <a:xfrm>
            <a:off x="8376120" y="1405800"/>
            <a:ext cx="7139880" cy="3038400"/>
          </a:xfrm>
          <a:prstGeom prst="rect">
            <a:avLst/>
          </a:prstGeom>
          <a:noFill/>
          <a:ln w="0">
            <a:noFill/>
          </a:ln>
        </p:spPr>
        <p:txBody>
          <a:bodyPr lIns="0" rIns="0" tIns="0" bIns="0" anchor="t">
            <a:normAutofit/>
          </a:bodyPr>
          <a:p>
            <a:endParaRPr b="0" lang="en-US" sz="3200" spc="-1" strike="noStrike">
              <a:solidFill>
                <a:srgbClr val="00274c"/>
              </a:solidFill>
              <a:latin typeface="Arial"/>
            </a:endParaRPr>
          </a:p>
        </p:txBody>
      </p:sp>
      <p:sp>
        <p:nvSpPr>
          <p:cNvPr id="68" name="PlaceHolder 4"/>
          <p:cNvSpPr>
            <a:spLocks noGrp="1"/>
          </p:cNvSpPr>
          <p:nvPr>
            <p:ph/>
          </p:nvPr>
        </p:nvSpPr>
        <p:spPr>
          <a:xfrm>
            <a:off x="8376120" y="4733280"/>
            <a:ext cx="7139880" cy="3038400"/>
          </a:xfrm>
          <a:prstGeom prst="rect">
            <a:avLst/>
          </a:prstGeom>
          <a:noFill/>
          <a:ln w="0">
            <a:noFill/>
          </a:ln>
        </p:spPr>
        <p:txBody>
          <a:bodyPr lIns="0" rIns="0" tIns="0" bIns="0" anchor="t">
            <a:normAutofit/>
          </a:bodyPr>
          <a:p>
            <a:endParaRPr b="0" lang="en-US" sz="3200" spc="-1" strike="noStrike">
              <a:solidFill>
                <a:srgbClr val="00274c"/>
              </a:solidFill>
              <a:latin typeface="Arial"/>
            </a:endParaRPr>
          </a:p>
        </p:txBody>
      </p:sp>
    </p:spTree>
  </p:cSld>
</p:sldLayout>
</file>

<file path=ppt/slideLayouts/slideLayout2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OverTx" preserve="1">
  <p:cSld name="Title, 2 Content over Content">
    <p:spTree>
      <p:nvGrpSpPr>
        <p:cNvPr id="1" name=""/>
        <p:cNvGrpSpPr/>
        <p:nvPr/>
      </p:nvGrpSpPr>
      <p:grpSpPr>
        <a:xfrm>
          <a:off x="0" y="0"/>
          <a:ext cx="0" cy="0"/>
          <a:chOff x="0" y="0"/>
          <a:chExt cx="0" cy="0"/>
        </a:xfrm>
      </p:grpSpPr>
      <p:sp>
        <p:nvSpPr>
          <p:cNvPr id="69" name="PlaceHolder 1"/>
          <p:cNvSpPr>
            <a:spLocks noGrp="1"/>
          </p:cNvSpPr>
          <p:nvPr>
            <p:ph type="title"/>
          </p:nvPr>
        </p:nvSpPr>
        <p:spPr>
          <a:xfrm>
            <a:off x="878760" y="272160"/>
            <a:ext cx="14631480" cy="870120"/>
          </a:xfrm>
          <a:prstGeom prst="rect">
            <a:avLst/>
          </a:prstGeom>
          <a:noFill/>
          <a:ln w="0">
            <a:noFill/>
          </a:ln>
        </p:spPr>
        <p:txBody>
          <a:bodyPr lIns="0" rIns="0" tIns="0" bIns="0" anchor="ctr">
            <a:noAutofit/>
          </a:bodyPr>
          <a:p>
            <a:endParaRPr b="0" lang="en-US" sz="3200" spc="-1" strike="noStrike">
              <a:solidFill>
                <a:srgbClr val="000000"/>
              </a:solidFill>
              <a:latin typeface="Arial"/>
            </a:endParaRPr>
          </a:p>
        </p:txBody>
      </p:sp>
      <p:sp>
        <p:nvSpPr>
          <p:cNvPr id="70" name="PlaceHolder 2"/>
          <p:cNvSpPr>
            <a:spLocks noGrp="1"/>
          </p:cNvSpPr>
          <p:nvPr>
            <p:ph/>
          </p:nvPr>
        </p:nvSpPr>
        <p:spPr>
          <a:xfrm>
            <a:off x="878760" y="1405800"/>
            <a:ext cx="7139880" cy="3038400"/>
          </a:xfrm>
          <a:prstGeom prst="rect">
            <a:avLst/>
          </a:prstGeom>
          <a:noFill/>
          <a:ln w="0">
            <a:noFill/>
          </a:ln>
        </p:spPr>
        <p:txBody>
          <a:bodyPr lIns="0" rIns="0" tIns="0" bIns="0" anchor="t">
            <a:normAutofit/>
          </a:bodyPr>
          <a:p>
            <a:endParaRPr b="0" lang="en-US" sz="3200" spc="-1" strike="noStrike">
              <a:solidFill>
                <a:srgbClr val="00274c"/>
              </a:solidFill>
              <a:latin typeface="Arial"/>
            </a:endParaRPr>
          </a:p>
        </p:txBody>
      </p:sp>
      <p:sp>
        <p:nvSpPr>
          <p:cNvPr id="71" name="PlaceHolder 3"/>
          <p:cNvSpPr>
            <a:spLocks noGrp="1"/>
          </p:cNvSpPr>
          <p:nvPr>
            <p:ph/>
          </p:nvPr>
        </p:nvSpPr>
        <p:spPr>
          <a:xfrm>
            <a:off x="8376120" y="1405800"/>
            <a:ext cx="7139880" cy="3038400"/>
          </a:xfrm>
          <a:prstGeom prst="rect">
            <a:avLst/>
          </a:prstGeom>
          <a:noFill/>
          <a:ln w="0">
            <a:noFill/>
          </a:ln>
        </p:spPr>
        <p:txBody>
          <a:bodyPr lIns="0" rIns="0" tIns="0" bIns="0" anchor="t">
            <a:normAutofit/>
          </a:bodyPr>
          <a:p>
            <a:endParaRPr b="0" lang="en-US" sz="3200" spc="-1" strike="noStrike">
              <a:solidFill>
                <a:srgbClr val="00274c"/>
              </a:solidFill>
              <a:latin typeface="Arial"/>
            </a:endParaRPr>
          </a:p>
        </p:txBody>
      </p:sp>
      <p:sp>
        <p:nvSpPr>
          <p:cNvPr id="72" name="PlaceHolder 4"/>
          <p:cNvSpPr>
            <a:spLocks noGrp="1"/>
          </p:cNvSpPr>
          <p:nvPr>
            <p:ph/>
          </p:nvPr>
        </p:nvSpPr>
        <p:spPr>
          <a:xfrm>
            <a:off x="878760" y="4733280"/>
            <a:ext cx="14631480" cy="3038400"/>
          </a:xfrm>
          <a:prstGeom prst="rect">
            <a:avLst/>
          </a:prstGeom>
          <a:noFill/>
          <a:ln w="0">
            <a:noFill/>
          </a:ln>
        </p:spPr>
        <p:txBody>
          <a:bodyPr lIns="0" rIns="0" tIns="0" bIns="0" anchor="t">
            <a:normAutofit/>
          </a:bodyPr>
          <a:p>
            <a:endParaRPr b="0" lang="en-US" sz="3200" spc="-1" strike="noStrike">
              <a:solidFill>
                <a:srgbClr val="00274c"/>
              </a:solidFill>
              <a:latin typeface="Arial"/>
            </a:endParaRPr>
          </a:p>
        </p:txBody>
      </p:sp>
    </p:spTree>
  </p:cSld>
</p:sldLayout>
</file>

<file path=ppt/slideLayouts/slideLayout2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verTx" preserve="1">
  <p:cSld name="Title, Content over Content">
    <p:spTree>
      <p:nvGrpSpPr>
        <p:cNvPr id="1" name=""/>
        <p:cNvGrpSpPr/>
        <p:nvPr/>
      </p:nvGrpSpPr>
      <p:grpSpPr>
        <a:xfrm>
          <a:off x="0" y="0"/>
          <a:ext cx="0" cy="0"/>
          <a:chOff x="0" y="0"/>
          <a:chExt cx="0" cy="0"/>
        </a:xfrm>
      </p:grpSpPr>
      <p:sp>
        <p:nvSpPr>
          <p:cNvPr id="73" name="PlaceHolder 1"/>
          <p:cNvSpPr>
            <a:spLocks noGrp="1"/>
          </p:cNvSpPr>
          <p:nvPr>
            <p:ph type="title"/>
          </p:nvPr>
        </p:nvSpPr>
        <p:spPr>
          <a:xfrm>
            <a:off x="878760" y="272160"/>
            <a:ext cx="14631480" cy="870120"/>
          </a:xfrm>
          <a:prstGeom prst="rect">
            <a:avLst/>
          </a:prstGeom>
          <a:noFill/>
          <a:ln w="0">
            <a:noFill/>
          </a:ln>
        </p:spPr>
        <p:txBody>
          <a:bodyPr lIns="0" rIns="0" tIns="0" bIns="0" anchor="ctr">
            <a:noAutofit/>
          </a:bodyPr>
          <a:p>
            <a:endParaRPr b="0" lang="en-US" sz="3200" spc="-1" strike="noStrike">
              <a:solidFill>
                <a:srgbClr val="000000"/>
              </a:solidFill>
              <a:latin typeface="Arial"/>
            </a:endParaRPr>
          </a:p>
        </p:txBody>
      </p:sp>
      <p:sp>
        <p:nvSpPr>
          <p:cNvPr id="74" name="PlaceHolder 2"/>
          <p:cNvSpPr>
            <a:spLocks noGrp="1"/>
          </p:cNvSpPr>
          <p:nvPr>
            <p:ph/>
          </p:nvPr>
        </p:nvSpPr>
        <p:spPr>
          <a:xfrm>
            <a:off x="878760" y="1405800"/>
            <a:ext cx="14631480" cy="3038400"/>
          </a:xfrm>
          <a:prstGeom prst="rect">
            <a:avLst/>
          </a:prstGeom>
          <a:noFill/>
          <a:ln w="0">
            <a:noFill/>
          </a:ln>
        </p:spPr>
        <p:txBody>
          <a:bodyPr lIns="0" rIns="0" tIns="0" bIns="0" anchor="t">
            <a:normAutofit/>
          </a:bodyPr>
          <a:p>
            <a:endParaRPr b="0" lang="en-US" sz="3200" spc="-1" strike="noStrike">
              <a:solidFill>
                <a:srgbClr val="00274c"/>
              </a:solidFill>
              <a:latin typeface="Arial"/>
            </a:endParaRPr>
          </a:p>
        </p:txBody>
      </p:sp>
      <p:sp>
        <p:nvSpPr>
          <p:cNvPr id="75" name="PlaceHolder 3"/>
          <p:cNvSpPr>
            <a:spLocks noGrp="1"/>
          </p:cNvSpPr>
          <p:nvPr>
            <p:ph/>
          </p:nvPr>
        </p:nvSpPr>
        <p:spPr>
          <a:xfrm>
            <a:off x="878760" y="4733280"/>
            <a:ext cx="14631480" cy="3038400"/>
          </a:xfrm>
          <a:prstGeom prst="rect">
            <a:avLst/>
          </a:prstGeom>
          <a:noFill/>
          <a:ln w="0">
            <a:noFill/>
          </a:ln>
        </p:spPr>
        <p:txBody>
          <a:bodyPr lIns="0" rIns="0" tIns="0" bIns="0" anchor="t">
            <a:normAutofit/>
          </a:bodyPr>
          <a:p>
            <a:endParaRPr b="0" lang="en-US" sz="3200" spc="-1" strike="noStrike">
              <a:solidFill>
                <a:srgbClr val="00274c"/>
              </a:solidFill>
              <a:latin typeface="Arial"/>
            </a:endParaRPr>
          </a:p>
        </p:txBody>
      </p:sp>
    </p:spTree>
  </p:cSld>
</p:sldLayout>
</file>

<file path=ppt/slideLayouts/slideLayout2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fourObj" preserve="1">
  <p:cSld name="Title, 4 Content">
    <p:spTree>
      <p:nvGrpSpPr>
        <p:cNvPr id="1" name=""/>
        <p:cNvGrpSpPr/>
        <p:nvPr/>
      </p:nvGrpSpPr>
      <p:grpSpPr>
        <a:xfrm>
          <a:off x="0" y="0"/>
          <a:ext cx="0" cy="0"/>
          <a:chOff x="0" y="0"/>
          <a:chExt cx="0" cy="0"/>
        </a:xfrm>
      </p:grpSpPr>
      <p:sp>
        <p:nvSpPr>
          <p:cNvPr id="76" name="PlaceHolder 1"/>
          <p:cNvSpPr>
            <a:spLocks noGrp="1"/>
          </p:cNvSpPr>
          <p:nvPr>
            <p:ph type="title"/>
          </p:nvPr>
        </p:nvSpPr>
        <p:spPr>
          <a:xfrm>
            <a:off x="878760" y="272160"/>
            <a:ext cx="14631480" cy="870120"/>
          </a:xfrm>
          <a:prstGeom prst="rect">
            <a:avLst/>
          </a:prstGeom>
          <a:noFill/>
          <a:ln w="0">
            <a:noFill/>
          </a:ln>
        </p:spPr>
        <p:txBody>
          <a:bodyPr lIns="0" rIns="0" tIns="0" bIns="0" anchor="ctr">
            <a:noAutofit/>
          </a:bodyPr>
          <a:p>
            <a:endParaRPr b="0" lang="en-US" sz="3200" spc="-1" strike="noStrike">
              <a:solidFill>
                <a:srgbClr val="000000"/>
              </a:solidFill>
              <a:latin typeface="Arial"/>
            </a:endParaRPr>
          </a:p>
        </p:txBody>
      </p:sp>
      <p:sp>
        <p:nvSpPr>
          <p:cNvPr id="77" name="PlaceHolder 2"/>
          <p:cNvSpPr>
            <a:spLocks noGrp="1"/>
          </p:cNvSpPr>
          <p:nvPr>
            <p:ph/>
          </p:nvPr>
        </p:nvSpPr>
        <p:spPr>
          <a:xfrm>
            <a:off x="878760" y="1405800"/>
            <a:ext cx="7139880" cy="3038400"/>
          </a:xfrm>
          <a:prstGeom prst="rect">
            <a:avLst/>
          </a:prstGeom>
          <a:noFill/>
          <a:ln w="0">
            <a:noFill/>
          </a:ln>
        </p:spPr>
        <p:txBody>
          <a:bodyPr lIns="0" rIns="0" tIns="0" bIns="0" anchor="t">
            <a:normAutofit/>
          </a:bodyPr>
          <a:p>
            <a:endParaRPr b="0" lang="en-US" sz="3200" spc="-1" strike="noStrike">
              <a:solidFill>
                <a:srgbClr val="00274c"/>
              </a:solidFill>
              <a:latin typeface="Arial"/>
            </a:endParaRPr>
          </a:p>
        </p:txBody>
      </p:sp>
      <p:sp>
        <p:nvSpPr>
          <p:cNvPr id="78" name="PlaceHolder 3"/>
          <p:cNvSpPr>
            <a:spLocks noGrp="1"/>
          </p:cNvSpPr>
          <p:nvPr>
            <p:ph/>
          </p:nvPr>
        </p:nvSpPr>
        <p:spPr>
          <a:xfrm>
            <a:off x="8376120" y="1405800"/>
            <a:ext cx="7139880" cy="3038400"/>
          </a:xfrm>
          <a:prstGeom prst="rect">
            <a:avLst/>
          </a:prstGeom>
          <a:noFill/>
          <a:ln w="0">
            <a:noFill/>
          </a:ln>
        </p:spPr>
        <p:txBody>
          <a:bodyPr lIns="0" rIns="0" tIns="0" bIns="0" anchor="t">
            <a:normAutofit/>
          </a:bodyPr>
          <a:p>
            <a:endParaRPr b="0" lang="en-US" sz="3200" spc="-1" strike="noStrike">
              <a:solidFill>
                <a:srgbClr val="00274c"/>
              </a:solidFill>
              <a:latin typeface="Arial"/>
            </a:endParaRPr>
          </a:p>
        </p:txBody>
      </p:sp>
      <p:sp>
        <p:nvSpPr>
          <p:cNvPr id="79" name="PlaceHolder 4"/>
          <p:cNvSpPr>
            <a:spLocks noGrp="1"/>
          </p:cNvSpPr>
          <p:nvPr>
            <p:ph/>
          </p:nvPr>
        </p:nvSpPr>
        <p:spPr>
          <a:xfrm>
            <a:off x="878760" y="4733280"/>
            <a:ext cx="7139880" cy="3038400"/>
          </a:xfrm>
          <a:prstGeom prst="rect">
            <a:avLst/>
          </a:prstGeom>
          <a:noFill/>
          <a:ln w="0">
            <a:noFill/>
          </a:ln>
        </p:spPr>
        <p:txBody>
          <a:bodyPr lIns="0" rIns="0" tIns="0" bIns="0" anchor="t">
            <a:normAutofit/>
          </a:bodyPr>
          <a:p>
            <a:endParaRPr b="0" lang="en-US" sz="3200" spc="-1" strike="noStrike">
              <a:solidFill>
                <a:srgbClr val="00274c"/>
              </a:solidFill>
              <a:latin typeface="Arial"/>
            </a:endParaRPr>
          </a:p>
        </p:txBody>
      </p:sp>
      <p:sp>
        <p:nvSpPr>
          <p:cNvPr id="80" name="PlaceHolder 5"/>
          <p:cNvSpPr>
            <a:spLocks noGrp="1"/>
          </p:cNvSpPr>
          <p:nvPr>
            <p:ph/>
          </p:nvPr>
        </p:nvSpPr>
        <p:spPr>
          <a:xfrm>
            <a:off x="8376120" y="4733280"/>
            <a:ext cx="7139880" cy="3038400"/>
          </a:xfrm>
          <a:prstGeom prst="rect">
            <a:avLst/>
          </a:prstGeom>
          <a:noFill/>
          <a:ln w="0">
            <a:noFill/>
          </a:ln>
        </p:spPr>
        <p:txBody>
          <a:bodyPr lIns="0" rIns="0" tIns="0" bIns="0" anchor="t">
            <a:normAutofit/>
          </a:bodyPr>
          <a:p>
            <a:endParaRPr b="0" lang="en-US" sz="3200" spc="-1" strike="noStrike">
              <a:solidFill>
                <a:srgbClr val="00274c"/>
              </a:solidFill>
              <a:latin typeface="Arial"/>
            </a:endParaRPr>
          </a:p>
        </p:txBody>
      </p:sp>
    </p:spTree>
  </p:cSld>
</p:sldLayout>
</file>

<file path=ppt/slideLayouts/slideLayout2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Title, 6 Content">
    <p:spTree>
      <p:nvGrpSpPr>
        <p:cNvPr id="1" name=""/>
        <p:cNvGrpSpPr/>
        <p:nvPr/>
      </p:nvGrpSpPr>
      <p:grpSpPr>
        <a:xfrm>
          <a:off x="0" y="0"/>
          <a:ext cx="0" cy="0"/>
          <a:chOff x="0" y="0"/>
          <a:chExt cx="0" cy="0"/>
        </a:xfrm>
      </p:grpSpPr>
      <p:sp>
        <p:nvSpPr>
          <p:cNvPr id="81" name="PlaceHolder 1"/>
          <p:cNvSpPr>
            <a:spLocks noGrp="1"/>
          </p:cNvSpPr>
          <p:nvPr>
            <p:ph type="title"/>
          </p:nvPr>
        </p:nvSpPr>
        <p:spPr>
          <a:xfrm>
            <a:off x="878760" y="272160"/>
            <a:ext cx="14631480" cy="870120"/>
          </a:xfrm>
          <a:prstGeom prst="rect">
            <a:avLst/>
          </a:prstGeom>
          <a:noFill/>
          <a:ln w="0">
            <a:noFill/>
          </a:ln>
        </p:spPr>
        <p:txBody>
          <a:bodyPr lIns="0" rIns="0" tIns="0" bIns="0" anchor="ctr">
            <a:noAutofit/>
          </a:bodyPr>
          <a:p>
            <a:endParaRPr b="0" lang="en-US" sz="3200" spc="-1" strike="noStrike">
              <a:solidFill>
                <a:srgbClr val="000000"/>
              </a:solidFill>
              <a:latin typeface="Arial"/>
            </a:endParaRPr>
          </a:p>
        </p:txBody>
      </p:sp>
      <p:sp>
        <p:nvSpPr>
          <p:cNvPr id="82" name="PlaceHolder 2"/>
          <p:cNvSpPr>
            <a:spLocks noGrp="1"/>
          </p:cNvSpPr>
          <p:nvPr>
            <p:ph/>
          </p:nvPr>
        </p:nvSpPr>
        <p:spPr>
          <a:xfrm>
            <a:off x="878760" y="1405800"/>
            <a:ext cx="4710960" cy="3038400"/>
          </a:xfrm>
          <a:prstGeom prst="rect">
            <a:avLst/>
          </a:prstGeom>
          <a:noFill/>
          <a:ln w="0">
            <a:noFill/>
          </a:ln>
        </p:spPr>
        <p:txBody>
          <a:bodyPr lIns="0" rIns="0" tIns="0" bIns="0" anchor="t">
            <a:normAutofit/>
          </a:bodyPr>
          <a:p>
            <a:endParaRPr b="0" lang="en-US" sz="3200" spc="-1" strike="noStrike">
              <a:solidFill>
                <a:srgbClr val="00274c"/>
              </a:solidFill>
              <a:latin typeface="Arial"/>
            </a:endParaRPr>
          </a:p>
        </p:txBody>
      </p:sp>
      <p:sp>
        <p:nvSpPr>
          <p:cNvPr id="83" name="PlaceHolder 3"/>
          <p:cNvSpPr>
            <a:spLocks noGrp="1"/>
          </p:cNvSpPr>
          <p:nvPr>
            <p:ph/>
          </p:nvPr>
        </p:nvSpPr>
        <p:spPr>
          <a:xfrm>
            <a:off x="5825520" y="1405800"/>
            <a:ext cx="4710960" cy="3038400"/>
          </a:xfrm>
          <a:prstGeom prst="rect">
            <a:avLst/>
          </a:prstGeom>
          <a:noFill/>
          <a:ln w="0">
            <a:noFill/>
          </a:ln>
        </p:spPr>
        <p:txBody>
          <a:bodyPr lIns="0" rIns="0" tIns="0" bIns="0" anchor="t">
            <a:normAutofit/>
          </a:bodyPr>
          <a:p>
            <a:endParaRPr b="0" lang="en-US" sz="3200" spc="-1" strike="noStrike">
              <a:solidFill>
                <a:srgbClr val="00274c"/>
              </a:solidFill>
              <a:latin typeface="Arial"/>
            </a:endParaRPr>
          </a:p>
        </p:txBody>
      </p:sp>
      <p:sp>
        <p:nvSpPr>
          <p:cNvPr id="84" name="PlaceHolder 4"/>
          <p:cNvSpPr>
            <a:spLocks noGrp="1"/>
          </p:cNvSpPr>
          <p:nvPr>
            <p:ph/>
          </p:nvPr>
        </p:nvSpPr>
        <p:spPr>
          <a:xfrm>
            <a:off x="10772640" y="1405800"/>
            <a:ext cx="4710960" cy="3038400"/>
          </a:xfrm>
          <a:prstGeom prst="rect">
            <a:avLst/>
          </a:prstGeom>
          <a:noFill/>
          <a:ln w="0">
            <a:noFill/>
          </a:ln>
        </p:spPr>
        <p:txBody>
          <a:bodyPr lIns="0" rIns="0" tIns="0" bIns="0" anchor="t">
            <a:normAutofit/>
          </a:bodyPr>
          <a:p>
            <a:endParaRPr b="0" lang="en-US" sz="3200" spc="-1" strike="noStrike">
              <a:solidFill>
                <a:srgbClr val="00274c"/>
              </a:solidFill>
              <a:latin typeface="Arial"/>
            </a:endParaRPr>
          </a:p>
        </p:txBody>
      </p:sp>
      <p:sp>
        <p:nvSpPr>
          <p:cNvPr id="85" name="PlaceHolder 5"/>
          <p:cNvSpPr>
            <a:spLocks noGrp="1"/>
          </p:cNvSpPr>
          <p:nvPr>
            <p:ph/>
          </p:nvPr>
        </p:nvSpPr>
        <p:spPr>
          <a:xfrm>
            <a:off x="878760" y="4733280"/>
            <a:ext cx="4710960" cy="3038400"/>
          </a:xfrm>
          <a:prstGeom prst="rect">
            <a:avLst/>
          </a:prstGeom>
          <a:noFill/>
          <a:ln w="0">
            <a:noFill/>
          </a:ln>
        </p:spPr>
        <p:txBody>
          <a:bodyPr lIns="0" rIns="0" tIns="0" bIns="0" anchor="t">
            <a:normAutofit/>
          </a:bodyPr>
          <a:p>
            <a:endParaRPr b="0" lang="en-US" sz="3200" spc="-1" strike="noStrike">
              <a:solidFill>
                <a:srgbClr val="00274c"/>
              </a:solidFill>
              <a:latin typeface="Arial"/>
            </a:endParaRPr>
          </a:p>
        </p:txBody>
      </p:sp>
      <p:sp>
        <p:nvSpPr>
          <p:cNvPr id="86" name="PlaceHolder 6"/>
          <p:cNvSpPr>
            <a:spLocks noGrp="1"/>
          </p:cNvSpPr>
          <p:nvPr>
            <p:ph/>
          </p:nvPr>
        </p:nvSpPr>
        <p:spPr>
          <a:xfrm>
            <a:off x="5825520" y="4733280"/>
            <a:ext cx="4710960" cy="3038400"/>
          </a:xfrm>
          <a:prstGeom prst="rect">
            <a:avLst/>
          </a:prstGeom>
          <a:noFill/>
          <a:ln w="0">
            <a:noFill/>
          </a:ln>
        </p:spPr>
        <p:txBody>
          <a:bodyPr lIns="0" rIns="0" tIns="0" bIns="0" anchor="t">
            <a:normAutofit/>
          </a:bodyPr>
          <a:p>
            <a:endParaRPr b="0" lang="en-US" sz="3200" spc="-1" strike="noStrike">
              <a:solidFill>
                <a:srgbClr val="00274c"/>
              </a:solidFill>
              <a:latin typeface="Arial"/>
            </a:endParaRPr>
          </a:p>
        </p:txBody>
      </p:sp>
      <p:sp>
        <p:nvSpPr>
          <p:cNvPr id="87" name="PlaceHolder 7"/>
          <p:cNvSpPr>
            <a:spLocks noGrp="1"/>
          </p:cNvSpPr>
          <p:nvPr>
            <p:ph/>
          </p:nvPr>
        </p:nvSpPr>
        <p:spPr>
          <a:xfrm>
            <a:off x="10772640" y="4733280"/>
            <a:ext cx="4710960" cy="3038400"/>
          </a:xfrm>
          <a:prstGeom prst="rect">
            <a:avLst/>
          </a:prstGeom>
          <a:noFill/>
          <a:ln w="0">
            <a:noFill/>
          </a:ln>
        </p:spPr>
        <p:txBody>
          <a:bodyPr lIns="0" rIns="0" tIns="0" bIns="0" anchor="t">
            <a:normAutofit/>
          </a:bodyPr>
          <a:p>
            <a:endParaRPr b="0" lang="en-US" sz="3200" spc="-1" strike="noStrike">
              <a:solidFill>
                <a:srgbClr val="00274c"/>
              </a:solidFill>
              <a:latin typeface="Arial"/>
            </a:endParaRPr>
          </a:p>
        </p:txBody>
      </p:sp>
    </p:spTree>
  </p:cSld>
</p:sldLayout>
</file>

<file path=ppt/slideLayouts/slideLayout2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Blank Slide">
    <p:spTree>
      <p:nvGrpSpPr>
        <p:cNvPr id="1" name=""/>
        <p:cNvGrpSpPr/>
        <p:nvPr/>
      </p:nvGrpSpPr>
      <p:grpSpPr>
        <a:xfrm>
          <a:off x="0" y="0"/>
          <a:ext cx="0" cy="0"/>
          <a:chOff x="0" y="0"/>
          <a:chExt cx="0" cy="0"/>
        </a:xfrm>
      </p:grpSpPr>
    </p:spTree>
  </p:cSld>
</p:sldLayout>
</file>

<file path=ppt/slideLayouts/slideLayout2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x" preserve="1">
  <p:cSld name="Title Slide">
    <p:spTree>
      <p:nvGrpSpPr>
        <p:cNvPr id="1" name=""/>
        <p:cNvGrpSpPr/>
        <p:nvPr/>
      </p:nvGrpSpPr>
      <p:grpSpPr>
        <a:xfrm>
          <a:off x="0" y="0"/>
          <a:ext cx="0" cy="0"/>
          <a:chOff x="0" y="0"/>
          <a:chExt cx="0" cy="0"/>
        </a:xfrm>
      </p:grpSpPr>
      <p:sp>
        <p:nvSpPr>
          <p:cNvPr id="96" name="PlaceHolder 1"/>
          <p:cNvSpPr>
            <a:spLocks noGrp="1"/>
          </p:cNvSpPr>
          <p:nvPr>
            <p:ph type="title"/>
          </p:nvPr>
        </p:nvSpPr>
        <p:spPr>
          <a:xfrm>
            <a:off x="878760" y="272160"/>
            <a:ext cx="14631480" cy="870120"/>
          </a:xfrm>
          <a:prstGeom prst="rect">
            <a:avLst/>
          </a:prstGeom>
          <a:noFill/>
          <a:ln w="0">
            <a:noFill/>
          </a:ln>
        </p:spPr>
        <p:txBody>
          <a:bodyPr lIns="0" rIns="0" tIns="0" bIns="0" anchor="ctr">
            <a:noAutofit/>
          </a:bodyPr>
          <a:p>
            <a:endParaRPr b="0" lang="en-US" sz="3200" spc="-1" strike="noStrike">
              <a:solidFill>
                <a:srgbClr val="000000"/>
              </a:solidFill>
              <a:latin typeface="Arial"/>
            </a:endParaRPr>
          </a:p>
        </p:txBody>
      </p:sp>
      <p:sp>
        <p:nvSpPr>
          <p:cNvPr id="97" name="PlaceHolder 2"/>
          <p:cNvSpPr>
            <a:spLocks noGrp="1"/>
          </p:cNvSpPr>
          <p:nvPr>
            <p:ph type="subTitle"/>
          </p:nvPr>
        </p:nvSpPr>
        <p:spPr>
          <a:xfrm>
            <a:off x="878760" y="1405800"/>
            <a:ext cx="14631480" cy="6369840"/>
          </a:xfrm>
          <a:prstGeom prst="rect">
            <a:avLst/>
          </a:prstGeom>
          <a:noFill/>
          <a:ln w="0">
            <a:noFill/>
          </a:ln>
        </p:spPr>
        <p:txBody>
          <a:bodyPr lIns="0" rIns="0" tIns="0" bIns="0" anchor="ctr">
            <a:noAutofit/>
          </a:bodyPr>
          <a:p>
            <a:pPr algn="ctr"/>
            <a:endParaRPr b="0" lang="en-US" sz="3200" spc="-1" strike="noStrike">
              <a:latin typeface="Arial"/>
            </a:endParaRPr>
          </a:p>
        </p:txBody>
      </p:sp>
    </p:spTree>
  </p:cSld>
</p:sldLayout>
</file>

<file path=ppt/slideLayouts/slideLayout2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 preserve="1">
  <p:cSld name="Title, Content">
    <p:spTree>
      <p:nvGrpSpPr>
        <p:cNvPr id="1" name=""/>
        <p:cNvGrpSpPr/>
        <p:nvPr/>
      </p:nvGrpSpPr>
      <p:grpSpPr>
        <a:xfrm>
          <a:off x="0" y="0"/>
          <a:ext cx="0" cy="0"/>
          <a:chOff x="0" y="0"/>
          <a:chExt cx="0" cy="0"/>
        </a:xfrm>
      </p:grpSpPr>
      <p:sp>
        <p:nvSpPr>
          <p:cNvPr id="98" name="PlaceHolder 1"/>
          <p:cNvSpPr>
            <a:spLocks noGrp="1"/>
          </p:cNvSpPr>
          <p:nvPr>
            <p:ph type="title"/>
          </p:nvPr>
        </p:nvSpPr>
        <p:spPr>
          <a:xfrm>
            <a:off x="878760" y="272160"/>
            <a:ext cx="14631480" cy="870120"/>
          </a:xfrm>
          <a:prstGeom prst="rect">
            <a:avLst/>
          </a:prstGeom>
          <a:noFill/>
          <a:ln w="0">
            <a:noFill/>
          </a:ln>
        </p:spPr>
        <p:txBody>
          <a:bodyPr lIns="0" rIns="0" tIns="0" bIns="0" anchor="ctr">
            <a:noAutofit/>
          </a:bodyPr>
          <a:p>
            <a:endParaRPr b="0" lang="en-US" sz="3200" spc="-1" strike="noStrike">
              <a:solidFill>
                <a:srgbClr val="000000"/>
              </a:solidFill>
              <a:latin typeface="Arial"/>
            </a:endParaRPr>
          </a:p>
        </p:txBody>
      </p:sp>
      <p:sp>
        <p:nvSpPr>
          <p:cNvPr id="99" name="PlaceHolder 2"/>
          <p:cNvSpPr>
            <a:spLocks noGrp="1"/>
          </p:cNvSpPr>
          <p:nvPr>
            <p:ph/>
          </p:nvPr>
        </p:nvSpPr>
        <p:spPr>
          <a:xfrm>
            <a:off x="878760" y="1405800"/>
            <a:ext cx="14631480" cy="6369840"/>
          </a:xfrm>
          <a:prstGeom prst="rect">
            <a:avLst/>
          </a:prstGeom>
          <a:noFill/>
          <a:ln w="0">
            <a:noFill/>
          </a:ln>
        </p:spPr>
        <p:txBody>
          <a:bodyPr lIns="0" rIns="0" tIns="0" bIns="0" anchor="t">
            <a:normAutofit/>
          </a:bodyPr>
          <a:p>
            <a:endParaRPr b="0" lang="en-US" sz="3200" spc="-1" strike="noStrike">
              <a:solidFill>
                <a:srgbClr val="00274c"/>
              </a:solidFill>
              <a:latin typeface="Arial"/>
            </a:endParaRPr>
          </a:p>
        </p:txBody>
      </p:sp>
    </p:spTree>
  </p:cSld>
</p:sldLayout>
</file>

<file path=ppt/slideLayouts/slideLayout2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 preserve="1">
  <p:cSld name="Title, 2 Content">
    <p:spTree>
      <p:nvGrpSpPr>
        <p:cNvPr id="1" name=""/>
        <p:cNvGrpSpPr/>
        <p:nvPr/>
      </p:nvGrpSpPr>
      <p:grpSpPr>
        <a:xfrm>
          <a:off x="0" y="0"/>
          <a:ext cx="0" cy="0"/>
          <a:chOff x="0" y="0"/>
          <a:chExt cx="0" cy="0"/>
        </a:xfrm>
      </p:grpSpPr>
      <p:sp>
        <p:nvSpPr>
          <p:cNvPr id="100" name="PlaceHolder 1"/>
          <p:cNvSpPr>
            <a:spLocks noGrp="1"/>
          </p:cNvSpPr>
          <p:nvPr>
            <p:ph type="title"/>
          </p:nvPr>
        </p:nvSpPr>
        <p:spPr>
          <a:xfrm>
            <a:off x="878760" y="272160"/>
            <a:ext cx="14631480" cy="870120"/>
          </a:xfrm>
          <a:prstGeom prst="rect">
            <a:avLst/>
          </a:prstGeom>
          <a:noFill/>
          <a:ln w="0">
            <a:noFill/>
          </a:ln>
        </p:spPr>
        <p:txBody>
          <a:bodyPr lIns="0" rIns="0" tIns="0" bIns="0" anchor="ctr">
            <a:noAutofit/>
          </a:bodyPr>
          <a:p>
            <a:endParaRPr b="0" lang="en-US" sz="3200" spc="-1" strike="noStrike">
              <a:solidFill>
                <a:srgbClr val="000000"/>
              </a:solidFill>
              <a:latin typeface="Arial"/>
            </a:endParaRPr>
          </a:p>
        </p:txBody>
      </p:sp>
      <p:sp>
        <p:nvSpPr>
          <p:cNvPr id="101" name="PlaceHolder 2"/>
          <p:cNvSpPr>
            <a:spLocks noGrp="1"/>
          </p:cNvSpPr>
          <p:nvPr>
            <p:ph/>
          </p:nvPr>
        </p:nvSpPr>
        <p:spPr>
          <a:xfrm>
            <a:off x="878760" y="1405800"/>
            <a:ext cx="7139880" cy="6369840"/>
          </a:xfrm>
          <a:prstGeom prst="rect">
            <a:avLst/>
          </a:prstGeom>
          <a:noFill/>
          <a:ln w="0">
            <a:noFill/>
          </a:ln>
        </p:spPr>
        <p:txBody>
          <a:bodyPr lIns="0" rIns="0" tIns="0" bIns="0" anchor="t">
            <a:normAutofit/>
          </a:bodyPr>
          <a:p>
            <a:endParaRPr b="0" lang="en-US" sz="3200" spc="-1" strike="noStrike">
              <a:solidFill>
                <a:srgbClr val="00274c"/>
              </a:solidFill>
              <a:latin typeface="Arial"/>
            </a:endParaRPr>
          </a:p>
        </p:txBody>
      </p:sp>
      <p:sp>
        <p:nvSpPr>
          <p:cNvPr id="102" name="PlaceHolder 3"/>
          <p:cNvSpPr>
            <a:spLocks noGrp="1"/>
          </p:cNvSpPr>
          <p:nvPr>
            <p:ph/>
          </p:nvPr>
        </p:nvSpPr>
        <p:spPr>
          <a:xfrm>
            <a:off x="8376120" y="1405800"/>
            <a:ext cx="7139880" cy="6369840"/>
          </a:xfrm>
          <a:prstGeom prst="rect">
            <a:avLst/>
          </a:prstGeom>
          <a:noFill/>
          <a:ln w="0">
            <a:noFill/>
          </a:ln>
        </p:spPr>
        <p:txBody>
          <a:bodyPr lIns="0" rIns="0" tIns="0" bIns="0" anchor="t">
            <a:normAutofit/>
          </a:bodyPr>
          <a:p>
            <a:endParaRPr b="0" lang="en-US" sz="3200" spc="-1" strike="noStrike">
              <a:solidFill>
                <a:srgbClr val="00274c"/>
              </a:solidFill>
              <a:latin typeface="Arial"/>
            </a:endParaRPr>
          </a:p>
        </p:txBody>
      </p:sp>
    </p:spTree>
  </p:cSld>
</p:sldLayout>
</file>

<file path=ppt/slideLayouts/slideLayout2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Only" preserve="1">
  <p:cSld name="Title Only">
    <p:spTree>
      <p:nvGrpSpPr>
        <p:cNvPr id="1" name=""/>
        <p:cNvGrpSpPr/>
        <p:nvPr/>
      </p:nvGrpSpPr>
      <p:grpSpPr>
        <a:xfrm>
          <a:off x="0" y="0"/>
          <a:ext cx="0" cy="0"/>
          <a:chOff x="0" y="0"/>
          <a:chExt cx="0" cy="0"/>
        </a:xfrm>
      </p:grpSpPr>
      <p:sp>
        <p:nvSpPr>
          <p:cNvPr id="103" name="PlaceHolder 1"/>
          <p:cNvSpPr>
            <a:spLocks noGrp="1"/>
          </p:cNvSpPr>
          <p:nvPr>
            <p:ph type="title"/>
          </p:nvPr>
        </p:nvSpPr>
        <p:spPr>
          <a:xfrm>
            <a:off x="878760" y="272160"/>
            <a:ext cx="14631480" cy="870120"/>
          </a:xfrm>
          <a:prstGeom prst="rect">
            <a:avLst/>
          </a:prstGeom>
          <a:noFill/>
          <a:ln w="0">
            <a:noFill/>
          </a:ln>
        </p:spPr>
        <p:txBody>
          <a:bodyPr lIns="0" rIns="0" tIns="0" bIns="0" anchor="ctr">
            <a:noAutofit/>
          </a:bodyPr>
          <a:p>
            <a:endParaRPr b="0" lang="en-US" sz="3200" spc="-1" strike="noStrike">
              <a:solidFill>
                <a:srgbClr val="000000"/>
              </a:solidFill>
              <a:latin typeface="Arial"/>
            </a:endParaRPr>
          </a:p>
        </p:txBody>
      </p:sp>
    </p:spTree>
  </p:cSld>
</p:sldLayout>
</file>

<file path=ppt/slideLayouts/slideLayout30.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nly" preserve="1">
  <p:cSld name="Centered Text">
    <p:spTree>
      <p:nvGrpSpPr>
        <p:cNvPr id="1" name=""/>
        <p:cNvGrpSpPr/>
        <p:nvPr/>
      </p:nvGrpSpPr>
      <p:grpSpPr>
        <a:xfrm>
          <a:off x="0" y="0"/>
          <a:ext cx="0" cy="0"/>
          <a:chOff x="0" y="0"/>
          <a:chExt cx="0" cy="0"/>
        </a:xfrm>
      </p:grpSpPr>
      <p:sp>
        <p:nvSpPr>
          <p:cNvPr id="104" name="PlaceHolder 1"/>
          <p:cNvSpPr>
            <a:spLocks noGrp="1"/>
          </p:cNvSpPr>
          <p:nvPr>
            <p:ph type="subTitle"/>
          </p:nvPr>
        </p:nvSpPr>
        <p:spPr>
          <a:xfrm>
            <a:off x="878760" y="272160"/>
            <a:ext cx="14631480" cy="4034520"/>
          </a:xfrm>
          <a:prstGeom prst="rect">
            <a:avLst/>
          </a:prstGeom>
          <a:noFill/>
          <a:ln w="0">
            <a:noFill/>
          </a:ln>
        </p:spPr>
        <p:txBody>
          <a:bodyPr lIns="0" rIns="0" tIns="0" bIns="0" anchor="ctr">
            <a:noAutofit/>
          </a:bodyPr>
          <a:p>
            <a:pPr algn="ctr"/>
            <a:endParaRPr b="0" lang="en-US" sz="3200" spc="-1" strike="noStrike">
              <a:latin typeface="Arial"/>
            </a:endParaRPr>
          </a:p>
        </p:txBody>
      </p:sp>
    </p:spTree>
  </p:cSld>
</p:sldLayout>
</file>

<file path=ppt/slideLayouts/slideLayout3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AndObj" preserve="1">
  <p:cSld name="Title, 2 Content and Content">
    <p:spTree>
      <p:nvGrpSpPr>
        <p:cNvPr id="1" name=""/>
        <p:cNvGrpSpPr/>
        <p:nvPr/>
      </p:nvGrpSpPr>
      <p:grpSpPr>
        <a:xfrm>
          <a:off x="0" y="0"/>
          <a:ext cx="0" cy="0"/>
          <a:chOff x="0" y="0"/>
          <a:chExt cx="0" cy="0"/>
        </a:xfrm>
      </p:grpSpPr>
      <p:sp>
        <p:nvSpPr>
          <p:cNvPr id="105" name="PlaceHolder 1"/>
          <p:cNvSpPr>
            <a:spLocks noGrp="1"/>
          </p:cNvSpPr>
          <p:nvPr>
            <p:ph type="title"/>
          </p:nvPr>
        </p:nvSpPr>
        <p:spPr>
          <a:xfrm>
            <a:off x="878760" y="272160"/>
            <a:ext cx="14631480" cy="870120"/>
          </a:xfrm>
          <a:prstGeom prst="rect">
            <a:avLst/>
          </a:prstGeom>
          <a:noFill/>
          <a:ln w="0">
            <a:noFill/>
          </a:ln>
        </p:spPr>
        <p:txBody>
          <a:bodyPr lIns="0" rIns="0" tIns="0" bIns="0" anchor="ctr">
            <a:noAutofit/>
          </a:bodyPr>
          <a:p>
            <a:endParaRPr b="0" lang="en-US" sz="3200" spc="-1" strike="noStrike">
              <a:solidFill>
                <a:srgbClr val="000000"/>
              </a:solidFill>
              <a:latin typeface="Arial"/>
            </a:endParaRPr>
          </a:p>
        </p:txBody>
      </p:sp>
      <p:sp>
        <p:nvSpPr>
          <p:cNvPr id="106" name="PlaceHolder 2"/>
          <p:cNvSpPr>
            <a:spLocks noGrp="1"/>
          </p:cNvSpPr>
          <p:nvPr>
            <p:ph/>
          </p:nvPr>
        </p:nvSpPr>
        <p:spPr>
          <a:xfrm>
            <a:off x="878760" y="1405800"/>
            <a:ext cx="7139880" cy="3038400"/>
          </a:xfrm>
          <a:prstGeom prst="rect">
            <a:avLst/>
          </a:prstGeom>
          <a:noFill/>
          <a:ln w="0">
            <a:noFill/>
          </a:ln>
        </p:spPr>
        <p:txBody>
          <a:bodyPr lIns="0" rIns="0" tIns="0" bIns="0" anchor="t">
            <a:normAutofit/>
          </a:bodyPr>
          <a:p>
            <a:endParaRPr b="0" lang="en-US" sz="3200" spc="-1" strike="noStrike">
              <a:solidFill>
                <a:srgbClr val="00274c"/>
              </a:solidFill>
              <a:latin typeface="Arial"/>
            </a:endParaRPr>
          </a:p>
        </p:txBody>
      </p:sp>
      <p:sp>
        <p:nvSpPr>
          <p:cNvPr id="107" name="PlaceHolder 3"/>
          <p:cNvSpPr>
            <a:spLocks noGrp="1"/>
          </p:cNvSpPr>
          <p:nvPr>
            <p:ph/>
          </p:nvPr>
        </p:nvSpPr>
        <p:spPr>
          <a:xfrm>
            <a:off x="8376120" y="1405800"/>
            <a:ext cx="7139880" cy="6369840"/>
          </a:xfrm>
          <a:prstGeom prst="rect">
            <a:avLst/>
          </a:prstGeom>
          <a:noFill/>
          <a:ln w="0">
            <a:noFill/>
          </a:ln>
        </p:spPr>
        <p:txBody>
          <a:bodyPr lIns="0" rIns="0" tIns="0" bIns="0" anchor="t">
            <a:normAutofit/>
          </a:bodyPr>
          <a:p>
            <a:endParaRPr b="0" lang="en-US" sz="3200" spc="-1" strike="noStrike">
              <a:solidFill>
                <a:srgbClr val="00274c"/>
              </a:solidFill>
              <a:latin typeface="Arial"/>
            </a:endParaRPr>
          </a:p>
        </p:txBody>
      </p:sp>
      <p:sp>
        <p:nvSpPr>
          <p:cNvPr id="108" name="PlaceHolder 4"/>
          <p:cNvSpPr>
            <a:spLocks noGrp="1"/>
          </p:cNvSpPr>
          <p:nvPr>
            <p:ph/>
          </p:nvPr>
        </p:nvSpPr>
        <p:spPr>
          <a:xfrm>
            <a:off x="878760" y="4733280"/>
            <a:ext cx="7139880" cy="3038400"/>
          </a:xfrm>
          <a:prstGeom prst="rect">
            <a:avLst/>
          </a:prstGeom>
          <a:noFill/>
          <a:ln w="0">
            <a:noFill/>
          </a:ln>
        </p:spPr>
        <p:txBody>
          <a:bodyPr lIns="0" rIns="0" tIns="0" bIns="0" anchor="t">
            <a:normAutofit/>
          </a:bodyPr>
          <a:p>
            <a:endParaRPr b="0" lang="en-US" sz="3200" spc="-1" strike="noStrike">
              <a:solidFill>
                <a:srgbClr val="00274c"/>
              </a:solidFill>
              <a:latin typeface="Arial"/>
            </a:endParaRPr>
          </a:p>
        </p:txBody>
      </p:sp>
    </p:spTree>
  </p:cSld>
</p:sldLayout>
</file>

<file path=ppt/slideLayouts/slideLayout3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AndTwoObj" preserve="1">
  <p:cSld name="Title Content and 2 Content">
    <p:spTree>
      <p:nvGrpSpPr>
        <p:cNvPr id="1" name=""/>
        <p:cNvGrpSpPr/>
        <p:nvPr/>
      </p:nvGrpSpPr>
      <p:grpSpPr>
        <a:xfrm>
          <a:off x="0" y="0"/>
          <a:ext cx="0" cy="0"/>
          <a:chOff x="0" y="0"/>
          <a:chExt cx="0" cy="0"/>
        </a:xfrm>
      </p:grpSpPr>
      <p:sp>
        <p:nvSpPr>
          <p:cNvPr id="109" name="PlaceHolder 1"/>
          <p:cNvSpPr>
            <a:spLocks noGrp="1"/>
          </p:cNvSpPr>
          <p:nvPr>
            <p:ph type="title"/>
          </p:nvPr>
        </p:nvSpPr>
        <p:spPr>
          <a:xfrm>
            <a:off x="878760" y="272160"/>
            <a:ext cx="14631480" cy="870120"/>
          </a:xfrm>
          <a:prstGeom prst="rect">
            <a:avLst/>
          </a:prstGeom>
          <a:noFill/>
          <a:ln w="0">
            <a:noFill/>
          </a:ln>
        </p:spPr>
        <p:txBody>
          <a:bodyPr lIns="0" rIns="0" tIns="0" bIns="0" anchor="ctr">
            <a:noAutofit/>
          </a:bodyPr>
          <a:p>
            <a:endParaRPr b="0" lang="en-US" sz="3200" spc="-1" strike="noStrike">
              <a:solidFill>
                <a:srgbClr val="000000"/>
              </a:solidFill>
              <a:latin typeface="Arial"/>
            </a:endParaRPr>
          </a:p>
        </p:txBody>
      </p:sp>
      <p:sp>
        <p:nvSpPr>
          <p:cNvPr id="110" name="PlaceHolder 2"/>
          <p:cNvSpPr>
            <a:spLocks noGrp="1"/>
          </p:cNvSpPr>
          <p:nvPr>
            <p:ph/>
          </p:nvPr>
        </p:nvSpPr>
        <p:spPr>
          <a:xfrm>
            <a:off x="878760" y="1405800"/>
            <a:ext cx="7139880" cy="6369840"/>
          </a:xfrm>
          <a:prstGeom prst="rect">
            <a:avLst/>
          </a:prstGeom>
          <a:noFill/>
          <a:ln w="0">
            <a:noFill/>
          </a:ln>
        </p:spPr>
        <p:txBody>
          <a:bodyPr lIns="0" rIns="0" tIns="0" bIns="0" anchor="t">
            <a:normAutofit/>
          </a:bodyPr>
          <a:p>
            <a:endParaRPr b="0" lang="en-US" sz="3200" spc="-1" strike="noStrike">
              <a:solidFill>
                <a:srgbClr val="00274c"/>
              </a:solidFill>
              <a:latin typeface="Arial"/>
            </a:endParaRPr>
          </a:p>
        </p:txBody>
      </p:sp>
      <p:sp>
        <p:nvSpPr>
          <p:cNvPr id="111" name="PlaceHolder 3"/>
          <p:cNvSpPr>
            <a:spLocks noGrp="1"/>
          </p:cNvSpPr>
          <p:nvPr>
            <p:ph/>
          </p:nvPr>
        </p:nvSpPr>
        <p:spPr>
          <a:xfrm>
            <a:off x="8376120" y="1405800"/>
            <a:ext cx="7139880" cy="3038400"/>
          </a:xfrm>
          <a:prstGeom prst="rect">
            <a:avLst/>
          </a:prstGeom>
          <a:noFill/>
          <a:ln w="0">
            <a:noFill/>
          </a:ln>
        </p:spPr>
        <p:txBody>
          <a:bodyPr lIns="0" rIns="0" tIns="0" bIns="0" anchor="t">
            <a:normAutofit/>
          </a:bodyPr>
          <a:p>
            <a:endParaRPr b="0" lang="en-US" sz="3200" spc="-1" strike="noStrike">
              <a:solidFill>
                <a:srgbClr val="00274c"/>
              </a:solidFill>
              <a:latin typeface="Arial"/>
            </a:endParaRPr>
          </a:p>
        </p:txBody>
      </p:sp>
      <p:sp>
        <p:nvSpPr>
          <p:cNvPr id="112" name="PlaceHolder 4"/>
          <p:cNvSpPr>
            <a:spLocks noGrp="1"/>
          </p:cNvSpPr>
          <p:nvPr>
            <p:ph/>
          </p:nvPr>
        </p:nvSpPr>
        <p:spPr>
          <a:xfrm>
            <a:off x="8376120" y="4733280"/>
            <a:ext cx="7139880" cy="3038400"/>
          </a:xfrm>
          <a:prstGeom prst="rect">
            <a:avLst/>
          </a:prstGeom>
          <a:noFill/>
          <a:ln w="0">
            <a:noFill/>
          </a:ln>
        </p:spPr>
        <p:txBody>
          <a:bodyPr lIns="0" rIns="0" tIns="0" bIns="0" anchor="t">
            <a:normAutofit/>
          </a:bodyPr>
          <a:p>
            <a:endParaRPr b="0" lang="en-US" sz="3200" spc="-1" strike="noStrike">
              <a:solidFill>
                <a:srgbClr val="00274c"/>
              </a:solidFill>
              <a:latin typeface="Arial"/>
            </a:endParaRPr>
          </a:p>
        </p:txBody>
      </p:sp>
    </p:spTree>
  </p:cSld>
</p:sldLayout>
</file>

<file path=ppt/slideLayouts/slideLayout3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OverTx" preserve="1">
  <p:cSld name="Title, 2 Content over Content">
    <p:spTree>
      <p:nvGrpSpPr>
        <p:cNvPr id="1" name=""/>
        <p:cNvGrpSpPr/>
        <p:nvPr/>
      </p:nvGrpSpPr>
      <p:grpSpPr>
        <a:xfrm>
          <a:off x="0" y="0"/>
          <a:ext cx="0" cy="0"/>
          <a:chOff x="0" y="0"/>
          <a:chExt cx="0" cy="0"/>
        </a:xfrm>
      </p:grpSpPr>
      <p:sp>
        <p:nvSpPr>
          <p:cNvPr id="113" name="PlaceHolder 1"/>
          <p:cNvSpPr>
            <a:spLocks noGrp="1"/>
          </p:cNvSpPr>
          <p:nvPr>
            <p:ph type="title"/>
          </p:nvPr>
        </p:nvSpPr>
        <p:spPr>
          <a:xfrm>
            <a:off x="878760" y="272160"/>
            <a:ext cx="14631480" cy="870120"/>
          </a:xfrm>
          <a:prstGeom prst="rect">
            <a:avLst/>
          </a:prstGeom>
          <a:noFill/>
          <a:ln w="0">
            <a:noFill/>
          </a:ln>
        </p:spPr>
        <p:txBody>
          <a:bodyPr lIns="0" rIns="0" tIns="0" bIns="0" anchor="ctr">
            <a:noAutofit/>
          </a:bodyPr>
          <a:p>
            <a:endParaRPr b="0" lang="en-US" sz="3200" spc="-1" strike="noStrike">
              <a:solidFill>
                <a:srgbClr val="000000"/>
              </a:solidFill>
              <a:latin typeface="Arial"/>
            </a:endParaRPr>
          </a:p>
        </p:txBody>
      </p:sp>
      <p:sp>
        <p:nvSpPr>
          <p:cNvPr id="114" name="PlaceHolder 2"/>
          <p:cNvSpPr>
            <a:spLocks noGrp="1"/>
          </p:cNvSpPr>
          <p:nvPr>
            <p:ph/>
          </p:nvPr>
        </p:nvSpPr>
        <p:spPr>
          <a:xfrm>
            <a:off x="878760" y="1405800"/>
            <a:ext cx="7139880" cy="3038400"/>
          </a:xfrm>
          <a:prstGeom prst="rect">
            <a:avLst/>
          </a:prstGeom>
          <a:noFill/>
          <a:ln w="0">
            <a:noFill/>
          </a:ln>
        </p:spPr>
        <p:txBody>
          <a:bodyPr lIns="0" rIns="0" tIns="0" bIns="0" anchor="t">
            <a:normAutofit/>
          </a:bodyPr>
          <a:p>
            <a:endParaRPr b="0" lang="en-US" sz="3200" spc="-1" strike="noStrike">
              <a:solidFill>
                <a:srgbClr val="00274c"/>
              </a:solidFill>
              <a:latin typeface="Arial"/>
            </a:endParaRPr>
          </a:p>
        </p:txBody>
      </p:sp>
      <p:sp>
        <p:nvSpPr>
          <p:cNvPr id="115" name="PlaceHolder 3"/>
          <p:cNvSpPr>
            <a:spLocks noGrp="1"/>
          </p:cNvSpPr>
          <p:nvPr>
            <p:ph/>
          </p:nvPr>
        </p:nvSpPr>
        <p:spPr>
          <a:xfrm>
            <a:off x="8376120" y="1405800"/>
            <a:ext cx="7139880" cy="3038400"/>
          </a:xfrm>
          <a:prstGeom prst="rect">
            <a:avLst/>
          </a:prstGeom>
          <a:noFill/>
          <a:ln w="0">
            <a:noFill/>
          </a:ln>
        </p:spPr>
        <p:txBody>
          <a:bodyPr lIns="0" rIns="0" tIns="0" bIns="0" anchor="t">
            <a:normAutofit/>
          </a:bodyPr>
          <a:p>
            <a:endParaRPr b="0" lang="en-US" sz="3200" spc="-1" strike="noStrike">
              <a:solidFill>
                <a:srgbClr val="00274c"/>
              </a:solidFill>
              <a:latin typeface="Arial"/>
            </a:endParaRPr>
          </a:p>
        </p:txBody>
      </p:sp>
      <p:sp>
        <p:nvSpPr>
          <p:cNvPr id="116" name="PlaceHolder 4"/>
          <p:cNvSpPr>
            <a:spLocks noGrp="1"/>
          </p:cNvSpPr>
          <p:nvPr>
            <p:ph/>
          </p:nvPr>
        </p:nvSpPr>
        <p:spPr>
          <a:xfrm>
            <a:off x="878760" y="4733280"/>
            <a:ext cx="14631480" cy="3038400"/>
          </a:xfrm>
          <a:prstGeom prst="rect">
            <a:avLst/>
          </a:prstGeom>
          <a:noFill/>
          <a:ln w="0">
            <a:noFill/>
          </a:ln>
        </p:spPr>
        <p:txBody>
          <a:bodyPr lIns="0" rIns="0" tIns="0" bIns="0" anchor="t">
            <a:normAutofit/>
          </a:bodyPr>
          <a:p>
            <a:endParaRPr b="0" lang="en-US" sz="3200" spc="-1" strike="noStrike">
              <a:solidFill>
                <a:srgbClr val="00274c"/>
              </a:solidFill>
              <a:latin typeface="Arial"/>
            </a:endParaRPr>
          </a:p>
        </p:txBody>
      </p:sp>
    </p:spTree>
  </p:cSld>
</p:sldLayout>
</file>

<file path=ppt/slideLayouts/slideLayout3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verTx" preserve="1">
  <p:cSld name="Title, Content over Content">
    <p:spTree>
      <p:nvGrpSpPr>
        <p:cNvPr id="1" name=""/>
        <p:cNvGrpSpPr/>
        <p:nvPr/>
      </p:nvGrpSpPr>
      <p:grpSpPr>
        <a:xfrm>
          <a:off x="0" y="0"/>
          <a:ext cx="0" cy="0"/>
          <a:chOff x="0" y="0"/>
          <a:chExt cx="0" cy="0"/>
        </a:xfrm>
      </p:grpSpPr>
      <p:sp>
        <p:nvSpPr>
          <p:cNvPr id="117" name="PlaceHolder 1"/>
          <p:cNvSpPr>
            <a:spLocks noGrp="1"/>
          </p:cNvSpPr>
          <p:nvPr>
            <p:ph type="title"/>
          </p:nvPr>
        </p:nvSpPr>
        <p:spPr>
          <a:xfrm>
            <a:off x="878760" y="272160"/>
            <a:ext cx="14631480" cy="870120"/>
          </a:xfrm>
          <a:prstGeom prst="rect">
            <a:avLst/>
          </a:prstGeom>
          <a:noFill/>
          <a:ln w="0">
            <a:noFill/>
          </a:ln>
        </p:spPr>
        <p:txBody>
          <a:bodyPr lIns="0" rIns="0" tIns="0" bIns="0" anchor="ctr">
            <a:noAutofit/>
          </a:bodyPr>
          <a:p>
            <a:endParaRPr b="0" lang="en-US" sz="3200" spc="-1" strike="noStrike">
              <a:solidFill>
                <a:srgbClr val="000000"/>
              </a:solidFill>
              <a:latin typeface="Arial"/>
            </a:endParaRPr>
          </a:p>
        </p:txBody>
      </p:sp>
      <p:sp>
        <p:nvSpPr>
          <p:cNvPr id="118" name="PlaceHolder 2"/>
          <p:cNvSpPr>
            <a:spLocks noGrp="1"/>
          </p:cNvSpPr>
          <p:nvPr>
            <p:ph/>
          </p:nvPr>
        </p:nvSpPr>
        <p:spPr>
          <a:xfrm>
            <a:off x="878760" y="1405800"/>
            <a:ext cx="14631480" cy="3038400"/>
          </a:xfrm>
          <a:prstGeom prst="rect">
            <a:avLst/>
          </a:prstGeom>
          <a:noFill/>
          <a:ln w="0">
            <a:noFill/>
          </a:ln>
        </p:spPr>
        <p:txBody>
          <a:bodyPr lIns="0" rIns="0" tIns="0" bIns="0" anchor="t">
            <a:normAutofit/>
          </a:bodyPr>
          <a:p>
            <a:endParaRPr b="0" lang="en-US" sz="3200" spc="-1" strike="noStrike">
              <a:solidFill>
                <a:srgbClr val="00274c"/>
              </a:solidFill>
              <a:latin typeface="Arial"/>
            </a:endParaRPr>
          </a:p>
        </p:txBody>
      </p:sp>
      <p:sp>
        <p:nvSpPr>
          <p:cNvPr id="119" name="PlaceHolder 3"/>
          <p:cNvSpPr>
            <a:spLocks noGrp="1"/>
          </p:cNvSpPr>
          <p:nvPr>
            <p:ph/>
          </p:nvPr>
        </p:nvSpPr>
        <p:spPr>
          <a:xfrm>
            <a:off x="878760" y="4733280"/>
            <a:ext cx="14631480" cy="3038400"/>
          </a:xfrm>
          <a:prstGeom prst="rect">
            <a:avLst/>
          </a:prstGeom>
          <a:noFill/>
          <a:ln w="0">
            <a:noFill/>
          </a:ln>
        </p:spPr>
        <p:txBody>
          <a:bodyPr lIns="0" rIns="0" tIns="0" bIns="0" anchor="t">
            <a:normAutofit/>
          </a:bodyPr>
          <a:p>
            <a:endParaRPr b="0" lang="en-US" sz="3200" spc="-1" strike="noStrike">
              <a:solidFill>
                <a:srgbClr val="00274c"/>
              </a:solidFill>
              <a:latin typeface="Arial"/>
            </a:endParaRPr>
          </a:p>
        </p:txBody>
      </p:sp>
    </p:spTree>
  </p:cSld>
</p:sldLayout>
</file>

<file path=ppt/slideLayouts/slideLayout3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fourObj" preserve="1">
  <p:cSld name="Title, 4 Content">
    <p:spTree>
      <p:nvGrpSpPr>
        <p:cNvPr id="1" name=""/>
        <p:cNvGrpSpPr/>
        <p:nvPr/>
      </p:nvGrpSpPr>
      <p:grpSpPr>
        <a:xfrm>
          <a:off x="0" y="0"/>
          <a:ext cx="0" cy="0"/>
          <a:chOff x="0" y="0"/>
          <a:chExt cx="0" cy="0"/>
        </a:xfrm>
      </p:grpSpPr>
      <p:sp>
        <p:nvSpPr>
          <p:cNvPr id="120" name="PlaceHolder 1"/>
          <p:cNvSpPr>
            <a:spLocks noGrp="1"/>
          </p:cNvSpPr>
          <p:nvPr>
            <p:ph type="title"/>
          </p:nvPr>
        </p:nvSpPr>
        <p:spPr>
          <a:xfrm>
            <a:off x="878760" y="272160"/>
            <a:ext cx="14631480" cy="870120"/>
          </a:xfrm>
          <a:prstGeom prst="rect">
            <a:avLst/>
          </a:prstGeom>
          <a:noFill/>
          <a:ln w="0">
            <a:noFill/>
          </a:ln>
        </p:spPr>
        <p:txBody>
          <a:bodyPr lIns="0" rIns="0" tIns="0" bIns="0" anchor="ctr">
            <a:noAutofit/>
          </a:bodyPr>
          <a:p>
            <a:endParaRPr b="0" lang="en-US" sz="3200" spc="-1" strike="noStrike">
              <a:solidFill>
                <a:srgbClr val="000000"/>
              </a:solidFill>
              <a:latin typeface="Arial"/>
            </a:endParaRPr>
          </a:p>
        </p:txBody>
      </p:sp>
      <p:sp>
        <p:nvSpPr>
          <p:cNvPr id="121" name="PlaceHolder 2"/>
          <p:cNvSpPr>
            <a:spLocks noGrp="1"/>
          </p:cNvSpPr>
          <p:nvPr>
            <p:ph/>
          </p:nvPr>
        </p:nvSpPr>
        <p:spPr>
          <a:xfrm>
            <a:off x="878760" y="1405800"/>
            <a:ext cx="7139880" cy="3038400"/>
          </a:xfrm>
          <a:prstGeom prst="rect">
            <a:avLst/>
          </a:prstGeom>
          <a:noFill/>
          <a:ln w="0">
            <a:noFill/>
          </a:ln>
        </p:spPr>
        <p:txBody>
          <a:bodyPr lIns="0" rIns="0" tIns="0" bIns="0" anchor="t">
            <a:normAutofit/>
          </a:bodyPr>
          <a:p>
            <a:endParaRPr b="0" lang="en-US" sz="3200" spc="-1" strike="noStrike">
              <a:solidFill>
                <a:srgbClr val="00274c"/>
              </a:solidFill>
              <a:latin typeface="Arial"/>
            </a:endParaRPr>
          </a:p>
        </p:txBody>
      </p:sp>
      <p:sp>
        <p:nvSpPr>
          <p:cNvPr id="122" name="PlaceHolder 3"/>
          <p:cNvSpPr>
            <a:spLocks noGrp="1"/>
          </p:cNvSpPr>
          <p:nvPr>
            <p:ph/>
          </p:nvPr>
        </p:nvSpPr>
        <p:spPr>
          <a:xfrm>
            <a:off x="8376120" y="1405800"/>
            <a:ext cx="7139880" cy="3038400"/>
          </a:xfrm>
          <a:prstGeom prst="rect">
            <a:avLst/>
          </a:prstGeom>
          <a:noFill/>
          <a:ln w="0">
            <a:noFill/>
          </a:ln>
        </p:spPr>
        <p:txBody>
          <a:bodyPr lIns="0" rIns="0" tIns="0" bIns="0" anchor="t">
            <a:normAutofit/>
          </a:bodyPr>
          <a:p>
            <a:endParaRPr b="0" lang="en-US" sz="3200" spc="-1" strike="noStrike">
              <a:solidFill>
                <a:srgbClr val="00274c"/>
              </a:solidFill>
              <a:latin typeface="Arial"/>
            </a:endParaRPr>
          </a:p>
        </p:txBody>
      </p:sp>
      <p:sp>
        <p:nvSpPr>
          <p:cNvPr id="123" name="PlaceHolder 4"/>
          <p:cNvSpPr>
            <a:spLocks noGrp="1"/>
          </p:cNvSpPr>
          <p:nvPr>
            <p:ph/>
          </p:nvPr>
        </p:nvSpPr>
        <p:spPr>
          <a:xfrm>
            <a:off x="878760" y="4733280"/>
            <a:ext cx="7139880" cy="3038400"/>
          </a:xfrm>
          <a:prstGeom prst="rect">
            <a:avLst/>
          </a:prstGeom>
          <a:noFill/>
          <a:ln w="0">
            <a:noFill/>
          </a:ln>
        </p:spPr>
        <p:txBody>
          <a:bodyPr lIns="0" rIns="0" tIns="0" bIns="0" anchor="t">
            <a:normAutofit/>
          </a:bodyPr>
          <a:p>
            <a:endParaRPr b="0" lang="en-US" sz="3200" spc="-1" strike="noStrike">
              <a:solidFill>
                <a:srgbClr val="00274c"/>
              </a:solidFill>
              <a:latin typeface="Arial"/>
            </a:endParaRPr>
          </a:p>
        </p:txBody>
      </p:sp>
      <p:sp>
        <p:nvSpPr>
          <p:cNvPr id="124" name="PlaceHolder 5"/>
          <p:cNvSpPr>
            <a:spLocks noGrp="1"/>
          </p:cNvSpPr>
          <p:nvPr>
            <p:ph/>
          </p:nvPr>
        </p:nvSpPr>
        <p:spPr>
          <a:xfrm>
            <a:off x="8376120" y="4733280"/>
            <a:ext cx="7139880" cy="3038400"/>
          </a:xfrm>
          <a:prstGeom prst="rect">
            <a:avLst/>
          </a:prstGeom>
          <a:noFill/>
          <a:ln w="0">
            <a:noFill/>
          </a:ln>
        </p:spPr>
        <p:txBody>
          <a:bodyPr lIns="0" rIns="0" tIns="0" bIns="0" anchor="t">
            <a:normAutofit/>
          </a:bodyPr>
          <a:p>
            <a:endParaRPr b="0" lang="en-US" sz="3200" spc="-1" strike="noStrike">
              <a:solidFill>
                <a:srgbClr val="00274c"/>
              </a:solidFill>
              <a:latin typeface="Arial"/>
            </a:endParaRPr>
          </a:p>
        </p:txBody>
      </p:sp>
    </p:spTree>
  </p:cSld>
</p:sldLayout>
</file>

<file path=ppt/slideLayouts/slideLayout3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Title, 6 Content">
    <p:spTree>
      <p:nvGrpSpPr>
        <p:cNvPr id="1" name=""/>
        <p:cNvGrpSpPr/>
        <p:nvPr/>
      </p:nvGrpSpPr>
      <p:grpSpPr>
        <a:xfrm>
          <a:off x="0" y="0"/>
          <a:ext cx="0" cy="0"/>
          <a:chOff x="0" y="0"/>
          <a:chExt cx="0" cy="0"/>
        </a:xfrm>
      </p:grpSpPr>
      <p:sp>
        <p:nvSpPr>
          <p:cNvPr id="125" name="PlaceHolder 1"/>
          <p:cNvSpPr>
            <a:spLocks noGrp="1"/>
          </p:cNvSpPr>
          <p:nvPr>
            <p:ph type="title"/>
          </p:nvPr>
        </p:nvSpPr>
        <p:spPr>
          <a:xfrm>
            <a:off x="878760" y="272160"/>
            <a:ext cx="14631480" cy="870120"/>
          </a:xfrm>
          <a:prstGeom prst="rect">
            <a:avLst/>
          </a:prstGeom>
          <a:noFill/>
          <a:ln w="0">
            <a:noFill/>
          </a:ln>
        </p:spPr>
        <p:txBody>
          <a:bodyPr lIns="0" rIns="0" tIns="0" bIns="0" anchor="ctr">
            <a:noAutofit/>
          </a:bodyPr>
          <a:p>
            <a:endParaRPr b="0" lang="en-US" sz="3200" spc="-1" strike="noStrike">
              <a:solidFill>
                <a:srgbClr val="000000"/>
              </a:solidFill>
              <a:latin typeface="Arial"/>
            </a:endParaRPr>
          </a:p>
        </p:txBody>
      </p:sp>
      <p:sp>
        <p:nvSpPr>
          <p:cNvPr id="126" name="PlaceHolder 2"/>
          <p:cNvSpPr>
            <a:spLocks noGrp="1"/>
          </p:cNvSpPr>
          <p:nvPr>
            <p:ph/>
          </p:nvPr>
        </p:nvSpPr>
        <p:spPr>
          <a:xfrm>
            <a:off x="878760" y="1405800"/>
            <a:ext cx="4710960" cy="3038400"/>
          </a:xfrm>
          <a:prstGeom prst="rect">
            <a:avLst/>
          </a:prstGeom>
          <a:noFill/>
          <a:ln w="0">
            <a:noFill/>
          </a:ln>
        </p:spPr>
        <p:txBody>
          <a:bodyPr lIns="0" rIns="0" tIns="0" bIns="0" anchor="t">
            <a:normAutofit/>
          </a:bodyPr>
          <a:p>
            <a:endParaRPr b="0" lang="en-US" sz="3200" spc="-1" strike="noStrike">
              <a:solidFill>
                <a:srgbClr val="00274c"/>
              </a:solidFill>
              <a:latin typeface="Arial"/>
            </a:endParaRPr>
          </a:p>
        </p:txBody>
      </p:sp>
      <p:sp>
        <p:nvSpPr>
          <p:cNvPr id="127" name="PlaceHolder 3"/>
          <p:cNvSpPr>
            <a:spLocks noGrp="1"/>
          </p:cNvSpPr>
          <p:nvPr>
            <p:ph/>
          </p:nvPr>
        </p:nvSpPr>
        <p:spPr>
          <a:xfrm>
            <a:off x="5825520" y="1405800"/>
            <a:ext cx="4710960" cy="3038400"/>
          </a:xfrm>
          <a:prstGeom prst="rect">
            <a:avLst/>
          </a:prstGeom>
          <a:noFill/>
          <a:ln w="0">
            <a:noFill/>
          </a:ln>
        </p:spPr>
        <p:txBody>
          <a:bodyPr lIns="0" rIns="0" tIns="0" bIns="0" anchor="t">
            <a:normAutofit/>
          </a:bodyPr>
          <a:p>
            <a:endParaRPr b="0" lang="en-US" sz="3200" spc="-1" strike="noStrike">
              <a:solidFill>
                <a:srgbClr val="00274c"/>
              </a:solidFill>
              <a:latin typeface="Arial"/>
            </a:endParaRPr>
          </a:p>
        </p:txBody>
      </p:sp>
      <p:sp>
        <p:nvSpPr>
          <p:cNvPr id="128" name="PlaceHolder 4"/>
          <p:cNvSpPr>
            <a:spLocks noGrp="1"/>
          </p:cNvSpPr>
          <p:nvPr>
            <p:ph/>
          </p:nvPr>
        </p:nvSpPr>
        <p:spPr>
          <a:xfrm>
            <a:off x="10772640" y="1405800"/>
            <a:ext cx="4710960" cy="3038400"/>
          </a:xfrm>
          <a:prstGeom prst="rect">
            <a:avLst/>
          </a:prstGeom>
          <a:noFill/>
          <a:ln w="0">
            <a:noFill/>
          </a:ln>
        </p:spPr>
        <p:txBody>
          <a:bodyPr lIns="0" rIns="0" tIns="0" bIns="0" anchor="t">
            <a:normAutofit/>
          </a:bodyPr>
          <a:p>
            <a:endParaRPr b="0" lang="en-US" sz="3200" spc="-1" strike="noStrike">
              <a:solidFill>
                <a:srgbClr val="00274c"/>
              </a:solidFill>
              <a:latin typeface="Arial"/>
            </a:endParaRPr>
          </a:p>
        </p:txBody>
      </p:sp>
      <p:sp>
        <p:nvSpPr>
          <p:cNvPr id="129" name="PlaceHolder 5"/>
          <p:cNvSpPr>
            <a:spLocks noGrp="1"/>
          </p:cNvSpPr>
          <p:nvPr>
            <p:ph/>
          </p:nvPr>
        </p:nvSpPr>
        <p:spPr>
          <a:xfrm>
            <a:off x="878760" y="4733280"/>
            <a:ext cx="4710960" cy="3038400"/>
          </a:xfrm>
          <a:prstGeom prst="rect">
            <a:avLst/>
          </a:prstGeom>
          <a:noFill/>
          <a:ln w="0">
            <a:noFill/>
          </a:ln>
        </p:spPr>
        <p:txBody>
          <a:bodyPr lIns="0" rIns="0" tIns="0" bIns="0" anchor="t">
            <a:normAutofit/>
          </a:bodyPr>
          <a:p>
            <a:endParaRPr b="0" lang="en-US" sz="3200" spc="-1" strike="noStrike">
              <a:solidFill>
                <a:srgbClr val="00274c"/>
              </a:solidFill>
              <a:latin typeface="Arial"/>
            </a:endParaRPr>
          </a:p>
        </p:txBody>
      </p:sp>
      <p:sp>
        <p:nvSpPr>
          <p:cNvPr id="130" name="PlaceHolder 6"/>
          <p:cNvSpPr>
            <a:spLocks noGrp="1"/>
          </p:cNvSpPr>
          <p:nvPr>
            <p:ph/>
          </p:nvPr>
        </p:nvSpPr>
        <p:spPr>
          <a:xfrm>
            <a:off x="5825520" y="4733280"/>
            <a:ext cx="4710960" cy="3038400"/>
          </a:xfrm>
          <a:prstGeom prst="rect">
            <a:avLst/>
          </a:prstGeom>
          <a:noFill/>
          <a:ln w="0">
            <a:noFill/>
          </a:ln>
        </p:spPr>
        <p:txBody>
          <a:bodyPr lIns="0" rIns="0" tIns="0" bIns="0" anchor="t">
            <a:normAutofit/>
          </a:bodyPr>
          <a:p>
            <a:endParaRPr b="0" lang="en-US" sz="3200" spc="-1" strike="noStrike">
              <a:solidFill>
                <a:srgbClr val="00274c"/>
              </a:solidFill>
              <a:latin typeface="Arial"/>
            </a:endParaRPr>
          </a:p>
        </p:txBody>
      </p:sp>
      <p:sp>
        <p:nvSpPr>
          <p:cNvPr id="131" name="PlaceHolder 7"/>
          <p:cNvSpPr>
            <a:spLocks noGrp="1"/>
          </p:cNvSpPr>
          <p:nvPr>
            <p:ph/>
          </p:nvPr>
        </p:nvSpPr>
        <p:spPr>
          <a:xfrm>
            <a:off x="10772640" y="4733280"/>
            <a:ext cx="4710960" cy="3038400"/>
          </a:xfrm>
          <a:prstGeom prst="rect">
            <a:avLst/>
          </a:prstGeom>
          <a:noFill/>
          <a:ln w="0">
            <a:noFill/>
          </a:ln>
        </p:spPr>
        <p:txBody>
          <a:bodyPr lIns="0" rIns="0" tIns="0" bIns="0" anchor="t">
            <a:normAutofit/>
          </a:bodyPr>
          <a:p>
            <a:endParaRPr b="0" lang="en-US" sz="3200" spc="-1" strike="noStrike">
              <a:solidFill>
                <a:srgbClr val="00274c"/>
              </a:solidFill>
              <a:latin typeface="Arial"/>
            </a:endParaRPr>
          </a:p>
        </p:txBody>
      </p:sp>
    </p:spTree>
  </p:cSld>
</p:sldLayout>
</file>

<file path=ppt/slideMasters/_rels/slideMaster1.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image" Target="../media/image1.jpeg"/><Relationship Id="rId3" Type="http://schemas.openxmlformats.org/officeDocument/2006/relationships/image" Target="../media/image2.png"/><Relationship Id="rId4" Type="http://schemas.openxmlformats.org/officeDocument/2006/relationships/image" Target="../media/image3.png"/><Relationship Id="rId5" Type="http://schemas.openxmlformats.org/officeDocument/2006/relationships/slideLayout" Target="../slideLayouts/slideLayout1.xml"/><Relationship Id="rId6" Type="http://schemas.openxmlformats.org/officeDocument/2006/relationships/slideLayout" Target="../slideLayouts/slideLayout2.xml"/><Relationship Id="rId7" Type="http://schemas.openxmlformats.org/officeDocument/2006/relationships/slideLayout" Target="../slideLayouts/slideLayout3.xml"/><Relationship Id="rId8" Type="http://schemas.openxmlformats.org/officeDocument/2006/relationships/slideLayout" Target="../slideLayouts/slideLayout4.xml"/><Relationship Id="rId9" Type="http://schemas.openxmlformats.org/officeDocument/2006/relationships/slideLayout" Target="../slideLayouts/slideLayout5.xml"/><Relationship Id="rId10" Type="http://schemas.openxmlformats.org/officeDocument/2006/relationships/slideLayout" Target="../slideLayouts/slideLayout6.xml"/><Relationship Id="rId11" Type="http://schemas.openxmlformats.org/officeDocument/2006/relationships/slideLayout" Target="../slideLayouts/slideLayout7.xml"/><Relationship Id="rId12" Type="http://schemas.openxmlformats.org/officeDocument/2006/relationships/slideLayout" Target="../slideLayouts/slideLayout8.xml"/><Relationship Id="rId13" Type="http://schemas.openxmlformats.org/officeDocument/2006/relationships/slideLayout" Target="../slideLayouts/slideLayout9.xml"/><Relationship Id="rId14" Type="http://schemas.openxmlformats.org/officeDocument/2006/relationships/slideLayout" Target="../slideLayouts/slideLayout10.xml"/><Relationship Id="rId15" Type="http://schemas.openxmlformats.org/officeDocument/2006/relationships/slideLayout" Target="../slideLayouts/slideLayout11.xml"/><Relationship Id="rId16" Type="http://schemas.openxmlformats.org/officeDocument/2006/relationships/slideLayout" Target="../slideLayouts/slideLayout12.xml"/>
</Relationships>
</file>

<file path=ppt/slideMasters/_rels/slideMaster2.xml.rels><?xml version="1.0" encoding="UTF-8"?>
<Relationships xmlns="http://schemas.openxmlformats.org/package/2006/relationships"><Relationship Id="rId1" Type="http://schemas.openxmlformats.org/officeDocument/2006/relationships/theme" Target="../theme/theme2.xml"/><Relationship Id="rId2" Type="http://schemas.openxmlformats.org/officeDocument/2006/relationships/slideLayout" Target="../slideLayouts/slideLayout13.xml"/><Relationship Id="rId3" Type="http://schemas.openxmlformats.org/officeDocument/2006/relationships/slideLayout" Target="../slideLayouts/slideLayout14.xml"/><Relationship Id="rId4" Type="http://schemas.openxmlformats.org/officeDocument/2006/relationships/slideLayout" Target="../slideLayouts/slideLayout15.xml"/><Relationship Id="rId5" Type="http://schemas.openxmlformats.org/officeDocument/2006/relationships/slideLayout" Target="../slideLayouts/slideLayout16.xml"/><Relationship Id="rId6" Type="http://schemas.openxmlformats.org/officeDocument/2006/relationships/slideLayout" Target="../slideLayouts/slideLayout17.xml"/><Relationship Id="rId7" Type="http://schemas.openxmlformats.org/officeDocument/2006/relationships/slideLayout" Target="../slideLayouts/slideLayout18.xml"/><Relationship Id="rId8" Type="http://schemas.openxmlformats.org/officeDocument/2006/relationships/slideLayout" Target="../slideLayouts/slideLayout19.xml"/><Relationship Id="rId9" Type="http://schemas.openxmlformats.org/officeDocument/2006/relationships/slideLayout" Target="../slideLayouts/slideLayout20.xml"/><Relationship Id="rId10" Type="http://schemas.openxmlformats.org/officeDocument/2006/relationships/slideLayout" Target="../slideLayouts/slideLayout21.xml"/><Relationship Id="rId11" Type="http://schemas.openxmlformats.org/officeDocument/2006/relationships/slideLayout" Target="../slideLayouts/slideLayout22.xml"/><Relationship Id="rId12" Type="http://schemas.openxmlformats.org/officeDocument/2006/relationships/slideLayout" Target="../slideLayouts/slideLayout23.xml"/><Relationship Id="rId13" Type="http://schemas.openxmlformats.org/officeDocument/2006/relationships/slideLayout" Target="../slideLayouts/slideLayout24.xml"/>
</Relationships>
</file>

<file path=ppt/slideMasters/_rels/slideMaster3.xml.rels><?xml version="1.0" encoding="UTF-8"?>
<Relationships xmlns="http://schemas.openxmlformats.org/package/2006/relationships"><Relationship Id="rId1" Type="http://schemas.openxmlformats.org/officeDocument/2006/relationships/theme" Target="../theme/theme3.xml"/><Relationship Id="rId2" Type="http://schemas.openxmlformats.org/officeDocument/2006/relationships/slideLayout" Target="../slideLayouts/slideLayout25.xml"/><Relationship Id="rId3" Type="http://schemas.openxmlformats.org/officeDocument/2006/relationships/slideLayout" Target="../slideLayouts/slideLayout26.xml"/><Relationship Id="rId4" Type="http://schemas.openxmlformats.org/officeDocument/2006/relationships/slideLayout" Target="../slideLayouts/slideLayout27.xml"/><Relationship Id="rId5" Type="http://schemas.openxmlformats.org/officeDocument/2006/relationships/slideLayout" Target="../slideLayouts/slideLayout28.xml"/><Relationship Id="rId6" Type="http://schemas.openxmlformats.org/officeDocument/2006/relationships/slideLayout" Target="../slideLayouts/slideLayout29.xml"/><Relationship Id="rId7" Type="http://schemas.openxmlformats.org/officeDocument/2006/relationships/slideLayout" Target="../slideLayouts/slideLayout30.xml"/><Relationship Id="rId8" Type="http://schemas.openxmlformats.org/officeDocument/2006/relationships/slideLayout" Target="../slideLayouts/slideLayout31.xml"/><Relationship Id="rId9" Type="http://schemas.openxmlformats.org/officeDocument/2006/relationships/slideLayout" Target="../slideLayouts/slideLayout32.xml"/><Relationship Id="rId10" Type="http://schemas.openxmlformats.org/officeDocument/2006/relationships/slideLayout" Target="../slideLayouts/slideLayout33.xml"/><Relationship Id="rId11" Type="http://schemas.openxmlformats.org/officeDocument/2006/relationships/slideLayout" Target="../slideLayouts/slideLayout34.xml"/><Relationship Id="rId12" Type="http://schemas.openxmlformats.org/officeDocument/2006/relationships/slideLayout" Target="../slideLayouts/slideLayout35.xml"/><Relationship Id="rId13" Type="http://schemas.openxmlformats.org/officeDocument/2006/relationships/slideLayout" Target="../slideLayouts/slideLayout36.xml"/>
</Relationships>
</file>

<file path=ppt/slideMasters/slideMaster1.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gradFill rotWithShape="0">
          <a:gsLst>
            <a:gs pos="0">
              <a:srgbClr val="ececec"/>
            </a:gs>
            <a:gs pos="100000">
              <a:srgbClr val="ffffff"/>
            </a:gs>
          </a:gsLst>
          <a:lin ang="16200000"/>
        </a:gradFill>
      </p:bgPr>
    </p:bg>
    <p:spTree>
      <p:nvGrpSpPr>
        <p:cNvPr id="1" name=""/>
        <p:cNvGrpSpPr/>
        <p:nvPr/>
      </p:nvGrpSpPr>
      <p:grpSpPr>
        <a:xfrm>
          <a:off x="0" y="0"/>
          <a:ext cx="0" cy="0"/>
          <a:chOff x="0" y="0"/>
          <a:chExt cx="0" cy="0"/>
        </a:xfrm>
      </p:grpSpPr>
      <p:pic>
        <p:nvPicPr>
          <p:cNvPr id="0" name="Picture 9" descr=""/>
          <p:cNvPicPr/>
          <p:nvPr/>
        </p:nvPicPr>
        <p:blipFill>
          <a:blip r:embed="rId2"/>
          <a:stretch/>
        </p:blipFill>
        <p:spPr>
          <a:xfrm>
            <a:off x="-14040" y="0"/>
            <a:ext cx="16271280" cy="7775640"/>
          </a:xfrm>
          <a:prstGeom prst="rect">
            <a:avLst/>
          </a:prstGeom>
          <a:ln w="0">
            <a:noFill/>
          </a:ln>
        </p:spPr>
      </p:pic>
      <p:sp>
        <p:nvSpPr>
          <p:cNvPr id="1" name="Rectangle 2"/>
          <p:cNvSpPr/>
          <p:nvPr/>
        </p:nvSpPr>
        <p:spPr>
          <a:xfrm>
            <a:off x="0" y="7674480"/>
            <a:ext cx="16257240" cy="1469160"/>
          </a:xfrm>
          <a:prstGeom prst="rect">
            <a:avLst/>
          </a:prstGeom>
          <a:solidFill>
            <a:srgbClr val="00274c"/>
          </a:solidFill>
          <a:ln>
            <a:solidFill>
              <a:srgbClr val="fdc800"/>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sp>
      <p:pic>
        <p:nvPicPr>
          <p:cNvPr id="2" name="Picture 3" descr="M_SchoolPublicHealth_logo_white.png"/>
          <p:cNvPicPr/>
          <p:nvPr/>
        </p:nvPicPr>
        <p:blipFill>
          <a:blip r:embed="rId3"/>
          <a:stretch/>
        </p:blipFill>
        <p:spPr>
          <a:xfrm>
            <a:off x="10760040" y="8007840"/>
            <a:ext cx="5372280" cy="767160"/>
          </a:xfrm>
          <a:prstGeom prst="rect">
            <a:avLst/>
          </a:prstGeom>
          <a:ln w="0">
            <a:noFill/>
          </a:ln>
        </p:spPr>
      </p:pic>
      <p:sp>
        <p:nvSpPr>
          <p:cNvPr id="3" name="Rectangle 4"/>
          <p:cNvSpPr/>
          <p:nvPr/>
        </p:nvSpPr>
        <p:spPr>
          <a:xfrm>
            <a:off x="0" y="7623720"/>
            <a:ext cx="16257240" cy="151920"/>
          </a:xfrm>
          <a:prstGeom prst="rect">
            <a:avLst/>
          </a:prstGeom>
          <a:solidFill>
            <a:srgbClr val="ffcb05"/>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sp>
      <p:sp>
        <p:nvSpPr>
          <p:cNvPr id="4" name="Rectangle 22"/>
          <p:cNvSpPr/>
          <p:nvPr/>
        </p:nvSpPr>
        <p:spPr>
          <a:xfrm>
            <a:off x="0" y="4767840"/>
            <a:ext cx="16257240" cy="2846160"/>
          </a:xfrm>
          <a:prstGeom prst="rect">
            <a:avLst/>
          </a:prstGeom>
          <a:gradFill rotWithShape="0">
            <a:gsLst>
              <a:gs pos="0">
                <a:srgbClr val="f2f2f2"/>
              </a:gs>
              <a:gs pos="100000">
                <a:srgbClr val="eeeeee"/>
              </a:gs>
            </a:gsLst>
            <a:lin ang="1200000"/>
          </a:gradFill>
          <a:ln>
            <a:noFill/>
          </a:ln>
          <a:effectLst>
            <a:outerShdw algn="t" blurRad="50760" dir="5400000" dist="38160" rotWithShape="0">
              <a:srgbClr val="000000">
                <a:alpha val="40000"/>
              </a:srgbClr>
            </a:outerShdw>
          </a:effectLst>
        </p:spPr>
        <p:style>
          <a:lnRef idx="1">
            <a:schemeClr val="accent1"/>
          </a:lnRef>
          <a:fillRef idx="3">
            <a:schemeClr val="accent1"/>
          </a:fillRef>
          <a:effectRef idx="2">
            <a:schemeClr val="accent1"/>
          </a:effectRef>
          <a:fontRef idx="minor"/>
        </p:style>
      </p:sp>
      <p:pic>
        <p:nvPicPr>
          <p:cNvPr id="5" name="Picture 14" descr=""/>
          <p:cNvPicPr/>
          <p:nvPr/>
        </p:nvPicPr>
        <p:blipFill>
          <a:blip r:embed="rId4">
            <a:alphaModFix amt="20000"/>
          </a:blip>
          <a:stretch/>
        </p:blipFill>
        <p:spPr>
          <a:xfrm>
            <a:off x="-14040" y="4757760"/>
            <a:ext cx="12191760" cy="2890800"/>
          </a:xfrm>
          <a:prstGeom prst="rect">
            <a:avLst/>
          </a:prstGeom>
          <a:ln w="0">
            <a:noFill/>
          </a:ln>
        </p:spPr>
      </p:pic>
      <p:sp>
        <p:nvSpPr>
          <p:cNvPr id="6" name="Straight Connector 17"/>
          <p:cNvSpPr/>
          <p:nvPr/>
        </p:nvSpPr>
        <p:spPr>
          <a:xfrm>
            <a:off x="0" y="6607800"/>
            <a:ext cx="10139760" cy="360"/>
          </a:xfrm>
          <a:prstGeom prst="line">
            <a:avLst/>
          </a:prstGeom>
          <a:ln w="38100">
            <a:solidFill>
              <a:srgbClr val="00274c"/>
            </a:solidFill>
            <a:round/>
          </a:ln>
        </p:spPr>
        <p:style>
          <a:lnRef idx="2">
            <a:schemeClr val="accent1"/>
          </a:lnRef>
          <a:fillRef idx="0">
            <a:schemeClr val="accent1"/>
          </a:fillRef>
          <a:effectRef idx="1">
            <a:schemeClr val="accent1"/>
          </a:effectRef>
          <a:fontRef idx="minor"/>
        </p:style>
      </p:sp>
      <p:sp>
        <p:nvSpPr>
          <p:cNvPr id="7" name="Rectangle 25"/>
          <p:cNvSpPr/>
          <p:nvPr/>
        </p:nvSpPr>
        <p:spPr>
          <a:xfrm>
            <a:off x="0" y="4551120"/>
            <a:ext cx="16257240" cy="224640"/>
          </a:xfrm>
          <a:prstGeom prst="rect">
            <a:avLst/>
          </a:prstGeom>
          <a:gradFill rotWithShape="0">
            <a:gsLst>
              <a:gs pos="37000">
                <a:srgbClr val="ffffff"/>
              </a:gs>
              <a:gs pos="100000">
                <a:srgbClr val="587abc"/>
              </a:gs>
            </a:gsLst>
            <a:lin ang="10800000"/>
          </a:gradFill>
          <a:ln>
            <a:noFill/>
          </a:ln>
          <a:effectLst>
            <a:outerShdw algn="t" blurRad="50760" dir="5400000" dist="38160" rotWithShape="0">
              <a:srgbClr val="000000">
                <a:alpha val="40000"/>
              </a:srgbClr>
            </a:outerShdw>
          </a:effectLst>
        </p:spPr>
        <p:style>
          <a:lnRef idx="1">
            <a:schemeClr val="accent1"/>
          </a:lnRef>
          <a:fillRef idx="3">
            <a:schemeClr val="accent1"/>
          </a:fillRef>
          <a:effectRef idx="2">
            <a:schemeClr val="accent1"/>
          </a:effectRef>
          <a:fontRef idx="minor"/>
        </p:style>
      </p:sp>
      <p:sp>
        <p:nvSpPr>
          <p:cNvPr id="8" name="PlaceHolder 1"/>
          <p:cNvSpPr>
            <a:spLocks noGrp="1"/>
          </p:cNvSpPr>
          <p:nvPr>
            <p:ph type="title"/>
          </p:nvPr>
        </p:nvSpPr>
        <p:spPr>
          <a:xfrm>
            <a:off x="812880" y="364680"/>
            <a:ext cx="14631480" cy="1526400"/>
          </a:xfrm>
          <a:prstGeom prst="rect">
            <a:avLst/>
          </a:prstGeom>
          <a:noFill/>
          <a:ln w="0">
            <a:noFill/>
          </a:ln>
        </p:spPr>
        <p:txBody>
          <a:bodyPr lIns="0" rIns="0" tIns="0" bIns="0" anchor="ctr">
            <a:noAutofit/>
          </a:bodyPr>
          <a:p>
            <a:r>
              <a:rPr b="0" lang="en-US" sz="3200" spc="-1" strike="noStrike">
                <a:solidFill>
                  <a:srgbClr val="00274c"/>
                </a:solidFill>
                <a:latin typeface="Arial"/>
              </a:rPr>
              <a:t>Click to edit the title text format</a:t>
            </a:r>
            <a:endParaRPr b="0" lang="en-US" sz="3200" spc="-1" strike="noStrike">
              <a:solidFill>
                <a:srgbClr val="00274c"/>
              </a:solidFill>
              <a:latin typeface="Arial"/>
            </a:endParaRPr>
          </a:p>
        </p:txBody>
      </p:sp>
      <p:sp>
        <p:nvSpPr>
          <p:cNvPr id="9" name="PlaceHolder 2"/>
          <p:cNvSpPr>
            <a:spLocks noGrp="1"/>
          </p:cNvSpPr>
          <p:nvPr>
            <p:ph type="body"/>
          </p:nvPr>
        </p:nvSpPr>
        <p:spPr>
          <a:xfrm>
            <a:off x="812880" y="2139480"/>
            <a:ext cx="14631480" cy="530280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US" sz="3200" spc="-1" strike="noStrike">
                <a:solidFill>
                  <a:srgbClr val="00274c"/>
                </a:solidFill>
                <a:latin typeface="Arial"/>
              </a:rPr>
              <a:t>Click to edit the outline text format</a:t>
            </a:r>
            <a:endParaRPr b="0" lang="en-US" sz="3200" spc="-1" strike="noStrike">
              <a:solidFill>
                <a:srgbClr val="00274c"/>
              </a:solidFill>
              <a:latin typeface="Arial"/>
            </a:endParaRPr>
          </a:p>
          <a:p>
            <a:pPr lvl="1" marL="864000" indent="-324000">
              <a:spcBef>
                <a:spcPts val="1134"/>
              </a:spcBef>
              <a:buClr>
                <a:srgbClr val="000000"/>
              </a:buClr>
              <a:buSzPct val="75000"/>
              <a:buFont typeface="Symbol" charset="2"/>
              <a:buChar char=""/>
            </a:pPr>
            <a:r>
              <a:rPr b="0" lang="en-US" sz="2400" spc="-1" strike="noStrike">
                <a:solidFill>
                  <a:srgbClr val="00274c"/>
                </a:solidFill>
                <a:latin typeface="Arial"/>
              </a:rPr>
              <a:t>Second Outline Level</a:t>
            </a:r>
            <a:endParaRPr b="0" lang="en-US" sz="2400" spc="-1" strike="noStrike">
              <a:solidFill>
                <a:srgbClr val="00274c"/>
              </a:solidFill>
              <a:latin typeface="Arial"/>
            </a:endParaRPr>
          </a:p>
          <a:p>
            <a:pPr lvl="2" marL="1296000" indent="-288000">
              <a:spcBef>
                <a:spcPts val="850"/>
              </a:spcBef>
              <a:buClr>
                <a:srgbClr val="000000"/>
              </a:buClr>
              <a:buSzPct val="45000"/>
              <a:buFont typeface="Wingdings" charset="2"/>
              <a:buChar char=""/>
            </a:pPr>
            <a:r>
              <a:rPr b="0" lang="en-US" sz="2000" spc="-1" strike="noStrike">
                <a:solidFill>
                  <a:srgbClr val="00274c"/>
                </a:solidFill>
                <a:latin typeface="Arial"/>
              </a:rPr>
              <a:t>Third Outline Level</a:t>
            </a:r>
            <a:endParaRPr b="0" lang="en-US" sz="2000" spc="-1" strike="noStrike">
              <a:solidFill>
                <a:srgbClr val="00274c"/>
              </a:solidFill>
              <a:latin typeface="Arial"/>
            </a:endParaRPr>
          </a:p>
          <a:p>
            <a:pPr lvl="3" marL="1728000" indent="-216000">
              <a:spcBef>
                <a:spcPts val="567"/>
              </a:spcBef>
              <a:buClr>
                <a:srgbClr val="000000"/>
              </a:buClr>
              <a:buSzPct val="75000"/>
              <a:buFont typeface="Symbol" charset="2"/>
              <a:buChar char=""/>
            </a:pPr>
            <a:r>
              <a:rPr b="0" lang="en-US" sz="2000" spc="-1" strike="noStrike">
                <a:solidFill>
                  <a:srgbClr val="00274c"/>
                </a:solidFill>
                <a:latin typeface="Arial"/>
              </a:rPr>
              <a:t>Fourth Outline Level</a:t>
            </a:r>
            <a:endParaRPr b="0" lang="en-US" sz="2000" spc="-1" strike="noStrike">
              <a:solidFill>
                <a:srgbClr val="00274c"/>
              </a:solidFill>
              <a:latin typeface="Arial"/>
            </a:endParaRPr>
          </a:p>
          <a:p>
            <a:pPr lvl="4" marL="2160000" indent="-216000">
              <a:spcBef>
                <a:spcPts val="283"/>
              </a:spcBef>
              <a:buClr>
                <a:srgbClr val="000000"/>
              </a:buClr>
              <a:buSzPct val="45000"/>
              <a:buFont typeface="Wingdings" charset="2"/>
              <a:buChar char=""/>
            </a:pPr>
            <a:r>
              <a:rPr b="0" lang="en-US" sz="2000" spc="-1" strike="noStrike">
                <a:solidFill>
                  <a:srgbClr val="00274c"/>
                </a:solidFill>
                <a:latin typeface="Arial"/>
              </a:rPr>
              <a:t>Fifth Outline Level</a:t>
            </a:r>
            <a:endParaRPr b="0" lang="en-US" sz="2000" spc="-1" strike="noStrike">
              <a:solidFill>
                <a:srgbClr val="00274c"/>
              </a:solidFill>
              <a:latin typeface="Arial"/>
            </a:endParaRPr>
          </a:p>
          <a:p>
            <a:pPr lvl="5" marL="2592000" indent="-216000">
              <a:spcBef>
                <a:spcPts val="283"/>
              </a:spcBef>
              <a:buClr>
                <a:srgbClr val="000000"/>
              </a:buClr>
              <a:buSzPct val="45000"/>
              <a:buFont typeface="Wingdings" charset="2"/>
              <a:buChar char=""/>
            </a:pPr>
            <a:r>
              <a:rPr b="0" lang="en-US" sz="2000" spc="-1" strike="noStrike">
                <a:solidFill>
                  <a:srgbClr val="00274c"/>
                </a:solidFill>
                <a:latin typeface="Arial"/>
              </a:rPr>
              <a:t>Sixth Outline Level</a:t>
            </a:r>
            <a:endParaRPr b="0" lang="en-US" sz="2000" spc="-1" strike="noStrike">
              <a:solidFill>
                <a:srgbClr val="00274c"/>
              </a:solidFill>
              <a:latin typeface="Arial"/>
            </a:endParaRPr>
          </a:p>
          <a:p>
            <a:pPr lvl="6" marL="3024000" indent="-216000">
              <a:spcBef>
                <a:spcPts val="283"/>
              </a:spcBef>
              <a:buClr>
                <a:srgbClr val="000000"/>
              </a:buClr>
              <a:buSzPct val="45000"/>
              <a:buFont typeface="Wingdings" charset="2"/>
              <a:buChar char=""/>
            </a:pPr>
            <a:r>
              <a:rPr b="0" lang="en-US" sz="2000" spc="-1" strike="noStrike">
                <a:solidFill>
                  <a:srgbClr val="00274c"/>
                </a:solidFill>
                <a:latin typeface="Arial"/>
              </a:rPr>
              <a:t>Seventh Outline Level</a:t>
            </a:r>
            <a:endParaRPr b="0" lang="en-US" sz="2000" spc="-1" strike="noStrike">
              <a:solidFill>
                <a:srgbClr val="00274c"/>
              </a:solidFill>
              <a:latin typeface="Arial"/>
            </a:endParaRPr>
          </a:p>
        </p:txBody>
      </p:sp>
    </p:spTree>
  </p:cSld>
  <p:clrMap bg1="lt1" bg2="lt2" tx1="dk1" tx2="dk2" accent1="accent1" accent2="accent2" accent3="accent3" accent4="accent4" accent5="accent5" accent6="accent6" hlink="hlink" folHlink="folHlink"/>
  <p:sldLayoutIdLst>
    <p:sldLayoutId id="2147483649" r:id="rId5"/>
    <p:sldLayoutId id="2147483650" r:id="rId6"/>
    <p:sldLayoutId id="2147483651" r:id="rId7"/>
    <p:sldLayoutId id="2147483652" r:id="rId8"/>
    <p:sldLayoutId id="2147483653" r:id="rId9"/>
    <p:sldLayoutId id="2147483654" r:id="rId10"/>
    <p:sldLayoutId id="2147483655" r:id="rId11"/>
    <p:sldLayoutId id="2147483656" r:id="rId12"/>
    <p:sldLayoutId id="2147483657" r:id="rId13"/>
    <p:sldLayoutId id="2147483658" r:id="rId14"/>
    <p:sldLayoutId id="2147483659" r:id="rId15"/>
    <p:sldLayoutId id="2147483660" r:id="rId16"/>
  </p:sldLayoutIdLst>
</p:sldMaster>
</file>

<file path=ppt/slideMasters/slideMaster2.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46" name="Rectangle 9"/>
          <p:cNvSpPr/>
          <p:nvPr/>
        </p:nvSpPr>
        <p:spPr>
          <a:xfrm>
            <a:off x="0" y="0"/>
            <a:ext cx="16257240" cy="224640"/>
          </a:xfrm>
          <a:prstGeom prst="rect">
            <a:avLst/>
          </a:prstGeom>
          <a:gradFill rotWithShape="0">
            <a:gsLst>
              <a:gs pos="37000">
                <a:srgbClr val="00274c"/>
              </a:gs>
              <a:gs pos="100000">
                <a:srgbClr val="587abc"/>
              </a:gs>
            </a:gsLst>
            <a:lin ang="10800000"/>
          </a:gradFill>
          <a:ln>
            <a:noFill/>
          </a:ln>
          <a:effectLst>
            <a:outerShdw algn="t" blurRad="50760" dir="5400000" dist="38160" rotWithShape="0">
              <a:srgbClr val="000000">
                <a:alpha val="40000"/>
              </a:srgbClr>
            </a:outerShdw>
          </a:effectLst>
        </p:spPr>
        <p:style>
          <a:lnRef idx="1">
            <a:schemeClr val="accent1"/>
          </a:lnRef>
          <a:fillRef idx="3">
            <a:schemeClr val="accent1"/>
          </a:fillRef>
          <a:effectRef idx="2">
            <a:schemeClr val="accent1"/>
          </a:effectRef>
          <a:fontRef idx="minor"/>
        </p:style>
      </p:sp>
      <p:sp>
        <p:nvSpPr>
          <p:cNvPr id="47" name="Straight Connector 11"/>
          <p:cNvSpPr/>
          <p:nvPr/>
        </p:nvSpPr>
        <p:spPr>
          <a:xfrm>
            <a:off x="1023480" y="1210680"/>
            <a:ext cx="14343840" cy="360"/>
          </a:xfrm>
          <a:prstGeom prst="line">
            <a:avLst/>
          </a:prstGeom>
          <a:ln w="38100">
            <a:solidFill>
              <a:srgbClr val="ffcb05"/>
            </a:solidFill>
            <a:round/>
          </a:ln>
        </p:spPr>
        <p:style>
          <a:lnRef idx="2">
            <a:schemeClr val="accent1"/>
          </a:lnRef>
          <a:fillRef idx="0">
            <a:schemeClr val="accent1"/>
          </a:fillRef>
          <a:effectRef idx="1">
            <a:schemeClr val="accent1"/>
          </a:effectRef>
          <a:fontRef idx="minor"/>
        </p:style>
      </p:sp>
      <p:sp>
        <p:nvSpPr>
          <p:cNvPr id="48" name="Rectangle 14"/>
          <p:cNvSpPr/>
          <p:nvPr/>
        </p:nvSpPr>
        <p:spPr>
          <a:xfrm>
            <a:off x="0" y="7776000"/>
            <a:ext cx="16257240" cy="1367640"/>
          </a:xfrm>
          <a:prstGeom prst="rect">
            <a:avLst/>
          </a:prstGeom>
          <a:gradFill rotWithShape="0">
            <a:gsLst>
              <a:gs pos="8000">
                <a:srgbClr val="e4e1df"/>
              </a:gs>
              <a:gs pos="100000">
                <a:srgbClr val="ffffff"/>
              </a:gs>
            </a:gsLst>
            <a:lin ang="16200000"/>
          </a:gra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sp>
      <p:sp>
        <p:nvSpPr>
          <p:cNvPr id="49" name="Straight Connector 10"/>
          <p:cNvSpPr/>
          <p:nvPr/>
        </p:nvSpPr>
        <p:spPr>
          <a:xfrm>
            <a:off x="0" y="7758720"/>
            <a:ext cx="16257240" cy="360"/>
          </a:xfrm>
          <a:prstGeom prst="line">
            <a:avLst/>
          </a:prstGeom>
          <a:ln w="9525">
            <a:solidFill>
              <a:srgbClr val="e4e1df">
                <a:alpha val="30000"/>
              </a:srgbClr>
            </a:solidFill>
            <a:round/>
          </a:ln>
        </p:spPr>
        <p:style>
          <a:lnRef idx="2">
            <a:schemeClr val="accent1"/>
          </a:lnRef>
          <a:fillRef idx="0">
            <a:schemeClr val="accent1"/>
          </a:fillRef>
          <a:effectRef idx="1">
            <a:schemeClr val="accent1"/>
          </a:effectRef>
          <a:fontRef idx="minor"/>
        </p:style>
      </p:sp>
      <p:sp>
        <p:nvSpPr>
          <p:cNvPr id="50" name="PlaceHolder 1"/>
          <p:cNvSpPr>
            <a:spLocks noGrp="1"/>
          </p:cNvSpPr>
          <p:nvPr>
            <p:ph type="title"/>
          </p:nvPr>
        </p:nvSpPr>
        <p:spPr>
          <a:xfrm>
            <a:off x="878760" y="272160"/>
            <a:ext cx="14631480" cy="870120"/>
          </a:xfrm>
          <a:prstGeom prst="rect">
            <a:avLst/>
          </a:prstGeom>
          <a:noFill/>
          <a:ln w="0">
            <a:noFill/>
          </a:ln>
        </p:spPr>
        <p:txBody>
          <a:bodyPr anchor="ctr">
            <a:noAutofit/>
          </a:bodyPr>
          <a:p>
            <a:pPr>
              <a:lnSpc>
                <a:spcPct val="100000"/>
              </a:lnSpc>
            </a:pPr>
            <a:r>
              <a:rPr b="0" lang="en-US" sz="4400" spc="-1" strike="noStrike">
                <a:solidFill>
                  <a:srgbClr val="00274c"/>
                </a:solidFill>
                <a:latin typeface="Arial"/>
              </a:rPr>
              <a:t>Click to edit Master title style</a:t>
            </a:r>
            <a:endParaRPr b="0" lang="en-US" sz="4400" spc="-1" strike="noStrike">
              <a:solidFill>
                <a:srgbClr val="000000"/>
              </a:solidFill>
              <a:latin typeface="Arial"/>
            </a:endParaRPr>
          </a:p>
        </p:txBody>
      </p:sp>
      <p:sp>
        <p:nvSpPr>
          <p:cNvPr id="51" name="PlaceHolder 2"/>
          <p:cNvSpPr>
            <a:spLocks noGrp="1"/>
          </p:cNvSpPr>
          <p:nvPr>
            <p:ph type="body"/>
          </p:nvPr>
        </p:nvSpPr>
        <p:spPr>
          <a:xfrm>
            <a:off x="879480" y="1405800"/>
            <a:ext cx="14630040" cy="6373080"/>
          </a:xfrm>
          <a:prstGeom prst="rect">
            <a:avLst/>
          </a:prstGeom>
          <a:noFill/>
          <a:ln w="0">
            <a:noFill/>
          </a:ln>
        </p:spPr>
        <p:txBody>
          <a:bodyPr anchor="t">
            <a:noAutofit/>
          </a:bodyPr>
          <a:p>
            <a:pPr>
              <a:lnSpc>
                <a:spcPct val="100000"/>
              </a:lnSpc>
              <a:spcBef>
                <a:spcPts val="641"/>
              </a:spcBef>
              <a:tabLst>
                <a:tab algn="l" pos="0"/>
              </a:tabLst>
            </a:pPr>
            <a:r>
              <a:rPr b="0" lang="en-US" sz="3200" spc="-1" strike="noStrike">
                <a:solidFill>
                  <a:srgbClr val="00274c"/>
                </a:solidFill>
                <a:latin typeface="Arial"/>
              </a:rPr>
              <a:t>Edit Master text styles</a:t>
            </a:r>
            <a:endParaRPr b="0" lang="en-US" sz="3200" spc="-1" strike="noStrike">
              <a:solidFill>
                <a:srgbClr val="00274c"/>
              </a:solidFill>
              <a:latin typeface="Arial"/>
            </a:endParaRPr>
          </a:p>
        </p:txBody>
      </p:sp>
    </p:spTree>
  </p:cSld>
  <p:clrMap bg1="lt1" bg2="lt2" tx1="dk1" tx2="dk2" accent1="accent1" accent2="accent2" accent3="accent3" accent4="accent4" accent5="accent5" accent6="accent6" hlink="hlink" folHlink="folHlink"/>
  <p:sldLayoutIdLst>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Lst>
</p:sldMaster>
</file>

<file path=ppt/slideMasters/slideMaster3.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88" name="Rectangle 9"/>
          <p:cNvSpPr/>
          <p:nvPr/>
        </p:nvSpPr>
        <p:spPr>
          <a:xfrm>
            <a:off x="0" y="0"/>
            <a:ext cx="16257240" cy="224640"/>
          </a:xfrm>
          <a:prstGeom prst="rect">
            <a:avLst/>
          </a:prstGeom>
          <a:gradFill rotWithShape="0">
            <a:gsLst>
              <a:gs pos="37000">
                <a:srgbClr val="00274c"/>
              </a:gs>
              <a:gs pos="100000">
                <a:srgbClr val="587abc"/>
              </a:gs>
            </a:gsLst>
            <a:lin ang="10800000"/>
          </a:gradFill>
          <a:ln>
            <a:noFill/>
          </a:ln>
          <a:effectLst>
            <a:outerShdw algn="t" blurRad="50760" dir="5400000" dist="38160" rotWithShape="0">
              <a:srgbClr val="000000">
                <a:alpha val="40000"/>
              </a:srgbClr>
            </a:outerShdw>
          </a:effectLst>
        </p:spPr>
        <p:style>
          <a:lnRef idx="1">
            <a:schemeClr val="accent1"/>
          </a:lnRef>
          <a:fillRef idx="3">
            <a:schemeClr val="accent1"/>
          </a:fillRef>
          <a:effectRef idx="2">
            <a:schemeClr val="accent1"/>
          </a:effectRef>
          <a:fontRef idx="minor"/>
        </p:style>
      </p:sp>
      <p:sp>
        <p:nvSpPr>
          <p:cNvPr id="89" name="Straight Connector 11"/>
          <p:cNvSpPr/>
          <p:nvPr/>
        </p:nvSpPr>
        <p:spPr>
          <a:xfrm>
            <a:off x="1023480" y="1210680"/>
            <a:ext cx="14343840" cy="360"/>
          </a:xfrm>
          <a:prstGeom prst="line">
            <a:avLst/>
          </a:prstGeom>
          <a:ln w="38100">
            <a:solidFill>
              <a:srgbClr val="ffcb05"/>
            </a:solidFill>
            <a:round/>
          </a:ln>
        </p:spPr>
        <p:style>
          <a:lnRef idx="2">
            <a:schemeClr val="accent1"/>
          </a:lnRef>
          <a:fillRef idx="0">
            <a:schemeClr val="accent1"/>
          </a:fillRef>
          <a:effectRef idx="1">
            <a:schemeClr val="accent1"/>
          </a:effectRef>
          <a:fontRef idx="minor"/>
        </p:style>
      </p:sp>
      <p:sp>
        <p:nvSpPr>
          <p:cNvPr id="90" name="Rectangle 14"/>
          <p:cNvSpPr/>
          <p:nvPr/>
        </p:nvSpPr>
        <p:spPr>
          <a:xfrm>
            <a:off x="0" y="7776000"/>
            <a:ext cx="16257240" cy="1367640"/>
          </a:xfrm>
          <a:prstGeom prst="rect">
            <a:avLst/>
          </a:prstGeom>
          <a:gradFill rotWithShape="0">
            <a:gsLst>
              <a:gs pos="8000">
                <a:srgbClr val="e4e1df"/>
              </a:gs>
              <a:gs pos="100000">
                <a:srgbClr val="ffffff"/>
              </a:gs>
            </a:gsLst>
            <a:lin ang="16200000"/>
          </a:gra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sp>
      <p:sp>
        <p:nvSpPr>
          <p:cNvPr id="91" name="Straight Connector 10"/>
          <p:cNvSpPr/>
          <p:nvPr/>
        </p:nvSpPr>
        <p:spPr>
          <a:xfrm>
            <a:off x="0" y="7758720"/>
            <a:ext cx="16257240" cy="360"/>
          </a:xfrm>
          <a:prstGeom prst="line">
            <a:avLst/>
          </a:prstGeom>
          <a:ln w="9525">
            <a:solidFill>
              <a:srgbClr val="e4e1df">
                <a:alpha val="30000"/>
              </a:srgbClr>
            </a:solidFill>
            <a:round/>
          </a:ln>
        </p:spPr>
        <p:style>
          <a:lnRef idx="2">
            <a:schemeClr val="accent1"/>
          </a:lnRef>
          <a:fillRef idx="0">
            <a:schemeClr val="accent1"/>
          </a:fillRef>
          <a:effectRef idx="1">
            <a:schemeClr val="accent1"/>
          </a:effectRef>
          <a:fontRef idx="minor"/>
        </p:style>
      </p:sp>
      <p:sp>
        <p:nvSpPr>
          <p:cNvPr id="92" name="PlaceHolder 1"/>
          <p:cNvSpPr>
            <a:spLocks noGrp="1"/>
          </p:cNvSpPr>
          <p:nvPr>
            <p:ph type="title"/>
          </p:nvPr>
        </p:nvSpPr>
        <p:spPr>
          <a:xfrm>
            <a:off x="878760" y="272160"/>
            <a:ext cx="14631480" cy="870120"/>
          </a:xfrm>
          <a:prstGeom prst="rect">
            <a:avLst/>
          </a:prstGeom>
          <a:noFill/>
          <a:ln w="0">
            <a:noFill/>
          </a:ln>
        </p:spPr>
        <p:txBody>
          <a:bodyPr anchor="ctr">
            <a:noAutofit/>
          </a:bodyPr>
          <a:p>
            <a:pPr>
              <a:lnSpc>
                <a:spcPct val="100000"/>
              </a:lnSpc>
            </a:pPr>
            <a:r>
              <a:rPr b="0" lang="en-US" sz="4400" spc="-1" strike="noStrike">
                <a:solidFill>
                  <a:srgbClr val="00274c"/>
                </a:solidFill>
                <a:latin typeface="Arial"/>
              </a:rPr>
              <a:t>Click to edit Master title style</a:t>
            </a:r>
            <a:endParaRPr b="0" lang="en-US" sz="4400" spc="-1" strike="noStrike">
              <a:solidFill>
                <a:srgbClr val="000000"/>
              </a:solidFill>
              <a:latin typeface="Arial"/>
            </a:endParaRPr>
          </a:p>
        </p:txBody>
      </p:sp>
      <p:sp>
        <p:nvSpPr>
          <p:cNvPr id="93" name="PlaceHolder 2"/>
          <p:cNvSpPr>
            <a:spLocks noGrp="1"/>
          </p:cNvSpPr>
          <p:nvPr>
            <p:ph type="body"/>
          </p:nvPr>
        </p:nvSpPr>
        <p:spPr>
          <a:xfrm>
            <a:off x="878760" y="1405800"/>
            <a:ext cx="14631480" cy="6369840"/>
          </a:xfrm>
          <a:prstGeom prst="rect">
            <a:avLst/>
          </a:prstGeom>
          <a:noFill/>
          <a:ln w="0">
            <a:noFill/>
          </a:ln>
        </p:spPr>
        <p:txBody>
          <a:bodyPr anchor="t">
            <a:noAutofit/>
          </a:bodyPr>
          <a:p>
            <a:pPr>
              <a:lnSpc>
                <a:spcPct val="100000"/>
              </a:lnSpc>
              <a:spcBef>
                <a:spcPts val="641"/>
              </a:spcBef>
              <a:tabLst>
                <a:tab algn="l" pos="0"/>
              </a:tabLst>
            </a:pPr>
            <a:r>
              <a:rPr b="0" lang="en-US" sz="3200" spc="-1" strike="noStrike">
                <a:solidFill>
                  <a:srgbClr val="00274c"/>
                </a:solidFill>
                <a:latin typeface="Arial"/>
              </a:rPr>
              <a:t>Click to edit Master text styles</a:t>
            </a:r>
            <a:endParaRPr b="0" lang="en-US" sz="3200" spc="-1" strike="noStrike">
              <a:solidFill>
                <a:srgbClr val="00274c"/>
              </a:solidFill>
              <a:latin typeface="Arial"/>
            </a:endParaRPr>
          </a:p>
          <a:p>
            <a:pPr marL="457200">
              <a:lnSpc>
                <a:spcPct val="100000"/>
              </a:lnSpc>
              <a:spcBef>
                <a:spcPts val="561"/>
              </a:spcBef>
              <a:tabLst>
                <a:tab algn="l" pos="0"/>
              </a:tabLst>
            </a:pPr>
            <a:r>
              <a:rPr b="0" lang="en-US" sz="2800" spc="-1" strike="noStrike">
                <a:solidFill>
                  <a:srgbClr val="000000"/>
                </a:solidFill>
                <a:latin typeface="Arial"/>
              </a:rPr>
              <a:t>Second level</a:t>
            </a:r>
            <a:endParaRPr b="0" lang="en-US" sz="2800" spc="-1" strike="noStrike">
              <a:solidFill>
                <a:srgbClr val="00274c"/>
              </a:solidFill>
              <a:latin typeface="Arial"/>
            </a:endParaRPr>
          </a:p>
          <a:p>
            <a:pPr marL="914400">
              <a:lnSpc>
                <a:spcPct val="100000"/>
              </a:lnSpc>
              <a:spcBef>
                <a:spcPts val="479"/>
              </a:spcBef>
              <a:tabLst>
                <a:tab algn="l" pos="0"/>
              </a:tabLst>
            </a:pPr>
            <a:r>
              <a:rPr b="0" lang="en-US" sz="2400" spc="-1" strike="noStrike">
                <a:solidFill>
                  <a:srgbClr val="000000"/>
                </a:solidFill>
                <a:latin typeface="Arial"/>
              </a:rPr>
              <a:t>Third level</a:t>
            </a:r>
            <a:endParaRPr b="0" lang="en-US" sz="2400" spc="-1" strike="noStrike">
              <a:solidFill>
                <a:srgbClr val="00274c"/>
              </a:solidFill>
              <a:latin typeface="Arial"/>
            </a:endParaRPr>
          </a:p>
          <a:p>
            <a:pPr marL="1371600">
              <a:lnSpc>
                <a:spcPct val="100000"/>
              </a:lnSpc>
              <a:spcBef>
                <a:spcPts val="400"/>
              </a:spcBef>
              <a:tabLst>
                <a:tab algn="l" pos="0"/>
              </a:tabLst>
            </a:pPr>
            <a:r>
              <a:rPr b="0" lang="en-US" sz="2000" spc="-1" strike="noStrike">
                <a:solidFill>
                  <a:srgbClr val="000000"/>
                </a:solidFill>
                <a:latin typeface="Arial"/>
              </a:rPr>
              <a:t>Fourth level</a:t>
            </a:r>
            <a:endParaRPr b="0" lang="en-US" sz="2000" spc="-1" strike="noStrike">
              <a:solidFill>
                <a:srgbClr val="00274c"/>
              </a:solidFill>
              <a:latin typeface="Arial"/>
            </a:endParaRPr>
          </a:p>
          <a:p>
            <a:pPr marL="1828800">
              <a:lnSpc>
                <a:spcPct val="100000"/>
              </a:lnSpc>
              <a:spcBef>
                <a:spcPts val="400"/>
              </a:spcBef>
              <a:tabLst>
                <a:tab algn="l" pos="0"/>
              </a:tabLst>
            </a:pPr>
            <a:r>
              <a:rPr b="0" lang="en-US" sz="2000" spc="-1" strike="noStrike">
                <a:solidFill>
                  <a:srgbClr val="000000"/>
                </a:solidFill>
                <a:latin typeface="Arial"/>
              </a:rPr>
              <a:t>Fifth level</a:t>
            </a:r>
            <a:endParaRPr b="0" lang="en-US" sz="2000" spc="-1" strike="noStrike">
              <a:solidFill>
                <a:srgbClr val="00274c"/>
              </a:solidFill>
              <a:latin typeface="Arial"/>
            </a:endParaRPr>
          </a:p>
        </p:txBody>
      </p:sp>
      <p:sp>
        <p:nvSpPr>
          <p:cNvPr id="94" name="PlaceHolder 3"/>
          <p:cNvSpPr>
            <a:spLocks noGrp="1"/>
          </p:cNvSpPr>
          <p:nvPr>
            <p:ph type="sldNum"/>
          </p:nvPr>
        </p:nvSpPr>
        <p:spPr>
          <a:xfrm>
            <a:off x="0" y="0"/>
            <a:ext cx="0" cy="0"/>
          </a:xfrm>
          <a:prstGeom prst="rect">
            <a:avLst/>
          </a:prstGeom>
          <a:noFill/>
          <a:ln w="0">
            <a:noFill/>
          </a:ln>
        </p:spPr>
        <p:txBody>
          <a:bodyPr lIns="90000" rIns="90000" tIns="45000" bIns="45000" anchor="t">
            <a:noAutofit/>
          </a:bodyPr>
          <a:p>
            <a:pPr>
              <a:lnSpc>
                <a:spcPct val="100000"/>
              </a:lnSpc>
            </a:pPr>
            <a:fld id="{F20D61C8-47FA-40CA-B1CA-DE10B58FCD57}" type="slidenum">
              <a:rPr b="0" lang="en-US" sz="3200" spc="-1" strike="noStrike">
                <a:solidFill>
                  <a:srgbClr val="000000"/>
                </a:solidFill>
                <a:latin typeface="Arial"/>
              </a:rPr>
              <a:t>&lt;number&gt;</a:t>
            </a:fld>
            <a:endParaRPr b="0" lang="en-US" sz="3200" spc="-1" strike="noStrike">
              <a:latin typeface="Times New Roman"/>
            </a:endParaRPr>
          </a:p>
        </p:txBody>
      </p:sp>
      <p:sp>
        <p:nvSpPr>
          <p:cNvPr id="95" name="PlaceHolder 4"/>
          <p:cNvSpPr>
            <a:spLocks noGrp="1"/>
          </p:cNvSpPr>
          <p:nvPr>
            <p:ph type="ftr"/>
          </p:nvPr>
        </p:nvSpPr>
        <p:spPr>
          <a:xfrm>
            <a:off x="0" y="0"/>
            <a:ext cx="0" cy="0"/>
          </a:xfrm>
          <a:prstGeom prst="rect">
            <a:avLst/>
          </a:prstGeom>
          <a:noFill/>
          <a:ln w="0">
            <a:noFill/>
          </a:ln>
        </p:spPr>
        <p:txBody>
          <a:bodyPr lIns="90000" rIns="90000" tIns="45000" bIns="45000" anchor="t">
            <a:noAutofit/>
          </a:bodyPr>
          <a:p>
            <a:pPr>
              <a:lnSpc>
                <a:spcPct val="100000"/>
              </a:lnSpc>
            </a:pPr>
            <a:r>
              <a:rPr b="0" lang="en-US" sz="3200" spc="-1" strike="noStrike">
                <a:solidFill>
                  <a:srgbClr val="000000"/>
                </a:solidFill>
                <a:latin typeface="Arial"/>
              </a:rPr>
              <a:t>iMod Group – Prof. Olivier Jolliet</a:t>
            </a:r>
            <a:endParaRPr b="0" lang="en-US" sz="3200" spc="-1" strike="noStrike">
              <a:latin typeface="Times New Roman"/>
            </a:endParaRPr>
          </a:p>
        </p:txBody>
      </p:sp>
    </p:spTree>
  </p:cSld>
  <p:clrMap bg1="lt1" bg2="lt2" tx1="dk1" tx2="dk2" accent1="accent1" accent2="accent2" accent3="accent3" accent4="accent4" accent5="accent5" accent6="accent6" hlink="hlink" folHlink="folHlink"/>
  <p:sldLayoutIdLst>
    <p:sldLayoutId id="2147483675" r:id="rId2"/>
    <p:sldLayoutId id="2147483676" r:id="rId3"/>
    <p:sldLayoutId id="2147483677" r:id="rId4"/>
    <p:sldLayoutId id="2147483678" r:id="rId5"/>
    <p:sldLayoutId id="2147483679" r:id="rId6"/>
    <p:sldLayoutId id="2147483680" r:id="rId7"/>
    <p:sldLayoutId id="2147483681" r:id="rId8"/>
    <p:sldLayoutId id="2147483682" r:id="rId9"/>
    <p:sldLayoutId id="2147483683" r:id="rId10"/>
    <p:sldLayoutId id="2147483684" r:id="rId11"/>
    <p:sldLayoutId id="2147483685" r:id="rId12"/>
    <p:sldLayoutId id="2147483686" r:id="rId13"/>
  </p:sldLayoutIdLst>
</p:sldMaster>
</file>

<file path=ppt/slides/_rels/slide1.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
</Relationships>
</file>

<file path=ppt/slides/_rels/slide2.xml.rels><?xml version="1.0" encoding="UTF-8"?>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2.xml"/>
</Relationships>
</file>

<file path=ppt/slides/_rels/slide3.xml.rels><?xml version="1.0" encoding="UTF-8"?>
<Relationships xmlns="http://schemas.openxmlformats.org/package/2006/relationships"><Relationship Id="rId1" Type="http://schemas.openxmlformats.org/officeDocument/2006/relationships/slideLayout" Target="../slideLayouts/slideLayout13.xml"/>
</Relationships>
</file>

<file path=ppt/slides/_rels/slide4.xml.rels><?xml version="1.0" encoding="UTF-8"?>
<Relationships xmlns="http://schemas.openxmlformats.org/package/2006/relationships"><Relationship Id="rId1" Type="http://schemas.openxmlformats.org/officeDocument/2006/relationships/image" Target="../media/image4.jpeg"/><Relationship Id="rId2" Type="http://schemas.openxmlformats.org/officeDocument/2006/relationships/slideLayout" Target="../slideLayouts/slideLayout25.xml"/>
</Relationships>
</file>

<file path=ppt/slides/slide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38" name="Title 7"/>
          <p:cNvSpPr/>
          <p:nvPr/>
        </p:nvSpPr>
        <p:spPr>
          <a:xfrm>
            <a:off x="441000" y="4945320"/>
            <a:ext cx="14798880" cy="1717920"/>
          </a:xfrm>
          <a:prstGeom prst="rect">
            <a:avLst/>
          </a:prstGeom>
          <a:noFill/>
          <a:ln w="0">
            <a:noFill/>
          </a:ln>
        </p:spPr>
        <p:style>
          <a:lnRef idx="0"/>
          <a:fillRef idx="0"/>
          <a:effectRef idx="0"/>
          <a:fontRef idx="minor"/>
        </p:style>
        <p:txBody>
          <a:bodyPr lIns="90000" rIns="90000" tIns="45000" bIns="45000" anchor="t">
            <a:normAutofit fontScale="97000"/>
          </a:bodyPr>
          <a:p>
            <a:pPr>
              <a:lnSpc>
                <a:spcPct val="100000"/>
              </a:lnSpc>
            </a:pPr>
            <a:r>
              <a:rPr b="1" lang="en-US" sz="6400" spc="-1" strike="noStrike">
                <a:solidFill>
                  <a:srgbClr val="00274c"/>
                </a:solidFill>
                <a:latin typeface="Arial"/>
              </a:rPr>
              <a:t>Life Cycle Inventory</a:t>
            </a:r>
            <a:endParaRPr b="0" lang="en-US" sz="6400" spc="-1" strike="noStrike">
              <a:solidFill>
                <a:srgbClr val="000000"/>
              </a:solidFill>
              <a:latin typeface="Arial"/>
            </a:endParaRPr>
          </a:p>
          <a:p>
            <a:pPr>
              <a:lnSpc>
                <a:spcPct val="100000"/>
              </a:lnSpc>
            </a:pPr>
            <a:r>
              <a:rPr b="1" lang="en-US" sz="4600" spc="-1" strike="noStrike">
                <a:solidFill>
                  <a:srgbClr val="d86018"/>
                </a:solidFill>
                <a:latin typeface="Arial"/>
              </a:rPr>
              <a:t>Calculate the aggregated CO2 emission per FU </a:t>
            </a:r>
            <a:endParaRPr b="0" lang="en-US" sz="4600" spc="-1" strike="noStrike">
              <a:solidFill>
                <a:srgbClr val="000000"/>
              </a:solidFill>
              <a:latin typeface="Arial"/>
            </a:endParaRPr>
          </a:p>
        </p:txBody>
      </p:sp>
      <p:sp>
        <p:nvSpPr>
          <p:cNvPr id="139" name="TextBox 2"/>
          <p:cNvSpPr/>
          <p:nvPr/>
        </p:nvSpPr>
        <p:spPr>
          <a:xfrm>
            <a:off x="458280" y="6790680"/>
            <a:ext cx="2986920" cy="471240"/>
          </a:xfrm>
          <a:prstGeom prst="rect">
            <a:avLst/>
          </a:prstGeom>
          <a:noFill/>
          <a:ln w="0">
            <a:noFill/>
          </a:ln>
        </p:spPr>
        <p:style>
          <a:lnRef idx="0"/>
          <a:fillRef idx="0"/>
          <a:effectRef idx="0"/>
          <a:fontRef idx="minor"/>
        </p:style>
        <p:txBody>
          <a:bodyPr wrap="none" lIns="90000" rIns="90000" tIns="45000" bIns="45000" anchor="t">
            <a:spAutoFit/>
          </a:bodyPr>
          <a:p>
            <a:pPr>
              <a:lnSpc>
                <a:spcPct val="100000"/>
              </a:lnSpc>
            </a:pPr>
            <a:r>
              <a:rPr b="1" lang="en-US" sz="2500" spc="-1" strike="noStrike">
                <a:solidFill>
                  <a:srgbClr val="00274c"/>
                </a:solidFill>
                <a:latin typeface="Arial"/>
              </a:rPr>
              <a:t>Olivier Jolliet, PhD</a:t>
            </a:r>
            <a:endParaRPr b="0" lang="en-US" sz="25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40" name="PlaceHolder 1"/>
          <p:cNvSpPr>
            <a:spLocks noGrp="1"/>
          </p:cNvSpPr>
          <p:nvPr>
            <p:ph type="title"/>
          </p:nvPr>
        </p:nvSpPr>
        <p:spPr>
          <a:xfrm>
            <a:off x="812880" y="279360"/>
            <a:ext cx="15444360" cy="870120"/>
          </a:xfrm>
          <a:prstGeom prst="rect">
            <a:avLst/>
          </a:prstGeom>
          <a:noFill/>
          <a:ln w="0">
            <a:noFill/>
          </a:ln>
        </p:spPr>
        <p:txBody>
          <a:bodyPr anchor="ctr">
            <a:noAutofit/>
          </a:bodyPr>
          <a:p>
            <a:pPr>
              <a:lnSpc>
                <a:spcPct val="100000"/>
              </a:lnSpc>
            </a:pPr>
            <a:r>
              <a:rPr b="0" lang="en-US" sz="4400" spc="-1" strike="noStrike">
                <a:solidFill>
                  <a:srgbClr val="00274c"/>
                </a:solidFill>
                <a:latin typeface="Arial"/>
              </a:rPr>
              <a:t>Building the inventory: stepwise procedure</a:t>
            </a:r>
            <a:endParaRPr b="0" lang="en-US" sz="4400" spc="-1" strike="noStrike">
              <a:solidFill>
                <a:srgbClr val="000000"/>
              </a:solidFill>
              <a:latin typeface="Arial"/>
            </a:endParaRPr>
          </a:p>
        </p:txBody>
      </p:sp>
      <p:sp>
        <p:nvSpPr>
          <p:cNvPr id="141" name="Rectangle 3"/>
          <p:cNvSpPr/>
          <p:nvPr/>
        </p:nvSpPr>
        <p:spPr>
          <a:xfrm>
            <a:off x="1989360" y="2052720"/>
            <a:ext cx="11247480" cy="4974120"/>
          </a:xfrm>
          <a:prstGeom prst="rect">
            <a:avLst/>
          </a:prstGeom>
          <a:noFill/>
          <a:ln w="0">
            <a:noFill/>
          </a:ln>
        </p:spPr>
        <p:style>
          <a:lnRef idx="0"/>
          <a:fillRef idx="0"/>
          <a:effectRef idx="0"/>
          <a:fontRef idx="minor"/>
        </p:style>
        <p:txBody>
          <a:bodyPr lIns="90000" rIns="90000" tIns="45000" bIns="45000" anchor="t">
            <a:spAutoFit/>
          </a:bodyPr>
          <a:p>
            <a:pPr>
              <a:lnSpc>
                <a:spcPct val="100000"/>
              </a:lnSpc>
              <a:spcAft>
                <a:spcPts val="1599"/>
              </a:spcAft>
              <a:tabLst>
                <a:tab algn="l" pos="0"/>
              </a:tabLst>
            </a:pPr>
            <a:r>
              <a:rPr b="0" i="1" lang="en-US" sz="2400" spc="-1" strike="noStrike">
                <a:solidFill>
                  <a:srgbClr val="00b2a9"/>
                </a:solidFill>
                <a:latin typeface="Arial"/>
              </a:rPr>
              <a:t>Find the direct emission and extraction factors </a:t>
            </a:r>
            <a:r>
              <a:rPr b="0" lang="en-US" sz="2400" spc="-1" strike="noStrike">
                <a:solidFill>
                  <a:srgbClr val="00274c"/>
                </a:solidFill>
                <a:latin typeface="Arial"/>
              </a:rPr>
              <a:t>of each unit process </a:t>
            </a:r>
            <a:br/>
            <a:r>
              <a:rPr b="0" lang="en-US" sz="2400" spc="-1" strike="noStrike">
                <a:solidFill>
                  <a:srgbClr val="00274c"/>
                </a:solidFill>
                <a:latin typeface="Arial"/>
              </a:rPr>
              <a:t>(UP, e.g Al hydroxide), i.e. the direct </a:t>
            </a:r>
            <a:r>
              <a:rPr b="0" lang="en-US" sz="2400" spc="-1" strike="noStrike">
                <a:solidFill>
                  <a:srgbClr val="ffffff"/>
                </a:solidFill>
                <a:highlight>
                  <a:srgbClr val="2a6099"/>
                </a:highlight>
                <a:latin typeface="Arial"/>
              </a:rPr>
              <a:t>elementary flows per unit of this UP </a:t>
            </a:r>
            <a:br/>
            <a:r>
              <a:rPr b="0" lang="en-US" sz="2400" spc="-1" strike="noStrike">
                <a:solidFill>
                  <a:srgbClr val="ffffff"/>
                </a:solidFill>
                <a:highlight>
                  <a:srgbClr val="2a6099"/>
                </a:highlight>
                <a:latin typeface="Arial"/>
              </a:rPr>
              <a:t>(e.g. kg</a:t>
            </a:r>
            <a:r>
              <a:rPr b="0" lang="en-US" sz="2400" spc="-1" strike="noStrike" baseline="-25000">
                <a:solidFill>
                  <a:srgbClr val="ffffff"/>
                </a:solidFill>
                <a:highlight>
                  <a:srgbClr val="2a6099"/>
                </a:highlight>
                <a:latin typeface="Arial"/>
              </a:rPr>
              <a:t>CO2</a:t>
            </a:r>
            <a:r>
              <a:rPr b="0" lang="en-US" sz="2400" spc="-1" strike="noStrike">
                <a:solidFill>
                  <a:srgbClr val="ffffff"/>
                </a:solidFill>
                <a:highlight>
                  <a:srgbClr val="2a6099"/>
                </a:highlight>
                <a:latin typeface="Arial"/>
              </a:rPr>
              <a:t>/kg</a:t>
            </a:r>
            <a:r>
              <a:rPr b="0" lang="en-US" sz="2400" spc="-1" strike="noStrike" baseline="-25000">
                <a:solidFill>
                  <a:srgbClr val="ffffff"/>
                </a:solidFill>
                <a:highlight>
                  <a:srgbClr val="2a6099"/>
                </a:highlight>
                <a:latin typeface="Arial"/>
              </a:rPr>
              <a:t>Al hydroxide</a:t>
            </a:r>
            <a:r>
              <a:rPr b="0" lang="en-US" sz="2400" spc="-1" strike="noStrike">
                <a:solidFill>
                  <a:srgbClr val="ffffff"/>
                </a:solidFill>
                <a:highlight>
                  <a:srgbClr val="2a6099"/>
                </a:highlight>
                <a:latin typeface="Arial"/>
              </a:rPr>
              <a:t>):  See next slide</a:t>
            </a:r>
            <a:endParaRPr b="0" lang="en-US" sz="2400" spc="-1" strike="noStrike">
              <a:solidFill>
                <a:srgbClr val="000000"/>
              </a:solidFill>
              <a:latin typeface="Arial"/>
            </a:endParaRPr>
          </a:p>
          <a:p>
            <a:pPr>
              <a:lnSpc>
                <a:spcPct val="100000"/>
              </a:lnSpc>
              <a:spcAft>
                <a:spcPts val="1599"/>
              </a:spcAft>
              <a:tabLst>
                <a:tab algn="l" pos="0"/>
              </a:tabLst>
            </a:pPr>
            <a:r>
              <a:rPr b="0" i="1" lang="en-US" sz="2400" spc="-1" strike="noStrike">
                <a:solidFill>
                  <a:srgbClr val="00b2a9"/>
                </a:solidFill>
                <a:latin typeface="Arial"/>
              </a:rPr>
              <a:t>Identify the amount of each Unit process per FU, </a:t>
            </a:r>
            <a:r>
              <a:rPr b="0" lang="en-US" sz="2400" spc="-1" strike="noStrike">
                <a:solidFill>
                  <a:srgbClr val="00274c"/>
                </a:solidFill>
                <a:latin typeface="Arial"/>
              </a:rPr>
              <a:t>i.e </a:t>
            </a:r>
            <a:r>
              <a:rPr b="0" lang="en-US" sz="2400" spc="-1" strike="noStrike">
                <a:solidFill>
                  <a:srgbClr val="0070c0"/>
                </a:solidFill>
                <a:latin typeface="Arial"/>
              </a:rPr>
              <a:t>the </a:t>
            </a:r>
            <a:r>
              <a:rPr b="0" i="1" lang="en-US" sz="2400" spc="-1" strike="noStrike">
                <a:solidFill>
                  <a:srgbClr val="0070c0"/>
                </a:solidFill>
                <a:latin typeface="Arial"/>
              </a:rPr>
              <a:t>intermediary flow</a:t>
            </a:r>
            <a:r>
              <a:rPr b="0" i="1" lang="en-US" sz="2400" spc="-1" strike="noStrike">
                <a:solidFill>
                  <a:srgbClr val="00b2a9"/>
                </a:solidFill>
                <a:latin typeface="Arial"/>
              </a:rPr>
              <a:t> </a:t>
            </a:r>
            <a:br/>
            <a:r>
              <a:rPr b="0" lang="en-US" sz="2400" spc="-1" strike="noStrike">
                <a:solidFill>
                  <a:srgbClr val="407ec9"/>
                </a:solidFill>
                <a:latin typeface="Arial"/>
              </a:rPr>
              <a:t>per functional unit (FU) </a:t>
            </a:r>
            <a:r>
              <a:rPr b="0" lang="en-US" sz="2400" spc="-1" strike="noStrike">
                <a:solidFill>
                  <a:srgbClr val="00274c"/>
                </a:solidFill>
                <a:latin typeface="Arial"/>
              </a:rPr>
              <a:t>determined when building the product system </a:t>
            </a:r>
            <a:br/>
            <a:r>
              <a:rPr b="0" lang="en-US" sz="2400" spc="-1" strike="noStrike">
                <a:solidFill>
                  <a:srgbClr val="00274c"/>
                </a:solidFill>
                <a:latin typeface="Arial"/>
              </a:rPr>
              <a:t>and the process tree (e.g. in </a:t>
            </a:r>
            <a:r>
              <a:rPr b="0" lang="en-US" sz="2400" spc="-1" strike="noStrike">
                <a:solidFill>
                  <a:srgbClr val="407ec9"/>
                </a:solidFill>
                <a:latin typeface="Arial"/>
              </a:rPr>
              <a:t>kg</a:t>
            </a:r>
            <a:r>
              <a:rPr b="0" lang="en-US" sz="2400" spc="-1" strike="noStrike" baseline="-25000">
                <a:solidFill>
                  <a:srgbClr val="407ec9"/>
                </a:solidFill>
                <a:latin typeface="Arial"/>
              </a:rPr>
              <a:t>Al hydroxide</a:t>
            </a:r>
            <a:r>
              <a:rPr b="0" lang="en-US" sz="2400" spc="-1" strike="noStrike">
                <a:solidFill>
                  <a:srgbClr val="407ec9"/>
                </a:solidFill>
                <a:latin typeface="Arial"/>
              </a:rPr>
              <a:t>/FU</a:t>
            </a:r>
            <a:r>
              <a:rPr b="0" lang="en-US" sz="2400" spc="-1" strike="noStrike">
                <a:solidFill>
                  <a:srgbClr val="00274c"/>
                </a:solidFill>
                <a:latin typeface="Arial"/>
              </a:rPr>
              <a:t>): see next slide</a:t>
            </a:r>
            <a:endParaRPr b="0" lang="en-US" sz="2400" spc="-1" strike="noStrike">
              <a:solidFill>
                <a:srgbClr val="000000"/>
              </a:solidFill>
              <a:latin typeface="Arial"/>
            </a:endParaRPr>
          </a:p>
          <a:p>
            <a:pPr>
              <a:lnSpc>
                <a:spcPct val="100000"/>
              </a:lnSpc>
              <a:spcAft>
                <a:spcPts val="1599"/>
              </a:spcAft>
              <a:tabLst>
                <a:tab algn="l" pos="0"/>
              </a:tabLst>
            </a:pPr>
            <a:r>
              <a:rPr b="0" lang="en-US" sz="2400" spc="-1" strike="noStrike">
                <a:solidFill>
                  <a:srgbClr val="00274c"/>
                </a:solidFill>
                <a:latin typeface="Arial"/>
              </a:rPr>
              <a:t>Multiply this </a:t>
            </a:r>
            <a:r>
              <a:rPr b="0" lang="en-US" sz="2400" spc="-1" strike="noStrike">
                <a:solidFill>
                  <a:srgbClr val="407ec9"/>
                </a:solidFill>
                <a:latin typeface="Arial"/>
              </a:rPr>
              <a:t>amount of each UP per FU </a:t>
            </a:r>
            <a:r>
              <a:rPr b="0" lang="en-US" sz="2400" spc="-1" strike="noStrike">
                <a:solidFill>
                  <a:srgbClr val="407ec9"/>
                </a:solidFill>
                <a:latin typeface="Arial"/>
              </a:rPr>
              <a:t>	</a:t>
            </a:r>
            <a:r>
              <a:rPr b="0" lang="en-US" sz="2400" spc="-1" strike="noStrike">
                <a:solidFill>
                  <a:srgbClr val="407ec9"/>
                </a:solidFill>
                <a:latin typeface="Arial"/>
              </a:rPr>
              <a:t>	</a:t>
            </a:r>
            <a:r>
              <a:rPr b="0" lang="en-US" sz="2400" spc="-1" strike="noStrike">
                <a:solidFill>
                  <a:srgbClr val="407ec9"/>
                </a:solidFill>
                <a:latin typeface="Arial"/>
              </a:rPr>
              <a:t>	</a:t>
            </a:r>
            <a:r>
              <a:rPr b="0" lang="en-US" sz="2400" spc="-1" strike="noStrike">
                <a:solidFill>
                  <a:srgbClr val="00274c"/>
                </a:solidFill>
                <a:latin typeface="Arial"/>
              </a:rPr>
              <a:t>(e.g. </a:t>
            </a:r>
            <a:r>
              <a:rPr b="0" lang="en-US" sz="2400" spc="-1" strike="noStrike">
                <a:solidFill>
                  <a:srgbClr val="407ec9"/>
                </a:solidFill>
                <a:latin typeface="Arial"/>
              </a:rPr>
              <a:t>kg</a:t>
            </a:r>
            <a:r>
              <a:rPr b="0" lang="en-US" sz="2400" spc="-1" strike="noStrike" baseline="-25000">
                <a:solidFill>
                  <a:srgbClr val="407ec9"/>
                </a:solidFill>
                <a:latin typeface="Arial"/>
              </a:rPr>
              <a:t>Al hydroxide</a:t>
            </a:r>
            <a:r>
              <a:rPr b="0" lang="en-US" sz="2400" spc="-1" strike="noStrike">
                <a:solidFill>
                  <a:srgbClr val="407ec9"/>
                </a:solidFill>
                <a:latin typeface="Arial"/>
              </a:rPr>
              <a:t>/FU</a:t>
            </a:r>
            <a:r>
              <a:rPr b="0" lang="en-US" sz="2400" spc="-1" strike="noStrike">
                <a:solidFill>
                  <a:srgbClr val="00274c"/>
                </a:solidFill>
                <a:latin typeface="Arial"/>
              </a:rPr>
              <a:t>) </a:t>
            </a:r>
            <a:br/>
            <a:r>
              <a:rPr b="0" lang="en-US" sz="2400" spc="-1" strike="noStrike">
                <a:solidFill>
                  <a:srgbClr val="00274c"/>
                </a:solidFill>
                <a:latin typeface="Arial"/>
              </a:rPr>
              <a:t>by the </a:t>
            </a:r>
            <a:r>
              <a:rPr b="0" lang="en-US" sz="2400" spc="-1" strike="noStrike">
                <a:solidFill>
                  <a:srgbClr val="ffffff"/>
                </a:solidFill>
                <a:highlight>
                  <a:srgbClr val="2a6099"/>
                </a:highlight>
                <a:latin typeface="Arial"/>
              </a:rPr>
              <a:t>direct emission or extraction factors of this UP </a:t>
            </a:r>
            <a:r>
              <a:rPr b="0" lang="en-US" sz="2400" spc="-1" strike="noStrike">
                <a:solidFill>
                  <a:srgbClr val="ffffff"/>
                </a:solidFill>
                <a:highlight>
                  <a:srgbClr val="2a6099"/>
                </a:highlight>
                <a:latin typeface="Arial"/>
              </a:rPr>
              <a:t>	</a:t>
            </a:r>
            <a:r>
              <a:rPr b="0" lang="en-US" sz="2400" spc="-1" strike="noStrike">
                <a:solidFill>
                  <a:srgbClr val="ffffff"/>
                </a:solidFill>
                <a:highlight>
                  <a:srgbClr val="2a6099"/>
                </a:highlight>
                <a:latin typeface="Arial"/>
              </a:rPr>
              <a:t>(e.g. </a:t>
            </a:r>
            <a:r>
              <a:rPr b="0" lang="en-US" sz="2400" spc="-1" strike="noStrike">
                <a:solidFill>
                  <a:srgbClr val="ffffff"/>
                </a:solidFill>
                <a:highlight>
                  <a:srgbClr val="2a6099"/>
                </a:highlight>
                <a:latin typeface="Arial"/>
              </a:rPr>
              <a:t>kg</a:t>
            </a:r>
            <a:r>
              <a:rPr b="0" lang="en-US" sz="2400" spc="-1" strike="noStrike" baseline="-25000">
                <a:solidFill>
                  <a:srgbClr val="ffffff"/>
                </a:solidFill>
                <a:highlight>
                  <a:srgbClr val="2a6099"/>
                </a:highlight>
                <a:latin typeface="Arial"/>
              </a:rPr>
              <a:t>CO2</a:t>
            </a:r>
            <a:r>
              <a:rPr b="0" lang="en-US" sz="2400" spc="-1" strike="noStrike">
                <a:solidFill>
                  <a:srgbClr val="ffffff"/>
                </a:solidFill>
                <a:highlight>
                  <a:srgbClr val="2a6099"/>
                </a:highlight>
                <a:latin typeface="Arial"/>
              </a:rPr>
              <a:t>/kg</a:t>
            </a:r>
            <a:r>
              <a:rPr b="0" lang="en-US" sz="2400" spc="-1" strike="noStrike" baseline="-25000">
                <a:solidFill>
                  <a:srgbClr val="ffffff"/>
                </a:solidFill>
                <a:highlight>
                  <a:srgbClr val="2a6099"/>
                </a:highlight>
                <a:latin typeface="Arial"/>
              </a:rPr>
              <a:t>Al hydroxide</a:t>
            </a:r>
            <a:r>
              <a:rPr b="0" lang="en-US" sz="2400" spc="-1" strike="noStrike">
                <a:solidFill>
                  <a:srgbClr val="ffffff"/>
                </a:solidFill>
                <a:highlight>
                  <a:srgbClr val="2a6099"/>
                </a:highlight>
                <a:latin typeface="Arial"/>
              </a:rPr>
              <a:t>)</a:t>
            </a:r>
            <a:br/>
            <a:r>
              <a:rPr b="0" i="1" lang="en-US" sz="2400" spc="-1" strike="noStrike">
                <a:solidFill>
                  <a:srgbClr val="00b2a9"/>
                </a:solidFill>
                <a:latin typeface="Arial"/>
              </a:rPr>
              <a:t>to calculate the elementary flows of each UP per FU </a:t>
            </a:r>
            <a:r>
              <a:rPr b="0" i="1" lang="en-US" sz="2400" spc="-1" strike="noStrike">
                <a:solidFill>
                  <a:srgbClr val="00b2a9"/>
                </a:solidFill>
                <a:latin typeface="Arial"/>
              </a:rPr>
              <a:t>	</a:t>
            </a:r>
            <a:r>
              <a:rPr b="0" lang="en-US" sz="2400" spc="-1" strike="noStrike">
                <a:solidFill>
                  <a:srgbClr val="00274c"/>
                </a:solidFill>
                <a:latin typeface="Arial"/>
              </a:rPr>
              <a:t>(e.g. </a:t>
            </a:r>
            <a:r>
              <a:rPr b="0" lang="en-US" sz="2400" spc="-1" strike="noStrike">
                <a:solidFill>
                  <a:srgbClr val="ffffff"/>
                </a:solidFill>
                <a:highlight>
                  <a:srgbClr val="2a6099"/>
                </a:highlight>
                <a:latin typeface="Arial"/>
              </a:rPr>
              <a:t>kg</a:t>
            </a:r>
            <a:r>
              <a:rPr b="0" lang="en-US" sz="2400" spc="-1" strike="noStrike" baseline="-25000">
                <a:solidFill>
                  <a:srgbClr val="ffffff"/>
                </a:solidFill>
                <a:highlight>
                  <a:srgbClr val="2a6099"/>
                </a:highlight>
                <a:latin typeface="Arial"/>
              </a:rPr>
              <a:t>CO2</a:t>
            </a:r>
            <a:r>
              <a:rPr b="0" lang="en-US" sz="2400" spc="-1" strike="noStrike">
                <a:solidFill>
                  <a:srgbClr val="ffffff"/>
                </a:solidFill>
                <a:highlight>
                  <a:srgbClr val="2a6099"/>
                </a:highlight>
                <a:latin typeface="Arial"/>
              </a:rPr>
              <a:t>/FU</a:t>
            </a:r>
            <a:r>
              <a:rPr b="0" lang="en-US" sz="2400" spc="-1" strike="noStrike">
                <a:solidFill>
                  <a:srgbClr val="00274c"/>
                </a:solidFill>
                <a:latin typeface="Arial"/>
              </a:rPr>
              <a:t>)</a:t>
            </a:r>
            <a:endParaRPr b="0" lang="en-US" sz="2400" spc="-1" strike="noStrike">
              <a:solidFill>
                <a:srgbClr val="000000"/>
              </a:solidFill>
              <a:latin typeface="Arial"/>
            </a:endParaRPr>
          </a:p>
          <a:p>
            <a:pPr>
              <a:lnSpc>
                <a:spcPct val="100000"/>
              </a:lnSpc>
              <a:spcAft>
                <a:spcPts val="1599"/>
              </a:spcAft>
              <a:tabLst>
                <a:tab algn="l" pos="0"/>
              </a:tabLst>
            </a:pPr>
            <a:r>
              <a:rPr b="0" i="1" lang="en-US" sz="2400" spc="-1" strike="noStrike">
                <a:solidFill>
                  <a:srgbClr val="00b2a9"/>
                </a:solidFill>
                <a:latin typeface="Arial"/>
              </a:rPr>
              <a:t>Calculate the aggregated inventory flows of the total system per FU </a:t>
            </a:r>
            <a:br/>
            <a:r>
              <a:rPr b="0" lang="en-US" sz="2400" spc="-1" strike="noStrike">
                <a:solidFill>
                  <a:srgbClr val="00274c"/>
                </a:solidFill>
                <a:latin typeface="Arial"/>
              </a:rPr>
              <a:t>by summing up all corresponding elementary flows per FU of all UPs.</a:t>
            </a:r>
            <a:endParaRPr b="0" lang="en-US" sz="2400" spc="-1" strike="noStrike">
              <a:solidFill>
                <a:srgbClr val="000000"/>
              </a:solidFill>
              <a:latin typeface="Arial"/>
            </a:endParaRPr>
          </a:p>
        </p:txBody>
      </p:sp>
      <p:sp>
        <p:nvSpPr>
          <p:cNvPr id="142" name="Oval 5"/>
          <p:cNvSpPr/>
          <p:nvPr/>
        </p:nvSpPr>
        <p:spPr>
          <a:xfrm>
            <a:off x="984600" y="2211480"/>
            <a:ext cx="707400" cy="707400"/>
          </a:xfrm>
          <a:prstGeom prst="ellipse">
            <a:avLst/>
          </a:prstGeom>
          <a:solidFill>
            <a:srgbClr val="2a6099"/>
          </a:solidFill>
          <a:ln>
            <a:noFill/>
          </a:ln>
          <a:effectLst>
            <a:outerShdw algn="tl" blurRad="50760" dir="2700000" dist="37674" rotWithShape="0">
              <a:srgbClr val="000000">
                <a:alpha val="40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r>
              <a:rPr b="1" lang="en-US" sz="3600" spc="-1" strike="noStrike">
                <a:solidFill>
                  <a:srgbClr val="ffffff"/>
                </a:solidFill>
                <a:latin typeface="Arial"/>
              </a:rPr>
              <a:t>1</a:t>
            </a:r>
            <a:endParaRPr b="0" lang="en-US" sz="3600" spc="-1" strike="noStrike">
              <a:solidFill>
                <a:srgbClr val="000000"/>
              </a:solidFill>
              <a:latin typeface="Arial"/>
            </a:endParaRPr>
          </a:p>
        </p:txBody>
      </p:sp>
      <p:sp>
        <p:nvSpPr>
          <p:cNvPr id="143" name="Oval 24"/>
          <p:cNvSpPr/>
          <p:nvPr/>
        </p:nvSpPr>
        <p:spPr>
          <a:xfrm>
            <a:off x="984600" y="3528000"/>
            <a:ext cx="707400" cy="707400"/>
          </a:xfrm>
          <a:prstGeom prst="ellipse">
            <a:avLst/>
          </a:prstGeom>
          <a:solidFill>
            <a:srgbClr val="2a6099"/>
          </a:solidFill>
          <a:ln>
            <a:noFill/>
          </a:ln>
          <a:effectLst>
            <a:outerShdw algn="tl" blurRad="50760" dir="2700000" dist="37674" rotWithShape="0">
              <a:srgbClr val="000000">
                <a:alpha val="40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r>
              <a:rPr b="1" lang="en-US" sz="3600" spc="-1" strike="noStrike">
                <a:solidFill>
                  <a:srgbClr val="ffffff"/>
                </a:solidFill>
                <a:latin typeface="Arial"/>
              </a:rPr>
              <a:t>2</a:t>
            </a:r>
            <a:endParaRPr b="0" lang="en-US" sz="3600" spc="-1" strike="noStrike">
              <a:solidFill>
                <a:srgbClr val="000000"/>
              </a:solidFill>
              <a:latin typeface="Arial"/>
            </a:endParaRPr>
          </a:p>
        </p:txBody>
      </p:sp>
      <p:sp>
        <p:nvSpPr>
          <p:cNvPr id="144" name="Oval 25"/>
          <p:cNvSpPr/>
          <p:nvPr/>
        </p:nvSpPr>
        <p:spPr>
          <a:xfrm>
            <a:off x="984600" y="4799880"/>
            <a:ext cx="707400" cy="707400"/>
          </a:xfrm>
          <a:prstGeom prst="ellipse">
            <a:avLst/>
          </a:prstGeom>
          <a:solidFill>
            <a:srgbClr val="2a6099"/>
          </a:solidFill>
          <a:ln>
            <a:noFill/>
          </a:ln>
          <a:effectLst>
            <a:outerShdw algn="tl" blurRad="50760" dir="2700000" dist="37674" rotWithShape="0">
              <a:srgbClr val="000000">
                <a:alpha val="40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r>
              <a:rPr b="1" lang="en-US" sz="3600" spc="-1" strike="noStrike">
                <a:solidFill>
                  <a:srgbClr val="ffffff"/>
                </a:solidFill>
                <a:latin typeface="Arial"/>
              </a:rPr>
              <a:t>3</a:t>
            </a:r>
            <a:endParaRPr b="0" lang="en-US" sz="3600" spc="-1" strike="noStrike">
              <a:solidFill>
                <a:srgbClr val="000000"/>
              </a:solidFill>
              <a:latin typeface="Arial"/>
            </a:endParaRPr>
          </a:p>
        </p:txBody>
      </p:sp>
      <p:sp>
        <p:nvSpPr>
          <p:cNvPr id="145" name="Oval 26"/>
          <p:cNvSpPr/>
          <p:nvPr/>
        </p:nvSpPr>
        <p:spPr>
          <a:xfrm>
            <a:off x="984600" y="5990040"/>
            <a:ext cx="707400" cy="707400"/>
          </a:xfrm>
          <a:prstGeom prst="ellipse">
            <a:avLst/>
          </a:prstGeom>
          <a:solidFill>
            <a:srgbClr val="2a6099"/>
          </a:solidFill>
          <a:ln>
            <a:noFill/>
          </a:ln>
          <a:effectLst>
            <a:outerShdw algn="tl" blurRad="50760" dir="2700000" dist="37674" rotWithShape="0">
              <a:srgbClr val="000000">
                <a:alpha val="40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r>
              <a:rPr b="1" lang="en-US" sz="3600" spc="-1" strike="noStrike">
                <a:solidFill>
                  <a:srgbClr val="ffffff"/>
                </a:solidFill>
                <a:latin typeface="Arial"/>
              </a:rPr>
              <a:t>4</a:t>
            </a:r>
            <a:endParaRPr b="0" lang="en-US" sz="3600" spc="-1" strike="noStrike">
              <a:solidFill>
                <a:srgbClr val="000000"/>
              </a:solidFill>
              <a:latin typeface="Arial"/>
            </a:endParaRPr>
          </a:p>
        </p:txBody>
      </p:sp>
      <p:sp>
        <p:nvSpPr>
          <p:cNvPr id="146" name="Text Box 41"/>
          <p:cNvSpPr/>
          <p:nvPr/>
        </p:nvSpPr>
        <p:spPr>
          <a:xfrm>
            <a:off x="12461760" y="1672560"/>
            <a:ext cx="1346400" cy="974520"/>
          </a:xfrm>
          <a:prstGeom prst="rect">
            <a:avLst/>
          </a:prstGeom>
          <a:noFill/>
          <a:ln w="50800">
            <a:solidFill>
              <a:srgbClr val="00b2a9"/>
            </a:solidFill>
            <a:miter/>
          </a:ln>
        </p:spPr>
        <p:style>
          <a:lnRef idx="0"/>
          <a:fillRef idx="0"/>
          <a:effectRef idx="0"/>
          <a:fontRef idx="minor"/>
        </p:style>
        <p:txBody>
          <a:bodyPr lIns="90000" rIns="90000" tIns="45000" bIns="45000" anchor="t">
            <a:spAutoFit/>
          </a:bodyPr>
          <a:p>
            <a:pPr algn="ctr">
              <a:lnSpc>
                <a:spcPct val="100000"/>
              </a:lnSpc>
            </a:pPr>
            <a:r>
              <a:rPr b="0" lang="en-US" sz="2000" spc="-1" strike="noStrike">
                <a:solidFill>
                  <a:srgbClr val="00b2a9"/>
                </a:solidFill>
                <a:latin typeface="Arial"/>
              </a:rPr>
              <a:t>Aluminum </a:t>
            </a:r>
            <a:endParaRPr b="0" lang="en-US" sz="2000" spc="-1" strike="noStrike">
              <a:solidFill>
                <a:srgbClr val="000000"/>
              </a:solidFill>
              <a:latin typeface="Arial"/>
            </a:endParaRPr>
          </a:p>
          <a:p>
            <a:pPr algn="ctr">
              <a:lnSpc>
                <a:spcPct val="100000"/>
              </a:lnSpc>
            </a:pPr>
            <a:r>
              <a:rPr b="0" lang="en-US" sz="2000" spc="-1" strike="noStrike">
                <a:solidFill>
                  <a:srgbClr val="00b2a9"/>
                </a:solidFill>
                <a:latin typeface="Arial"/>
              </a:rPr>
              <a:t>liquid</a:t>
            </a:r>
            <a:endParaRPr b="0" lang="en-US" sz="2000" spc="-1" strike="noStrike">
              <a:solidFill>
                <a:srgbClr val="000000"/>
              </a:solidFill>
              <a:latin typeface="Arial"/>
            </a:endParaRPr>
          </a:p>
          <a:p>
            <a:pPr algn="ctr">
              <a:lnSpc>
                <a:spcPct val="100000"/>
              </a:lnSpc>
            </a:pPr>
            <a:r>
              <a:rPr b="0" lang="en-US" sz="1800" spc="-1" strike="noStrike">
                <a:solidFill>
                  <a:srgbClr val="00274c"/>
                </a:solidFill>
                <a:latin typeface="Arial"/>
              </a:rPr>
              <a:t>1 kg</a:t>
            </a:r>
            <a:endParaRPr b="0" lang="en-US" sz="1800" spc="-1" strike="noStrike">
              <a:solidFill>
                <a:srgbClr val="000000"/>
              </a:solidFill>
              <a:latin typeface="Arial"/>
            </a:endParaRPr>
          </a:p>
        </p:txBody>
      </p:sp>
      <p:sp>
        <p:nvSpPr>
          <p:cNvPr id="147" name="Line 35"/>
          <p:cNvSpPr/>
          <p:nvPr/>
        </p:nvSpPr>
        <p:spPr>
          <a:xfrm>
            <a:off x="13622040" y="2657160"/>
            <a:ext cx="360" cy="464760"/>
          </a:xfrm>
          <a:prstGeom prst="line">
            <a:avLst/>
          </a:prstGeom>
          <a:ln w="25400">
            <a:solidFill>
              <a:srgbClr val="ada400"/>
            </a:solidFill>
            <a:round/>
            <a:tailEnd len="med" type="arrow" w="sm"/>
          </a:ln>
        </p:spPr>
        <p:style>
          <a:lnRef idx="0"/>
          <a:fillRef idx="0"/>
          <a:effectRef idx="0"/>
          <a:fontRef idx="minor"/>
        </p:style>
      </p:sp>
      <p:sp>
        <p:nvSpPr>
          <p:cNvPr id="148" name="Text Box 41"/>
          <p:cNvSpPr/>
          <p:nvPr/>
        </p:nvSpPr>
        <p:spPr>
          <a:xfrm>
            <a:off x="12461760" y="3527640"/>
            <a:ext cx="1346400" cy="974520"/>
          </a:xfrm>
          <a:prstGeom prst="rect">
            <a:avLst/>
          </a:prstGeom>
          <a:noFill/>
          <a:ln w="50800">
            <a:solidFill>
              <a:srgbClr val="00b2a9"/>
            </a:solidFill>
            <a:miter/>
          </a:ln>
        </p:spPr>
        <p:style>
          <a:lnRef idx="0"/>
          <a:fillRef idx="0"/>
          <a:effectRef idx="0"/>
          <a:fontRef idx="minor"/>
        </p:style>
        <p:txBody>
          <a:bodyPr lIns="90000" rIns="90000" tIns="45000" bIns="45000" anchor="t">
            <a:spAutoFit/>
          </a:bodyPr>
          <a:p>
            <a:pPr algn="ctr">
              <a:lnSpc>
                <a:spcPct val="100000"/>
              </a:lnSpc>
            </a:pPr>
            <a:r>
              <a:rPr b="0" lang="en-US" sz="2000" spc="-1" strike="noStrike">
                <a:solidFill>
                  <a:srgbClr val="00b2a9"/>
                </a:solidFill>
                <a:latin typeface="Arial"/>
              </a:rPr>
              <a:t>Aluminum </a:t>
            </a:r>
            <a:endParaRPr b="0" lang="en-US" sz="2000" spc="-1" strike="noStrike">
              <a:solidFill>
                <a:srgbClr val="000000"/>
              </a:solidFill>
              <a:latin typeface="Arial"/>
            </a:endParaRPr>
          </a:p>
          <a:p>
            <a:pPr algn="ctr">
              <a:lnSpc>
                <a:spcPct val="100000"/>
              </a:lnSpc>
            </a:pPr>
            <a:r>
              <a:rPr b="0" lang="en-US" sz="2000" spc="-1" strike="noStrike">
                <a:solidFill>
                  <a:srgbClr val="00b2a9"/>
                </a:solidFill>
                <a:latin typeface="Arial"/>
              </a:rPr>
              <a:t>hydroxide</a:t>
            </a:r>
            <a:endParaRPr b="0" lang="en-US" sz="2000" spc="-1" strike="noStrike">
              <a:solidFill>
                <a:srgbClr val="000000"/>
              </a:solidFill>
              <a:latin typeface="Arial"/>
            </a:endParaRPr>
          </a:p>
          <a:p>
            <a:pPr algn="ctr">
              <a:lnSpc>
                <a:spcPct val="100000"/>
              </a:lnSpc>
            </a:pPr>
            <a:r>
              <a:rPr b="0" lang="en-US" sz="1800" spc="-1" strike="noStrike">
                <a:solidFill>
                  <a:srgbClr val="407ec9"/>
                </a:solidFill>
                <a:latin typeface="Arial"/>
              </a:rPr>
              <a:t>2.96 kg/FU</a:t>
            </a:r>
            <a:endParaRPr b="0" lang="en-US" sz="1800" spc="-1" strike="noStrike">
              <a:solidFill>
                <a:srgbClr val="000000"/>
              </a:solidFill>
              <a:latin typeface="Arial"/>
            </a:endParaRPr>
          </a:p>
        </p:txBody>
      </p:sp>
      <p:sp>
        <p:nvSpPr>
          <p:cNvPr id="149" name="Text Box 56"/>
          <p:cNvSpPr/>
          <p:nvPr/>
        </p:nvSpPr>
        <p:spPr>
          <a:xfrm>
            <a:off x="13915440" y="4503960"/>
            <a:ext cx="1870560" cy="1026000"/>
          </a:xfrm>
          <a:prstGeom prst="rect">
            <a:avLst/>
          </a:prstGeom>
          <a:noFill/>
          <a:ln w="0">
            <a:noFill/>
          </a:ln>
        </p:spPr>
        <p:style>
          <a:lnRef idx="0"/>
          <a:fillRef idx="0"/>
          <a:effectRef idx="0"/>
          <a:fontRef idx="minor"/>
        </p:style>
        <p:txBody>
          <a:bodyPr lIns="90000" rIns="90000" tIns="45000" bIns="45000" anchor="t">
            <a:spAutoFit/>
          </a:bodyPr>
          <a:p>
            <a:pPr>
              <a:lnSpc>
                <a:spcPct val="100000"/>
              </a:lnSpc>
            </a:pPr>
            <a:r>
              <a:rPr b="0" lang="en-US" sz="1600" spc="-1" strike="noStrike">
                <a:solidFill>
                  <a:srgbClr val="2a6099"/>
                </a:solidFill>
                <a:latin typeface="Arial"/>
              </a:rPr>
              <a:t>CO</a:t>
            </a:r>
            <a:r>
              <a:rPr b="0" lang="en-US" sz="1600" spc="-1" strike="noStrike" baseline="-25000">
                <a:solidFill>
                  <a:srgbClr val="2a6099"/>
                </a:solidFill>
                <a:latin typeface="Arial"/>
              </a:rPr>
              <a:t>2</a:t>
            </a:r>
            <a:r>
              <a:rPr b="0" lang="en-US" sz="1600" spc="-1" strike="noStrike">
                <a:solidFill>
                  <a:srgbClr val="2a6099"/>
                </a:solidFill>
                <a:latin typeface="Arial"/>
              </a:rPr>
              <a:t> emissions</a:t>
            </a:r>
            <a:br/>
            <a:r>
              <a:rPr b="0" lang="en-US" sz="1600" spc="-1" strike="noStrike">
                <a:solidFill>
                  <a:srgbClr val="2a6099"/>
                </a:solidFill>
                <a:latin typeface="Arial"/>
              </a:rPr>
              <a:t>Al hydroxide</a:t>
            </a:r>
            <a:endParaRPr b="0" lang="en-US" sz="1600" spc="-1" strike="noStrike">
              <a:solidFill>
                <a:srgbClr val="2a6099"/>
              </a:solidFill>
              <a:latin typeface="Arial"/>
            </a:endParaRPr>
          </a:p>
          <a:p>
            <a:pPr>
              <a:lnSpc>
                <a:spcPct val="100000"/>
              </a:lnSpc>
            </a:pPr>
            <a:r>
              <a:rPr b="0" lang="en-US" sz="2400" spc="-1" strike="noStrike">
                <a:solidFill>
                  <a:srgbClr val="2a6099"/>
                </a:solidFill>
                <a:latin typeface="Arial"/>
              </a:rPr>
              <a:t>kg</a:t>
            </a:r>
            <a:r>
              <a:rPr b="0" lang="en-US" sz="2400" spc="-1" strike="noStrike" baseline="-25000">
                <a:solidFill>
                  <a:srgbClr val="2a6099"/>
                </a:solidFill>
                <a:latin typeface="Arial"/>
              </a:rPr>
              <a:t>CO2</a:t>
            </a:r>
            <a:r>
              <a:rPr b="0" lang="en-US" sz="1600" spc="-1" strike="noStrike">
                <a:solidFill>
                  <a:srgbClr val="2a6099"/>
                </a:solidFill>
                <a:latin typeface="Arial"/>
              </a:rPr>
              <a:t>/FU</a:t>
            </a:r>
            <a:endParaRPr b="0" lang="en-US" sz="1600" spc="-1" strike="noStrike">
              <a:solidFill>
                <a:srgbClr val="2a6099"/>
              </a:solidFill>
              <a:latin typeface="Arial"/>
            </a:endParaRPr>
          </a:p>
        </p:txBody>
      </p:sp>
      <p:sp>
        <p:nvSpPr>
          <p:cNvPr id="150" name="Text Box 56"/>
          <p:cNvSpPr/>
          <p:nvPr/>
        </p:nvSpPr>
        <p:spPr>
          <a:xfrm>
            <a:off x="13915440" y="6367320"/>
            <a:ext cx="1705320" cy="610560"/>
          </a:xfrm>
          <a:prstGeom prst="rect">
            <a:avLst/>
          </a:prstGeom>
          <a:noFill/>
          <a:ln w="0">
            <a:noFill/>
          </a:ln>
        </p:spPr>
        <p:style>
          <a:lnRef idx="0"/>
          <a:fillRef idx="0"/>
          <a:effectRef idx="0"/>
          <a:fontRef idx="minor"/>
        </p:style>
        <p:txBody>
          <a:bodyPr lIns="90000" rIns="90000" tIns="45000" bIns="45000" anchor="t">
            <a:spAutoFit/>
          </a:bodyPr>
          <a:p>
            <a:pPr>
              <a:lnSpc>
                <a:spcPct val="100000"/>
              </a:lnSpc>
            </a:pPr>
            <a:r>
              <a:rPr b="0" lang="en-US" sz="1600" spc="-1" strike="noStrike">
                <a:solidFill>
                  <a:srgbClr val="ada400"/>
                </a:solidFill>
                <a:latin typeface="Arial"/>
              </a:rPr>
              <a:t>CO</a:t>
            </a:r>
            <a:r>
              <a:rPr b="0" lang="en-US" sz="1600" spc="-1" strike="noStrike" baseline="-25000">
                <a:solidFill>
                  <a:srgbClr val="ada400"/>
                </a:solidFill>
                <a:latin typeface="Arial"/>
              </a:rPr>
              <a:t>2</a:t>
            </a:r>
            <a:r>
              <a:rPr b="0" lang="en-US" sz="1600" spc="-1" strike="noStrike">
                <a:solidFill>
                  <a:srgbClr val="ada400"/>
                </a:solidFill>
                <a:latin typeface="Arial"/>
              </a:rPr>
              <a:t> emissions</a:t>
            </a:r>
            <a:endParaRPr b="0" lang="en-US" sz="1600" spc="-1" strike="noStrike">
              <a:solidFill>
                <a:srgbClr val="000000"/>
              </a:solidFill>
              <a:latin typeface="Arial"/>
            </a:endParaRPr>
          </a:p>
          <a:p>
            <a:pPr>
              <a:lnSpc>
                <a:spcPct val="100000"/>
              </a:lnSpc>
            </a:pPr>
            <a:endParaRPr b="0" lang="en-US" sz="1600" spc="-1" strike="noStrike">
              <a:solidFill>
                <a:srgbClr val="000000"/>
              </a:solidFill>
              <a:latin typeface="Arial"/>
            </a:endParaRPr>
          </a:p>
        </p:txBody>
      </p:sp>
      <p:sp>
        <p:nvSpPr>
          <p:cNvPr id="151" name="Straight Connector 6"/>
          <p:cNvSpPr/>
          <p:nvPr/>
        </p:nvSpPr>
        <p:spPr>
          <a:xfrm>
            <a:off x="13469760" y="6028920"/>
            <a:ext cx="1969200" cy="360"/>
          </a:xfrm>
          <a:prstGeom prst="line">
            <a:avLst/>
          </a:prstGeom>
          <a:ln>
            <a:solidFill>
              <a:srgbClr val="ada400"/>
            </a:solidFill>
            <a:round/>
          </a:ln>
        </p:spPr>
        <p:style>
          <a:lnRef idx="2">
            <a:schemeClr val="accent1"/>
          </a:lnRef>
          <a:fillRef idx="0">
            <a:schemeClr val="accent1"/>
          </a:fillRef>
          <a:effectRef idx="1">
            <a:schemeClr val="accent1"/>
          </a:effectRef>
          <a:fontRef idx="minor"/>
        </p:style>
      </p:sp>
      <p:sp>
        <p:nvSpPr>
          <p:cNvPr id="152" name="Text Box 56"/>
          <p:cNvSpPr/>
          <p:nvPr/>
        </p:nvSpPr>
        <p:spPr>
          <a:xfrm rot="5400000">
            <a:off x="13465440" y="5913720"/>
            <a:ext cx="1428840" cy="516960"/>
          </a:xfrm>
          <a:prstGeom prst="rect">
            <a:avLst/>
          </a:prstGeom>
          <a:noFill/>
          <a:ln w="0">
            <a:noFill/>
          </a:ln>
        </p:spPr>
        <p:style>
          <a:lnRef idx="0"/>
          <a:fillRef idx="0"/>
          <a:effectRef idx="0"/>
          <a:fontRef idx="minor"/>
        </p:style>
        <p:txBody>
          <a:bodyPr lIns="90000" rIns="90000" tIns="45000" bIns="45000" anchor="t">
            <a:spAutoFit/>
          </a:bodyPr>
          <a:p>
            <a:pPr>
              <a:lnSpc>
                <a:spcPct val="100000"/>
              </a:lnSpc>
            </a:pPr>
            <a:r>
              <a:rPr b="1" lang="en-US" sz="2800" spc="-1" strike="noStrike">
                <a:solidFill>
                  <a:srgbClr val="ada400"/>
                </a:solidFill>
                <a:latin typeface="Arial"/>
              </a:rPr>
              <a:t>…</a:t>
            </a:r>
            <a:endParaRPr b="0" lang="en-US" sz="2800" spc="-1" strike="noStrike">
              <a:solidFill>
                <a:srgbClr val="000000"/>
              </a:solidFill>
              <a:latin typeface="Arial"/>
            </a:endParaRPr>
          </a:p>
        </p:txBody>
      </p:sp>
      <p:sp>
        <p:nvSpPr>
          <p:cNvPr id="153" name="Line 35"/>
          <p:cNvSpPr/>
          <p:nvPr/>
        </p:nvSpPr>
        <p:spPr>
          <a:xfrm>
            <a:off x="13622040" y="4451040"/>
            <a:ext cx="360" cy="464760"/>
          </a:xfrm>
          <a:prstGeom prst="line">
            <a:avLst/>
          </a:prstGeom>
          <a:ln w="25400">
            <a:solidFill>
              <a:srgbClr val="ada400"/>
            </a:solidFill>
            <a:round/>
            <a:tailEnd len="med" type="arrow" w="sm"/>
          </a:ln>
        </p:spPr>
        <p:style>
          <a:lnRef idx="0"/>
          <a:fillRef idx="0"/>
          <a:effectRef idx="0"/>
          <a:fontRef idx="minor"/>
        </p:style>
      </p:sp>
    </p:spTree>
  </p:cSld>
  <mc:AlternateContent>
    <mc:Choice Requires="p14">
      <p:transition spd="slow" p14:dur="2000"/>
    </mc:Choice>
    <mc:Fallback>
      <p:transition spd="slow"/>
    </mc:Fallback>
  </mc:AlternateContent>
</p:sld>
</file>

<file path=ppt/slides/slide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54" name="PlaceHolder 1"/>
          <p:cNvSpPr>
            <a:spLocks noGrp="1"/>
          </p:cNvSpPr>
          <p:nvPr>
            <p:ph type="title"/>
          </p:nvPr>
        </p:nvSpPr>
        <p:spPr>
          <a:xfrm>
            <a:off x="878760" y="272160"/>
            <a:ext cx="14631480" cy="870120"/>
          </a:xfrm>
          <a:prstGeom prst="rect">
            <a:avLst/>
          </a:prstGeom>
          <a:noFill/>
          <a:ln w="0">
            <a:noFill/>
          </a:ln>
        </p:spPr>
        <p:txBody>
          <a:bodyPr anchor="ctr">
            <a:noAutofit/>
          </a:bodyPr>
          <a:p>
            <a:pPr>
              <a:lnSpc>
                <a:spcPct val="100000"/>
              </a:lnSpc>
            </a:pPr>
            <a:r>
              <a:rPr b="0" lang="en-US" sz="3400" spc="-1" strike="noStrike">
                <a:solidFill>
                  <a:srgbClr val="00274c"/>
                </a:solidFill>
                <a:latin typeface="Arial"/>
              </a:rPr>
              <a:t>Calculation of the kg</a:t>
            </a:r>
            <a:r>
              <a:rPr b="0" lang="en-US" sz="3400" spc="-1" strike="noStrike" baseline="-25000">
                <a:solidFill>
                  <a:srgbClr val="00274c"/>
                </a:solidFill>
                <a:latin typeface="Arial"/>
              </a:rPr>
              <a:t>CO2</a:t>
            </a:r>
            <a:r>
              <a:rPr b="0" lang="en-US" sz="3400" spc="-1" strike="noStrike">
                <a:solidFill>
                  <a:srgbClr val="00274c"/>
                </a:solidFill>
                <a:latin typeface="Arial"/>
              </a:rPr>
              <a:t> emitted per kg</a:t>
            </a:r>
            <a:r>
              <a:rPr b="0" lang="en-US" sz="3400" spc="-1" strike="noStrike" baseline="-25000">
                <a:solidFill>
                  <a:srgbClr val="00274c"/>
                </a:solidFill>
                <a:latin typeface="Arial"/>
              </a:rPr>
              <a:t>Al liquid</a:t>
            </a:r>
            <a:endParaRPr b="0" lang="en-US" sz="3400" spc="-1" strike="noStrike">
              <a:solidFill>
                <a:srgbClr val="000000"/>
              </a:solidFill>
              <a:latin typeface="Arial"/>
            </a:endParaRPr>
          </a:p>
        </p:txBody>
      </p:sp>
      <p:sp>
        <p:nvSpPr>
          <p:cNvPr id="155" name="Rectangle 19"/>
          <p:cNvSpPr/>
          <p:nvPr/>
        </p:nvSpPr>
        <p:spPr>
          <a:xfrm>
            <a:off x="7116120" y="3563280"/>
            <a:ext cx="1657080" cy="819360"/>
          </a:xfrm>
          <a:prstGeom prst="rect">
            <a:avLst/>
          </a:prstGeom>
          <a:solidFill>
            <a:schemeClr val="bg2">
              <a:lumMod val="75000"/>
              <a:alpha val="39000"/>
            </a:schemeClr>
          </a:solidFill>
          <a:ln w="9525">
            <a:noFill/>
          </a:ln>
        </p:spPr>
        <p:style>
          <a:lnRef idx="0"/>
          <a:fillRef idx="0"/>
          <a:effectRef idx="0"/>
          <a:fontRef idx="minor"/>
        </p:style>
        <p:txBody>
          <a:bodyPr lIns="90360" rIns="90360" tIns="44280" bIns="44280" anchor="ctr">
            <a:spAutoFit/>
          </a:bodyPr>
          <a:p>
            <a:pPr algn="ctr">
              <a:lnSpc>
                <a:spcPct val="100000"/>
              </a:lnSpc>
            </a:pPr>
            <a:r>
              <a:rPr b="0" lang="en-US" sz="1600" spc="-1" strike="noStrike">
                <a:solidFill>
                  <a:srgbClr val="00274c"/>
                </a:solidFill>
                <a:latin typeface="Arial"/>
              </a:rPr>
              <a:t>Aluminum oxide</a:t>
            </a:r>
            <a:endParaRPr b="0" lang="en-US" sz="1600" spc="-1" strike="noStrike">
              <a:solidFill>
                <a:srgbClr val="000000"/>
              </a:solidFill>
              <a:latin typeface="Arial"/>
            </a:endParaRPr>
          </a:p>
          <a:p>
            <a:pPr algn="ctr">
              <a:lnSpc>
                <a:spcPct val="100000"/>
              </a:lnSpc>
            </a:pPr>
            <a:endParaRPr b="0" lang="en-US" sz="1600" spc="-1" strike="noStrike">
              <a:solidFill>
                <a:srgbClr val="000000"/>
              </a:solidFill>
              <a:latin typeface="Arial"/>
            </a:endParaRPr>
          </a:p>
          <a:p>
            <a:pPr algn="ctr">
              <a:lnSpc>
                <a:spcPct val="100000"/>
              </a:lnSpc>
            </a:pPr>
            <a:r>
              <a:rPr b="0" lang="en-US" sz="1600" spc="-1" strike="noStrike">
                <a:solidFill>
                  <a:srgbClr val="407ec9"/>
                </a:solidFill>
                <a:latin typeface="Arial"/>
              </a:rPr>
              <a:t>1.93 kg/FU</a:t>
            </a:r>
            <a:endParaRPr b="0" lang="en-US" sz="1600" spc="-1" strike="noStrike">
              <a:solidFill>
                <a:srgbClr val="000000"/>
              </a:solidFill>
              <a:latin typeface="Arial"/>
            </a:endParaRPr>
          </a:p>
        </p:txBody>
      </p:sp>
      <p:sp>
        <p:nvSpPr>
          <p:cNvPr id="156" name="Rectangle 19"/>
          <p:cNvSpPr/>
          <p:nvPr/>
        </p:nvSpPr>
        <p:spPr>
          <a:xfrm>
            <a:off x="8952840" y="3563280"/>
            <a:ext cx="1871280" cy="819360"/>
          </a:xfrm>
          <a:prstGeom prst="rect">
            <a:avLst/>
          </a:prstGeom>
          <a:solidFill>
            <a:schemeClr val="bg2">
              <a:lumMod val="75000"/>
              <a:alpha val="39000"/>
            </a:schemeClr>
          </a:solidFill>
          <a:ln w="9525">
            <a:noFill/>
          </a:ln>
        </p:spPr>
        <p:style>
          <a:lnRef idx="0"/>
          <a:fillRef idx="0"/>
          <a:effectRef idx="0"/>
          <a:fontRef idx="minor"/>
        </p:style>
        <p:txBody>
          <a:bodyPr lIns="90360" rIns="90360" tIns="44280" bIns="44280" anchor="ctr">
            <a:spAutoFit/>
          </a:bodyPr>
          <a:p>
            <a:pPr algn="ctr">
              <a:lnSpc>
                <a:spcPct val="100000"/>
              </a:lnSpc>
            </a:pPr>
            <a:r>
              <a:rPr b="0" lang="en-US" sz="1600" spc="-1" strike="noStrike">
                <a:solidFill>
                  <a:srgbClr val="00274c"/>
                </a:solidFill>
                <a:latin typeface="Arial"/>
              </a:rPr>
              <a:t>Anode, aluminum electrolysis</a:t>
            </a:r>
            <a:endParaRPr b="0" lang="en-US" sz="1600" spc="-1" strike="noStrike">
              <a:solidFill>
                <a:srgbClr val="000000"/>
              </a:solidFill>
              <a:latin typeface="Arial"/>
            </a:endParaRPr>
          </a:p>
          <a:p>
            <a:pPr algn="ctr">
              <a:lnSpc>
                <a:spcPct val="100000"/>
              </a:lnSpc>
            </a:pPr>
            <a:r>
              <a:rPr b="0" lang="en-US" sz="1600" spc="-1" strike="noStrike">
                <a:solidFill>
                  <a:srgbClr val="407ec9"/>
                </a:solidFill>
                <a:latin typeface="Arial"/>
              </a:rPr>
              <a:t>0.449 kg/FU</a:t>
            </a:r>
            <a:endParaRPr b="0" lang="en-US" sz="1600" spc="-1" strike="noStrike">
              <a:solidFill>
                <a:srgbClr val="000000"/>
              </a:solidFill>
              <a:latin typeface="Arial"/>
            </a:endParaRPr>
          </a:p>
        </p:txBody>
      </p:sp>
      <p:sp>
        <p:nvSpPr>
          <p:cNvPr id="157" name="Rectangle 19"/>
          <p:cNvSpPr/>
          <p:nvPr/>
        </p:nvSpPr>
        <p:spPr>
          <a:xfrm>
            <a:off x="11372400" y="3563280"/>
            <a:ext cx="2052360" cy="819360"/>
          </a:xfrm>
          <a:prstGeom prst="rect">
            <a:avLst/>
          </a:prstGeom>
          <a:solidFill>
            <a:schemeClr val="bg2">
              <a:lumMod val="75000"/>
              <a:alpha val="39000"/>
            </a:schemeClr>
          </a:solidFill>
          <a:ln w="9525">
            <a:noFill/>
          </a:ln>
        </p:spPr>
        <p:style>
          <a:lnRef idx="0"/>
          <a:fillRef idx="0"/>
          <a:effectRef idx="0"/>
          <a:fontRef idx="minor"/>
        </p:style>
        <p:txBody>
          <a:bodyPr lIns="90360" rIns="90360" tIns="44280" bIns="44280" anchor="ctr">
            <a:spAutoFit/>
          </a:bodyPr>
          <a:p>
            <a:pPr algn="ctr">
              <a:lnSpc>
                <a:spcPct val="100000"/>
              </a:lnSpc>
            </a:pPr>
            <a:r>
              <a:rPr b="0" lang="en-US" sz="1600" spc="-1" strike="noStrike">
                <a:solidFill>
                  <a:srgbClr val="00274c"/>
                </a:solidFill>
                <a:latin typeface="Arial"/>
              </a:rPr>
              <a:t>Cathode, aluminum electrolysis</a:t>
            </a:r>
            <a:endParaRPr b="0" lang="en-US" sz="1600" spc="-1" strike="noStrike">
              <a:solidFill>
                <a:srgbClr val="000000"/>
              </a:solidFill>
              <a:latin typeface="Arial"/>
            </a:endParaRPr>
          </a:p>
          <a:p>
            <a:pPr algn="ctr">
              <a:lnSpc>
                <a:spcPct val="100000"/>
              </a:lnSpc>
            </a:pPr>
            <a:r>
              <a:rPr b="0" lang="en-US" sz="1600" spc="-1" strike="noStrike">
                <a:solidFill>
                  <a:srgbClr val="407ec9"/>
                </a:solidFill>
                <a:latin typeface="Arial"/>
              </a:rPr>
              <a:t>0.0181 kg/FU</a:t>
            </a:r>
            <a:endParaRPr b="0" lang="en-US" sz="1600" spc="-1" strike="noStrike">
              <a:solidFill>
                <a:srgbClr val="000000"/>
              </a:solidFill>
              <a:latin typeface="Arial"/>
            </a:endParaRPr>
          </a:p>
        </p:txBody>
      </p:sp>
      <p:sp>
        <p:nvSpPr>
          <p:cNvPr id="158" name="Rectangle 19"/>
          <p:cNvSpPr/>
          <p:nvPr/>
        </p:nvSpPr>
        <p:spPr>
          <a:xfrm>
            <a:off x="8413200" y="6425640"/>
            <a:ext cx="1655280" cy="819360"/>
          </a:xfrm>
          <a:prstGeom prst="rect">
            <a:avLst/>
          </a:prstGeom>
          <a:solidFill>
            <a:schemeClr val="bg2">
              <a:lumMod val="75000"/>
              <a:alpha val="39000"/>
            </a:schemeClr>
          </a:solidFill>
          <a:ln w="9525">
            <a:noFill/>
          </a:ln>
        </p:spPr>
        <p:style>
          <a:lnRef idx="0"/>
          <a:fillRef idx="0"/>
          <a:effectRef idx="0"/>
          <a:fontRef idx="minor"/>
        </p:style>
        <p:txBody>
          <a:bodyPr lIns="90360" rIns="90360" tIns="44280" bIns="44280" anchor="ctr">
            <a:spAutoFit/>
          </a:bodyPr>
          <a:p>
            <a:pPr algn="ctr">
              <a:lnSpc>
                <a:spcPct val="100000"/>
              </a:lnSpc>
            </a:pPr>
            <a:r>
              <a:rPr b="0" lang="en-US" sz="1600" spc="-1" strike="noStrike">
                <a:solidFill>
                  <a:srgbClr val="00274c"/>
                </a:solidFill>
                <a:latin typeface="Arial"/>
              </a:rPr>
              <a:t>Heat, </a:t>
            </a:r>
            <a:endParaRPr b="0" lang="en-US" sz="1600" spc="-1" strike="noStrike">
              <a:solidFill>
                <a:srgbClr val="000000"/>
              </a:solidFill>
              <a:latin typeface="Arial"/>
            </a:endParaRPr>
          </a:p>
          <a:p>
            <a:pPr algn="ctr">
              <a:lnSpc>
                <a:spcPct val="100000"/>
              </a:lnSpc>
            </a:pPr>
            <a:r>
              <a:rPr b="0" lang="en-US" sz="1600" spc="-1" strike="noStrike">
                <a:solidFill>
                  <a:srgbClr val="00274c"/>
                </a:solidFill>
                <a:latin typeface="Arial"/>
              </a:rPr>
              <a:t>light fuel oil</a:t>
            </a:r>
            <a:endParaRPr b="0" lang="en-US" sz="1600" spc="-1" strike="noStrike">
              <a:solidFill>
                <a:srgbClr val="000000"/>
              </a:solidFill>
              <a:latin typeface="Arial"/>
            </a:endParaRPr>
          </a:p>
          <a:p>
            <a:pPr algn="ctr">
              <a:lnSpc>
                <a:spcPct val="100000"/>
              </a:lnSpc>
            </a:pPr>
            <a:r>
              <a:rPr b="0" lang="en-US" sz="1600" spc="-1" strike="noStrike">
                <a:solidFill>
                  <a:srgbClr val="407ec9"/>
                </a:solidFill>
                <a:latin typeface="Arial"/>
              </a:rPr>
              <a:t>14.9 MJ/FU</a:t>
            </a:r>
            <a:endParaRPr b="0" lang="en-US" sz="1600" spc="-1" strike="noStrike">
              <a:solidFill>
                <a:srgbClr val="000000"/>
              </a:solidFill>
              <a:latin typeface="Arial"/>
            </a:endParaRPr>
          </a:p>
        </p:txBody>
      </p:sp>
      <p:sp>
        <p:nvSpPr>
          <p:cNvPr id="159" name="Rectangle 19"/>
          <p:cNvSpPr/>
          <p:nvPr/>
        </p:nvSpPr>
        <p:spPr>
          <a:xfrm>
            <a:off x="10716840" y="6450840"/>
            <a:ext cx="2058120" cy="819360"/>
          </a:xfrm>
          <a:prstGeom prst="rect">
            <a:avLst/>
          </a:prstGeom>
          <a:solidFill>
            <a:schemeClr val="bg2">
              <a:lumMod val="75000"/>
              <a:alpha val="39000"/>
            </a:schemeClr>
          </a:solidFill>
          <a:ln w="9525">
            <a:noFill/>
          </a:ln>
        </p:spPr>
        <p:style>
          <a:lnRef idx="0"/>
          <a:fillRef idx="0"/>
          <a:effectRef idx="0"/>
          <a:fontRef idx="minor"/>
        </p:style>
        <p:txBody>
          <a:bodyPr lIns="90360" rIns="90360" tIns="44280" bIns="44280" anchor="ctr">
            <a:spAutoFit/>
          </a:bodyPr>
          <a:p>
            <a:pPr algn="ctr">
              <a:lnSpc>
                <a:spcPct val="100000"/>
              </a:lnSpc>
            </a:pPr>
            <a:r>
              <a:rPr b="0" lang="en-US" sz="1600" spc="-1" strike="noStrike">
                <a:solidFill>
                  <a:srgbClr val="00274c"/>
                </a:solidFill>
                <a:latin typeface="Arial"/>
              </a:rPr>
              <a:t>Transport, transoceanic freight</a:t>
            </a:r>
            <a:endParaRPr b="0" lang="en-US" sz="1600" spc="-1" strike="noStrike">
              <a:solidFill>
                <a:srgbClr val="000000"/>
              </a:solidFill>
              <a:latin typeface="Arial"/>
            </a:endParaRPr>
          </a:p>
          <a:p>
            <a:pPr algn="ctr">
              <a:lnSpc>
                <a:spcPct val="100000"/>
              </a:lnSpc>
            </a:pPr>
            <a:r>
              <a:rPr b="0" lang="en-US" sz="1600" spc="-1" strike="noStrike">
                <a:solidFill>
                  <a:srgbClr val="407ec9"/>
                </a:solidFill>
                <a:latin typeface="Arial"/>
              </a:rPr>
              <a:t>34.1 t∙km/FU</a:t>
            </a:r>
            <a:endParaRPr b="0" lang="en-US" sz="1600" spc="-1" strike="noStrike">
              <a:solidFill>
                <a:srgbClr val="000000"/>
              </a:solidFill>
              <a:latin typeface="Arial"/>
            </a:endParaRPr>
          </a:p>
        </p:txBody>
      </p:sp>
      <p:sp>
        <p:nvSpPr>
          <p:cNvPr id="160" name="Rectangle 19"/>
          <p:cNvSpPr/>
          <p:nvPr/>
        </p:nvSpPr>
        <p:spPr>
          <a:xfrm>
            <a:off x="13559760" y="3563280"/>
            <a:ext cx="1655280" cy="819360"/>
          </a:xfrm>
          <a:prstGeom prst="rect">
            <a:avLst/>
          </a:prstGeom>
          <a:solidFill>
            <a:schemeClr val="bg2">
              <a:lumMod val="75000"/>
              <a:alpha val="39000"/>
            </a:schemeClr>
          </a:solidFill>
          <a:ln w="9525">
            <a:noFill/>
          </a:ln>
        </p:spPr>
        <p:style>
          <a:lnRef idx="0"/>
          <a:fillRef idx="0"/>
          <a:effectRef idx="0"/>
          <a:fontRef idx="minor"/>
        </p:style>
        <p:txBody>
          <a:bodyPr lIns="90360" rIns="90360" tIns="44280" bIns="44280" anchor="ctr">
            <a:spAutoFit/>
          </a:bodyPr>
          <a:p>
            <a:pPr algn="ctr">
              <a:lnSpc>
                <a:spcPct val="100000"/>
              </a:lnSpc>
            </a:pPr>
            <a:r>
              <a:rPr b="0" lang="en-US" sz="1600" spc="-1" strike="noStrike">
                <a:solidFill>
                  <a:srgbClr val="00274c"/>
                </a:solidFill>
                <a:latin typeface="Arial"/>
              </a:rPr>
              <a:t>Electricity mix</a:t>
            </a:r>
            <a:endParaRPr b="0" lang="en-US" sz="1600" spc="-1" strike="noStrike">
              <a:solidFill>
                <a:srgbClr val="000000"/>
              </a:solidFill>
              <a:latin typeface="Arial"/>
            </a:endParaRPr>
          </a:p>
          <a:p>
            <a:pPr algn="ctr">
              <a:lnSpc>
                <a:spcPct val="100000"/>
              </a:lnSpc>
            </a:pPr>
            <a:endParaRPr b="0" lang="en-US" sz="1600" spc="-1" strike="noStrike">
              <a:solidFill>
                <a:srgbClr val="000000"/>
              </a:solidFill>
              <a:latin typeface="Arial"/>
            </a:endParaRPr>
          </a:p>
          <a:p>
            <a:pPr algn="ctr">
              <a:lnSpc>
                <a:spcPct val="100000"/>
              </a:lnSpc>
            </a:pPr>
            <a:r>
              <a:rPr b="0" lang="en-US" sz="1600" spc="-1" strike="noStrike">
                <a:solidFill>
                  <a:srgbClr val="407ec9"/>
                </a:solidFill>
                <a:latin typeface="Arial"/>
              </a:rPr>
              <a:t>57.4 MJ/FU</a:t>
            </a:r>
            <a:endParaRPr b="0" lang="en-US" sz="1600" spc="-1" strike="noStrike">
              <a:solidFill>
                <a:srgbClr val="000000"/>
              </a:solidFill>
              <a:latin typeface="Arial"/>
            </a:endParaRPr>
          </a:p>
        </p:txBody>
      </p:sp>
      <p:sp>
        <p:nvSpPr>
          <p:cNvPr id="161" name="Straight Connector 205"/>
          <p:cNvSpPr/>
          <p:nvPr/>
        </p:nvSpPr>
        <p:spPr>
          <a:xfrm flipV="1">
            <a:off x="14209200" y="3133440"/>
            <a:ext cx="360" cy="433080"/>
          </a:xfrm>
          <a:prstGeom prst="line">
            <a:avLst/>
          </a:prstGeom>
          <a:ln w="25400">
            <a:solidFill>
              <a:srgbClr val="407ec9"/>
            </a:solidFill>
            <a:round/>
          </a:ln>
        </p:spPr>
        <p:style>
          <a:lnRef idx="0"/>
          <a:fillRef idx="0"/>
          <a:effectRef idx="0"/>
          <a:fontRef idx="minor"/>
        </p:style>
      </p:sp>
      <p:sp>
        <p:nvSpPr>
          <p:cNvPr id="162" name="Straight Connector 206"/>
          <p:cNvSpPr/>
          <p:nvPr/>
        </p:nvSpPr>
        <p:spPr>
          <a:xfrm flipH="1">
            <a:off x="11940480" y="3133440"/>
            <a:ext cx="2268720" cy="360"/>
          </a:xfrm>
          <a:prstGeom prst="line">
            <a:avLst/>
          </a:prstGeom>
          <a:ln w="25400">
            <a:solidFill>
              <a:srgbClr val="407ec9"/>
            </a:solidFill>
            <a:round/>
          </a:ln>
        </p:spPr>
        <p:style>
          <a:lnRef idx="0"/>
          <a:fillRef idx="0"/>
          <a:effectRef idx="0"/>
          <a:fontRef idx="minor"/>
        </p:style>
      </p:sp>
      <p:sp>
        <p:nvSpPr>
          <p:cNvPr id="163" name="Straight Arrow Connector 207"/>
          <p:cNvSpPr/>
          <p:nvPr/>
        </p:nvSpPr>
        <p:spPr>
          <a:xfrm flipV="1">
            <a:off x="11940840" y="2953440"/>
            <a:ext cx="360" cy="178920"/>
          </a:xfrm>
          <a:custGeom>
            <a:avLst/>
            <a:gdLst/>
            <a:ahLst/>
            <a:rect l="l" t="t" r="r" b="b"/>
            <a:pathLst>
              <a:path w="21600" h="21600">
                <a:moveTo>
                  <a:pt x="0" y="0"/>
                </a:moveTo>
                <a:lnTo>
                  <a:pt x="21600" y="21600"/>
                </a:lnTo>
              </a:path>
            </a:pathLst>
          </a:custGeom>
          <a:noFill/>
          <a:ln w="25400">
            <a:solidFill>
              <a:srgbClr val="407ec9"/>
            </a:solidFill>
            <a:round/>
            <a:tailEnd len="med" type="arrow" w="med"/>
          </a:ln>
        </p:spPr>
        <p:style>
          <a:lnRef idx="0"/>
          <a:fillRef idx="0"/>
          <a:effectRef idx="0"/>
          <a:fontRef idx="minor"/>
        </p:style>
      </p:sp>
      <p:grpSp>
        <p:nvGrpSpPr>
          <p:cNvPr id="164" name="Group 208"/>
          <p:cNvGrpSpPr/>
          <p:nvPr/>
        </p:nvGrpSpPr>
        <p:grpSpPr>
          <a:xfrm>
            <a:off x="11724480" y="2953800"/>
            <a:ext cx="576720" cy="611280"/>
            <a:chOff x="11724480" y="2953800"/>
            <a:chExt cx="576720" cy="611280"/>
          </a:xfrm>
        </p:grpSpPr>
        <p:sp>
          <p:nvSpPr>
            <p:cNvPr id="165" name="Straight Connector 209"/>
            <p:cNvSpPr/>
            <p:nvPr/>
          </p:nvSpPr>
          <p:spPr>
            <a:xfrm flipV="1">
              <a:off x="12300840" y="3349440"/>
              <a:ext cx="360" cy="215640"/>
            </a:xfrm>
            <a:prstGeom prst="line">
              <a:avLst/>
            </a:prstGeom>
            <a:ln w="25400">
              <a:solidFill>
                <a:srgbClr val="407ec9"/>
              </a:solidFill>
              <a:round/>
            </a:ln>
          </p:spPr>
          <p:style>
            <a:lnRef idx="0"/>
            <a:fillRef idx="0"/>
            <a:effectRef idx="0"/>
            <a:fontRef idx="minor"/>
          </p:style>
        </p:sp>
        <p:sp>
          <p:nvSpPr>
            <p:cNvPr id="166" name="Straight Connector 210"/>
            <p:cNvSpPr/>
            <p:nvPr/>
          </p:nvSpPr>
          <p:spPr>
            <a:xfrm flipH="1">
              <a:off x="11724480" y="3349440"/>
              <a:ext cx="576360" cy="360"/>
            </a:xfrm>
            <a:prstGeom prst="line">
              <a:avLst/>
            </a:prstGeom>
            <a:ln w="25400">
              <a:solidFill>
                <a:srgbClr val="407ec9"/>
              </a:solidFill>
              <a:round/>
            </a:ln>
          </p:spPr>
          <p:style>
            <a:lnRef idx="0"/>
            <a:fillRef idx="0"/>
            <a:effectRef idx="0"/>
            <a:fontRef idx="minor"/>
          </p:style>
        </p:sp>
        <p:sp>
          <p:nvSpPr>
            <p:cNvPr id="167" name="Straight Arrow Connector 211"/>
            <p:cNvSpPr/>
            <p:nvPr/>
          </p:nvSpPr>
          <p:spPr>
            <a:xfrm flipV="1">
              <a:off x="11724840" y="2953440"/>
              <a:ext cx="360" cy="394920"/>
            </a:xfrm>
            <a:custGeom>
              <a:avLst/>
              <a:gdLst/>
              <a:ahLst/>
              <a:rect l="l" t="t" r="r" b="b"/>
              <a:pathLst>
                <a:path w="21600" h="21600">
                  <a:moveTo>
                    <a:pt x="0" y="0"/>
                  </a:moveTo>
                  <a:lnTo>
                    <a:pt x="21600" y="21600"/>
                  </a:lnTo>
                </a:path>
              </a:pathLst>
            </a:custGeom>
            <a:noFill/>
            <a:ln w="25400">
              <a:solidFill>
                <a:srgbClr val="407ec9"/>
              </a:solidFill>
              <a:round/>
              <a:tailEnd len="med" type="arrow" w="med"/>
            </a:ln>
          </p:spPr>
          <p:style>
            <a:lnRef idx="0"/>
            <a:fillRef idx="0"/>
            <a:effectRef idx="0"/>
            <a:fontRef idx="minor"/>
          </p:style>
        </p:sp>
      </p:grpSp>
      <p:grpSp>
        <p:nvGrpSpPr>
          <p:cNvPr id="168" name="Group 212"/>
          <p:cNvGrpSpPr/>
          <p:nvPr/>
        </p:nvGrpSpPr>
        <p:grpSpPr>
          <a:xfrm>
            <a:off x="7908120" y="2954160"/>
            <a:ext cx="2755080" cy="610920"/>
            <a:chOff x="7908120" y="2954160"/>
            <a:chExt cx="2755080" cy="610920"/>
          </a:xfrm>
        </p:grpSpPr>
        <p:sp>
          <p:nvSpPr>
            <p:cNvPr id="169" name="Straight Connector 213"/>
            <p:cNvSpPr/>
            <p:nvPr/>
          </p:nvSpPr>
          <p:spPr>
            <a:xfrm flipV="1">
              <a:off x="7908120" y="3133440"/>
              <a:ext cx="360" cy="431640"/>
            </a:xfrm>
            <a:prstGeom prst="line">
              <a:avLst/>
            </a:prstGeom>
            <a:ln w="25400">
              <a:solidFill>
                <a:srgbClr val="407ec9"/>
              </a:solidFill>
              <a:round/>
            </a:ln>
          </p:spPr>
          <p:style>
            <a:lnRef idx="0"/>
            <a:fillRef idx="0"/>
            <a:effectRef idx="0"/>
            <a:fontRef idx="minor"/>
          </p:style>
        </p:sp>
        <p:sp>
          <p:nvSpPr>
            <p:cNvPr id="170" name="Straight Connector 214"/>
            <p:cNvSpPr/>
            <p:nvPr/>
          </p:nvSpPr>
          <p:spPr>
            <a:xfrm flipH="1">
              <a:off x="7908120" y="3133440"/>
              <a:ext cx="2754360" cy="360"/>
            </a:xfrm>
            <a:prstGeom prst="line">
              <a:avLst/>
            </a:prstGeom>
            <a:ln w="25400">
              <a:solidFill>
                <a:srgbClr val="407ec9"/>
              </a:solidFill>
              <a:round/>
            </a:ln>
          </p:spPr>
          <p:style>
            <a:lnRef idx="0"/>
            <a:fillRef idx="0"/>
            <a:effectRef idx="0"/>
            <a:fontRef idx="minor"/>
          </p:style>
        </p:sp>
        <p:sp>
          <p:nvSpPr>
            <p:cNvPr id="171" name="Straight Arrow Connector 215"/>
            <p:cNvSpPr/>
            <p:nvPr/>
          </p:nvSpPr>
          <p:spPr>
            <a:xfrm flipV="1">
              <a:off x="10662840" y="2954160"/>
              <a:ext cx="360" cy="179280"/>
            </a:xfrm>
            <a:custGeom>
              <a:avLst/>
              <a:gdLst/>
              <a:ahLst/>
              <a:rect l="l" t="t" r="r" b="b"/>
              <a:pathLst>
                <a:path w="21600" h="21600">
                  <a:moveTo>
                    <a:pt x="0" y="0"/>
                  </a:moveTo>
                  <a:lnTo>
                    <a:pt x="21600" y="21600"/>
                  </a:lnTo>
                </a:path>
              </a:pathLst>
            </a:custGeom>
            <a:noFill/>
            <a:ln w="25400">
              <a:solidFill>
                <a:srgbClr val="407ec9"/>
              </a:solidFill>
              <a:round/>
              <a:tailEnd len="med" type="arrow" w="med"/>
            </a:ln>
          </p:spPr>
          <p:style>
            <a:lnRef idx="0"/>
            <a:fillRef idx="0"/>
            <a:effectRef idx="0"/>
            <a:fontRef idx="minor"/>
          </p:style>
        </p:sp>
      </p:grpSp>
      <p:grpSp>
        <p:nvGrpSpPr>
          <p:cNvPr id="172" name="Group 216"/>
          <p:cNvGrpSpPr/>
          <p:nvPr/>
        </p:nvGrpSpPr>
        <p:grpSpPr>
          <a:xfrm>
            <a:off x="10176840" y="2953800"/>
            <a:ext cx="648360" cy="611280"/>
            <a:chOff x="10176840" y="2953800"/>
            <a:chExt cx="648360" cy="611280"/>
          </a:xfrm>
        </p:grpSpPr>
        <p:sp>
          <p:nvSpPr>
            <p:cNvPr id="173" name="Straight Connector 217"/>
            <p:cNvSpPr/>
            <p:nvPr/>
          </p:nvSpPr>
          <p:spPr>
            <a:xfrm flipV="1">
              <a:off x="10176840" y="3349440"/>
              <a:ext cx="360" cy="215640"/>
            </a:xfrm>
            <a:prstGeom prst="line">
              <a:avLst/>
            </a:prstGeom>
            <a:ln w="25400">
              <a:solidFill>
                <a:srgbClr val="407ec9"/>
              </a:solidFill>
              <a:round/>
            </a:ln>
          </p:spPr>
          <p:style>
            <a:lnRef idx="0"/>
            <a:fillRef idx="0"/>
            <a:effectRef idx="0"/>
            <a:fontRef idx="minor"/>
          </p:style>
        </p:sp>
        <p:sp>
          <p:nvSpPr>
            <p:cNvPr id="174" name="Straight Connector 218"/>
            <p:cNvSpPr/>
            <p:nvPr/>
          </p:nvSpPr>
          <p:spPr>
            <a:xfrm flipH="1">
              <a:off x="10176840" y="3349440"/>
              <a:ext cx="647640" cy="360"/>
            </a:xfrm>
            <a:prstGeom prst="line">
              <a:avLst/>
            </a:prstGeom>
            <a:ln w="25400">
              <a:solidFill>
                <a:srgbClr val="407ec9"/>
              </a:solidFill>
              <a:round/>
            </a:ln>
          </p:spPr>
          <p:style>
            <a:lnRef idx="0"/>
            <a:fillRef idx="0"/>
            <a:effectRef idx="0"/>
            <a:fontRef idx="minor"/>
          </p:style>
        </p:sp>
        <p:sp>
          <p:nvSpPr>
            <p:cNvPr id="175" name="Straight Arrow Connector 219"/>
            <p:cNvSpPr/>
            <p:nvPr/>
          </p:nvSpPr>
          <p:spPr>
            <a:xfrm flipV="1">
              <a:off x="10824840" y="2953440"/>
              <a:ext cx="360" cy="394920"/>
            </a:xfrm>
            <a:custGeom>
              <a:avLst/>
              <a:gdLst/>
              <a:ahLst/>
              <a:rect l="l" t="t" r="r" b="b"/>
              <a:pathLst>
                <a:path w="21600" h="21600">
                  <a:moveTo>
                    <a:pt x="0" y="0"/>
                  </a:moveTo>
                  <a:lnTo>
                    <a:pt x="21600" y="21600"/>
                  </a:lnTo>
                </a:path>
              </a:pathLst>
            </a:custGeom>
            <a:noFill/>
            <a:ln w="25400">
              <a:solidFill>
                <a:srgbClr val="407ec9"/>
              </a:solidFill>
              <a:round/>
              <a:tailEnd len="med" type="arrow" w="med"/>
            </a:ln>
          </p:spPr>
          <p:style>
            <a:lnRef idx="0"/>
            <a:fillRef idx="0"/>
            <a:effectRef idx="0"/>
            <a:fontRef idx="minor"/>
          </p:style>
        </p:sp>
      </p:grpSp>
      <p:grpSp>
        <p:nvGrpSpPr>
          <p:cNvPr id="176" name="Group 245"/>
          <p:cNvGrpSpPr/>
          <p:nvPr/>
        </p:nvGrpSpPr>
        <p:grpSpPr>
          <a:xfrm>
            <a:off x="11248200" y="2954160"/>
            <a:ext cx="405360" cy="3492360"/>
            <a:chOff x="11248200" y="2954160"/>
            <a:chExt cx="405360" cy="3492360"/>
          </a:xfrm>
        </p:grpSpPr>
        <p:sp>
          <p:nvSpPr>
            <p:cNvPr id="177" name="Straight Connector 246"/>
            <p:cNvSpPr/>
            <p:nvPr/>
          </p:nvSpPr>
          <p:spPr>
            <a:xfrm flipV="1">
              <a:off x="11653200" y="5213160"/>
              <a:ext cx="360" cy="1233360"/>
            </a:xfrm>
            <a:prstGeom prst="line">
              <a:avLst/>
            </a:prstGeom>
            <a:ln w="25400">
              <a:solidFill>
                <a:srgbClr val="407ec9"/>
              </a:solidFill>
              <a:round/>
            </a:ln>
          </p:spPr>
          <p:style>
            <a:lnRef idx="0"/>
            <a:fillRef idx="0"/>
            <a:effectRef idx="0"/>
            <a:fontRef idx="minor"/>
          </p:style>
        </p:sp>
        <p:sp>
          <p:nvSpPr>
            <p:cNvPr id="178" name="Straight Connector 247"/>
            <p:cNvSpPr/>
            <p:nvPr/>
          </p:nvSpPr>
          <p:spPr>
            <a:xfrm flipH="1">
              <a:off x="11248200" y="5213160"/>
              <a:ext cx="405000" cy="360"/>
            </a:xfrm>
            <a:prstGeom prst="line">
              <a:avLst/>
            </a:prstGeom>
            <a:ln w="25400">
              <a:solidFill>
                <a:srgbClr val="407ec9"/>
              </a:solidFill>
              <a:round/>
            </a:ln>
          </p:spPr>
          <p:style>
            <a:lnRef idx="0"/>
            <a:fillRef idx="0"/>
            <a:effectRef idx="0"/>
            <a:fontRef idx="minor"/>
          </p:style>
        </p:sp>
        <p:sp>
          <p:nvSpPr>
            <p:cNvPr id="179" name="Straight Arrow Connector 248"/>
            <p:cNvSpPr/>
            <p:nvPr/>
          </p:nvSpPr>
          <p:spPr>
            <a:xfrm flipV="1">
              <a:off x="11248560" y="2954160"/>
              <a:ext cx="360" cy="2258640"/>
            </a:xfrm>
            <a:custGeom>
              <a:avLst/>
              <a:gdLst/>
              <a:ahLst/>
              <a:rect l="l" t="t" r="r" b="b"/>
              <a:pathLst>
                <a:path w="21600" h="21600">
                  <a:moveTo>
                    <a:pt x="0" y="0"/>
                  </a:moveTo>
                  <a:lnTo>
                    <a:pt x="21600" y="21600"/>
                  </a:lnTo>
                </a:path>
              </a:pathLst>
            </a:custGeom>
            <a:noFill/>
            <a:ln w="25400">
              <a:solidFill>
                <a:srgbClr val="407ec9"/>
              </a:solidFill>
              <a:round/>
              <a:tailEnd len="med" type="arrow" w="med"/>
            </a:ln>
          </p:spPr>
          <p:style>
            <a:lnRef idx="0"/>
            <a:fillRef idx="0"/>
            <a:effectRef idx="0"/>
            <a:fontRef idx="minor"/>
          </p:style>
        </p:sp>
      </p:grpSp>
      <p:grpSp>
        <p:nvGrpSpPr>
          <p:cNvPr id="180" name="Group 257"/>
          <p:cNvGrpSpPr/>
          <p:nvPr/>
        </p:nvGrpSpPr>
        <p:grpSpPr>
          <a:xfrm>
            <a:off x="9852840" y="2953800"/>
            <a:ext cx="1261080" cy="3498840"/>
            <a:chOff x="9852840" y="2953800"/>
            <a:chExt cx="1261080" cy="3498840"/>
          </a:xfrm>
        </p:grpSpPr>
        <p:sp>
          <p:nvSpPr>
            <p:cNvPr id="181" name="Straight Connector 258"/>
            <p:cNvSpPr/>
            <p:nvPr/>
          </p:nvSpPr>
          <p:spPr>
            <a:xfrm flipV="1">
              <a:off x="9852840" y="6266520"/>
              <a:ext cx="360" cy="186120"/>
            </a:xfrm>
            <a:prstGeom prst="line">
              <a:avLst/>
            </a:prstGeom>
            <a:ln w="25400">
              <a:solidFill>
                <a:srgbClr val="407ec9"/>
              </a:solidFill>
              <a:round/>
            </a:ln>
          </p:spPr>
          <p:style>
            <a:lnRef idx="0"/>
            <a:fillRef idx="0"/>
            <a:effectRef idx="0"/>
            <a:fontRef idx="minor"/>
          </p:style>
        </p:sp>
        <p:sp>
          <p:nvSpPr>
            <p:cNvPr id="182" name="Straight Connector 259"/>
            <p:cNvSpPr/>
            <p:nvPr/>
          </p:nvSpPr>
          <p:spPr>
            <a:xfrm flipH="1">
              <a:off x="9852840" y="6266520"/>
              <a:ext cx="1260720" cy="360"/>
            </a:xfrm>
            <a:prstGeom prst="line">
              <a:avLst/>
            </a:prstGeom>
            <a:ln w="25400">
              <a:solidFill>
                <a:srgbClr val="407ec9"/>
              </a:solidFill>
              <a:round/>
            </a:ln>
          </p:spPr>
          <p:style>
            <a:lnRef idx="0"/>
            <a:fillRef idx="0"/>
            <a:effectRef idx="0"/>
            <a:fontRef idx="minor"/>
          </p:style>
        </p:sp>
        <p:sp>
          <p:nvSpPr>
            <p:cNvPr id="183" name="Straight Arrow Connector 260"/>
            <p:cNvSpPr/>
            <p:nvPr/>
          </p:nvSpPr>
          <p:spPr>
            <a:xfrm flipV="1">
              <a:off x="11113560" y="2953440"/>
              <a:ext cx="360" cy="3312360"/>
            </a:xfrm>
            <a:custGeom>
              <a:avLst/>
              <a:gdLst/>
              <a:ahLst/>
              <a:rect l="l" t="t" r="r" b="b"/>
              <a:pathLst>
                <a:path w="21600" h="21600">
                  <a:moveTo>
                    <a:pt x="0" y="0"/>
                  </a:moveTo>
                  <a:lnTo>
                    <a:pt x="21600" y="21600"/>
                  </a:lnTo>
                </a:path>
              </a:pathLst>
            </a:custGeom>
            <a:noFill/>
            <a:ln w="25400">
              <a:solidFill>
                <a:srgbClr val="407ec9"/>
              </a:solidFill>
              <a:round/>
              <a:tailEnd len="med" type="arrow" w="med"/>
            </a:ln>
          </p:spPr>
          <p:style>
            <a:lnRef idx="0"/>
            <a:fillRef idx="0"/>
            <a:effectRef idx="0"/>
            <a:fontRef idx="minor"/>
          </p:style>
        </p:sp>
      </p:grpSp>
      <p:sp>
        <p:nvSpPr>
          <p:cNvPr id="184" name="Rectangle 19"/>
          <p:cNvSpPr/>
          <p:nvPr/>
        </p:nvSpPr>
        <p:spPr>
          <a:xfrm>
            <a:off x="10537200" y="2129760"/>
            <a:ext cx="1584000" cy="819360"/>
          </a:xfrm>
          <a:prstGeom prst="rect">
            <a:avLst/>
          </a:prstGeom>
          <a:solidFill>
            <a:schemeClr val="accent6">
              <a:alpha val="15000"/>
            </a:schemeClr>
          </a:solidFill>
          <a:ln w="9525">
            <a:noFill/>
          </a:ln>
        </p:spPr>
        <p:style>
          <a:lnRef idx="0"/>
          <a:fillRef idx="0"/>
          <a:effectRef idx="0"/>
          <a:fontRef idx="minor"/>
        </p:style>
        <p:txBody>
          <a:bodyPr lIns="90360" rIns="90360" tIns="44280" bIns="44280" anchor="ctr">
            <a:spAutoFit/>
          </a:bodyPr>
          <a:p>
            <a:pPr algn="ctr">
              <a:lnSpc>
                <a:spcPct val="100000"/>
              </a:lnSpc>
            </a:pPr>
            <a:r>
              <a:rPr b="1" lang="en-US" sz="1600" spc="-1" strike="noStrike">
                <a:solidFill>
                  <a:srgbClr val="00b2a9"/>
                </a:solidFill>
                <a:latin typeface="Arial"/>
              </a:rPr>
              <a:t>Aluminum, primary,liquid</a:t>
            </a:r>
            <a:endParaRPr b="0" lang="en-US" sz="1600" spc="-1" strike="noStrike">
              <a:solidFill>
                <a:srgbClr val="000000"/>
              </a:solidFill>
              <a:latin typeface="Arial"/>
            </a:endParaRPr>
          </a:p>
          <a:p>
            <a:pPr algn="ctr">
              <a:lnSpc>
                <a:spcPct val="100000"/>
              </a:lnSpc>
            </a:pPr>
            <a:r>
              <a:rPr b="0" lang="en-US" sz="1600" spc="-1" strike="noStrike">
                <a:solidFill>
                  <a:srgbClr val="00274c"/>
                </a:solidFill>
                <a:latin typeface="Arial"/>
              </a:rPr>
              <a:t>FU=1 kg</a:t>
            </a:r>
            <a:endParaRPr b="0" lang="en-US" sz="1600" spc="-1" strike="noStrike">
              <a:solidFill>
                <a:srgbClr val="000000"/>
              </a:solidFill>
              <a:latin typeface="Arial"/>
            </a:endParaRPr>
          </a:p>
        </p:txBody>
      </p:sp>
      <p:sp>
        <p:nvSpPr>
          <p:cNvPr id="185" name="Rectangle 19"/>
          <p:cNvSpPr/>
          <p:nvPr/>
        </p:nvSpPr>
        <p:spPr>
          <a:xfrm>
            <a:off x="6349320" y="4974480"/>
            <a:ext cx="1655280" cy="819360"/>
          </a:xfrm>
          <a:prstGeom prst="rect">
            <a:avLst/>
          </a:prstGeom>
          <a:solidFill>
            <a:schemeClr val="bg2">
              <a:lumMod val="75000"/>
              <a:alpha val="39000"/>
            </a:schemeClr>
          </a:solidFill>
          <a:ln w="9525">
            <a:noFill/>
          </a:ln>
        </p:spPr>
        <p:style>
          <a:lnRef idx="0"/>
          <a:fillRef idx="0"/>
          <a:effectRef idx="0"/>
          <a:fontRef idx="minor"/>
        </p:style>
        <p:txBody>
          <a:bodyPr lIns="90360" rIns="90360" tIns="44280" bIns="44280" anchor="ctr">
            <a:spAutoFit/>
          </a:bodyPr>
          <a:p>
            <a:pPr algn="ctr">
              <a:lnSpc>
                <a:spcPct val="100000"/>
              </a:lnSpc>
            </a:pPr>
            <a:r>
              <a:rPr b="0" lang="en-US" sz="1600" spc="-1" strike="noStrike">
                <a:solidFill>
                  <a:srgbClr val="00274c"/>
                </a:solidFill>
                <a:latin typeface="Arial"/>
              </a:rPr>
              <a:t>Aluminum hydroxide</a:t>
            </a:r>
            <a:endParaRPr b="0" lang="en-US" sz="1600" spc="-1" strike="noStrike">
              <a:solidFill>
                <a:srgbClr val="000000"/>
              </a:solidFill>
              <a:latin typeface="Arial"/>
            </a:endParaRPr>
          </a:p>
          <a:p>
            <a:pPr algn="ctr">
              <a:lnSpc>
                <a:spcPct val="100000"/>
              </a:lnSpc>
            </a:pPr>
            <a:r>
              <a:rPr b="0" lang="en-US" sz="1600" spc="-1" strike="noStrike">
                <a:solidFill>
                  <a:srgbClr val="407ec9"/>
                </a:solidFill>
                <a:latin typeface="Arial"/>
              </a:rPr>
              <a:t>2.96 kg/FU</a:t>
            </a:r>
            <a:endParaRPr b="0" lang="en-US" sz="1600" spc="-1" strike="noStrike">
              <a:solidFill>
                <a:srgbClr val="000000"/>
              </a:solidFill>
              <a:latin typeface="Arial"/>
            </a:endParaRPr>
          </a:p>
        </p:txBody>
      </p:sp>
      <p:grpSp>
        <p:nvGrpSpPr>
          <p:cNvPr id="186" name="Group 222"/>
          <p:cNvGrpSpPr/>
          <p:nvPr/>
        </p:nvGrpSpPr>
        <p:grpSpPr>
          <a:xfrm>
            <a:off x="7104960" y="4358880"/>
            <a:ext cx="900360" cy="611280"/>
            <a:chOff x="7104960" y="4358880"/>
            <a:chExt cx="900360" cy="611280"/>
          </a:xfrm>
        </p:grpSpPr>
        <p:sp>
          <p:nvSpPr>
            <p:cNvPr id="187" name="Straight Connector 223"/>
            <p:cNvSpPr/>
            <p:nvPr/>
          </p:nvSpPr>
          <p:spPr>
            <a:xfrm flipV="1">
              <a:off x="7104960" y="4754520"/>
              <a:ext cx="360" cy="215640"/>
            </a:xfrm>
            <a:prstGeom prst="line">
              <a:avLst/>
            </a:prstGeom>
            <a:ln w="25400">
              <a:solidFill>
                <a:srgbClr val="407ec9"/>
              </a:solidFill>
              <a:round/>
            </a:ln>
          </p:spPr>
          <p:style>
            <a:lnRef idx="0"/>
            <a:fillRef idx="0"/>
            <a:effectRef idx="0"/>
            <a:fontRef idx="minor"/>
          </p:style>
        </p:sp>
        <p:sp>
          <p:nvSpPr>
            <p:cNvPr id="188" name="Straight Connector 224"/>
            <p:cNvSpPr/>
            <p:nvPr/>
          </p:nvSpPr>
          <p:spPr>
            <a:xfrm flipH="1">
              <a:off x="7104960" y="4754520"/>
              <a:ext cx="900000" cy="360"/>
            </a:xfrm>
            <a:prstGeom prst="line">
              <a:avLst/>
            </a:prstGeom>
            <a:ln w="25400">
              <a:solidFill>
                <a:srgbClr val="407ec9"/>
              </a:solidFill>
              <a:round/>
            </a:ln>
          </p:spPr>
          <p:style>
            <a:lnRef idx="0"/>
            <a:fillRef idx="0"/>
            <a:effectRef idx="0"/>
            <a:fontRef idx="minor"/>
          </p:style>
        </p:sp>
        <p:sp>
          <p:nvSpPr>
            <p:cNvPr id="189" name="Straight Arrow Connector 225"/>
            <p:cNvSpPr/>
            <p:nvPr/>
          </p:nvSpPr>
          <p:spPr>
            <a:xfrm flipV="1">
              <a:off x="8004960" y="4358520"/>
              <a:ext cx="360" cy="394920"/>
            </a:xfrm>
            <a:custGeom>
              <a:avLst/>
              <a:gdLst/>
              <a:ahLst/>
              <a:rect l="l" t="t" r="r" b="b"/>
              <a:pathLst>
                <a:path w="21600" h="21600">
                  <a:moveTo>
                    <a:pt x="0" y="0"/>
                  </a:moveTo>
                  <a:lnTo>
                    <a:pt x="21600" y="21600"/>
                  </a:lnTo>
                </a:path>
              </a:pathLst>
            </a:custGeom>
            <a:noFill/>
            <a:ln w="25400">
              <a:solidFill>
                <a:srgbClr val="407ec9"/>
              </a:solidFill>
              <a:round/>
              <a:tailEnd len="med" type="arrow" w="med"/>
            </a:ln>
          </p:spPr>
          <p:style>
            <a:lnRef idx="0"/>
            <a:fillRef idx="0"/>
            <a:effectRef idx="0"/>
            <a:fontRef idx="minor"/>
          </p:style>
        </p:sp>
      </p:grpSp>
      <p:grpSp>
        <p:nvGrpSpPr>
          <p:cNvPr id="190" name="Group 249"/>
          <p:cNvGrpSpPr/>
          <p:nvPr/>
        </p:nvGrpSpPr>
        <p:grpSpPr>
          <a:xfrm>
            <a:off x="7393680" y="5798880"/>
            <a:ext cx="1207080" cy="610920"/>
            <a:chOff x="7393680" y="5798880"/>
            <a:chExt cx="1207080" cy="610920"/>
          </a:xfrm>
        </p:grpSpPr>
        <p:sp>
          <p:nvSpPr>
            <p:cNvPr id="191" name="Straight Connector 250"/>
            <p:cNvSpPr/>
            <p:nvPr/>
          </p:nvSpPr>
          <p:spPr>
            <a:xfrm flipV="1">
              <a:off x="8600400" y="6230520"/>
              <a:ext cx="360" cy="179280"/>
            </a:xfrm>
            <a:prstGeom prst="line">
              <a:avLst/>
            </a:prstGeom>
            <a:ln w="25400">
              <a:solidFill>
                <a:srgbClr val="407ec9"/>
              </a:solidFill>
              <a:round/>
            </a:ln>
          </p:spPr>
          <p:style>
            <a:lnRef idx="0"/>
            <a:fillRef idx="0"/>
            <a:effectRef idx="0"/>
            <a:fontRef idx="minor"/>
          </p:style>
        </p:sp>
        <p:sp>
          <p:nvSpPr>
            <p:cNvPr id="192" name="Straight Connector 251"/>
            <p:cNvSpPr/>
            <p:nvPr/>
          </p:nvSpPr>
          <p:spPr>
            <a:xfrm flipH="1">
              <a:off x="7393680" y="6230520"/>
              <a:ext cx="1206720" cy="360"/>
            </a:xfrm>
            <a:prstGeom prst="line">
              <a:avLst/>
            </a:prstGeom>
            <a:ln w="25400">
              <a:solidFill>
                <a:srgbClr val="407ec9"/>
              </a:solidFill>
              <a:round/>
            </a:ln>
          </p:spPr>
          <p:style>
            <a:lnRef idx="0"/>
            <a:fillRef idx="0"/>
            <a:effectRef idx="0"/>
            <a:fontRef idx="minor"/>
          </p:style>
        </p:sp>
        <p:sp>
          <p:nvSpPr>
            <p:cNvPr id="193" name="Straight Arrow Connector 252"/>
            <p:cNvSpPr/>
            <p:nvPr/>
          </p:nvSpPr>
          <p:spPr>
            <a:xfrm flipV="1">
              <a:off x="7394040" y="5798880"/>
              <a:ext cx="360" cy="431280"/>
            </a:xfrm>
            <a:custGeom>
              <a:avLst/>
              <a:gdLst/>
              <a:ahLst/>
              <a:rect l="l" t="t" r="r" b="b"/>
              <a:pathLst>
                <a:path w="21600" h="21600">
                  <a:moveTo>
                    <a:pt x="0" y="0"/>
                  </a:moveTo>
                  <a:lnTo>
                    <a:pt x="21600" y="21600"/>
                  </a:lnTo>
                </a:path>
              </a:pathLst>
            </a:custGeom>
            <a:noFill/>
            <a:ln w="25400">
              <a:solidFill>
                <a:srgbClr val="407ec9"/>
              </a:solidFill>
              <a:round/>
              <a:tailEnd len="med" type="arrow" w="med"/>
            </a:ln>
          </p:spPr>
          <p:style>
            <a:lnRef idx="0"/>
            <a:fillRef idx="0"/>
            <a:effectRef idx="0"/>
            <a:fontRef idx="minor"/>
          </p:style>
        </p:sp>
      </p:grpSp>
      <p:grpSp>
        <p:nvGrpSpPr>
          <p:cNvPr id="194" name="Group 253"/>
          <p:cNvGrpSpPr/>
          <p:nvPr/>
        </p:nvGrpSpPr>
        <p:grpSpPr>
          <a:xfrm>
            <a:off x="8328960" y="4380120"/>
            <a:ext cx="397080" cy="2052720"/>
            <a:chOff x="8328960" y="4380120"/>
            <a:chExt cx="397080" cy="2052720"/>
          </a:xfrm>
        </p:grpSpPr>
        <p:sp>
          <p:nvSpPr>
            <p:cNvPr id="195" name="Straight Connector 254"/>
            <p:cNvSpPr/>
            <p:nvPr/>
          </p:nvSpPr>
          <p:spPr>
            <a:xfrm flipV="1">
              <a:off x="8725680" y="5707800"/>
              <a:ext cx="360" cy="725040"/>
            </a:xfrm>
            <a:prstGeom prst="line">
              <a:avLst/>
            </a:prstGeom>
            <a:ln w="25400">
              <a:solidFill>
                <a:srgbClr val="407ec9"/>
              </a:solidFill>
              <a:round/>
            </a:ln>
          </p:spPr>
          <p:style>
            <a:lnRef idx="0"/>
            <a:fillRef idx="0"/>
            <a:effectRef idx="0"/>
            <a:fontRef idx="minor"/>
          </p:style>
        </p:sp>
        <p:sp>
          <p:nvSpPr>
            <p:cNvPr id="196" name="Straight Connector 255"/>
            <p:cNvSpPr/>
            <p:nvPr/>
          </p:nvSpPr>
          <p:spPr>
            <a:xfrm flipH="1">
              <a:off x="8328960" y="5707800"/>
              <a:ext cx="396720" cy="360"/>
            </a:xfrm>
            <a:prstGeom prst="line">
              <a:avLst/>
            </a:prstGeom>
            <a:ln w="25400">
              <a:solidFill>
                <a:srgbClr val="407ec9"/>
              </a:solidFill>
              <a:round/>
            </a:ln>
          </p:spPr>
          <p:style>
            <a:lnRef idx="0"/>
            <a:fillRef idx="0"/>
            <a:effectRef idx="0"/>
            <a:fontRef idx="minor"/>
          </p:style>
        </p:sp>
        <p:sp>
          <p:nvSpPr>
            <p:cNvPr id="197" name="Straight Arrow Connector 256"/>
            <p:cNvSpPr/>
            <p:nvPr/>
          </p:nvSpPr>
          <p:spPr>
            <a:xfrm flipV="1">
              <a:off x="8328960" y="4379760"/>
              <a:ext cx="360" cy="1327320"/>
            </a:xfrm>
            <a:custGeom>
              <a:avLst/>
              <a:gdLst/>
              <a:ahLst/>
              <a:rect l="l" t="t" r="r" b="b"/>
              <a:pathLst>
                <a:path w="21600" h="21600">
                  <a:moveTo>
                    <a:pt x="0" y="0"/>
                  </a:moveTo>
                  <a:lnTo>
                    <a:pt x="21600" y="21600"/>
                  </a:lnTo>
                </a:path>
              </a:pathLst>
            </a:custGeom>
            <a:noFill/>
            <a:ln w="25400">
              <a:solidFill>
                <a:srgbClr val="407ec9"/>
              </a:solidFill>
              <a:round/>
              <a:tailEnd len="med" type="arrow" w="med"/>
            </a:ln>
          </p:spPr>
          <p:style>
            <a:lnRef idx="0"/>
            <a:fillRef idx="0"/>
            <a:effectRef idx="0"/>
            <a:fontRef idx="minor"/>
          </p:style>
        </p:sp>
      </p:grpSp>
      <p:grpSp>
        <p:nvGrpSpPr>
          <p:cNvPr id="198" name="Group 241"/>
          <p:cNvGrpSpPr/>
          <p:nvPr/>
        </p:nvGrpSpPr>
        <p:grpSpPr>
          <a:xfrm>
            <a:off x="7647120" y="5820120"/>
            <a:ext cx="3780000" cy="612720"/>
            <a:chOff x="7647120" y="5820120"/>
            <a:chExt cx="3780000" cy="612720"/>
          </a:xfrm>
        </p:grpSpPr>
        <p:sp>
          <p:nvSpPr>
            <p:cNvPr id="199" name="Straight Connector 242"/>
            <p:cNvSpPr/>
            <p:nvPr/>
          </p:nvSpPr>
          <p:spPr>
            <a:xfrm flipV="1">
              <a:off x="11426760" y="6108120"/>
              <a:ext cx="360" cy="324720"/>
            </a:xfrm>
            <a:prstGeom prst="line">
              <a:avLst/>
            </a:prstGeom>
            <a:ln w="25400">
              <a:solidFill>
                <a:srgbClr val="407ec9"/>
              </a:solidFill>
              <a:round/>
            </a:ln>
          </p:spPr>
          <p:style>
            <a:lnRef idx="0"/>
            <a:fillRef idx="0"/>
            <a:effectRef idx="0"/>
            <a:fontRef idx="minor"/>
          </p:style>
        </p:sp>
        <p:sp>
          <p:nvSpPr>
            <p:cNvPr id="200" name="Straight Connector 243"/>
            <p:cNvSpPr/>
            <p:nvPr/>
          </p:nvSpPr>
          <p:spPr>
            <a:xfrm flipH="1">
              <a:off x="7647120" y="6108120"/>
              <a:ext cx="3779640" cy="360"/>
            </a:xfrm>
            <a:prstGeom prst="line">
              <a:avLst/>
            </a:prstGeom>
            <a:ln w="25400">
              <a:solidFill>
                <a:srgbClr val="407ec9"/>
              </a:solidFill>
              <a:round/>
            </a:ln>
          </p:spPr>
          <p:style>
            <a:lnRef idx="0"/>
            <a:fillRef idx="0"/>
            <a:effectRef idx="0"/>
            <a:fontRef idx="minor"/>
          </p:style>
        </p:sp>
        <p:sp>
          <p:nvSpPr>
            <p:cNvPr id="201" name="Straight Arrow Connector 244"/>
            <p:cNvSpPr/>
            <p:nvPr/>
          </p:nvSpPr>
          <p:spPr>
            <a:xfrm flipV="1">
              <a:off x="7647120" y="5820120"/>
              <a:ext cx="360" cy="288000"/>
            </a:xfrm>
            <a:custGeom>
              <a:avLst/>
              <a:gdLst/>
              <a:ahLst/>
              <a:rect l="l" t="t" r="r" b="b"/>
              <a:pathLst>
                <a:path w="21600" h="21600">
                  <a:moveTo>
                    <a:pt x="0" y="0"/>
                  </a:moveTo>
                  <a:lnTo>
                    <a:pt x="21600" y="21600"/>
                  </a:lnTo>
                </a:path>
              </a:pathLst>
            </a:custGeom>
            <a:noFill/>
            <a:ln w="25400">
              <a:solidFill>
                <a:srgbClr val="407ec9"/>
              </a:solidFill>
              <a:round/>
              <a:tailEnd len="med" type="arrow" w="med"/>
            </a:ln>
          </p:spPr>
          <p:style>
            <a:lnRef idx="0"/>
            <a:fillRef idx="0"/>
            <a:effectRef idx="0"/>
            <a:fontRef idx="minor"/>
          </p:style>
        </p:sp>
      </p:grpSp>
      <p:sp>
        <p:nvSpPr>
          <p:cNvPr id="202" name="Rectangle 19"/>
          <p:cNvSpPr/>
          <p:nvPr/>
        </p:nvSpPr>
        <p:spPr>
          <a:xfrm>
            <a:off x="6352920" y="6450840"/>
            <a:ext cx="1657080" cy="819360"/>
          </a:xfrm>
          <a:prstGeom prst="rect">
            <a:avLst/>
          </a:prstGeom>
          <a:solidFill>
            <a:schemeClr val="bg2">
              <a:lumMod val="75000"/>
              <a:alpha val="39000"/>
            </a:schemeClr>
          </a:solidFill>
          <a:ln w="9525">
            <a:noFill/>
          </a:ln>
        </p:spPr>
        <p:style>
          <a:lnRef idx="0"/>
          <a:fillRef idx="0"/>
          <a:effectRef idx="0"/>
          <a:fontRef idx="minor"/>
        </p:style>
        <p:txBody>
          <a:bodyPr lIns="90360" rIns="90360" tIns="44280" bIns="44280" anchor="ctr">
            <a:spAutoFit/>
          </a:bodyPr>
          <a:p>
            <a:pPr algn="ctr">
              <a:lnSpc>
                <a:spcPct val="100000"/>
              </a:lnSpc>
            </a:pPr>
            <a:r>
              <a:rPr b="0" lang="en-US" sz="1600" spc="-1" strike="noStrike">
                <a:solidFill>
                  <a:srgbClr val="00274c"/>
                </a:solidFill>
                <a:latin typeface="Arial"/>
              </a:rPr>
              <a:t>Bauxite</a:t>
            </a:r>
            <a:endParaRPr b="0" lang="en-US" sz="1600" spc="-1" strike="noStrike">
              <a:solidFill>
                <a:srgbClr val="000000"/>
              </a:solidFill>
              <a:latin typeface="Arial"/>
            </a:endParaRPr>
          </a:p>
          <a:p>
            <a:pPr algn="ctr">
              <a:lnSpc>
                <a:spcPct val="100000"/>
              </a:lnSpc>
            </a:pPr>
            <a:endParaRPr b="0" lang="en-US" sz="1600" spc="-1" strike="noStrike">
              <a:solidFill>
                <a:srgbClr val="000000"/>
              </a:solidFill>
              <a:latin typeface="Arial"/>
            </a:endParaRPr>
          </a:p>
          <a:p>
            <a:pPr algn="ctr">
              <a:lnSpc>
                <a:spcPct val="100000"/>
              </a:lnSpc>
            </a:pPr>
            <a:r>
              <a:rPr b="0" lang="en-US" sz="1600" spc="-1" strike="noStrike">
                <a:solidFill>
                  <a:srgbClr val="407ec9"/>
                </a:solidFill>
                <a:latin typeface="Arial"/>
              </a:rPr>
              <a:t>4.14 kg/FU</a:t>
            </a:r>
            <a:endParaRPr b="0" lang="en-US" sz="1600" spc="-1" strike="noStrike">
              <a:solidFill>
                <a:srgbClr val="000000"/>
              </a:solidFill>
              <a:latin typeface="Arial"/>
            </a:endParaRPr>
          </a:p>
        </p:txBody>
      </p:sp>
      <p:sp>
        <p:nvSpPr>
          <p:cNvPr id="203" name="Straight Connector 221"/>
          <p:cNvSpPr/>
          <p:nvPr/>
        </p:nvSpPr>
        <p:spPr>
          <a:xfrm flipV="1">
            <a:off x="7204320" y="5833440"/>
            <a:ext cx="360" cy="619200"/>
          </a:xfrm>
          <a:prstGeom prst="line">
            <a:avLst/>
          </a:prstGeom>
          <a:ln w="25400">
            <a:solidFill>
              <a:srgbClr val="407ec9"/>
            </a:solidFill>
            <a:round/>
            <a:tailEnd len="med" type="arrow" w="med"/>
          </a:ln>
        </p:spPr>
        <p:style>
          <a:lnRef idx="0"/>
          <a:fillRef idx="0"/>
          <a:effectRef idx="0"/>
          <a:fontRef idx="minor"/>
        </p:style>
      </p:sp>
      <p:sp>
        <p:nvSpPr>
          <p:cNvPr id="204" name="TextBox 1"/>
          <p:cNvSpPr/>
          <p:nvPr/>
        </p:nvSpPr>
        <p:spPr>
          <a:xfrm>
            <a:off x="343440" y="1371240"/>
            <a:ext cx="9509400" cy="2284920"/>
          </a:xfrm>
          <a:prstGeom prst="rect">
            <a:avLst/>
          </a:prstGeom>
          <a:noFill/>
          <a:ln w="0">
            <a:noFill/>
          </a:ln>
        </p:spPr>
        <p:style>
          <a:lnRef idx="0"/>
          <a:fillRef idx="0"/>
          <a:effectRef idx="0"/>
          <a:fontRef idx="minor"/>
        </p:style>
        <p:txBody>
          <a:bodyPr lIns="90000" rIns="90000" tIns="45000" bIns="45000" anchor="t">
            <a:spAutoFit/>
          </a:bodyPr>
          <a:p>
            <a:pPr>
              <a:lnSpc>
                <a:spcPct val="100000"/>
              </a:lnSpc>
            </a:pPr>
            <a:r>
              <a:rPr b="1" lang="en-US" sz="2400" spc="-1" strike="noStrike">
                <a:solidFill>
                  <a:srgbClr val="00274c"/>
                </a:solidFill>
                <a:latin typeface="Arial"/>
              </a:rPr>
              <a:t>Q2 Combine intermediary flows per FU with direct emissions to </a:t>
            </a:r>
            <a:br/>
            <a:r>
              <a:rPr b="0" lang="en-US" sz="2400" spc="-1" strike="noStrike">
                <a:solidFill>
                  <a:srgbClr val="00274c"/>
                </a:solidFill>
                <a:latin typeface="Arial"/>
              </a:rPr>
              <a:t>1) Calculate the emissions of kg carbon dioxide per FU </a:t>
            </a:r>
            <a:br/>
            <a:r>
              <a:rPr b="0" lang="en-US" sz="2400" spc="-1" strike="noStrike">
                <a:solidFill>
                  <a:srgbClr val="00274c"/>
                </a:solidFill>
                <a:latin typeface="Arial"/>
              </a:rPr>
              <a:t>for each process and the total aggregated emissions per FU</a:t>
            </a:r>
            <a:endParaRPr b="0" lang="en-US" sz="2400" spc="-1" strike="noStrike">
              <a:solidFill>
                <a:srgbClr val="000000"/>
              </a:solidFill>
              <a:latin typeface="Arial"/>
            </a:endParaRPr>
          </a:p>
          <a:p>
            <a:pPr>
              <a:lnSpc>
                <a:spcPct val="100000"/>
              </a:lnSpc>
            </a:pPr>
            <a:r>
              <a:rPr b="0" lang="en-US" sz="2400" spc="-1" strike="noStrike">
                <a:solidFill>
                  <a:srgbClr val="00274c"/>
                </a:solidFill>
                <a:latin typeface="Arial"/>
              </a:rPr>
              <a:t>2) Identify the two processes contributing most to the total ?</a:t>
            </a:r>
            <a:endParaRPr b="0" lang="en-US" sz="2400" spc="-1" strike="noStrike">
              <a:solidFill>
                <a:srgbClr val="000000"/>
              </a:solidFill>
              <a:latin typeface="Arial"/>
            </a:endParaRPr>
          </a:p>
          <a:p>
            <a:pPr>
              <a:lnSpc>
                <a:spcPct val="100000"/>
              </a:lnSpc>
            </a:pPr>
            <a:r>
              <a:rPr b="0" lang="en-US" sz="2400" spc="-1" strike="noStrike">
                <a:solidFill>
                  <a:srgbClr val="00274c"/>
                </a:solidFill>
                <a:latin typeface="Arial"/>
              </a:rPr>
              <a:t>3) Compare the total emission per FU with the </a:t>
            </a:r>
            <a:endParaRPr b="0" lang="en-US" sz="2400" spc="-1" strike="noStrike">
              <a:solidFill>
                <a:srgbClr val="000000"/>
              </a:solidFill>
              <a:latin typeface="Arial"/>
            </a:endParaRPr>
          </a:p>
          <a:p>
            <a:pPr>
              <a:lnSpc>
                <a:spcPct val="100000"/>
              </a:lnSpc>
            </a:pPr>
            <a:r>
              <a:rPr b="0" lang="en-US" sz="2400" spc="-1" strike="noStrike">
                <a:solidFill>
                  <a:srgbClr val="00274c"/>
                </a:solidFill>
                <a:latin typeface="Arial"/>
              </a:rPr>
              <a:t>aggregated CO2 emission per FU (slide 4)</a:t>
            </a:r>
            <a:endParaRPr b="0" lang="en-US" sz="2400" spc="-1" strike="noStrike">
              <a:solidFill>
                <a:srgbClr val="000000"/>
              </a:solidFill>
              <a:latin typeface="Arial"/>
            </a:endParaRPr>
          </a:p>
        </p:txBody>
      </p:sp>
      <p:sp>
        <p:nvSpPr>
          <p:cNvPr id="205" name="Line 35"/>
          <p:cNvSpPr/>
          <p:nvPr/>
        </p:nvSpPr>
        <p:spPr>
          <a:xfrm>
            <a:off x="9693360" y="7274520"/>
            <a:ext cx="360" cy="464760"/>
          </a:xfrm>
          <a:prstGeom prst="line">
            <a:avLst/>
          </a:prstGeom>
          <a:ln w="25400">
            <a:solidFill>
              <a:srgbClr val="ada400"/>
            </a:solidFill>
            <a:round/>
            <a:tailEnd len="med" type="arrow" w="sm"/>
          </a:ln>
        </p:spPr>
        <p:style>
          <a:lnRef idx="0"/>
          <a:fillRef idx="0"/>
          <a:effectRef idx="0"/>
          <a:fontRef idx="minor"/>
        </p:style>
      </p:sp>
      <p:sp>
        <p:nvSpPr>
          <p:cNvPr id="206" name="Line 35"/>
          <p:cNvSpPr/>
          <p:nvPr/>
        </p:nvSpPr>
        <p:spPr>
          <a:xfrm>
            <a:off x="12319200" y="7274520"/>
            <a:ext cx="360" cy="464760"/>
          </a:xfrm>
          <a:prstGeom prst="line">
            <a:avLst/>
          </a:prstGeom>
          <a:ln w="25400">
            <a:solidFill>
              <a:srgbClr val="ada400"/>
            </a:solidFill>
            <a:round/>
            <a:tailEnd len="med" type="arrow" w="sm"/>
          </a:ln>
        </p:spPr>
        <p:style>
          <a:lnRef idx="0"/>
          <a:fillRef idx="0"/>
          <a:effectRef idx="0"/>
          <a:fontRef idx="minor"/>
        </p:style>
      </p:sp>
      <p:sp>
        <p:nvSpPr>
          <p:cNvPr id="207" name="Line 35"/>
          <p:cNvSpPr/>
          <p:nvPr/>
        </p:nvSpPr>
        <p:spPr>
          <a:xfrm>
            <a:off x="14659560" y="7238520"/>
            <a:ext cx="360" cy="464760"/>
          </a:xfrm>
          <a:prstGeom prst="line">
            <a:avLst/>
          </a:prstGeom>
          <a:ln w="25400">
            <a:solidFill>
              <a:srgbClr val="ada400"/>
            </a:solidFill>
            <a:round/>
            <a:tailEnd len="med" type="arrow" w="sm"/>
          </a:ln>
        </p:spPr>
        <p:style>
          <a:lnRef idx="0"/>
          <a:fillRef idx="0"/>
          <a:effectRef idx="0"/>
          <a:fontRef idx="minor"/>
        </p:style>
      </p:sp>
      <p:sp>
        <p:nvSpPr>
          <p:cNvPr id="208" name="Line 35"/>
          <p:cNvSpPr/>
          <p:nvPr/>
        </p:nvSpPr>
        <p:spPr>
          <a:xfrm>
            <a:off x="14044320" y="4403160"/>
            <a:ext cx="360" cy="464760"/>
          </a:xfrm>
          <a:prstGeom prst="line">
            <a:avLst/>
          </a:prstGeom>
          <a:ln w="25400">
            <a:solidFill>
              <a:srgbClr val="ada400"/>
            </a:solidFill>
            <a:round/>
            <a:tailEnd len="med" type="arrow" w="sm"/>
          </a:ln>
        </p:spPr>
        <p:style>
          <a:lnRef idx="0"/>
          <a:fillRef idx="0"/>
          <a:effectRef idx="0"/>
          <a:fontRef idx="minor"/>
        </p:style>
      </p:sp>
      <p:sp>
        <p:nvSpPr>
          <p:cNvPr id="209" name="Line 35"/>
          <p:cNvSpPr/>
          <p:nvPr/>
        </p:nvSpPr>
        <p:spPr>
          <a:xfrm>
            <a:off x="9216720" y="4355280"/>
            <a:ext cx="360" cy="464760"/>
          </a:xfrm>
          <a:prstGeom prst="line">
            <a:avLst/>
          </a:prstGeom>
          <a:ln w="25400">
            <a:solidFill>
              <a:srgbClr val="ada400"/>
            </a:solidFill>
            <a:round/>
            <a:tailEnd len="med" type="arrow" w="sm"/>
          </a:ln>
        </p:spPr>
        <p:style>
          <a:lnRef idx="0"/>
          <a:fillRef idx="0"/>
          <a:effectRef idx="0"/>
          <a:fontRef idx="minor"/>
        </p:style>
      </p:sp>
      <p:sp>
        <p:nvSpPr>
          <p:cNvPr id="210" name="Rectangle 171"/>
          <p:cNvSpPr/>
          <p:nvPr/>
        </p:nvSpPr>
        <p:spPr>
          <a:xfrm>
            <a:off x="4457880" y="4961880"/>
            <a:ext cx="1726560" cy="366480"/>
          </a:xfrm>
          <a:prstGeom prst="rect">
            <a:avLst/>
          </a:prstGeom>
          <a:noFill/>
          <a:ln w="0">
            <a:noFill/>
          </a:ln>
        </p:spPr>
        <p:style>
          <a:lnRef idx="0"/>
          <a:fillRef idx="0"/>
          <a:effectRef idx="0"/>
          <a:fontRef idx="minor"/>
        </p:style>
        <p:txBody>
          <a:bodyPr wrap="none" lIns="90000" rIns="90000" tIns="45000" bIns="45000" anchor="t">
            <a:spAutoFit/>
          </a:bodyPr>
          <a:p>
            <a:pPr>
              <a:lnSpc>
                <a:spcPct val="100000"/>
              </a:lnSpc>
            </a:pPr>
            <a:r>
              <a:rPr b="0" lang="en-US" sz="1600" spc="-1" strike="noStrike">
                <a:solidFill>
                  <a:srgbClr val="2a6099"/>
                </a:solidFill>
                <a:latin typeface="Arial"/>
              </a:rPr>
              <a:t>0 kg</a:t>
            </a:r>
            <a:r>
              <a:rPr b="0" lang="en-US" sz="1600" spc="-1" strike="noStrike" baseline="-25000">
                <a:solidFill>
                  <a:srgbClr val="2a6099"/>
                </a:solidFill>
                <a:latin typeface="Arial"/>
              </a:rPr>
              <a:t>CO2</a:t>
            </a:r>
            <a:r>
              <a:rPr b="0" lang="en-US" sz="1600" spc="-1" strike="noStrike">
                <a:solidFill>
                  <a:srgbClr val="2a6099"/>
                </a:solidFill>
                <a:latin typeface="Arial"/>
              </a:rPr>
              <a:t>/kg</a:t>
            </a:r>
            <a:r>
              <a:rPr b="0" lang="en-US" sz="1600" spc="-1" strike="noStrike" baseline="-25000">
                <a:solidFill>
                  <a:srgbClr val="2a6099"/>
                </a:solidFill>
                <a:latin typeface="Arial"/>
              </a:rPr>
              <a:t>Al hydroxide</a:t>
            </a:r>
            <a:endParaRPr b="0" lang="en-US" sz="1600" spc="-1" strike="noStrike">
              <a:solidFill>
                <a:srgbClr val="2a6099"/>
              </a:solidFill>
              <a:latin typeface="Arial"/>
            </a:endParaRPr>
          </a:p>
        </p:txBody>
      </p:sp>
      <p:sp>
        <p:nvSpPr>
          <p:cNvPr id="211" name="Rectangle 172"/>
          <p:cNvSpPr/>
          <p:nvPr/>
        </p:nvSpPr>
        <p:spPr>
          <a:xfrm>
            <a:off x="4439880" y="7211880"/>
            <a:ext cx="1865160" cy="366480"/>
          </a:xfrm>
          <a:prstGeom prst="rect">
            <a:avLst/>
          </a:prstGeom>
          <a:noFill/>
          <a:ln w="0">
            <a:noFill/>
          </a:ln>
        </p:spPr>
        <p:style>
          <a:lnRef idx="0"/>
          <a:fillRef idx="0"/>
          <a:effectRef idx="0"/>
          <a:fontRef idx="minor"/>
        </p:style>
        <p:txBody>
          <a:bodyPr wrap="none" lIns="90000" rIns="90000" tIns="45000" bIns="45000" anchor="t">
            <a:spAutoFit/>
          </a:bodyPr>
          <a:p>
            <a:pPr>
              <a:lnSpc>
                <a:spcPct val="100000"/>
              </a:lnSpc>
            </a:pPr>
            <a:r>
              <a:rPr b="0" lang="en-US" sz="1600" spc="-1" strike="noStrike">
                <a:solidFill>
                  <a:srgbClr val="2a6099"/>
                </a:solidFill>
                <a:latin typeface="Arial"/>
              </a:rPr>
              <a:t>0.005 kg</a:t>
            </a:r>
            <a:r>
              <a:rPr b="0" lang="en-US" sz="1600" spc="-1" strike="noStrike" baseline="-25000">
                <a:solidFill>
                  <a:srgbClr val="2a6099"/>
                </a:solidFill>
                <a:latin typeface="Arial"/>
              </a:rPr>
              <a:t>CO2</a:t>
            </a:r>
            <a:r>
              <a:rPr b="0" lang="en-US" sz="1600" spc="-1" strike="noStrike">
                <a:solidFill>
                  <a:srgbClr val="2a6099"/>
                </a:solidFill>
                <a:latin typeface="Arial"/>
              </a:rPr>
              <a:t>/kg</a:t>
            </a:r>
            <a:r>
              <a:rPr b="0" lang="en-US" sz="1600" spc="-1" strike="noStrike" baseline="-25000">
                <a:solidFill>
                  <a:srgbClr val="2a6099"/>
                </a:solidFill>
                <a:latin typeface="Arial"/>
              </a:rPr>
              <a:t>Bauxite</a:t>
            </a:r>
            <a:endParaRPr b="0" lang="en-US" sz="1600" spc="-1" strike="noStrike">
              <a:solidFill>
                <a:srgbClr val="2a6099"/>
              </a:solidFill>
              <a:latin typeface="Arial"/>
            </a:endParaRPr>
          </a:p>
        </p:txBody>
      </p:sp>
      <p:sp>
        <p:nvSpPr>
          <p:cNvPr id="212" name="Rectangle 173"/>
          <p:cNvSpPr/>
          <p:nvPr/>
        </p:nvSpPr>
        <p:spPr>
          <a:xfrm>
            <a:off x="10592280" y="7356240"/>
            <a:ext cx="1653120" cy="366480"/>
          </a:xfrm>
          <a:prstGeom prst="rect">
            <a:avLst/>
          </a:prstGeom>
          <a:noFill/>
          <a:ln w="0">
            <a:noFill/>
          </a:ln>
        </p:spPr>
        <p:style>
          <a:lnRef idx="0"/>
          <a:fillRef idx="0"/>
          <a:effectRef idx="0"/>
          <a:fontRef idx="minor"/>
        </p:style>
        <p:txBody>
          <a:bodyPr wrap="none" lIns="90000" rIns="90000" tIns="45000" bIns="45000" anchor="t">
            <a:spAutoFit/>
          </a:bodyPr>
          <a:p>
            <a:pPr>
              <a:lnSpc>
                <a:spcPct val="100000"/>
              </a:lnSpc>
            </a:pPr>
            <a:r>
              <a:rPr b="0" lang="en-US" sz="1600" spc="-1" strike="noStrike">
                <a:solidFill>
                  <a:srgbClr val="2a6099"/>
                </a:solidFill>
                <a:latin typeface="Arial"/>
              </a:rPr>
              <a:t>0.010 kg</a:t>
            </a:r>
            <a:r>
              <a:rPr b="0" lang="en-US" sz="1600" spc="-1" strike="noStrike" baseline="-25000">
                <a:solidFill>
                  <a:srgbClr val="2a6099"/>
                </a:solidFill>
                <a:latin typeface="Arial"/>
              </a:rPr>
              <a:t>CO2</a:t>
            </a:r>
            <a:r>
              <a:rPr b="0" lang="en-US" sz="1600" spc="-1" strike="noStrike">
                <a:solidFill>
                  <a:srgbClr val="2a6099"/>
                </a:solidFill>
                <a:latin typeface="Arial"/>
              </a:rPr>
              <a:t>/t-km</a:t>
            </a:r>
            <a:endParaRPr b="0" lang="en-US" sz="1600" spc="-1" strike="noStrike">
              <a:solidFill>
                <a:srgbClr val="2a6099"/>
              </a:solidFill>
              <a:latin typeface="Arial"/>
            </a:endParaRPr>
          </a:p>
        </p:txBody>
      </p:sp>
      <p:sp>
        <p:nvSpPr>
          <p:cNvPr id="213" name="Rectangle 174"/>
          <p:cNvSpPr/>
          <p:nvPr/>
        </p:nvSpPr>
        <p:spPr>
          <a:xfrm>
            <a:off x="12887640" y="7356240"/>
            <a:ext cx="1653120" cy="366480"/>
          </a:xfrm>
          <a:prstGeom prst="rect">
            <a:avLst/>
          </a:prstGeom>
          <a:noFill/>
          <a:ln w="0">
            <a:noFill/>
          </a:ln>
        </p:spPr>
        <p:style>
          <a:lnRef idx="0"/>
          <a:fillRef idx="0"/>
          <a:effectRef idx="0"/>
          <a:fontRef idx="minor"/>
        </p:style>
        <p:txBody>
          <a:bodyPr wrap="none" lIns="90000" rIns="90000" tIns="45000" bIns="45000" anchor="t">
            <a:spAutoFit/>
          </a:bodyPr>
          <a:p>
            <a:pPr>
              <a:lnSpc>
                <a:spcPct val="100000"/>
              </a:lnSpc>
            </a:pPr>
            <a:r>
              <a:rPr b="0" lang="en-US" sz="1600" spc="-1" strike="noStrike">
                <a:solidFill>
                  <a:srgbClr val="2a6099"/>
                </a:solidFill>
                <a:latin typeface="Arial"/>
              </a:rPr>
              <a:t>0.094 kg</a:t>
            </a:r>
            <a:r>
              <a:rPr b="0" lang="en-US" sz="1600" spc="-1" strike="noStrike" baseline="-25000">
                <a:solidFill>
                  <a:srgbClr val="2a6099"/>
                </a:solidFill>
                <a:latin typeface="Arial"/>
              </a:rPr>
              <a:t>CO2</a:t>
            </a:r>
            <a:r>
              <a:rPr b="0" lang="en-US" sz="1600" spc="-1" strike="noStrike">
                <a:solidFill>
                  <a:srgbClr val="2a6099"/>
                </a:solidFill>
                <a:latin typeface="Arial"/>
              </a:rPr>
              <a:t>/t-km</a:t>
            </a:r>
            <a:endParaRPr b="0" lang="en-US" sz="1600" spc="-1" strike="noStrike">
              <a:solidFill>
                <a:srgbClr val="2a6099"/>
              </a:solidFill>
              <a:latin typeface="Arial"/>
            </a:endParaRPr>
          </a:p>
        </p:txBody>
      </p:sp>
      <p:sp>
        <p:nvSpPr>
          <p:cNvPr id="214" name="Rectangle 175"/>
          <p:cNvSpPr/>
          <p:nvPr/>
        </p:nvSpPr>
        <p:spPr>
          <a:xfrm>
            <a:off x="14162760" y="4558680"/>
            <a:ext cx="1529640" cy="366480"/>
          </a:xfrm>
          <a:prstGeom prst="rect">
            <a:avLst/>
          </a:prstGeom>
          <a:noFill/>
          <a:ln w="0">
            <a:noFill/>
          </a:ln>
        </p:spPr>
        <p:style>
          <a:lnRef idx="0"/>
          <a:fillRef idx="0"/>
          <a:effectRef idx="0"/>
          <a:fontRef idx="minor"/>
        </p:style>
        <p:txBody>
          <a:bodyPr wrap="none" lIns="90000" rIns="90000" tIns="45000" bIns="45000" anchor="t">
            <a:spAutoFit/>
          </a:bodyPr>
          <a:p>
            <a:pPr>
              <a:lnSpc>
                <a:spcPct val="100000"/>
              </a:lnSpc>
            </a:pPr>
            <a:r>
              <a:rPr b="0" lang="en-US" sz="1600" spc="-1" strike="noStrike">
                <a:solidFill>
                  <a:srgbClr val="2a6099"/>
                </a:solidFill>
                <a:latin typeface="Arial"/>
              </a:rPr>
              <a:t>0.098 kg</a:t>
            </a:r>
            <a:r>
              <a:rPr b="0" lang="en-US" sz="1600" spc="-1" strike="noStrike" baseline="-25000">
                <a:solidFill>
                  <a:srgbClr val="2a6099"/>
                </a:solidFill>
                <a:latin typeface="Arial"/>
              </a:rPr>
              <a:t>CO2</a:t>
            </a:r>
            <a:r>
              <a:rPr b="0" lang="en-US" sz="1600" spc="-1" strike="noStrike">
                <a:solidFill>
                  <a:srgbClr val="2a6099"/>
                </a:solidFill>
                <a:latin typeface="Arial"/>
              </a:rPr>
              <a:t>/MJ</a:t>
            </a:r>
            <a:endParaRPr b="0" lang="en-US" sz="1600" spc="-1" strike="noStrike">
              <a:solidFill>
                <a:srgbClr val="2a6099"/>
              </a:solidFill>
              <a:latin typeface="Arial"/>
            </a:endParaRPr>
          </a:p>
        </p:txBody>
      </p:sp>
      <p:sp>
        <p:nvSpPr>
          <p:cNvPr id="215" name="Rectangle 177"/>
          <p:cNvSpPr/>
          <p:nvPr/>
        </p:nvSpPr>
        <p:spPr>
          <a:xfrm>
            <a:off x="9267840" y="4517280"/>
            <a:ext cx="1801080" cy="366480"/>
          </a:xfrm>
          <a:prstGeom prst="rect">
            <a:avLst/>
          </a:prstGeom>
          <a:noFill/>
          <a:ln w="0">
            <a:noFill/>
          </a:ln>
        </p:spPr>
        <p:style>
          <a:lnRef idx="0"/>
          <a:fillRef idx="0"/>
          <a:effectRef idx="0"/>
          <a:fontRef idx="minor"/>
        </p:style>
        <p:txBody>
          <a:bodyPr wrap="none" lIns="90000" rIns="90000" tIns="45000" bIns="45000" anchor="t">
            <a:spAutoFit/>
          </a:bodyPr>
          <a:p>
            <a:pPr>
              <a:lnSpc>
                <a:spcPct val="100000"/>
              </a:lnSpc>
            </a:pPr>
            <a:r>
              <a:rPr b="0" lang="en-US" sz="1600" spc="-1" strike="noStrike">
                <a:solidFill>
                  <a:srgbClr val="2a6099"/>
                </a:solidFill>
                <a:latin typeface="Arial"/>
              </a:rPr>
              <a:t>0.935 kg</a:t>
            </a:r>
            <a:r>
              <a:rPr b="0" lang="en-US" sz="1600" spc="-1" strike="noStrike" baseline="-25000">
                <a:solidFill>
                  <a:srgbClr val="2a6099"/>
                </a:solidFill>
                <a:latin typeface="Arial"/>
              </a:rPr>
              <a:t>CO2</a:t>
            </a:r>
            <a:r>
              <a:rPr b="0" lang="en-US" sz="1600" spc="-1" strike="noStrike">
                <a:solidFill>
                  <a:srgbClr val="2a6099"/>
                </a:solidFill>
                <a:latin typeface="Arial"/>
              </a:rPr>
              <a:t>/kg</a:t>
            </a:r>
            <a:r>
              <a:rPr b="0" lang="en-US" sz="1600" spc="-1" strike="noStrike" baseline="-25000">
                <a:solidFill>
                  <a:srgbClr val="2a6099"/>
                </a:solidFill>
                <a:latin typeface="Arial"/>
              </a:rPr>
              <a:t>anode</a:t>
            </a:r>
            <a:endParaRPr b="0" lang="en-US" sz="1600" spc="-1" strike="noStrike">
              <a:solidFill>
                <a:srgbClr val="2a6099"/>
              </a:solidFill>
              <a:latin typeface="Arial"/>
            </a:endParaRPr>
          </a:p>
        </p:txBody>
      </p:sp>
      <p:sp>
        <p:nvSpPr>
          <p:cNvPr id="216" name="Rectangle 178"/>
          <p:cNvSpPr/>
          <p:nvPr/>
        </p:nvSpPr>
        <p:spPr>
          <a:xfrm>
            <a:off x="8659800" y="2418840"/>
            <a:ext cx="1770840" cy="366480"/>
          </a:xfrm>
          <a:prstGeom prst="rect">
            <a:avLst/>
          </a:prstGeom>
          <a:noFill/>
          <a:ln w="0">
            <a:noFill/>
          </a:ln>
        </p:spPr>
        <p:style>
          <a:lnRef idx="0"/>
          <a:fillRef idx="0"/>
          <a:effectRef idx="0"/>
          <a:fontRef idx="minor"/>
        </p:style>
        <p:txBody>
          <a:bodyPr wrap="none" lIns="90000" rIns="90000" tIns="45000" bIns="45000" anchor="t">
            <a:spAutoFit/>
          </a:bodyPr>
          <a:p>
            <a:pPr>
              <a:lnSpc>
                <a:spcPct val="100000"/>
              </a:lnSpc>
            </a:pPr>
            <a:r>
              <a:rPr b="0" lang="en-US" sz="1600" spc="-1" strike="noStrike">
                <a:solidFill>
                  <a:srgbClr val="2a6099"/>
                </a:solidFill>
                <a:latin typeface="Arial"/>
              </a:rPr>
              <a:t>1.50 kg</a:t>
            </a:r>
            <a:r>
              <a:rPr b="0" lang="en-US" sz="1600" spc="-1" strike="noStrike" baseline="-25000">
                <a:solidFill>
                  <a:srgbClr val="2a6099"/>
                </a:solidFill>
                <a:latin typeface="Arial"/>
              </a:rPr>
              <a:t>CO2</a:t>
            </a:r>
            <a:r>
              <a:rPr b="0" lang="en-US" sz="1600" spc="-1" strike="noStrike">
                <a:solidFill>
                  <a:srgbClr val="2a6099"/>
                </a:solidFill>
                <a:latin typeface="Arial"/>
              </a:rPr>
              <a:t>/kg</a:t>
            </a:r>
            <a:r>
              <a:rPr b="0" lang="en-US" sz="1600" spc="-1" strike="noStrike" baseline="-25000">
                <a:solidFill>
                  <a:srgbClr val="2a6099"/>
                </a:solidFill>
                <a:latin typeface="Arial"/>
              </a:rPr>
              <a:t>Al liquid</a:t>
            </a:r>
            <a:endParaRPr b="0" lang="en-US" sz="1600" spc="-1" strike="noStrike">
              <a:solidFill>
                <a:srgbClr val="2a6099"/>
              </a:solidFill>
              <a:latin typeface="Arial"/>
            </a:endParaRPr>
          </a:p>
        </p:txBody>
      </p:sp>
      <p:sp>
        <p:nvSpPr>
          <p:cNvPr id="217" name="Text Box 60"/>
          <p:cNvSpPr/>
          <p:nvPr/>
        </p:nvSpPr>
        <p:spPr>
          <a:xfrm>
            <a:off x="4552560" y="3794040"/>
            <a:ext cx="3591360" cy="366480"/>
          </a:xfrm>
          <a:prstGeom prst="rect">
            <a:avLst/>
          </a:prstGeom>
          <a:noFill/>
          <a:ln w="0">
            <a:noFill/>
          </a:ln>
        </p:spPr>
        <p:style>
          <a:lnRef idx="0"/>
          <a:fillRef idx="0"/>
          <a:effectRef idx="0"/>
          <a:fontRef idx="minor"/>
        </p:style>
        <p:txBody>
          <a:bodyPr lIns="90000" rIns="90000" tIns="45000" bIns="45000" anchor="t">
            <a:spAutoFit/>
          </a:bodyPr>
          <a:p>
            <a:pPr>
              <a:lnSpc>
                <a:spcPct val="100000"/>
              </a:lnSpc>
            </a:pPr>
            <a:r>
              <a:rPr b="0" lang="en-US" sz="1600" spc="-1" strike="noStrike">
                <a:solidFill>
                  <a:srgbClr val="2a6099"/>
                </a:solidFill>
                <a:latin typeface="Arial"/>
              </a:rPr>
              <a:t>0 kg</a:t>
            </a:r>
            <a:r>
              <a:rPr b="0" lang="en-US" sz="1600" spc="-1" strike="noStrike" baseline="-25000">
                <a:solidFill>
                  <a:srgbClr val="2a6099"/>
                </a:solidFill>
                <a:latin typeface="Arial"/>
              </a:rPr>
              <a:t>CO2</a:t>
            </a:r>
            <a:r>
              <a:rPr b="0" lang="en-US" sz="1600" spc="-1" strike="noStrike">
                <a:solidFill>
                  <a:srgbClr val="2a6099"/>
                </a:solidFill>
                <a:latin typeface="Arial"/>
              </a:rPr>
              <a:t>/kg</a:t>
            </a:r>
            <a:r>
              <a:rPr b="0" lang="en-US" sz="1600" spc="-1" strike="noStrike" baseline="-25000">
                <a:solidFill>
                  <a:srgbClr val="2a6099"/>
                </a:solidFill>
                <a:latin typeface="Arial"/>
              </a:rPr>
              <a:t>Al oxide</a:t>
            </a:r>
            <a:endParaRPr b="0" lang="en-US" sz="1600" spc="-1" strike="noStrike">
              <a:solidFill>
                <a:srgbClr val="2a6099"/>
              </a:solidFill>
              <a:latin typeface="Arial"/>
            </a:endParaRPr>
          </a:p>
        </p:txBody>
      </p:sp>
      <p:sp>
        <p:nvSpPr>
          <p:cNvPr id="218" name="Line 35"/>
          <p:cNvSpPr/>
          <p:nvPr/>
        </p:nvSpPr>
        <p:spPr>
          <a:xfrm flipH="1">
            <a:off x="10068840" y="2331720"/>
            <a:ext cx="464760" cy="360"/>
          </a:xfrm>
          <a:prstGeom prst="line">
            <a:avLst/>
          </a:prstGeom>
          <a:ln w="25400">
            <a:solidFill>
              <a:srgbClr val="ada400"/>
            </a:solidFill>
            <a:round/>
            <a:tailEnd len="med" type="arrow" w="sm"/>
          </a:ln>
        </p:spPr>
        <p:style>
          <a:lnRef idx="0"/>
          <a:fillRef idx="0"/>
          <a:effectRef idx="0"/>
          <a:fontRef idx="minor"/>
        </p:style>
      </p:sp>
      <p:sp>
        <p:nvSpPr>
          <p:cNvPr id="219" name="Line 35"/>
          <p:cNvSpPr/>
          <p:nvPr/>
        </p:nvSpPr>
        <p:spPr>
          <a:xfrm>
            <a:off x="11725560" y="4380120"/>
            <a:ext cx="360" cy="464760"/>
          </a:xfrm>
          <a:prstGeom prst="line">
            <a:avLst/>
          </a:prstGeom>
          <a:ln w="25400">
            <a:solidFill>
              <a:srgbClr val="ada400"/>
            </a:solidFill>
            <a:round/>
            <a:tailEnd len="med" type="arrow" w="sm"/>
          </a:ln>
        </p:spPr>
        <p:style>
          <a:lnRef idx="0"/>
          <a:fillRef idx="0"/>
          <a:effectRef idx="0"/>
          <a:fontRef idx="minor"/>
        </p:style>
      </p:sp>
      <p:sp>
        <p:nvSpPr>
          <p:cNvPr id="220" name="Rectangle 182"/>
          <p:cNvSpPr/>
          <p:nvPr/>
        </p:nvSpPr>
        <p:spPr>
          <a:xfrm>
            <a:off x="11791440" y="4554720"/>
            <a:ext cx="1801080" cy="366480"/>
          </a:xfrm>
          <a:prstGeom prst="rect">
            <a:avLst/>
          </a:prstGeom>
          <a:noFill/>
          <a:ln w="0">
            <a:noFill/>
          </a:ln>
        </p:spPr>
        <p:style>
          <a:lnRef idx="0"/>
          <a:fillRef idx="0"/>
          <a:effectRef idx="0"/>
          <a:fontRef idx="minor"/>
        </p:style>
        <p:txBody>
          <a:bodyPr wrap="none" lIns="90000" rIns="90000" tIns="45000" bIns="45000" anchor="t">
            <a:spAutoFit/>
          </a:bodyPr>
          <a:p>
            <a:pPr>
              <a:lnSpc>
                <a:spcPct val="100000"/>
              </a:lnSpc>
            </a:pPr>
            <a:r>
              <a:rPr b="0" lang="en-US" sz="1600" spc="-1" strike="noStrike">
                <a:solidFill>
                  <a:srgbClr val="2a6099"/>
                </a:solidFill>
                <a:latin typeface="Arial"/>
              </a:rPr>
              <a:t>0.901 kg</a:t>
            </a:r>
            <a:r>
              <a:rPr b="0" lang="en-US" sz="1600" spc="-1" strike="noStrike" baseline="-25000">
                <a:solidFill>
                  <a:srgbClr val="2a6099"/>
                </a:solidFill>
                <a:latin typeface="Arial"/>
              </a:rPr>
              <a:t>CO2</a:t>
            </a:r>
            <a:r>
              <a:rPr b="0" lang="en-US" sz="1600" spc="-1" strike="noStrike">
                <a:solidFill>
                  <a:srgbClr val="2a6099"/>
                </a:solidFill>
                <a:latin typeface="Arial"/>
              </a:rPr>
              <a:t>/kg</a:t>
            </a:r>
            <a:r>
              <a:rPr b="0" lang="en-US" sz="1600" spc="-1" strike="noStrike" baseline="-25000">
                <a:solidFill>
                  <a:srgbClr val="2a6099"/>
                </a:solidFill>
                <a:latin typeface="Arial"/>
              </a:rPr>
              <a:t>anode</a:t>
            </a:r>
            <a:endParaRPr b="0" lang="en-US" sz="1600" spc="-1" strike="noStrike">
              <a:solidFill>
                <a:srgbClr val="2a6099"/>
              </a:solidFill>
              <a:latin typeface="Arial"/>
            </a:endParaRPr>
          </a:p>
        </p:txBody>
      </p:sp>
      <p:sp>
        <p:nvSpPr>
          <p:cNvPr id="221" name="Line 35"/>
          <p:cNvSpPr/>
          <p:nvPr/>
        </p:nvSpPr>
        <p:spPr>
          <a:xfrm flipH="1">
            <a:off x="6652800" y="4204080"/>
            <a:ext cx="464760" cy="360"/>
          </a:xfrm>
          <a:prstGeom prst="line">
            <a:avLst/>
          </a:prstGeom>
          <a:ln w="25400">
            <a:solidFill>
              <a:srgbClr val="ada400"/>
            </a:solidFill>
            <a:round/>
            <a:tailEnd len="med" type="arrow" w="sm"/>
          </a:ln>
        </p:spPr>
        <p:style>
          <a:lnRef idx="0"/>
          <a:fillRef idx="0"/>
          <a:effectRef idx="0"/>
          <a:fontRef idx="minor"/>
        </p:style>
      </p:sp>
      <p:sp>
        <p:nvSpPr>
          <p:cNvPr id="222" name="Line 35"/>
          <p:cNvSpPr/>
          <p:nvPr/>
        </p:nvSpPr>
        <p:spPr>
          <a:xfrm flipH="1">
            <a:off x="5884560" y="5493960"/>
            <a:ext cx="464760" cy="360"/>
          </a:xfrm>
          <a:prstGeom prst="line">
            <a:avLst/>
          </a:prstGeom>
          <a:ln w="25400">
            <a:solidFill>
              <a:srgbClr val="ada400"/>
            </a:solidFill>
            <a:round/>
            <a:tailEnd len="med" type="arrow" w="sm"/>
          </a:ln>
        </p:spPr>
        <p:style>
          <a:lnRef idx="0"/>
          <a:fillRef idx="0"/>
          <a:effectRef idx="0"/>
          <a:fontRef idx="minor"/>
        </p:style>
      </p:sp>
      <p:sp>
        <p:nvSpPr>
          <p:cNvPr id="223" name="Line 35"/>
          <p:cNvSpPr/>
          <p:nvPr/>
        </p:nvSpPr>
        <p:spPr>
          <a:xfrm flipH="1">
            <a:off x="5884560" y="7017840"/>
            <a:ext cx="464760" cy="360"/>
          </a:xfrm>
          <a:prstGeom prst="line">
            <a:avLst/>
          </a:prstGeom>
          <a:ln w="25400">
            <a:solidFill>
              <a:srgbClr val="ada400"/>
            </a:solidFill>
            <a:round/>
            <a:tailEnd len="med" type="arrow" w="sm"/>
          </a:ln>
        </p:spPr>
        <p:style>
          <a:lnRef idx="0"/>
          <a:fillRef idx="0"/>
          <a:effectRef idx="0"/>
          <a:fontRef idx="minor"/>
        </p:style>
      </p:sp>
      <p:sp>
        <p:nvSpPr>
          <p:cNvPr id="224" name="Rectangle 187"/>
          <p:cNvSpPr/>
          <p:nvPr/>
        </p:nvSpPr>
        <p:spPr>
          <a:xfrm>
            <a:off x="7958520" y="7356240"/>
            <a:ext cx="1590840" cy="366480"/>
          </a:xfrm>
          <a:prstGeom prst="rect">
            <a:avLst/>
          </a:prstGeom>
          <a:noFill/>
          <a:ln w="0">
            <a:noFill/>
          </a:ln>
        </p:spPr>
        <p:style>
          <a:lnRef idx="0"/>
          <a:fillRef idx="0"/>
          <a:effectRef idx="0"/>
          <a:fontRef idx="minor"/>
        </p:style>
        <p:txBody>
          <a:bodyPr wrap="none" lIns="90000" rIns="90000" tIns="45000" bIns="45000" anchor="t">
            <a:spAutoFit/>
          </a:bodyPr>
          <a:p>
            <a:pPr>
              <a:lnSpc>
                <a:spcPct val="100000"/>
              </a:lnSpc>
            </a:pPr>
            <a:r>
              <a:rPr b="0" lang="en-US" sz="1600" spc="-1" strike="noStrike">
                <a:solidFill>
                  <a:srgbClr val="2a6099"/>
                </a:solidFill>
                <a:latin typeface="Arial"/>
              </a:rPr>
              <a:t>0.090 kg</a:t>
            </a:r>
            <a:r>
              <a:rPr b="0" lang="en-US" sz="1600" spc="-1" strike="noStrike" baseline="-25000">
                <a:solidFill>
                  <a:srgbClr val="2a6099"/>
                </a:solidFill>
                <a:latin typeface="Arial"/>
              </a:rPr>
              <a:t>CO2</a:t>
            </a:r>
            <a:r>
              <a:rPr b="0" lang="en-US" sz="1600" spc="-1" strike="noStrike">
                <a:solidFill>
                  <a:srgbClr val="2a6099"/>
                </a:solidFill>
                <a:latin typeface="Arial"/>
              </a:rPr>
              <a:t>/kg</a:t>
            </a:r>
            <a:r>
              <a:rPr b="0" lang="en-US" sz="1600" spc="-1" strike="noStrike" baseline="-25000">
                <a:solidFill>
                  <a:srgbClr val="2a6099"/>
                </a:solidFill>
                <a:latin typeface="Arial"/>
              </a:rPr>
              <a:t>oil</a:t>
            </a:r>
            <a:endParaRPr b="0" lang="en-US" sz="1600" spc="-1" strike="noStrike">
              <a:solidFill>
                <a:srgbClr val="2a6099"/>
              </a:solidFill>
              <a:latin typeface="Arial"/>
            </a:endParaRPr>
          </a:p>
        </p:txBody>
      </p:sp>
      <p:sp>
        <p:nvSpPr>
          <p:cNvPr id="225" name="Straight Connector 234"/>
          <p:cNvSpPr/>
          <p:nvPr/>
        </p:nvSpPr>
        <p:spPr>
          <a:xfrm flipV="1">
            <a:off x="13746960" y="5940720"/>
            <a:ext cx="360" cy="492120"/>
          </a:xfrm>
          <a:prstGeom prst="line">
            <a:avLst/>
          </a:prstGeom>
          <a:ln w="25400">
            <a:solidFill>
              <a:srgbClr val="407ec9"/>
            </a:solidFill>
            <a:round/>
          </a:ln>
        </p:spPr>
        <p:style>
          <a:lnRef idx="0"/>
          <a:fillRef idx="0"/>
          <a:effectRef idx="0"/>
          <a:fontRef idx="minor"/>
        </p:style>
      </p:sp>
      <p:sp>
        <p:nvSpPr>
          <p:cNvPr id="226" name="Straight Connector 235"/>
          <p:cNvSpPr/>
          <p:nvPr/>
        </p:nvSpPr>
        <p:spPr>
          <a:xfrm flipH="1">
            <a:off x="7788960" y="5940720"/>
            <a:ext cx="5958000" cy="360"/>
          </a:xfrm>
          <a:prstGeom prst="line">
            <a:avLst/>
          </a:prstGeom>
          <a:ln w="25400">
            <a:solidFill>
              <a:srgbClr val="407ec9"/>
            </a:solidFill>
            <a:round/>
          </a:ln>
        </p:spPr>
        <p:style>
          <a:lnRef idx="0"/>
          <a:fillRef idx="0"/>
          <a:effectRef idx="0"/>
          <a:fontRef idx="minor"/>
        </p:style>
      </p:sp>
      <p:sp>
        <p:nvSpPr>
          <p:cNvPr id="227" name="Straight Arrow Connector 236"/>
          <p:cNvSpPr/>
          <p:nvPr/>
        </p:nvSpPr>
        <p:spPr>
          <a:xfrm flipV="1">
            <a:off x="7789320" y="5802840"/>
            <a:ext cx="360" cy="126720"/>
          </a:xfrm>
          <a:custGeom>
            <a:avLst/>
            <a:gdLst/>
            <a:ahLst/>
            <a:rect l="l" t="t" r="r" b="b"/>
            <a:pathLst>
              <a:path w="21600" h="21600">
                <a:moveTo>
                  <a:pt x="0" y="0"/>
                </a:moveTo>
                <a:lnTo>
                  <a:pt x="21600" y="21600"/>
                </a:lnTo>
              </a:path>
            </a:pathLst>
          </a:custGeom>
          <a:noFill/>
          <a:ln w="25400">
            <a:solidFill>
              <a:srgbClr val="407ec9"/>
            </a:solidFill>
            <a:round/>
            <a:tailEnd len="med" type="arrow" w="med"/>
          </a:ln>
        </p:spPr>
        <p:style>
          <a:lnRef idx="0"/>
          <a:fillRef idx="0"/>
          <a:effectRef idx="0"/>
          <a:fontRef idx="minor"/>
        </p:style>
      </p:sp>
      <p:sp>
        <p:nvSpPr>
          <p:cNvPr id="228" name="Rectangle 19"/>
          <p:cNvSpPr/>
          <p:nvPr/>
        </p:nvSpPr>
        <p:spPr>
          <a:xfrm>
            <a:off x="13108680" y="6442560"/>
            <a:ext cx="2058120" cy="819360"/>
          </a:xfrm>
          <a:prstGeom prst="rect">
            <a:avLst/>
          </a:prstGeom>
          <a:solidFill>
            <a:schemeClr val="bg2">
              <a:lumMod val="75000"/>
              <a:alpha val="39000"/>
            </a:schemeClr>
          </a:solidFill>
          <a:ln w="9525">
            <a:noFill/>
          </a:ln>
        </p:spPr>
        <p:style>
          <a:lnRef idx="0"/>
          <a:fillRef idx="0"/>
          <a:effectRef idx="0"/>
          <a:fontRef idx="minor"/>
        </p:style>
        <p:txBody>
          <a:bodyPr lIns="90360" rIns="90360" tIns="44280" bIns="44280" anchor="ctr">
            <a:spAutoFit/>
          </a:bodyPr>
          <a:p>
            <a:pPr algn="ctr">
              <a:lnSpc>
                <a:spcPct val="100000"/>
              </a:lnSpc>
            </a:pPr>
            <a:r>
              <a:rPr b="0" lang="en-US" sz="1600" spc="-1" strike="noStrike">
                <a:solidFill>
                  <a:srgbClr val="00274c"/>
                </a:solidFill>
                <a:latin typeface="Arial"/>
              </a:rPr>
              <a:t>Transport</a:t>
            </a:r>
            <a:br/>
            <a:r>
              <a:rPr b="0" lang="en-US" sz="1600" spc="-1" strike="noStrike">
                <a:solidFill>
                  <a:srgbClr val="00274c"/>
                </a:solidFill>
                <a:latin typeface="Arial"/>
              </a:rPr>
              <a:t>truck</a:t>
            </a:r>
            <a:endParaRPr b="0" lang="en-US" sz="1600" spc="-1" strike="noStrike">
              <a:solidFill>
                <a:srgbClr val="000000"/>
              </a:solidFill>
              <a:latin typeface="Arial"/>
            </a:endParaRPr>
          </a:p>
          <a:p>
            <a:pPr algn="ctr">
              <a:lnSpc>
                <a:spcPct val="100000"/>
              </a:lnSpc>
            </a:pPr>
            <a:r>
              <a:rPr b="0" lang="en-US" sz="1600" spc="-1" strike="noStrike">
                <a:solidFill>
                  <a:srgbClr val="407ec9"/>
                </a:solidFill>
                <a:latin typeface="Arial"/>
              </a:rPr>
              <a:t>1.21 t∙km/FU</a:t>
            </a:r>
            <a:endParaRPr b="0" lang="en-US" sz="1600" spc="-1" strike="noStrike">
              <a:solidFill>
                <a:srgbClr val="000000"/>
              </a:solidFill>
              <a:latin typeface="Arial"/>
            </a:endParaRPr>
          </a:p>
        </p:txBody>
      </p:sp>
      <p:sp>
        <p:nvSpPr>
          <p:cNvPr id="229" name="Straight Connector 221"/>
          <p:cNvSpPr/>
          <p:nvPr/>
        </p:nvSpPr>
        <p:spPr>
          <a:xfrm flipH="1" flipV="1">
            <a:off x="9071280" y="4380120"/>
            <a:ext cx="9000" cy="2040840"/>
          </a:xfrm>
          <a:prstGeom prst="line">
            <a:avLst/>
          </a:prstGeom>
          <a:ln w="25400">
            <a:solidFill>
              <a:srgbClr val="407ec9"/>
            </a:solidFill>
            <a:round/>
            <a:tailEnd len="med" type="arrow" w="med"/>
          </a:ln>
        </p:spPr>
        <p:style>
          <a:lnRef idx="0"/>
          <a:fillRef idx="0"/>
          <a:effectRef idx="0"/>
          <a:fontRef idx="minor"/>
        </p:style>
      </p:sp>
      <p:sp>
        <p:nvSpPr>
          <p:cNvPr id="230" name="Oval 198"/>
          <p:cNvSpPr/>
          <p:nvPr/>
        </p:nvSpPr>
        <p:spPr>
          <a:xfrm>
            <a:off x="0" y="434880"/>
            <a:ext cx="707400" cy="707400"/>
          </a:xfrm>
          <a:prstGeom prst="ellipse">
            <a:avLst/>
          </a:prstGeom>
          <a:solidFill>
            <a:schemeClr val="accent6"/>
          </a:solidFill>
          <a:ln>
            <a:noFill/>
          </a:ln>
          <a:effectLst>
            <a:outerShdw algn="tl" blurRad="50760" dir="2700000" dist="37674" rotWithShape="0">
              <a:srgbClr val="000000">
                <a:alpha val="40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r>
              <a:rPr b="1" lang="en-US" sz="3600" spc="-1" strike="noStrike">
                <a:solidFill>
                  <a:srgbClr val="ffffff"/>
                </a:solidFill>
                <a:latin typeface="Arial"/>
              </a:rPr>
              <a:t>3</a:t>
            </a:r>
            <a:endParaRPr b="0" lang="en-US" sz="36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31" name="PlaceHolder 1"/>
          <p:cNvSpPr>
            <a:spLocks noGrp="1"/>
          </p:cNvSpPr>
          <p:nvPr>
            <p:ph type="title"/>
          </p:nvPr>
        </p:nvSpPr>
        <p:spPr>
          <a:xfrm>
            <a:off x="878760" y="272160"/>
            <a:ext cx="14631480" cy="870120"/>
          </a:xfrm>
          <a:prstGeom prst="rect">
            <a:avLst/>
          </a:prstGeom>
          <a:noFill/>
          <a:ln w="0">
            <a:noFill/>
          </a:ln>
        </p:spPr>
        <p:txBody>
          <a:bodyPr anchor="ctr">
            <a:noAutofit/>
          </a:bodyPr>
          <a:p>
            <a:pPr>
              <a:lnSpc>
                <a:spcPct val="100000"/>
              </a:lnSpc>
            </a:pPr>
            <a:r>
              <a:rPr b="0" lang="en-US" sz="4000" spc="-1" strike="noStrike">
                <a:solidFill>
                  <a:srgbClr val="00274c"/>
                </a:solidFill>
                <a:latin typeface="Arial"/>
              </a:rPr>
              <a:t>Aggregated inventory: aluminum primary liquid</a:t>
            </a:r>
            <a:endParaRPr b="0" lang="en-US" sz="4000" spc="-1" strike="noStrike">
              <a:solidFill>
                <a:srgbClr val="000000"/>
              </a:solidFill>
              <a:latin typeface="Arial"/>
            </a:endParaRPr>
          </a:p>
        </p:txBody>
      </p:sp>
      <p:sp>
        <p:nvSpPr>
          <p:cNvPr id="232" name="Rectangle 1"/>
          <p:cNvSpPr/>
          <p:nvPr/>
        </p:nvSpPr>
        <p:spPr>
          <a:xfrm>
            <a:off x="1586520" y="6699240"/>
            <a:ext cx="13215960" cy="943560"/>
          </a:xfrm>
          <a:prstGeom prst="rect">
            <a:avLst/>
          </a:prstGeom>
          <a:noFill/>
          <a:ln w="0">
            <a:noFill/>
          </a:ln>
        </p:spPr>
        <p:style>
          <a:lnRef idx="0"/>
          <a:fillRef idx="0"/>
          <a:effectRef idx="0"/>
          <a:fontRef idx="minor"/>
        </p:style>
        <p:txBody>
          <a:bodyPr lIns="90000" rIns="90000" tIns="45000" bIns="45000" anchor="t">
            <a:spAutoFit/>
          </a:bodyPr>
          <a:p>
            <a:pPr algn="ctr">
              <a:lnSpc>
                <a:spcPct val="100000"/>
              </a:lnSpc>
            </a:pPr>
            <a:r>
              <a:rPr b="0" lang="en-US" sz="2800" spc="-1" strike="noStrike">
                <a:solidFill>
                  <a:srgbClr val="00274c"/>
                </a:solidFill>
                <a:latin typeface="Arial"/>
              </a:rPr>
              <a:t>These are </a:t>
            </a:r>
            <a:r>
              <a:rPr b="1" lang="en-US" sz="2800" spc="-1" strike="noStrike">
                <a:solidFill>
                  <a:srgbClr val="ada400"/>
                </a:solidFill>
                <a:highlight>
                  <a:srgbClr val="2a6099"/>
                </a:highlight>
                <a:latin typeface="Arial"/>
              </a:rPr>
              <a:t>ALL </a:t>
            </a:r>
            <a:r>
              <a:rPr b="0" lang="en-US" sz="2800" spc="-1" strike="noStrike">
                <a:solidFill>
                  <a:srgbClr val="ada400"/>
                </a:solidFill>
                <a:highlight>
                  <a:srgbClr val="2a6099"/>
                </a:highlight>
                <a:latin typeface="Arial"/>
              </a:rPr>
              <a:t>elementary flows </a:t>
            </a:r>
            <a:r>
              <a:rPr b="0" lang="en-US" sz="2800" spc="-1" strike="noStrike">
                <a:solidFill>
                  <a:srgbClr val="00274c"/>
                </a:solidFill>
                <a:latin typeface="Arial"/>
              </a:rPr>
              <a:t>since by definition the </a:t>
            </a:r>
            <a:r>
              <a:rPr b="0" lang="en-US" sz="2800" spc="-1" strike="noStrike">
                <a:solidFill>
                  <a:srgbClr val="d86018"/>
                </a:solidFill>
                <a:latin typeface="Arial"/>
              </a:rPr>
              <a:t>aggregated</a:t>
            </a:r>
            <a:r>
              <a:rPr b="0" lang="en-US" sz="2800" spc="-1" strike="noStrike">
                <a:solidFill>
                  <a:srgbClr val="ada400"/>
                </a:solidFill>
                <a:latin typeface="Arial"/>
              </a:rPr>
              <a:t> </a:t>
            </a:r>
            <a:r>
              <a:rPr b="0" lang="en-US" sz="2800" spc="-1" strike="noStrike">
                <a:solidFill>
                  <a:srgbClr val="ada400"/>
                </a:solidFill>
                <a:highlight>
                  <a:srgbClr val="2a6099"/>
                </a:highlight>
                <a:latin typeface="Arial"/>
              </a:rPr>
              <a:t>inventory</a:t>
            </a:r>
            <a:r>
              <a:rPr b="0" lang="en-US" sz="2800" spc="-1" strike="noStrike">
                <a:solidFill>
                  <a:srgbClr val="ada400"/>
                </a:solidFill>
                <a:latin typeface="Arial"/>
              </a:rPr>
              <a:t> </a:t>
            </a:r>
            <a:r>
              <a:rPr b="0" lang="en-US" sz="2800" spc="-1" strike="noStrike">
                <a:solidFill>
                  <a:srgbClr val="00274c"/>
                </a:solidFill>
                <a:latin typeface="Arial"/>
              </a:rPr>
              <a:t>is the sum of </a:t>
            </a:r>
            <a:r>
              <a:rPr b="0" lang="en-US" sz="2800" spc="-1" strike="noStrike">
                <a:solidFill>
                  <a:srgbClr val="ada400"/>
                </a:solidFill>
                <a:highlight>
                  <a:srgbClr val="2a6099"/>
                </a:highlight>
                <a:latin typeface="Arial"/>
              </a:rPr>
              <a:t>all elementary flows per FU </a:t>
            </a:r>
            <a:r>
              <a:rPr b="0" lang="en-US" sz="2800" spc="-1" strike="noStrike">
                <a:solidFill>
                  <a:srgbClr val="00274c"/>
                </a:solidFill>
                <a:latin typeface="Arial"/>
              </a:rPr>
              <a:t>of all unit processes</a:t>
            </a:r>
            <a:endParaRPr b="0" lang="en-US" sz="2800" spc="-1" strike="noStrike">
              <a:solidFill>
                <a:srgbClr val="000000"/>
              </a:solidFill>
              <a:latin typeface="Arial"/>
            </a:endParaRPr>
          </a:p>
        </p:txBody>
      </p:sp>
      <p:sp>
        <p:nvSpPr>
          <p:cNvPr id="233" name="Text Box 41"/>
          <p:cNvSpPr/>
          <p:nvPr/>
        </p:nvSpPr>
        <p:spPr>
          <a:xfrm>
            <a:off x="7244640" y="1487160"/>
            <a:ext cx="1767960" cy="4871880"/>
          </a:xfrm>
          <a:prstGeom prst="rect">
            <a:avLst/>
          </a:prstGeom>
          <a:noFill/>
          <a:ln w="50800">
            <a:solidFill>
              <a:srgbClr val="00b2a9"/>
            </a:solidFill>
            <a:miter/>
          </a:ln>
        </p:spPr>
        <p:style>
          <a:lnRef idx="0"/>
          <a:fillRef idx="0"/>
          <a:effectRef idx="0"/>
          <a:fontRef idx="minor"/>
        </p:style>
        <p:txBody>
          <a:bodyPr lIns="90000" rIns="90000" tIns="45000" bIns="45000" anchor="t">
            <a:spAutoFit/>
          </a:bodyPr>
          <a:p>
            <a:pPr algn="ctr">
              <a:lnSpc>
                <a:spcPct val="100000"/>
              </a:lnSpc>
            </a:pPr>
            <a:endParaRPr b="0" lang="en-US" sz="1800" spc="-1" strike="noStrike">
              <a:solidFill>
                <a:srgbClr val="000000"/>
              </a:solidFill>
              <a:latin typeface="Arial"/>
            </a:endParaRPr>
          </a:p>
          <a:p>
            <a:pPr algn="ctr">
              <a:lnSpc>
                <a:spcPct val="100000"/>
              </a:lnSpc>
            </a:pPr>
            <a:r>
              <a:rPr b="1" lang="en-US" sz="2000" spc="-1" strike="noStrike">
                <a:solidFill>
                  <a:srgbClr val="00b2a9"/>
                </a:solidFill>
                <a:latin typeface="Arial"/>
              </a:rPr>
              <a:t>Aluminum, </a:t>
            </a:r>
            <a:endParaRPr b="0" lang="en-US" sz="2000" spc="-1" strike="noStrike">
              <a:solidFill>
                <a:srgbClr val="000000"/>
              </a:solidFill>
              <a:latin typeface="Arial"/>
            </a:endParaRPr>
          </a:p>
          <a:p>
            <a:pPr algn="ctr">
              <a:lnSpc>
                <a:spcPct val="100000"/>
              </a:lnSpc>
            </a:pPr>
            <a:r>
              <a:rPr b="1" lang="en-US" sz="2000" spc="-1" strike="noStrike">
                <a:solidFill>
                  <a:srgbClr val="00b2a9"/>
                </a:solidFill>
                <a:latin typeface="Arial"/>
              </a:rPr>
              <a:t>primary, </a:t>
            </a:r>
            <a:endParaRPr b="0" lang="en-US" sz="2000" spc="-1" strike="noStrike">
              <a:solidFill>
                <a:srgbClr val="000000"/>
              </a:solidFill>
              <a:latin typeface="Arial"/>
            </a:endParaRPr>
          </a:p>
          <a:p>
            <a:pPr algn="ctr">
              <a:lnSpc>
                <a:spcPct val="100000"/>
              </a:lnSpc>
            </a:pPr>
            <a:r>
              <a:rPr b="1" lang="en-US" sz="2000" spc="-1" strike="noStrike">
                <a:solidFill>
                  <a:srgbClr val="00b2a9"/>
                </a:solidFill>
                <a:latin typeface="Arial"/>
              </a:rPr>
              <a:t>liquid</a:t>
            </a:r>
            <a:endParaRPr b="0" lang="en-US" sz="2000" spc="-1" strike="noStrike">
              <a:solidFill>
                <a:srgbClr val="000000"/>
              </a:solidFill>
              <a:latin typeface="Arial"/>
            </a:endParaRPr>
          </a:p>
          <a:p>
            <a:pPr algn="ctr">
              <a:lnSpc>
                <a:spcPct val="100000"/>
              </a:lnSpc>
            </a:pPr>
            <a:endParaRPr b="0" lang="en-US" sz="2000" spc="-1" strike="noStrike">
              <a:solidFill>
                <a:srgbClr val="000000"/>
              </a:solidFill>
              <a:latin typeface="Arial"/>
            </a:endParaRPr>
          </a:p>
          <a:p>
            <a:pPr algn="ctr">
              <a:lnSpc>
                <a:spcPct val="100000"/>
              </a:lnSpc>
            </a:pPr>
            <a:r>
              <a:rPr b="1" lang="en-US" sz="1800" spc="-1" strike="noStrike">
                <a:solidFill>
                  <a:srgbClr val="00274c"/>
                </a:solidFill>
                <a:latin typeface="Arial"/>
              </a:rPr>
              <a:t>1 kg</a:t>
            </a:r>
            <a:endParaRPr b="0" lang="en-US" sz="1800" spc="-1" strike="noStrike">
              <a:solidFill>
                <a:srgbClr val="000000"/>
              </a:solidFill>
              <a:latin typeface="Arial"/>
            </a:endParaRPr>
          </a:p>
          <a:p>
            <a:pPr algn="ctr">
              <a:lnSpc>
                <a:spcPct val="100000"/>
              </a:lnSpc>
            </a:pPr>
            <a:endParaRPr b="0" lang="en-US" sz="1800" spc="-1" strike="noStrike">
              <a:solidFill>
                <a:srgbClr val="000000"/>
              </a:solidFill>
              <a:latin typeface="Arial"/>
            </a:endParaRPr>
          </a:p>
          <a:p>
            <a:pPr algn="ctr">
              <a:lnSpc>
                <a:spcPct val="100000"/>
              </a:lnSpc>
            </a:pPr>
            <a:endParaRPr b="0" lang="en-US" sz="1800" spc="-1" strike="noStrike">
              <a:solidFill>
                <a:srgbClr val="000000"/>
              </a:solidFill>
              <a:latin typeface="Arial"/>
            </a:endParaRPr>
          </a:p>
          <a:p>
            <a:pPr algn="ctr">
              <a:lnSpc>
                <a:spcPct val="100000"/>
              </a:lnSpc>
            </a:pPr>
            <a:endParaRPr b="0" lang="en-US" sz="1800" spc="-1" strike="noStrike">
              <a:solidFill>
                <a:srgbClr val="000000"/>
              </a:solidFill>
              <a:latin typeface="Arial"/>
            </a:endParaRPr>
          </a:p>
          <a:p>
            <a:pPr algn="ctr">
              <a:lnSpc>
                <a:spcPct val="100000"/>
              </a:lnSpc>
            </a:pPr>
            <a:endParaRPr b="0" lang="en-US" sz="1800" spc="-1" strike="noStrike">
              <a:solidFill>
                <a:srgbClr val="000000"/>
              </a:solidFill>
              <a:latin typeface="Arial"/>
            </a:endParaRPr>
          </a:p>
          <a:p>
            <a:pPr algn="ctr">
              <a:lnSpc>
                <a:spcPct val="100000"/>
              </a:lnSpc>
            </a:pPr>
            <a:endParaRPr b="0" lang="en-US" sz="1800" spc="-1" strike="noStrike">
              <a:solidFill>
                <a:srgbClr val="000000"/>
              </a:solidFill>
              <a:latin typeface="Arial"/>
            </a:endParaRPr>
          </a:p>
          <a:p>
            <a:pPr algn="ctr">
              <a:lnSpc>
                <a:spcPct val="100000"/>
              </a:lnSpc>
            </a:pPr>
            <a:endParaRPr b="0" lang="en-US" sz="1800" spc="-1" strike="noStrike">
              <a:solidFill>
                <a:srgbClr val="000000"/>
              </a:solidFill>
              <a:latin typeface="Arial"/>
            </a:endParaRPr>
          </a:p>
          <a:p>
            <a:pPr algn="ctr">
              <a:lnSpc>
                <a:spcPct val="100000"/>
              </a:lnSpc>
            </a:pPr>
            <a:endParaRPr b="0" lang="en-US" sz="1800" spc="-1" strike="noStrike">
              <a:solidFill>
                <a:srgbClr val="000000"/>
              </a:solidFill>
              <a:latin typeface="Arial"/>
            </a:endParaRPr>
          </a:p>
          <a:p>
            <a:pPr algn="ctr">
              <a:lnSpc>
                <a:spcPct val="100000"/>
              </a:lnSpc>
            </a:pPr>
            <a:endParaRPr b="0" lang="en-US" sz="1800" spc="-1" strike="noStrike">
              <a:solidFill>
                <a:srgbClr val="000000"/>
              </a:solidFill>
              <a:latin typeface="Arial"/>
            </a:endParaRPr>
          </a:p>
          <a:p>
            <a:pPr algn="ctr">
              <a:lnSpc>
                <a:spcPct val="100000"/>
              </a:lnSpc>
            </a:pPr>
            <a:endParaRPr b="0" lang="en-US" sz="1800" spc="-1" strike="noStrike">
              <a:solidFill>
                <a:srgbClr val="000000"/>
              </a:solidFill>
              <a:latin typeface="Arial"/>
            </a:endParaRPr>
          </a:p>
          <a:p>
            <a:pPr algn="ctr">
              <a:lnSpc>
                <a:spcPct val="100000"/>
              </a:lnSpc>
            </a:pPr>
            <a:endParaRPr b="0" lang="en-US" sz="1800" spc="-1" strike="noStrike">
              <a:solidFill>
                <a:srgbClr val="000000"/>
              </a:solidFill>
              <a:latin typeface="Arial"/>
            </a:endParaRPr>
          </a:p>
          <a:p>
            <a:pPr algn="ctr">
              <a:lnSpc>
                <a:spcPct val="100000"/>
              </a:lnSpc>
            </a:pPr>
            <a:endParaRPr b="0" lang="en-US" sz="1800" spc="-1" strike="noStrike">
              <a:solidFill>
                <a:srgbClr val="000000"/>
              </a:solidFill>
              <a:latin typeface="Arial"/>
            </a:endParaRPr>
          </a:p>
          <a:p>
            <a:pPr algn="ctr">
              <a:lnSpc>
                <a:spcPct val="100000"/>
              </a:lnSpc>
            </a:pPr>
            <a:endParaRPr b="0" lang="en-US" sz="1800" spc="-1" strike="noStrike">
              <a:solidFill>
                <a:srgbClr val="000000"/>
              </a:solidFill>
              <a:latin typeface="Arial"/>
            </a:endParaRPr>
          </a:p>
        </p:txBody>
      </p:sp>
      <p:sp>
        <p:nvSpPr>
          <p:cNvPr id="234" name="Line 53"/>
          <p:cNvSpPr/>
          <p:nvPr/>
        </p:nvSpPr>
        <p:spPr>
          <a:xfrm>
            <a:off x="9055800" y="5047920"/>
            <a:ext cx="380880" cy="360"/>
          </a:xfrm>
          <a:prstGeom prst="line">
            <a:avLst/>
          </a:prstGeom>
          <a:ln w="25400">
            <a:solidFill>
              <a:srgbClr val="ada400"/>
            </a:solidFill>
            <a:round/>
            <a:tailEnd len="med" type="arrow" w="sm"/>
          </a:ln>
        </p:spPr>
        <p:style>
          <a:lnRef idx="0"/>
          <a:fillRef idx="0"/>
          <a:effectRef idx="0"/>
          <a:fontRef idx="minor"/>
        </p:style>
      </p:sp>
      <p:sp>
        <p:nvSpPr>
          <p:cNvPr id="235" name="Text Box 54"/>
          <p:cNvSpPr/>
          <p:nvPr/>
        </p:nvSpPr>
        <p:spPr>
          <a:xfrm>
            <a:off x="9491400" y="4863240"/>
            <a:ext cx="4422960" cy="333720"/>
          </a:xfrm>
          <a:prstGeom prst="rect">
            <a:avLst/>
          </a:prstGeom>
          <a:noFill/>
          <a:ln w="0">
            <a:noFill/>
          </a:ln>
        </p:spPr>
        <p:style>
          <a:lnRef idx="0"/>
          <a:fillRef idx="0"/>
          <a:effectRef idx="0"/>
          <a:fontRef idx="minor"/>
        </p:style>
        <p:txBody>
          <a:bodyPr lIns="90000" rIns="90000" tIns="45000" bIns="45000" anchor="t">
            <a:spAutoFit/>
          </a:bodyPr>
          <a:p>
            <a:pPr>
              <a:lnSpc>
                <a:spcPct val="100000"/>
              </a:lnSpc>
            </a:pPr>
            <a:r>
              <a:rPr b="0" lang="en-US" sz="1600" spc="-1" strike="noStrike">
                <a:solidFill>
                  <a:srgbClr val="2a6099"/>
                </a:solidFill>
                <a:latin typeface="Arial"/>
              </a:rPr>
              <a:t>Methane, biogenic 51.7 mg</a:t>
            </a:r>
            <a:endParaRPr b="0" lang="en-US" sz="1600" spc="-1" strike="noStrike">
              <a:solidFill>
                <a:srgbClr val="2a6099"/>
              </a:solidFill>
              <a:latin typeface="Arial"/>
            </a:endParaRPr>
          </a:p>
        </p:txBody>
      </p:sp>
      <p:sp>
        <p:nvSpPr>
          <p:cNvPr id="236" name="Line 56"/>
          <p:cNvSpPr/>
          <p:nvPr/>
        </p:nvSpPr>
        <p:spPr>
          <a:xfrm>
            <a:off x="6841080" y="4165920"/>
            <a:ext cx="381240" cy="360"/>
          </a:xfrm>
          <a:prstGeom prst="line">
            <a:avLst/>
          </a:prstGeom>
          <a:ln w="25400">
            <a:solidFill>
              <a:srgbClr val="ada400"/>
            </a:solidFill>
            <a:round/>
            <a:tailEnd len="med" type="arrow" w="sm"/>
          </a:ln>
        </p:spPr>
        <p:style>
          <a:lnRef idx="0"/>
          <a:fillRef idx="0"/>
          <a:effectRef idx="0"/>
          <a:fontRef idx="minor"/>
        </p:style>
      </p:sp>
      <p:sp>
        <p:nvSpPr>
          <p:cNvPr id="237" name="Line 57"/>
          <p:cNvSpPr/>
          <p:nvPr/>
        </p:nvSpPr>
        <p:spPr>
          <a:xfrm>
            <a:off x="6841080" y="3721680"/>
            <a:ext cx="381240" cy="360"/>
          </a:xfrm>
          <a:prstGeom prst="line">
            <a:avLst/>
          </a:prstGeom>
          <a:ln w="25400">
            <a:solidFill>
              <a:srgbClr val="ada400"/>
            </a:solidFill>
            <a:round/>
            <a:tailEnd len="med" type="arrow" w="sm"/>
          </a:ln>
        </p:spPr>
        <p:style>
          <a:lnRef idx="0"/>
          <a:fillRef idx="0"/>
          <a:effectRef idx="0"/>
          <a:fontRef idx="minor"/>
        </p:style>
      </p:sp>
      <p:sp>
        <p:nvSpPr>
          <p:cNvPr id="238" name="Line 58"/>
          <p:cNvSpPr/>
          <p:nvPr/>
        </p:nvSpPr>
        <p:spPr>
          <a:xfrm>
            <a:off x="6841080" y="4911120"/>
            <a:ext cx="381240" cy="360"/>
          </a:xfrm>
          <a:prstGeom prst="line">
            <a:avLst/>
          </a:prstGeom>
          <a:ln w="25400">
            <a:solidFill>
              <a:srgbClr val="ada400"/>
            </a:solidFill>
            <a:round/>
            <a:tailEnd len="med" type="arrow" w="sm"/>
          </a:ln>
        </p:spPr>
        <p:style>
          <a:lnRef idx="0"/>
          <a:fillRef idx="0"/>
          <a:effectRef idx="0"/>
          <a:fontRef idx="minor"/>
        </p:style>
      </p:sp>
      <p:sp>
        <p:nvSpPr>
          <p:cNvPr id="239" name="Line 57"/>
          <p:cNvSpPr/>
          <p:nvPr/>
        </p:nvSpPr>
        <p:spPr>
          <a:xfrm>
            <a:off x="6855480" y="3262680"/>
            <a:ext cx="380880" cy="360"/>
          </a:xfrm>
          <a:prstGeom prst="line">
            <a:avLst/>
          </a:prstGeom>
          <a:ln w="25400">
            <a:solidFill>
              <a:srgbClr val="ada400"/>
            </a:solidFill>
            <a:round/>
            <a:tailEnd len="med" type="arrow" w="sm"/>
          </a:ln>
        </p:spPr>
        <p:style>
          <a:lnRef idx="0"/>
          <a:fillRef idx="0"/>
          <a:effectRef idx="0"/>
          <a:fontRef idx="minor"/>
        </p:style>
      </p:sp>
      <p:sp>
        <p:nvSpPr>
          <p:cNvPr id="240" name="Text Box 59"/>
          <p:cNvSpPr/>
          <p:nvPr/>
        </p:nvSpPr>
        <p:spPr>
          <a:xfrm>
            <a:off x="2838960" y="3096720"/>
            <a:ext cx="4004280" cy="333720"/>
          </a:xfrm>
          <a:prstGeom prst="rect">
            <a:avLst/>
          </a:prstGeom>
          <a:noFill/>
          <a:ln w="0">
            <a:noFill/>
          </a:ln>
        </p:spPr>
        <p:style>
          <a:lnRef idx="0"/>
          <a:fillRef idx="0"/>
          <a:effectRef idx="0"/>
          <a:fontRef idx="minor"/>
        </p:style>
        <p:txBody>
          <a:bodyPr lIns="90000" rIns="90000" tIns="45000" bIns="45000" anchor="t">
            <a:spAutoFit/>
          </a:bodyPr>
          <a:p>
            <a:pPr algn="r">
              <a:lnSpc>
                <a:spcPct val="100000"/>
              </a:lnSpc>
            </a:pPr>
            <a:r>
              <a:rPr b="0" lang="en-US" sz="1600" spc="-1" strike="noStrike">
                <a:solidFill>
                  <a:srgbClr val="2a6099"/>
                </a:solidFill>
                <a:latin typeface="Arial"/>
              </a:rPr>
              <a:t>Crude oil in ground 1.18 kg</a:t>
            </a:r>
            <a:endParaRPr b="0" lang="en-US" sz="1600" spc="-1" strike="noStrike">
              <a:solidFill>
                <a:srgbClr val="2a6099"/>
              </a:solidFill>
              <a:latin typeface="Arial"/>
            </a:endParaRPr>
          </a:p>
        </p:txBody>
      </p:sp>
      <p:sp>
        <p:nvSpPr>
          <p:cNvPr id="241" name="Line 57"/>
          <p:cNvSpPr/>
          <p:nvPr/>
        </p:nvSpPr>
        <p:spPr>
          <a:xfrm>
            <a:off x="6841080" y="2000160"/>
            <a:ext cx="381240" cy="360"/>
          </a:xfrm>
          <a:prstGeom prst="line">
            <a:avLst/>
          </a:prstGeom>
          <a:ln w="25400">
            <a:solidFill>
              <a:srgbClr val="ada400"/>
            </a:solidFill>
            <a:round/>
            <a:tailEnd len="med" type="arrow" w="sm"/>
          </a:ln>
        </p:spPr>
        <p:style>
          <a:lnRef idx="0"/>
          <a:fillRef idx="0"/>
          <a:effectRef idx="0"/>
          <a:fontRef idx="minor"/>
        </p:style>
      </p:sp>
      <p:sp>
        <p:nvSpPr>
          <p:cNvPr id="242" name="Text Box 59"/>
          <p:cNvSpPr/>
          <p:nvPr/>
        </p:nvSpPr>
        <p:spPr>
          <a:xfrm>
            <a:off x="3715560" y="1784520"/>
            <a:ext cx="3127680" cy="333720"/>
          </a:xfrm>
          <a:prstGeom prst="rect">
            <a:avLst/>
          </a:prstGeom>
          <a:noFill/>
          <a:ln w="0">
            <a:noFill/>
          </a:ln>
        </p:spPr>
        <p:style>
          <a:lnRef idx="0"/>
          <a:fillRef idx="0"/>
          <a:effectRef idx="0"/>
          <a:fontRef idx="minor"/>
        </p:style>
        <p:txBody>
          <a:bodyPr lIns="90000" rIns="90000" tIns="45000" bIns="45000" anchor="t">
            <a:spAutoFit/>
          </a:bodyPr>
          <a:p>
            <a:pPr algn="r">
              <a:lnSpc>
                <a:spcPct val="100000"/>
              </a:lnSpc>
            </a:pPr>
            <a:r>
              <a:rPr b="0" lang="en-US" sz="1600" spc="-1" strike="noStrike">
                <a:solidFill>
                  <a:srgbClr val="2a6099"/>
                </a:solidFill>
                <a:latin typeface="Arial"/>
              </a:rPr>
              <a:t>Natural gas in ground 525 dm</a:t>
            </a:r>
            <a:r>
              <a:rPr b="0" lang="en-US" sz="1600" spc="-1" strike="noStrike" baseline="30000">
                <a:solidFill>
                  <a:srgbClr val="2a6099"/>
                </a:solidFill>
                <a:latin typeface="Arial"/>
              </a:rPr>
              <a:t>3</a:t>
            </a:r>
            <a:endParaRPr b="0" lang="en-US" sz="1600" spc="-1" strike="noStrike">
              <a:solidFill>
                <a:srgbClr val="2a6099"/>
              </a:solidFill>
              <a:latin typeface="Arial"/>
            </a:endParaRPr>
          </a:p>
        </p:txBody>
      </p:sp>
      <p:sp>
        <p:nvSpPr>
          <p:cNvPr id="243" name="Line 57"/>
          <p:cNvSpPr/>
          <p:nvPr/>
        </p:nvSpPr>
        <p:spPr>
          <a:xfrm>
            <a:off x="6841080" y="2431080"/>
            <a:ext cx="381240" cy="360"/>
          </a:xfrm>
          <a:prstGeom prst="line">
            <a:avLst/>
          </a:prstGeom>
          <a:ln w="25400">
            <a:solidFill>
              <a:srgbClr val="ada400"/>
            </a:solidFill>
            <a:round/>
            <a:tailEnd len="med" type="arrow" w="sm"/>
          </a:ln>
        </p:spPr>
        <p:style>
          <a:lnRef idx="0"/>
          <a:fillRef idx="0"/>
          <a:effectRef idx="0"/>
          <a:fontRef idx="minor"/>
        </p:style>
      </p:sp>
      <p:sp>
        <p:nvSpPr>
          <p:cNvPr id="244" name="Text Box 59"/>
          <p:cNvSpPr/>
          <p:nvPr/>
        </p:nvSpPr>
        <p:spPr>
          <a:xfrm>
            <a:off x="2946240" y="2221920"/>
            <a:ext cx="3897000" cy="333720"/>
          </a:xfrm>
          <a:prstGeom prst="rect">
            <a:avLst/>
          </a:prstGeom>
          <a:noFill/>
          <a:ln w="0">
            <a:noFill/>
          </a:ln>
        </p:spPr>
        <p:style>
          <a:lnRef idx="0"/>
          <a:fillRef idx="0"/>
          <a:effectRef idx="0"/>
          <a:fontRef idx="minor"/>
        </p:style>
        <p:txBody>
          <a:bodyPr lIns="90000" rIns="90000" tIns="45000" bIns="45000" anchor="t">
            <a:spAutoFit/>
          </a:bodyPr>
          <a:p>
            <a:pPr algn="r">
              <a:lnSpc>
                <a:spcPct val="100000"/>
              </a:lnSpc>
            </a:pPr>
            <a:r>
              <a:rPr b="0" lang="en-US" sz="1600" spc="-1" strike="noStrike">
                <a:solidFill>
                  <a:srgbClr val="2a6099"/>
                </a:solidFill>
                <a:latin typeface="Arial"/>
              </a:rPr>
              <a:t>Brown coal in ground 1.20 kg </a:t>
            </a:r>
            <a:endParaRPr b="0" lang="en-US" sz="1600" spc="-1" strike="noStrike">
              <a:solidFill>
                <a:srgbClr val="2a6099"/>
              </a:solidFill>
              <a:latin typeface="Arial"/>
            </a:endParaRPr>
          </a:p>
        </p:txBody>
      </p:sp>
      <p:sp>
        <p:nvSpPr>
          <p:cNvPr id="245" name="Line 57"/>
          <p:cNvSpPr/>
          <p:nvPr/>
        </p:nvSpPr>
        <p:spPr>
          <a:xfrm>
            <a:off x="6858720" y="2864160"/>
            <a:ext cx="380880" cy="360"/>
          </a:xfrm>
          <a:prstGeom prst="line">
            <a:avLst/>
          </a:prstGeom>
          <a:ln w="25400">
            <a:solidFill>
              <a:srgbClr val="ada400"/>
            </a:solidFill>
            <a:round/>
            <a:tailEnd len="med" type="arrow" w="sm"/>
          </a:ln>
        </p:spPr>
        <p:style>
          <a:lnRef idx="0"/>
          <a:fillRef idx="0"/>
          <a:effectRef idx="0"/>
          <a:fontRef idx="minor"/>
        </p:style>
      </p:sp>
      <p:sp>
        <p:nvSpPr>
          <p:cNvPr id="246" name="Line 53"/>
          <p:cNvSpPr/>
          <p:nvPr/>
        </p:nvSpPr>
        <p:spPr>
          <a:xfrm>
            <a:off x="9066960" y="5370120"/>
            <a:ext cx="380880" cy="360"/>
          </a:xfrm>
          <a:prstGeom prst="line">
            <a:avLst/>
          </a:prstGeom>
          <a:ln w="25400">
            <a:solidFill>
              <a:srgbClr val="ada400"/>
            </a:solidFill>
            <a:round/>
            <a:tailEnd len="med" type="arrow" w="sm"/>
          </a:ln>
        </p:spPr>
        <p:style>
          <a:lnRef idx="0"/>
          <a:fillRef idx="0"/>
          <a:effectRef idx="0"/>
          <a:fontRef idx="minor"/>
        </p:style>
      </p:sp>
      <p:sp>
        <p:nvSpPr>
          <p:cNvPr id="247" name="Text Box 54"/>
          <p:cNvSpPr/>
          <p:nvPr/>
        </p:nvSpPr>
        <p:spPr>
          <a:xfrm>
            <a:off x="9491400" y="5214600"/>
            <a:ext cx="4603680" cy="333720"/>
          </a:xfrm>
          <a:prstGeom prst="rect">
            <a:avLst/>
          </a:prstGeom>
          <a:noFill/>
          <a:ln w="0">
            <a:noFill/>
          </a:ln>
        </p:spPr>
        <p:style>
          <a:lnRef idx="0"/>
          <a:fillRef idx="0"/>
          <a:effectRef idx="0"/>
          <a:fontRef idx="minor"/>
        </p:style>
        <p:txBody>
          <a:bodyPr lIns="90000" rIns="90000" tIns="45000" bIns="45000" anchor="t">
            <a:spAutoFit/>
          </a:bodyPr>
          <a:p>
            <a:pPr>
              <a:lnSpc>
                <a:spcPct val="100000"/>
              </a:lnSpc>
            </a:pPr>
            <a:r>
              <a:rPr b="0" lang="en-US" sz="1600" spc="-1" strike="noStrike">
                <a:solidFill>
                  <a:srgbClr val="2a6099"/>
                </a:solidFill>
                <a:latin typeface="Arial"/>
              </a:rPr>
              <a:t>Nitrogen oxides 19.6 g</a:t>
            </a:r>
            <a:endParaRPr b="0" lang="en-US" sz="1600" spc="-1" strike="noStrike">
              <a:solidFill>
                <a:srgbClr val="2a6099"/>
              </a:solidFill>
              <a:latin typeface="Arial"/>
            </a:endParaRPr>
          </a:p>
        </p:txBody>
      </p:sp>
      <p:sp>
        <p:nvSpPr>
          <p:cNvPr id="248" name="Line 56"/>
          <p:cNvSpPr/>
          <p:nvPr/>
        </p:nvSpPr>
        <p:spPr>
          <a:xfrm>
            <a:off x="9066960" y="4653360"/>
            <a:ext cx="380880" cy="360"/>
          </a:xfrm>
          <a:prstGeom prst="line">
            <a:avLst/>
          </a:prstGeom>
          <a:ln w="25400">
            <a:solidFill>
              <a:srgbClr val="ada400"/>
            </a:solidFill>
            <a:round/>
            <a:tailEnd len="med" type="arrow" w="sm"/>
          </a:ln>
        </p:spPr>
        <p:style>
          <a:lnRef idx="0"/>
          <a:fillRef idx="0"/>
          <a:effectRef idx="0"/>
          <a:fontRef idx="minor"/>
        </p:style>
      </p:sp>
      <p:sp>
        <p:nvSpPr>
          <p:cNvPr id="249" name="Line 57"/>
          <p:cNvSpPr/>
          <p:nvPr/>
        </p:nvSpPr>
        <p:spPr>
          <a:xfrm>
            <a:off x="9073080" y="3273480"/>
            <a:ext cx="381240" cy="360"/>
          </a:xfrm>
          <a:prstGeom prst="line">
            <a:avLst/>
          </a:prstGeom>
          <a:ln w="25400">
            <a:solidFill>
              <a:srgbClr val="ada400"/>
            </a:solidFill>
            <a:round/>
            <a:tailEnd len="med" type="arrow" w="sm"/>
          </a:ln>
        </p:spPr>
        <p:style>
          <a:lnRef idx="0"/>
          <a:fillRef idx="0"/>
          <a:effectRef idx="0"/>
          <a:fontRef idx="minor"/>
        </p:style>
      </p:sp>
      <p:sp>
        <p:nvSpPr>
          <p:cNvPr id="250" name="Line 57"/>
          <p:cNvSpPr/>
          <p:nvPr/>
        </p:nvSpPr>
        <p:spPr>
          <a:xfrm>
            <a:off x="9073080" y="2930040"/>
            <a:ext cx="381240" cy="360"/>
          </a:xfrm>
          <a:prstGeom prst="line">
            <a:avLst/>
          </a:prstGeom>
          <a:ln w="25400">
            <a:solidFill>
              <a:srgbClr val="ada400"/>
            </a:solidFill>
            <a:round/>
            <a:tailEnd len="med" type="arrow" w="sm"/>
          </a:ln>
        </p:spPr>
        <p:style>
          <a:lnRef idx="0"/>
          <a:fillRef idx="0"/>
          <a:effectRef idx="0"/>
          <a:fontRef idx="minor"/>
        </p:style>
      </p:sp>
      <p:sp>
        <p:nvSpPr>
          <p:cNvPr id="251" name="Line 57"/>
          <p:cNvSpPr/>
          <p:nvPr/>
        </p:nvSpPr>
        <p:spPr>
          <a:xfrm>
            <a:off x="9066960" y="1900080"/>
            <a:ext cx="380880" cy="360"/>
          </a:xfrm>
          <a:prstGeom prst="line">
            <a:avLst/>
          </a:prstGeom>
          <a:ln w="25400">
            <a:solidFill>
              <a:srgbClr val="ada400"/>
            </a:solidFill>
            <a:round/>
            <a:tailEnd len="med" type="arrow" w="sm"/>
          </a:ln>
        </p:spPr>
        <p:style>
          <a:lnRef idx="0"/>
          <a:fillRef idx="0"/>
          <a:effectRef idx="0"/>
          <a:fontRef idx="minor"/>
        </p:style>
      </p:sp>
      <p:sp>
        <p:nvSpPr>
          <p:cNvPr id="252" name="Line 57"/>
          <p:cNvSpPr/>
          <p:nvPr/>
        </p:nvSpPr>
        <p:spPr>
          <a:xfrm>
            <a:off x="9066960" y="2243520"/>
            <a:ext cx="380880" cy="360"/>
          </a:xfrm>
          <a:prstGeom prst="line">
            <a:avLst/>
          </a:prstGeom>
          <a:ln w="25400">
            <a:solidFill>
              <a:srgbClr val="ada400"/>
            </a:solidFill>
            <a:round/>
            <a:tailEnd len="med" type="arrow" w="sm"/>
          </a:ln>
        </p:spPr>
        <p:style>
          <a:lnRef idx="0"/>
          <a:fillRef idx="0"/>
          <a:effectRef idx="0"/>
          <a:fontRef idx="minor"/>
        </p:style>
      </p:sp>
      <p:sp>
        <p:nvSpPr>
          <p:cNvPr id="253" name="Line 57"/>
          <p:cNvSpPr/>
          <p:nvPr/>
        </p:nvSpPr>
        <p:spPr>
          <a:xfrm>
            <a:off x="9052560" y="2586600"/>
            <a:ext cx="380880" cy="360"/>
          </a:xfrm>
          <a:prstGeom prst="line">
            <a:avLst/>
          </a:prstGeom>
          <a:ln w="25400">
            <a:solidFill>
              <a:srgbClr val="ada400"/>
            </a:solidFill>
            <a:round/>
            <a:tailEnd len="med" type="arrow" w="sm"/>
          </a:ln>
        </p:spPr>
        <p:style>
          <a:lnRef idx="0"/>
          <a:fillRef idx="0"/>
          <a:effectRef idx="0"/>
          <a:fontRef idx="minor"/>
        </p:style>
      </p:sp>
      <p:sp>
        <p:nvSpPr>
          <p:cNvPr id="254" name="Text Box 59"/>
          <p:cNvSpPr/>
          <p:nvPr/>
        </p:nvSpPr>
        <p:spPr>
          <a:xfrm>
            <a:off x="9491400" y="3090960"/>
            <a:ext cx="3489120" cy="333720"/>
          </a:xfrm>
          <a:prstGeom prst="rect">
            <a:avLst/>
          </a:prstGeom>
          <a:noFill/>
          <a:ln w="0">
            <a:noFill/>
          </a:ln>
        </p:spPr>
        <p:style>
          <a:lnRef idx="0"/>
          <a:fillRef idx="0"/>
          <a:effectRef idx="0"/>
          <a:fontRef idx="minor"/>
        </p:style>
        <p:txBody>
          <a:bodyPr lIns="90000" rIns="90000" tIns="45000" bIns="45000" anchor="t">
            <a:spAutoFit/>
          </a:bodyPr>
          <a:p>
            <a:pPr>
              <a:lnSpc>
                <a:spcPct val="100000"/>
              </a:lnSpc>
            </a:pPr>
            <a:r>
              <a:rPr b="0" lang="en-US" sz="1600" spc="-1" strike="noStrike">
                <a:solidFill>
                  <a:srgbClr val="2a6099"/>
                </a:solidFill>
                <a:latin typeface="Arial"/>
              </a:rPr>
              <a:t>Carbon monoxide, biogenic 91.8 g</a:t>
            </a:r>
            <a:endParaRPr b="0" lang="en-US" sz="1600" spc="-1" strike="noStrike">
              <a:solidFill>
                <a:srgbClr val="2a6099"/>
              </a:solidFill>
              <a:latin typeface="Arial"/>
            </a:endParaRPr>
          </a:p>
        </p:txBody>
      </p:sp>
      <p:sp>
        <p:nvSpPr>
          <p:cNvPr id="255" name="Text Box 60"/>
          <p:cNvSpPr/>
          <p:nvPr/>
        </p:nvSpPr>
        <p:spPr>
          <a:xfrm>
            <a:off x="9447840" y="1341360"/>
            <a:ext cx="4603680" cy="333720"/>
          </a:xfrm>
          <a:prstGeom prst="rect">
            <a:avLst/>
          </a:prstGeom>
          <a:noFill/>
          <a:ln w="0">
            <a:noFill/>
          </a:ln>
        </p:spPr>
        <p:style>
          <a:lnRef idx="0"/>
          <a:fillRef idx="0"/>
          <a:effectRef idx="0"/>
          <a:fontRef idx="minor"/>
        </p:style>
        <p:txBody>
          <a:bodyPr lIns="90000" rIns="90000" tIns="45000" bIns="45000" anchor="t">
            <a:spAutoFit/>
          </a:bodyPr>
          <a:p>
            <a:pPr>
              <a:lnSpc>
                <a:spcPct val="100000"/>
              </a:lnSpc>
            </a:pPr>
            <a:r>
              <a:rPr b="0" lang="en-US" sz="1600" spc="-1" strike="noStrike">
                <a:solidFill>
                  <a:srgbClr val="2a6099"/>
                </a:solidFill>
                <a:latin typeface="Arial"/>
              </a:rPr>
              <a:t>Heat, waste 66.6 MJ</a:t>
            </a:r>
            <a:endParaRPr b="0" lang="en-US" sz="1600" spc="-1" strike="noStrike">
              <a:solidFill>
                <a:srgbClr val="2a6099"/>
              </a:solidFill>
              <a:latin typeface="Arial"/>
            </a:endParaRPr>
          </a:p>
        </p:txBody>
      </p:sp>
      <p:sp>
        <p:nvSpPr>
          <p:cNvPr id="256" name="Text Box 59"/>
          <p:cNvSpPr/>
          <p:nvPr/>
        </p:nvSpPr>
        <p:spPr>
          <a:xfrm>
            <a:off x="9491400" y="2760840"/>
            <a:ext cx="3050280" cy="333720"/>
          </a:xfrm>
          <a:prstGeom prst="rect">
            <a:avLst/>
          </a:prstGeom>
          <a:noFill/>
          <a:ln w="0">
            <a:noFill/>
          </a:ln>
        </p:spPr>
        <p:style>
          <a:lnRef idx="0"/>
          <a:fillRef idx="0"/>
          <a:effectRef idx="0"/>
          <a:fontRef idx="minor"/>
        </p:style>
        <p:txBody>
          <a:bodyPr lIns="90000" rIns="90000" tIns="45000" bIns="45000" anchor="t">
            <a:spAutoFit/>
          </a:bodyPr>
          <a:p>
            <a:pPr>
              <a:lnSpc>
                <a:spcPct val="100000"/>
              </a:lnSpc>
            </a:pPr>
            <a:r>
              <a:rPr b="0" lang="en-US" sz="1600" spc="-1" strike="noStrike">
                <a:solidFill>
                  <a:srgbClr val="2a6099"/>
                </a:solidFill>
                <a:latin typeface="Arial"/>
              </a:rPr>
              <a:t>Carbon dioxide, fossil 9.40 kg</a:t>
            </a:r>
            <a:endParaRPr b="0" lang="en-US" sz="1600" spc="-1" strike="noStrike">
              <a:solidFill>
                <a:srgbClr val="2a6099"/>
              </a:solidFill>
              <a:latin typeface="Arial"/>
            </a:endParaRPr>
          </a:p>
        </p:txBody>
      </p:sp>
      <p:sp>
        <p:nvSpPr>
          <p:cNvPr id="257" name="Text Box 59"/>
          <p:cNvSpPr/>
          <p:nvPr/>
        </p:nvSpPr>
        <p:spPr>
          <a:xfrm>
            <a:off x="9491400" y="1712880"/>
            <a:ext cx="3050280" cy="333720"/>
          </a:xfrm>
          <a:prstGeom prst="rect">
            <a:avLst/>
          </a:prstGeom>
          <a:noFill/>
          <a:ln w="0">
            <a:noFill/>
          </a:ln>
        </p:spPr>
        <p:style>
          <a:lnRef idx="0"/>
          <a:fillRef idx="0"/>
          <a:effectRef idx="0"/>
          <a:fontRef idx="minor"/>
        </p:style>
        <p:txBody>
          <a:bodyPr lIns="90000" rIns="90000" tIns="45000" bIns="45000" anchor="t">
            <a:spAutoFit/>
          </a:bodyPr>
          <a:p>
            <a:pPr>
              <a:lnSpc>
                <a:spcPct val="100000"/>
              </a:lnSpc>
            </a:pPr>
            <a:r>
              <a:rPr b="0" lang="en-US" sz="1600" spc="-1" strike="noStrike">
                <a:solidFill>
                  <a:srgbClr val="2a6099"/>
                </a:solidFill>
                <a:latin typeface="Arial"/>
              </a:rPr>
              <a:t>Arsenic 1.88 mg</a:t>
            </a:r>
            <a:endParaRPr b="0" lang="en-US" sz="1600" spc="-1" strike="noStrike">
              <a:solidFill>
                <a:srgbClr val="2a6099"/>
              </a:solidFill>
              <a:latin typeface="Arial"/>
            </a:endParaRPr>
          </a:p>
        </p:txBody>
      </p:sp>
      <p:sp>
        <p:nvSpPr>
          <p:cNvPr id="258" name="Text Box 59"/>
          <p:cNvSpPr/>
          <p:nvPr/>
        </p:nvSpPr>
        <p:spPr>
          <a:xfrm>
            <a:off x="9491400" y="2053440"/>
            <a:ext cx="3489120" cy="333720"/>
          </a:xfrm>
          <a:prstGeom prst="rect">
            <a:avLst/>
          </a:prstGeom>
          <a:noFill/>
          <a:ln w="0">
            <a:noFill/>
          </a:ln>
        </p:spPr>
        <p:style>
          <a:lnRef idx="0"/>
          <a:fillRef idx="0"/>
          <a:effectRef idx="0"/>
          <a:fontRef idx="minor"/>
        </p:style>
        <p:txBody>
          <a:bodyPr lIns="90000" rIns="90000" tIns="45000" bIns="45000" anchor="t">
            <a:spAutoFit/>
          </a:bodyPr>
          <a:p>
            <a:pPr>
              <a:lnSpc>
                <a:spcPct val="100000"/>
              </a:lnSpc>
            </a:pPr>
            <a:r>
              <a:rPr b="0" lang="en-US" sz="1600" spc="-1" strike="noStrike">
                <a:solidFill>
                  <a:srgbClr val="2a6099"/>
                </a:solidFill>
                <a:latin typeface="Arial"/>
              </a:rPr>
              <a:t>Arsenic, ion 44.0 mg</a:t>
            </a:r>
            <a:endParaRPr b="0" lang="en-US" sz="1600" spc="-1" strike="noStrike">
              <a:solidFill>
                <a:srgbClr val="2a6099"/>
              </a:solidFill>
              <a:latin typeface="Arial"/>
            </a:endParaRPr>
          </a:p>
        </p:txBody>
      </p:sp>
      <p:sp>
        <p:nvSpPr>
          <p:cNvPr id="259" name="Text Box 59"/>
          <p:cNvSpPr/>
          <p:nvPr/>
        </p:nvSpPr>
        <p:spPr>
          <a:xfrm>
            <a:off x="9491400" y="2416320"/>
            <a:ext cx="4024800" cy="333720"/>
          </a:xfrm>
          <a:prstGeom prst="rect">
            <a:avLst/>
          </a:prstGeom>
          <a:noFill/>
          <a:ln w="0">
            <a:noFill/>
          </a:ln>
        </p:spPr>
        <p:style>
          <a:lnRef idx="0"/>
          <a:fillRef idx="0"/>
          <a:effectRef idx="0"/>
          <a:fontRef idx="minor"/>
        </p:style>
        <p:txBody>
          <a:bodyPr lIns="90000" rIns="90000" tIns="45000" bIns="45000" anchor="t">
            <a:spAutoFit/>
          </a:bodyPr>
          <a:p>
            <a:pPr>
              <a:lnSpc>
                <a:spcPct val="100000"/>
              </a:lnSpc>
            </a:pPr>
            <a:r>
              <a:rPr b="0" lang="en-US" sz="1600" spc="-1" strike="noStrike">
                <a:solidFill>
                  <a:srgbClr val="2a6099"/>
                </a:solidFill>
                <a:latin typeface="Arial"/>
              </a:rPr>
              <a:t>Benzo[a]pyrene 2.74 mg</a:t>
            </a:r>
            <a:endParaRPr b="0" lang="en-US" sz="1600" spc="-1" strike="noStrike">
              <a:solidFill>
                <a:srgbClr val="2a6099"/>
              </a:solidFill>
              <a:latin typeface="Arial"/>
            </a:endParaRPr>
          </a:p>
        </p:txBody>
      </p:sp>
      <p:sp>
        <p:nvSpPr>
          <p:cNvPr id="260" name="Line 56"/>
          <p:cNvSpPr/>
          <p:nvPr/>
        </p:nvSpPr>
        <p:spPr>
          <a:xfrm>
            <a:off x="9066960" y="3616920"/>
            <a:ext cx="380880" cy="360"/>
          </a:xfrm>
          <a:prstGeom prst="line">
            <a:avLst/>
          </a:prstGeom>
          <a:ln w="25400">
            <a:solidFill>
              <a:srgbClr val="ada400"/>
            </a:solidFill>
            <a:round/>
            <a:tailEnd len="med" type="arrow" w="sm"/>
          </a:ln>
        </p:spPr>
        <p:style>
          <a:lnRef idx="0"/>
          <a:fillRef idx="0"/>
          <a:effectRef idx="0"/>
          <a:fontRef idx="minor"/>
        </p:style>
      </p:sp>
      <p:sp>
        <p:nvSpPr>
          <p:cNvPr id="261" name="Text Box 60"/>
          <p:cNvSpPr/>
          <p:nvPr/>
        </p:nvSpPr>
        <p:spPr>
          <a:xfrm>
            <a:off x="9491400" y="3432600"/>
            <a:ext cx="1744560" cy="333720"/>
          </a:xfrm>
          <a:prstGeom prst="rect">
            <a:avLst/>
          </a:prstGeom>
          <a:noFill/>
          <a:ln w="0">
            <a:noFill/>
          </a:ln>
        </p:spPr>
        <p:style>
          <a:lnRef idx="0"/>
          <a:fillRef idx="0"/>
          <a:effectRef idx="0"/>
          <a:fontRef idx="minor"/>
        </p:style>
        <p:txBody>
          <a:bodyPr lIns="90000" rIns="90000" tIns="45000" bIns="45000" anchor="t">
            <a:spAutoFit/>
          </a:bodyPr>
          <a:p>
            <a:pPr>
              <a:lnSpc>
                <a:spcPct val="100000"/>
              </a:lnSpc>
            </a:pPr>
            <a:r>
              <a:rPr b="0" lang="en-US" sz="1600" spc="-1" strike="noStrike">
                <a:solidFill>
                  <a:srgbClr val="2a6099"/>
                </a:solidFill>
                <a:latin typeface="Arial"/>
              </a:rPr>
              <a:t>CFC-14 252 mg</a:t>
            </a:r>
            <a:endParaRPr b="0" lang="en-US" sz="1600" spc="-1" strike="noStrike">
              <a:solidFill>
                <a:srgbClr val="2a6099"/>
              </a:solidFill>
              <a:latin typeface="Arial"/>
            </a:endParaRPr>
          </a:p>
        </p:txBody>
      </p:sp>
      <p:sp>
        <p:nvSpPr>
          <p:cNvPr id="262" name="Line 56"/>
          <p:cNvSpPr/>
          <p:nvPr/>
        </p:nvSpPr>
        <p:spPr>
          <a:xfrm>
            <a:off x="9081000" y="3960000"/>
            <a:ext cx="381240" cy="360"/>
          </a:xfrm>
          <a:prstGeom prst="line">
            <a:avLst/>
          </a:prstGeom>
          <a:ln w="25400">
            <a:solidFill>
              <a:srgbClr val="ada400"/>
            </a:solidFill>
            <a:round/>
            <a:tailEnd len="med" type="arrow" w="sm"/>
          </a:ln>
        </p:spPr>
        <p:style>
          <a:lnRef idx="0"/>
          <a:fillRef idx="0"/>
          <a:effectRef idx="0"/>
          <a:fontRef idx="minor"/>
        </p:style>
      </p:sp>
      <p:sp>
        <p:nvSpPr>
          <p:cNvPr id="263" name="Text Box 60"/>
          <p:cNvSpPr/>
          <p:nvPr/>
        </p:nvSpPr>
        <p:spPr>
          <a:xfrm>
            <a:off x="9491400" y="3782160"/>
            <a:ext cx="3211560" cy="333720"/>
          </a:xfrm>
          <a:prstGeom prst="rect">
            <a:avLst/>
          </a:prstGeom>
          <a:noFill/>
          <a:ln w="0">
            <a:noFill/>
          </a:ln>
        </p:spPr>
        <p:style>
          <a:lnRef idx="0"/>
          <a:fillRef idx="0"/>
          <a:effectRef idx="0"/>
          <a:fontRef idx="minor"/>
        </p:style>
        <p:txBody>
          <a:bodyPr lIns="90000" rIns="90000" tIns="45000" bIns="45000" anchor="t">
            <a:spAutoFit/>
          </a:bodyPr>
          <a:p>
            <a:pPr>
              <a:lnSpc>
                <a:spcPct val="100000"/>
              </a:lnSpc>
            </a:pPr>
            <a:r>
              <a:rPr b="0" lang="en-US" sz="1600" spc="-1" strike="noStrike">
                <a:solidFill>
                  <a:srgbClr val="2a6099"/>
                </a:solidFill>
                <a:latin typeface="Arial"/>
              </a:rPr>
              <a:t>Dioxins 1.74 ng</a:t>
            </a:r>
            <a:endParaRPr b="0" lang="en-US" sz="1600" spc="-1" strike="noStrike">
              <a:solidFill>
                <a:srgbClr val="2a6099"/>
              </a:solidFill>
              <a:latin typeface="Arial"/>
            </a:endParaRPr>
          </a:p>
        </p:txBody>
      </p:sp>
      <p:sp>
        <p:nvSpPr>
          <p:cNvPr id="264" name="Line 56"/>
          <p:cNvSpPr/>
          <p:nvPr/>
        </p:nvSpPr>
        <p:spPr>
          <a:xfrm>
            <a:off x="9081000" y="4303440"/>
            <a:ext cx="381240" cy="360"/>
          </a:xfrm>
          <a:prstGeom prst="line">
            <a:avLst/>
          </a:prstGeom>
          <a:ln w="25400">
            <a:solidFill>
              <a:srgbClr val="ada400"/>
            </a:solidFill>
            <a:round/>
            <a:tailEnd len="med" type="arrow" w="sm"/>
          </a:ln>
        </p:spPr>
        <p:style>
          <a:lnRef idx="0"/>
          <a:fillRef idx="0"/>
          <a:effectRef idx="0"/>
          <a:fontRef idx="minor"/>
        </p:style>
      </p:sp>
      <p:sp>
        <p:nvSpPr>
          <p:cNvPr id="265" name="Text Box 60"/>
          <p:cNvSpPr/>
          <p:nvPr/>
        </p:nvSpPr>
        <p:spPr>
          <a:xfrm>
            <a:off x="9491400" y="4133880"/>
            <a:ext cx="2477880" cy="333720"/>
          </a:xfrm>
          <a:prstGeom prst="rect">
            <a:avLst/>
          </a:prstGeom>
          <a:noFill/>
          <a:ln w="0">
            <a:noFill/>
          </a:ln>
        </p:spPr>
        <p:style>
          <a:lnRef idx="0"/>
          <a:fillRef idx="0"/>
          <a:effectRef idx="0"/>
          <a:fontRef idx="minor"/>
        </p:style>
        <p:txBody>
          <a:bodyPr lIns="90000" rIns="90000" tIns="45000" bIns="45000" anchor="t">
            <a:spAutoFit/>
          </a:bodyPr>
          <a:p>
            <a:pPr>
              <a:lnSpc>
                <a:spcPct val="100000"/>
              </a:lnSpc>
            </a:pPr>
            <a:r>
              <a:rPr b="0" lang="en-US" sz="1600" spc="-1" strike="noStrike">
                <a:solidFill>
                  <a:srgbClr val="2a6099"/>
                </a:solidFill>
                <a:latin typeface="Arial"/>
              </a:rPr>
              <a:t>HFC-116 28.2 mg</a:t>
            </a:r>
            <a:endParaRPr b="0" lang="en-US" sz="1600" spc="-1" strike="noStrike">
              <a:solidFill>
                <a:srgbClr val="2a6099"/>
              </a:solidFill>
              <a:latin typeface="Arial"/>
            </a:endParaRPr>
          </a:p>
        </p:txBody>
      </p:sp>
      <p:pic>
        <p:nvPicPr>
          <p:cNvPr id="266" name="Picture 48" descr=""/>
          <p:cNvPicPr/>
          <p:nvPr/>
        </p:nvPicPr>
        <p:blipFill>
          <a:blip r:embed="rId1"/>
          <a:stretch/>
        </p:blipFill>
        <p:spPr>
          <a:xfrm>
            <a:off x="7479360" y="3882960"/>
            <a:ext cx="1309320" cy="1099800"/>
          </a:xfrm>
          <a:prstGeom prst="rect">
            <a:avLst/>
          </a:prstGeom>
          <a:ln w="0">
            <a:noFill/>
          </a:ln>
        </p:spPr>
      </p:pic>
      <p:sp>
        <p:nvSpPr>
          <p:cNvPr id="267" name="Text Box 60"/>
          <p:cNvSpPr/>
          <p:nvPr/>
        </p:nvSpPr>
        <p:spPr>
          <a:xfrm>
            <a:off x="9491400" y="4495320"/>
            <a:ext cx="2884680" cy="333720"/>
          </a:xfrm>
          <a:prstGeom prst="rect">
            <a:avLst/>
          </a:prstGeom>
          <a:noFill/>
          <a:ln w="0">
            <a:noFill/>
          </a:ln>
        </p:spPr>
        <p:style>
          <a:lnRef idx="0"/>
          <a:fillRef idx="0"/>
          <a:effectRef idx="0"/>
          <a:fontRef idx="minor"/>
        </p:style>
        <p:txBody>
          <a:bodyPr lIns="90000" rIns="90000" tIns="45000" bIns="45000" anchor="t">
            <a:spAutoFit/>
          </a:bodyPr>
          <a:p>
            <a:pPr>
              <a:lnSpc>
                <a:spcPct val="100000"/>
              </a:lnSpc>
            </a:pPr>
            <a:r>
              <a:rPr b="0" lang="en-US" sz="1600" spc="-1" strike="noStrike">
                <a:solidFill>
                  <a:srgbClr val="2a6099"/>
                </a:solidFill>
                <a:latin typeface="Arial"/>
              </a:rPr>
              <a:t>Hydrogen fluoride 676 mg</a:t>
            </a:r>
            <a:endParaRPr b="0" lang="en-US" sz="1600" spc="-1" strike="noStrike">
              <a:solidFill>
                <a:srgbClr val="2a6099"/>
              </a:solidFill>
              <a:latin typeface="Arial"/>
            </a:endParaRPr>
          </a:p>
        </p:txBody>
      </p:sp>
      <p:sp>
        <p:nvSpPr>
          <p:cNvPr id="268" name="Line 57"/>
          <p:cNvSpPr/>
          <p:nvPr/>
        </p:nvSpPr>
        <p:spPr>
          <a:xfrm>
            <a:off x="9066960" y="5749200"/>
            <a:ext cx="380880" cy="360"/>
          </a:xfrm>
          <a:prstGeom prst="line">
            <a:avLst/>
          </a:prstGeom>
          <a:ln w="25400">
            <a:solidFill>
              <a:srgbClr val="ada400"/>
            </a:solidFill>
            <a:round/>
            <a:tailEnd len="med" type="arrow" w="sm"/>
          </a:ln>
        </p:spPr>
        <p:style>
          <a:lnRef idx="0"/>
          <a:fillRef idx="0"/>
          <a:effectRef idx="0"/>
          <a:fontRef idx="minor"/>
        </p:style>
      </p:sp>
      <p:sp>
        <p:nvSpPr>
          <p:cNvPr id="269" name="Line 57"/>
          <p:cNvSpPr/>
          <p:nvPr/>
        </p:nvSpPr>
        <p:spPr>
          <a:xfrm>
            <a:off x="9066960" y="6071040"/>
            <a:ext cx="380880" cy="360"/>
          </a:xfrm>
          <a:prstGeom prst="line">
            <a:avLst/>
          </a:prstGeom>
          <a:ln w="25400">
            <a:solidFill>
              <a:srgbClr val="ada400"/>
            </a:solidFill>
            <a:round/>
            <a:tailEnd len="med" type="arrow" w="sm"/>
          </a:ln>
        </p:spPr>
        <p:style>
          <a:lnRef idx="0"/>
          <a:fillRef idx="0"/>
          <a:effectRef idx="0"/>
          <a:fontRef idx="minor"/>
        </p:style>
      </p:sp>
      <p:sp>
        <p:nvSpPr>
          <p:cNvPr id="270" name="Line 57"/>
          <p:cNvSpPr/>
          <p:nvPr/>
        </p:nvSpPr>
        <p:spPr>
          <a:xfrm>
            <a:off x="9052560" y="6393240"/>
            <a:ext cx="380880" cy="360"/>
          </a:xfrm>
          <a:prstGeom prst="line">
            <a:avLst/>
          </a:prstGeom>
          <a:ln w="25400">
            <a:solidFill>
              <a:srgbClr val="ada400"/>
            </a:solidFill>
            <a:round/>
            <a:tailEnd len="med" type="arrow" w="sm"/>
          </a:ln>
        </p:spPr>
        <p:style>
          <a:lnRef idx="0"/>
          <a:fillRef idx="0"/>
          <a:effectRef idx="0"/>
          <a:fontRef idx="minor"/>
        </p:style>
      </p:sp>
      <p:sp>
        <p:nvSpPr>
          <p:cNvPr id="271" name="Text Box 59"/>
          <p:cNvSpPr/>
          <p:nvPr/>
        </p:nvSpPr>
        <p:spPr>
          <a:xfrm>
            <a:off x="9491400" y="5562000"/>
            <a:ext cx="3050280" cy="333720"/>
          </a:xfrm>
          <a:prstGeom prst="rect">
            <a:avLst/>
          </a:prstGeom>
          <a:noFill/>
          <a:ln w="0">
            <a:noFill/>
          </a:ln>
        </p:spPr>
        <p:style>
          <a:lnRef idx="0"/>
          <a:fillRef idx="0"/>
          <a:effectRef idx="0"/>
          <a:fontRef idx="minor"/>
        </p:style>
        <p:txBody>
          <a:bodyPr lIns="90000" rIns="90000" tIns="45000" bIns="45000" anchor="t">
            <a:spAutoFit/>
          </a:bodyPr>
          <a:p>
            <a:pPr>
              <a:lnSpc>
                <a:spcPct val="100000"/>
              </a:lnSpc>
            </a:pPr>
            <a:r>
              <a:rPr b="0" lang="en-US" sz="1600" spc="-1" strike="noStrike">
                <a:solidFill>
                  <a:srgbClr val="2a6099"/>
                </a:solidFill>
                <a:latin typeface="Arial"/>
              </a:rPr>
              <a:t>PAH 88.7 mg</a:t>
            </a:r>
            <a:endParaRPr b="0" lang="en-US" sz="1600" spc="-1" strike="noStrike">
              <a:solidFill>
                <a:srgbClr val="2a6099"/>
              </a:solidFill>
              <a:latin typeface="Arial"/>
            </a:endParaRPr>
          </a:p>
        </p:txBody>
      </p:sp>
      <p:sp>
        <p:nvSpPr>
          <p:cNvPr id="272" name="Text Box 59"/>
          <p:cNvSpPr/>
          <p:nvPr/>
        </p:nvSpPr>
        <p:spPr>
          <a:xfrm>
            <a:off x="9491400" y="5902560"/>
            <a:ext cx="3489120" cy="333720"/>
          </a:xfrm>
          <a:prstGeom prst="rect">
            <a:avLst/>
          </a:prstGeom>
          <a:noFill/>
          <a:ln w="0">
            <a:noFill/>
          </a:ln>
        </p:spPr>
        <p:style>
          <a:lnRef idx="0"/>
          <a:fillRef idx="0"/>
          <a:effectRef idx="0"/>
          <a:fontRef idx="minor"/>
        </p:style>
        <p:txBody>
          <a:bodyPr lIns="90000" rIns="90000" tIns="45000" bIns="45000" anchor="t">
            <a:spAutoFit/>
          </a:bodyPr>
          <a:p>
            <a:pPr>
              <a:lnSpc>
                <a:spcPct val="100000"/>
              </a:lnSpc>
            </a:pPr>
            <a:r>
              <a:rPr b="0" lang="en-US" sz="1600" spc="-1" strike="noStrike">
                <a:solidFill>
                  <a:srgbClr val="2a6099"/>
                </a:solidFill>
                <a:latin typeface="Arial"/>
              </a:rPr>
              <a:t>Particulates, ,2.5m 4.95 g</a:t>
            </a:r>
            <a:endParaRPr b="0" lang="en-US" sz="1600" spc="-1" strike="noStrike">
              <a:solidFill>
                <a:srgbClr val="2a6099"/>
              </a:solidFill>
              <a:latin typeface="Arial"/>
            </a:endParaRPr>
          </a:p>
        </p:txBody>
      </p:sp>
      <p:sp>
        <p:nvSpPr>
          <p:cNvPr id="273" name="Text Box 59"/>
          <p:cNvSpPr/>
          <p:nvPr/>
        </p:nvSpPr>
        <p:spPr>
          <a:xfrm>
            <a:off x="9491400" y="6222600"/>
            <a:ext cx="4024800" cy="333720"/>
          </a:xfrm>
          <a:prstGeom prst="rect">
            <a:avLst/>
          </a:prstGeom>
          <a:noFill/>
          <a:ln w="0">
            <a:noFill/>
          </a:ln>
        </p:spPr>
        <p:style>
          <a:lnRef idx="0"/>
          <a:fillRef idx="0"/>
          <a:effectRef idx="0"/>
          <a:fontRef idx="minor"/>
        </p:style>
        <p:txBody>
          <a:bodyPr lIns="90000" rIns="90000" tIns="45000" bIns="45000" anchor="t">
            <a:spAutoFit/>
          </a:bodyPr>
          <a:p>
            <a:pPr>
              <a:lnSpc>
                <a:spcPct val="100000"/>
              </a:lnSpc>
            </a:pPr>
            <a:r>
              <a:rPr b="0" lang="en-US" sz="1600" spc="-1" strike="noStrike">
                <a:solidFill>
                  <a:srgbClr val="2a6099"/>
                </a:solidFill>
                <a:latin typeface="Arial"/>
              </a:rPr>
              <a:t>Sulfur dioxide 38.0 g</a:t>
            </a:r>
            <a:endParaRPr b="0" lang="en-US" sz="1600" spc="-1" strike="noStrike">
              <a:solidFill>
                <a:srgbClr val="2a6099"/>
              </a:solidFill>
              <a:latin typeface="Arial"/>
            </a:endParaRPr>
          </a:p>
        </p:txBody>
      </p:sp>
      <p:sp>
        <p:nvSpPr>
          <p:cNvPr id="274" name="Text Box 59"/>
          <p:cNvSpPr/>
          <p:nvPr/>
        </p:nvSpPr>
        <p:spPr>
          <a:xfrm>
            <a:off x="2327400" y="3534120"/>
            <a:ext cx="4515840" cy="333720"/>
          </a:xfrm>
          <a:prstGeom prst="rect">
            <a:avLst/>
          </a:prstGeom>
          <a:noFill/>
          <a:ln w="0">
            <a:noFill/>
          </a:ln>
        </p:spPr>
        <p:style>
          <a:lnRef idx="0"/>
          <a:fillRef idx="0"/>
          <a:effectRef idx="0"/>
          <a:fontRef idx="minor"/>
        </p:style>
        <p:txBody>
          <a:bodyPr lIns="90000" rIns="90000" tIns="45000" bIns="45000" anchor="t">
            <a:spAutoFit/>
          </a:bodyPr>
          <a:p>
            <a:pPr algn="r">
              <a:lnSpc>
                <a:spcPct val="100000"/>
              </a:lnSpc>
            </a:pPr>
            <a:r>
              <a:rPr b="0" lang="en-US" sz="1600" spc="-1" strike="noStrike">
                <a:solidFill>
                  <a:srgbClr val="2a6099"/>
                </a:solidFill>
                <a:latin typeface="Arial"/>
              </a:rPr>
              <a:t>Uranium in ground 58.3 mg</a:t>
            </a:r>
            <a:endParaRPr b="0" lang="en-US" sz="1600" spc="-1" strike="noStrike">
              <a:solidFill>
                <a:srgbClr val="2a6099"/>
              </a:solidFill>
              <a:latin typeface="Arial"/>
            </a:endParaRPr>
          </a:p>
        </p:txBody>
      </p:sp>
      <p:sp>
        <p:nvSpPr>
          <p:cNvPr id="275" name="Text Box 60"/>
          <p:cNvSpPr/>
          <p:nvPr/>
        </p:nvSpPr>
        <p:spPr>
          <a:xfrm>
            <a:off x="878760" y="3917520"/>
            <a:ext cx="5964480" cy="577080"/>
          </a:xfrm>
          <a:prstGeom prst="rect">
            <a:avLst/>
          </a:prstGeom>
          <a:noFill/>
          <a:ln w="0">
            <a:noFill/>
          </a:ln>
        </p:spPr>
        <p:style>
          <a:lnRef idx="0"/>
          <a:fillRef idx="0"/>
          <a:effectRef idx="0"/>
          <a:fontRef idx="minor"/>
        </p:style>
        <p:txBody>
          <a:bodyPr lIns="90000" rIns="90000" tIns="45000" bIns="45000" anchor="t">
            <a:spAutoFit/>
          </a:bodyPr>
          <a:p>
            <a:pPr algn="r">
              <a:lnSpc>
                <a:spcPct val="100000"/>
              </a:lnSpc>
            </a:pPr>
            <a:r>
              <a:rPr b="0" lang="en-US" sz="1600" spc="-1" strike="noStrike">
                <a:solidFill>
                  <a:srgbClr val="2a6099"/>
                </a:solidFill>
                <a:latin typeface="Arial"/>
              </a:rPr>
              <a:t>Aluminum in ground, </a:t>
            </a:r>
            <a:br/>
            <a:r>
              <a:rPr b="0" lang="en-US" sz="1600" spc="-1" strike="noStrike">
                <a:solidFill>
                  <a:srgbClr val="2a6099"/>
                </a:solidFill>
                <a:latin typeface="Arial"/>
              </a:rPr>
              <a:t>24% in bauxite, 11% in crude ore 1.16 kg</a:t>
            </a:r>
            <a:endParaRPr b="0" lang="en-US" sz="1600" spc="-1" strike="noStrike">
              <a:solidFill>
                <a:srgbClr val="2a6099"/>
              </a:solidFill>
              <a:latin typeface="Arial"/>
            </a:endParaRPr>
          </a:p>
        </p:txBody>
      </p:sp>
      <p:sp>
        <p:nvSpPr>
          <p:cNvPr id="276" name="Text Box 61"/>
          <p:cNvSpPr/>
          <p:nvPr/>
        </p:nvSpPr>
        <p:spPr>
          <a:xfrm>
            <a:off x="2613600" y="4750920"/>
            <a:ext cx="4229640" cy="333720"/>
          </a:xfrm>
          <a:prstGeom prst="rect">
            <a:avLst/>
          </a:prstGeom>
          <a:noFill/>
          <a:ln w="0">
            <a:noFill/>
          </a:ln>
        </p:spPr>
        <p:style>
          <a:lnRef idx="0"/>
          <a:fillRef idx="0"/>
          <a:effectRef idx="0"/>
          <a:fontRef idx="minor"/>
        </p:style>
        <p:txBody>
          <a:bodyPr lIns="90000" rIns="90000" tIns="45000" bIns="45000" anchor="t">
            <a:spAutoFit/>
          </a:bodyPr>
          <a:p>
            <a:pPr algn="r">
              <a:lnSpc>
                <a:spcPct val="100000"/>
              </a:lnSpc>
            </a:pPr>
            <a:r>
              <a:rPr b="0" lang="en-US" sz="1600" spc="-1" strike="noStrike">
                <a:solidFill>
                  <a:srgbClr val="2a6099"/>
                </a:solidFill>
                <a:latin typeface="Arial"/>
              </a:rPr>
              <a:t>Occupation, forest, intensive 0.101 m2a</a:t>
            </a:r>
            <a:endParaRPr b="0" lang="en-US" sz="1600" spc="-1" strike="noStrike">
              <a:solidFill>
                <a:srgbClr val="2a6099"/>
              </a:solidFill>
              <a:latin typeface="Arial"/>
            </a:endParaRPr>
          </a:p>
        </p:txBody>
      </p:sp>
      <p:sp>
        <p:nvSpPr>
          <p:cNvPr id="277" name="Line 57"/>
          <p:cNvSpPr/>
          <p:nvPr/>
        </p:nvSpPr>
        <p:spPr>
          <a:xfrm>
            <a:off x="9066960" y="1496160"/>
            <a:ext cx="380880" cy="360"/>
          </a:xfrm>
          <a:prstGeom prst="line">
            <a:avLst/>
          </a:prstGeom>
          <a:ln w="25400">
            <a:solidFill>
              <a:srgbClr val="ada400"/>
            </a:solidFill>
            <a:round/>
            <a:tailEnd len="med" type="arrow" w="sm"/>
          </a:ln>
        </p:spPr>
        <p:style>
          <a:lnRef idx="0"/>
          <a:fillRef idx="0"/>
          <a:effectRef idx="0"/>
          <a:fontRef idx="minor"/>
        </p:style>
      </p:sp>
      <p:sp>
        <p:nvSpPr>
          <p:cNvPr id="278" name="Rectangle 2"/>
          <p:cNvSpPr/>
          <p:nvPr/>
        </p:nvSpPr>
        <p:spPr>
          <a:xfrm>
            <a:off x="1190880" y="6699240"/>
            <a:ext cx="14034600" cy="950040"/>
          </a:xfrm>
          <a:prstGeom prst="rect">
            <a:avLst/>
          </a:prstGeom>
          <a:noFill/>
          <a:ln w="31750">
            <a:solidFill>
              <a:srgbClr val="00274c"/>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sp>
      <p:sp>
        <p:nvSpPr>
          <p:cNvPr id="279" name="Text Box 59"/>
          <p:cNvSpPr/>
          <p:nvPr/>
        </p:nvSpPr>
        <p:spPr>
          <a:xfrm>
            <a:off x="2598480" y="2708640"/>
            <a:ext cx="4229640" cy="333720"/>
          </a:xfrm>
          <a:prstGeom prst="rect">
            <a:avLst/>
          </a:prstGeom>
          <a:noFill/>
          <a:ln w="0">
            <a:noFill/>
          </a:ln>
        </p:spPr>
        <p:style>
          <a:lnRef idx="0"/>
          <a:fillRef idx="0"/>
          <a:effectRef idx="0"/>
          <a:fontRef idx="minor"/>
        </p:style>
        <p:txBody>
          <a:bodyPr lIns="90000" rIns="90000" tIns="45000" bIns="45000" anchor="t">
            <a:spAutoFit/>
          </a:bodyPr>
          <a:p>
            <a:pPr algn="r">
              <a:lnSpc>
                <a:spcPct val="100000"/>
              </a:lnSpc>
            </a:pPr>
            <a:r>
              <a:rPr b="0" lang="en-US" sz="1600" spc="-1" strike="noStrike">
                <a:solidFill>
                  <a:srgbClr val="2a6099"/>
                </a:solidFill>
                <a:latin typeface="Arial"/>
              </a:rPr>
              <a:t>Hard coal in ground 2.01 kg</a:t>
            </a:r>
            <a:endParaRPr b="0" lang="en-US" sz="1600" spc="-1" strike="noStrike">
              <a:solidFill>
                <a:srgbClr val="2a6099"/>
              </a:solidFill>
              <a:latin typeface="Arial"/>
            </a:endParaRPr>
          </a:p>
        </p:txBody>
      </p:sp>
      <p:sp>
        <p:nvSpPr>
          <p:cNvPr id="280" name="Oval 50"/>
          <p:cNvSpPr/>
          <p:nvPr/>
        </p:nvSpPr>
        <p:spPr>
          <a:xfrm>
            <a:off x="966600" y="1507680"/>
            <a:ext cx="707400" cy="707400"/>
          </a:xfrm>
          <a:prstGeom prst="ellipse">
            <a:avLst/>
          </a:prstGeom>
          <a:solidFill>
            <a:schemeClr val="accent6"/>
          </a:solidFill>
          <a:ln>
            <a:noFill/>
          </a:ln>
          <a:effectLst>
            <a:outerShdw algn="tl" blurRad="50760" dir="2700000" dist="37674" rotWithShape="0">
              <a:srgbClr val="000000">
                <a:alpha val="40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r>
              <a:rPr b="1" lang="en-US" sz="3600" spc="-1" strike="noStrike">
                <a:solidFill>
                  <a:srgbClr val="ffffff"/>
                </a:solidFill>
                <a:latin typeface="Arial"/>
              </a:rPr>
              <a:t>4</a:t>
            </a:r>
            <a:endParaRPr b="0" lang="en-US" sz="36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0274c"/>
      </a:dk2>
      <a:lt2>
        <a:srgbClr val="e4e1df"/>
      </a:lt2>
      <a:accent1>
        <a:srgbClr val="ffcb05"/>
      </a:accent1>
      <a:accent2>
        <a:srgbClr val="9a3324"/>
      </a:accent2>
      <a:accent3>
        <a:srgbClr val="ada400"/>
      </a:accent3>
      <a:accent4>
        <a:srgbClr val="407ec9"/>
      </a:accent4>
      <a:accent5>
        <a:srgbClr val="d86018"/>
      </a:accent5>
      <a:accent6>
        <a:srgbClr val="00b2a9"/>
      </a:accent6>
      <a:hlink>
        <a:srgbClr val="702082"/>
      </a:hlink>
      <a:folHlink>
        <a:srgbClr val="587abc"/>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miter/>
        </a:ln>
        <a:ln w="25400" cap="flat" cmpd="sng" algn="ctr">
          <a:solidFill>
            <a:schemeClr val="phClr"/>
          </a:solidFill>
          <a:prstDash val="solid"/>
          <a:miter/>
        </a:ln>
        <a:ln w="38100" cap="flat" cmpd="sng" algn="ctr">
          <a:solidFill>
            <a:schemeClr val="phClr"/>
          </a:solidFill>
          <a:prstDash val="solid"/>
          <a:miter/>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0274c"/>
      </a:dk2>
      <a:lt2>
        <a:srgbClr val="e4e1df"/>
      </a:lt2>
      <a:accent1>
        <a:srgbClr val="ffcb05"/>
      </a:accent1>
      <a:accent2>
        <a:srgbClr val="9a3324"/>
      </a:accent2>
      <a:accent3>
        <a:srgbClr val="ada400"/>
      </a:accent3>
      <a:accent4>
        <a:srgbClr val="407ec9"/>
      </a:accent4>
      <a:accent5>
        <a:srgbClr val="d86018"/>
      </a:accent5>
      <a:accent6>
        <a:srgbClr val="00b2a9"/>
      </a:accent6>
      <a:hlink>
        <a:srgbClr val="702082"/>
      </a:hlink>
      <a:folHlink>
        <a:srgbClr val="587abc"/>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miter/>
        </a:ln>
        <a:ln w="25400" cap="flat" cmpd="sng" algn="ctr">
          <a:solidFill>
            <a:schemeClr val="phClr"/>
          </a:solidFill>
          <a:prstDash val="solid"/>
          <a:miter/>
        </a:ln>
        <a:ln w="38100" cap="flat" cmpd="sng" algn="ctr">
          <a:solidFill>
            <a:schemeClr val="phClr"/>
          </a:solidFill>
          <a:prstDash val="solid"/>
          <a:miter/>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00274c"/>
      </a:dk2>
      <a:lt2>
        <a:srgbClr val="e4e1df"/>
      </a:lt2>
      <a:accent1>
        <a:srgbClr val="ffcb05"/>
      </a:accent1>
      <a:accent2>
        <a:srgbClr val="9a3324"/>
      </a:accent2>
      <a:accent3>
        <a:srgbClr val="ada400"/>
      </a:accent3>
      <a:accent4>
        <a:srgbClr val="407ec9"/>
      </a:accent4>
      <a:accent5>
        <a:srgbClr val="d86018"/>
      </a:accent5>
      <a:accent6>
        <a:srgbClr val="00b2a9"/>
      </a:accent6>
      <a:hlink>
        <a:srgbClr val="702082"/>
      </a:hlink>
      <a:folHlink>
        <a:srgbClr val="587abc"/>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miter/>
        </a:ln>
        <a:ln w="25400" cap="flat" cmpd="sng" algn="ctr">
          <a:solidFill>
            <a:schemeClr val="phClr"/>
          </a:solidFill>
          <a:prstDash val="solid"/>
          <a:miter/>
        </a:ln>
        <a:ln w="38100" cap="flat" cmpd="sng" algn="ctr">
          <a:solidFill>
            <a:schemeClr val="phClr"/>
          </a:solidFill>
          <a:prstDash val="solid"/>
          <a:miter/>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00274c"/>
      </a:dk2>
      <a:lt2>
        <a:srgbClr val="e4e1df"/>
      </a:lt2>
      <a:accent1>
        <a:srgbClr val="ffcb05"/>
      </a:accent1>
      <a:accent2>
        <a:srgbClr val="9a3324"/>
      </a:accent2>
      <a:accent3>
        <a:srgbClr val="ada400"/>
      </a:accent3>
      <a:accent4>
        <a:srgbClr val="407ec9"/>
      </a:accent4>
      <a:accent5>
        <a:srgbClr val="d86018"/>
      </a:accent5>
      <a:accent6>
        <a:srgbClr val="00b2a9"/>
      </a:accent6>
      <a:hlink>
        <a:srgbClr val="702082"/>
      </a:hlink>
      <a:folHlink>
        <a:srgbClr val="587abc"/>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miter/>
        </a:ln>
        <a:ln w="25400" cap="flat" cmpd="sng" algn="ctr">
          <a:solidFill>
            <a:schemeClr val="phClr"/>
          </a:solidFill>
          <a:prstDash val="solid"/>
          <a:miter/>
        </a:ln>
        <a:ln w="38100" cap="flat" cmpd="sng" algn="ctr">
          <a:solidFill>
            <a:schemeClr val="phClr"/>
          </a:solidFill>
          <a:prstDash val="solid"/>
          <a:miter/>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app.xml><?xml version="1.0" encoding="utf-8"?>
<Properties xmlns="http://schemas.openxmlformats.org/officeDocument/2006/extended-properties" xmlns:vt="http://schemas.openxmlformats.org/officeDocument/2006/docPropsVTypes">
  <Template>AI_PPT_Template_2.potx</Template>
  <TotalTime>18034</TotalTime>
  <Application>LibreOffice/7.2.4.1$MacOSX_X86_64 LibreOffice_project/27d75539669ac387bb498e35313b970b7fe9c4f9</Application>
  <AppVersion>15.0000</AppVersion>
  <Words>651</Words>
  <Paragraphs>109</Paragraphs>
  <Company>University of Michigan</Company>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2017-01-17T22:07:36Z</dcterms:created>
  <dc:creator>Scott Mahler</dc:creator>
  <dc:description/>
  <dc:language>en-US</dc:language>
  <cp:lastModifiedBy/>
  <cp:lastPrinted>2020-03-06T14:51:20Z</cp:lastPrinted>
  <dcterms:modified xsi:type="dcterms:W3CDTF">2022-03-10T10:40:27Z</dcterms:modified>
  <cp:revision>772</cp:revision>
  <dc:subject/>
  <dc:title>PowerPoint Presentation</dc:title>
</cp:coreProperties>
</file>

<file path=docProps/custom.xml><?xml version="1.0" encoding="utf-8"?>
<Properties xmlns="http://schemas.openxmlformats.org/officeDocument/2006/custom-properties" xmlns:vt="http://schemas.openxmlformats.org/officeDocument/2006/docPropsVTypes">
  <property fmtid="{D5CDD505-2E9C-101B-9397-08002B2CF9AE}" pid="2" name="Notes">
    <vt:i4>3</vt:i4>
  </property>
  <property fmtid="{D5CDD505-2E9C-101B-9397-08002B2CF9AE}" pid="3" name="PresentationFormat">
    <vt:lpwstr>Custom</vt:lpwstr>
  </property>
  <property fmtid="{D5CDD505-2E9C-101B-9397-08002B2CF9AE}" pid="4" name="Slides">
    <vt:i4>4</vt:i4>
  </property>
</Properties>
</file>